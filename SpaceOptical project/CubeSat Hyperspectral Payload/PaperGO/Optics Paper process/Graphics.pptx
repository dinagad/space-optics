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3CD2-39E1-D47A-70B4-1AE4136DA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13C00-99EE-0FF4-1366-928C39576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21341-79A9-11EE-F8FA-BDC7708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A0E85-5A06-FA48-7596-5D96979F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DC75C-B658-41DE-981A-BCD2C6A5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2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CA3B-FDE5-085C-2E9B-CDC19732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0ED16-00D0-7F95-B72B-C52C5B14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082F0-6F01-F3A2-8B9D-78DA6570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367E9-DD85-A6F9-872D-CCA7C3929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A882-A9C6-3041-E892-C03725D50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15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3690-18AE-E5D5-DD96-3F370B48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7AAD6-C377-A4B1-B753-A88F3FB4E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F84FF-C14E-C267-DEC1-BF0DA562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4773-9995-7F8C-28EF-90A345A2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4D95-802D-1E58-FEFC-8EF506AB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54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6802D-3BA4-801D-9D4C-F87BF8D8B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50D23-F5AD-48EF-4453-93D58691B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8F492-1AFF-B298-FF95-606544E03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8D57-57F1-DA1C-4AE0-9A5DA4CF2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56FD2-30E8-667A-86D3-15DFDD70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53CC7-0C77-C138-FEB8-71D990BC4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92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812C-C5E0-9088-773E-009BD164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F06EB-286F-D2DB-76B1-A718D29C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3CFC-B96C-EC72-1AF8-74CB57C2C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33D885-7EDC-7A05-C770-FF6E13FF4E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0CA99-FC03-AA02-9A14-8FAB5C7A5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078470-13E1-22B5-B638-9F352077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EA6CC-F0D1-129B-A1CA-D853A8FB7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94DA8-2EA9-B94F-0264-BCC943F67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53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D9E3-E3A1-3EA2-D34C-AB417F9A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0B75F-5154-9241-C7AD-0EF05539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BF8A1-D9E9-6877-7802-0924391A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81CC5-B1F6-6FED-D815-49B9548E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6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91429-A944-2C5F-1E78-B8A49F2E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A761D-5801-A010-FCAA-4AEF22D1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705EA-A951-BB5F-CADC-28460F71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074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3533-1D1E-0CCC-4425-E3F9159CA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2828-50DB-A559-0B07-E3664A543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DA533-60AC-49F8-FF23-A239445B9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46ADC-5F12-6758-6BE9-563E6BDB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3153C-8D1A-87EC-2DC5-11F48439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05C08-7B2A-D4E3-3801-6C573F70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64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25C9-25D1-653F-FDDB-DA2BE4001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B331C-67F1-1975-B906-E9D5F1A51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693F8-27C5-9E34-8883-3A9ED2AB7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82255-812F-CDF7-F2A4-B310CF235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D6315-12F7-26E0-6F08-F0AA15C7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B80B3-6EC3-49D8-9D02-9AB1BAB1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950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E533-FA46-2721-07DA-E4839A45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853FA-CC27-772E-F402-0B2A9EF2B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D04DB-F4BD-94A7-F2CB-D9213D3E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D8AE-427E-5832-74E1-A0E21747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02A5-3AF4-0DD3-3177-58B44561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54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1F8C4-54FA-060F-79E9-ED60C9DD50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8D46B-1B8E-9FA9-4C9E-7FC5E44A9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D605-275F-6005-983A-9B30B6A6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79475-7FC7-D309-8488-B6C43BAD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0BC2F-8459-ECFF-2FEB-80100B41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77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FA994-2B1F-924D-336D-BF6B89A9B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CD686-F7C7-5940-D295-1BCBD89B9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872DB-78AD-E47B-D3F2-DCDA76BE7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12F42-1197-48E4-9A51-5F028DCA8FE4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48250-9917-0B72-3657-26B168B42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1E81F-CA97-CDA8-E64C-020A85512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8363E-DBF2-42CE-8365-74E6422A07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83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4428-A166-121E-4687-F5756D2C0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4561C-F289-D89F-A478-A89FC527D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701E0-A9F2-FB9B-880D-8C9E3C5D6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1728550"/>
            <a:ext cx="9059539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361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keys on a black surface&#10;&#10;AI-generated content may be incorrect.">
            <a:extLst>
              <a:ext uri="{FF2B5EF4-FFF2-40B4-BE49-F238E27FC236}">
                <a16:creationId xmlns:a16="http://schemas.microsoft.com/office/drawing/2014/main" id="{971FD160-A4AF-DFC4-90EA-B56A4ABF7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00"/>
          <a:stretch>
            <a:fillRect/>
          </a:stretch>
        </p:blipFill>
        <p:spPr>
          <a:xfrm>
            <a:off x="1298448" y="1771549"/>
            <a:ext cx="9070848" cy="450362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2C6565-4DA8-D3FB-67B2-3AC47DD48B3E}"/>
              </a:ext>
            </a:extLst>
          </p:cNvPr>
          <p:cNvCxnSpPr/>
          <p:nvPr/>
        </p:nvCxnSpPr>
        <p:spPr>
          <a:xfrm>
            <a:off x="5422011" y="34240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DD0E3B-68D9-F5A3-288B-0AA658A176F0}"/>
              </a:ext>
            </a:extLst>
          </p:cNvPr>
          <p:cNvCxnSpPr/>
          <p:nvPr/>
        </p:nvCxnSpPr>
        <p:spPr>
          <a:xfrm>
            <a:off x="6031611" y="3185159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4EBF00-BB94-D6BA-EB4A-1A0135DAC159}"/>
              </a:ext>
            </a:extLst>
          </p:cNvPr>
          <p:cNvCxnSpPr/>
          <p:nvPr/>
        </p:nvCxnSpPr>
        <p:spPr>
          <a:xfrm>
            <a:off x="6522339" y="28986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E19591-ECCD-6748-79DA-90DCD2B5C311}"/>
              </a:ext>
            </a:extLst>
          </p:cNvPr>
          <p:cNvCxnSpPr>
            <a:cxnSpLocks/>
          </p:cNvCxnSpPr>
          <p:nvPr/>
        </p:nvCxnSpPr>
        <p:spPr>
          <a:xfrm>
            <a:off x="6811899" y="2585847"/>
            <a:ext cx="0" cy="101841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AC1AEA-0569-6E32-1C2E-08C139F3B41F}"/>
              </a:ext>
            </a:extLst>
          </p:cNvPr>
          <p:cNvCxnSpPr/>
          <p:nvPr/>
        </p:nvCxnSpPr>
        <p:spPr>
          <a:xfrm>
            <a:off x="7092315" y="2585847"/>
            <a:ext cx="0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34902E-0272-EF38-ED35-E0F6CB07D452}"/>
              </a:ext>
            </a:extLst>
          </p:cNvPr>
          <p:cNvCxnSpPr>
            <a:cxnSpLocks/>
          </p:cNvCxnSpPr>
          <p:nvPr/>
        </p:nvCxnSpPr>
        <p:spPr>
          <a:xfrm>
            <a:off x="7628763" y="2261254"/>
            <a:ext cx="0" cy="9585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02D500-F4AD-B90F-8BA1-3DA054324958}"/>
              </a:ext>
            </a:extLst>
          </p:cNvPr>
          <p:cNvCxnSpPr>
            <a:cxnSpLocks/>
          </p:cNvCxnSpPr>
          <p:nvPr/>
        </p:nvCxnSpPr>
        <p:spPr>
          <a:xfrm>
            <a:off x="8732139" y="2328197"/>
            <a:ext cx="0" cy="4447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F2B7EA-A250-60F3-F8BE-27E7E94FFC70}"/>
              </a:ext>
            </a:extLst>
          </p:cNvPr>
          <p:cNvSpPr txBox="1"/>
          <p:nvPr/>
        </p:nvSpPr>
        <p:spPr>
          <a:xfrm>
            <a:off x="4474475" y="3163929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Secondary Mirror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6A9FA2-7A04-26C6-2D58-CDA932DD41F4}"/>
              </a:ext>
            </a:extLst>
          </p:cNvPr>
          <p:cNvSpPr txBox="1"/>
          <p:nvPr/>
        </p:nvSpPr>
        <p:spPr>
          <a:xfrm>
            <a:off x="5131123" y="2988997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Collimating lens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76D83-D86B-EE2C-192C-18D8CD9874B8}"/>
              </a:ext>
            </a:extLst>
          </p:cNvPr>
          <p:cNvSpPr txBox="1"/>
          <p:nvPr/>
        </p:nvSpPr>
        <p:spPr>
          <a:xfrm>
            <a:off x="5691382" y="2597435"/>
            <a:ext cx="1216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Primary Mirror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C75B0-7DD2-742A-AF24-150B272D23B7}"/>
              </a:ext>
            </a:extLst>
          </p:cNvPr>
          <p:cNvSpPr txBox="1"/>
          <p:nvPr/>
        </p:nvSpPr>
        <p:spPr>
          <a:xfrm>
            <a:off x="6381562" y="2368585"/>
            <a:ext cx="6526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Slit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6C256-E9A1-4330-CBD0-D0F1A72A8468}"/>
              </a:ext>
            </a:extLst>
          </p:cNvPr>
          <p:cNvSpPr txBox="1"/>
          <p:nvPr/>
        </p:nvSpPr>
        <p:spPr>
          <a:xfrm>
            <a:off x="6799712" y="2384726"/>
            <a:ext cx="770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Grating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8A3A4-D10F-08C0-5F66-AC27BAF0CA4B}"/>
              </a:ext>
            </a:extLst>
          </p:cNvPr>
          <p:cNvSpPr txBox="1"/>
          <p:nvPr/>
        </p:nvSpPr>
        <p:spPr>
          <a:xfrm>
            <a:off x="7034214" y="1866532"/>
            <a:ext cx="1025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Focusing Lens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C6061E-2B5C-20BE-D50A-AD1F93919FC2}"/>
              </a:ext>
            </a:extLst>
          </p:cNvPr>
          <p:cNvSpPr txBox="1"/>
          <p:nvPr/>
        </p:nvSpPr>
        <p:spPr>
          <a:xfrm>
            <a:off x="8219458" y="1771549"/>
            <a:ext cx="1025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</a:rPr>
              <a:t>Image Sensor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4F59F3B-8A6F-2CDA-2B41-11B122FF0567}"/>
              </a:ext>
            </a:extLst>
          </p:cNvPr>
          <p:cNvCxnSpPr>
            <a:cxnSpLocks/>
          </p:cNvCxnSpPr>
          <p:nvPr/>
        </p:nvCxnSpPr>
        <p:spPr>
          <a:xfrm flipV="1">
            <a:off x="5567367" y="3369952"/>
            <a:ext cx="3512625" cy="164802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93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0C2831-13FD-A0F5-BD2A-1DF471CBCD12}"/>
              </a:ext>
            </a:extLst>
          </p:cNvPr>
          <p:cNvSpPr/>
          <p:nvPr/>
        </p:nvSpPr>
        <p:spPr>
          <a:xfrm>
            <a:off x="7226617" y="356270"/>
            <a:ext cx="4370451" cy="3319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31A2D251-A3AE-ED70-4E9D-324C9C7D9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5" y="666046"/>
            <a:ext cx="3063558" cy="55259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9AF330-CCD6-B6EC-82C6-B53C4789E653}"/>
              </a:ext>
            </a:extLst>
          </p:cNvPr>
          <p:cNvSpPr/>
          <p:nvPr/>
        </p:nvSpPr>
        <p:spPr>
          <a:xfrm>
            <a:off x="8253222" y="66604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Imager requirement Definition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6EDF71-633F-CCC7-145E-6A408C165F18}"/>
              </a:ext>
            </a:extLst>
          </p:cNvPr>
          <p:cNvSpPr/>
          <p:nvPr/>
        </p:nvSpPr>
        <p:spPr>
          <a:xfrm>
            <a:off x="8253222" y="118804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Determination of primary fore optics + spectrometer specifications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96AD2A-3A9F-95FC-3B45-D90CB87447E5}"/>
              </a:ext>
            </a:extLst>
          </p:cNvPr>
          <p:cNvSpPr/>
          <p:nvPr/>
        </p:nvSpPr>
        <p:spPr>
          <a:xfrm>
            <a:off x="8253222" y="1711628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Establishment of merit function &amp; evaluation index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7DD09-D644-AF35-82A2-D4A3807B280C}"/>
              </a:ext>
            </a:extLst>
          </p:cNvPr>
          <p:cNvSpPr/>
          <p:nvPr/>
        </p:nvSpPr>
        <p:spPr>
          <a:xfrm>
            <a:off x="8253222" y="2235210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Optical system design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A97FC-0441-3E8F-3E35-0D492146DD70}"/>
              </a:ext>
            </a:extLst>
          </p:cNvPr>
          <p:cNvSpPr/>
          <p:nvPr/>
        </p:nvSpPr>
        <p:spPr>
          <a:xfrm>
            <a:off x="8253222" y="2763422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Design evaluation &amp; Optimization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A4283-10E5-656B-6010-C4A8C49DB22D}"/>
              </a:ext>
            </a:extLst>
          </p:cNvPr>
          <p:cNvSpPr/>
          <p:nvPr/>
        </p:nvSpPr>
        <p:spPr>
          <a:xfrm>
            <a:off x="7226617" y="4087368"/>
            <a:ext cx="4370451" cy="24143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515FCA70-E87C-1E8C-022F-461164D8189B}"/>
              </a:ext>
            </a:extLst>
          </p:cNvPr>
          <p:cNvSpPr/>
          <p:nvPr/>
        </p:nvSpPr>
        <p:spPr>
          <a:xfrm>
            <a:off x="8791382" y="3312311"/>
            <a:ext cx="1248729" cy="1138635"/>
          </a:xfrm>
          <a:prstGeom prst="diamond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Meet Target</a:t>
            </a:r>
            <a:endParaRPr lang="ko-KR" altLang="en-US" sz="11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F1F6EF-8C84-EB78-EAD8-0BAC21A6E941}"/>
              </a:ext>
            </a:extLst>
          </p:cNvPr>
          <p:cNvSpPr/>
          <p:nvPr/>
        </p:nvSpPr>
        <p:spPr>
          <a:xfrm>
            <a:off x="8262365" y="4650897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Tolerancing 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AB2CA1-074E-65B6-3898-AADE26724147}"/>
              </a:ext>
            </a:extLst>
          </p:cNvPr>
          <p:cNvSpPr/>
          <p:nvPr/>
        </p:nvSpPr>
        <p:spPr>
          <a:xfrm>
            <a:off x="8262365" y="5199786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Optomechanical Design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D0D2D3-1321-7EE7-3479-4337A7210515}"/>
              </a:ext>
            </a:extLst>
          </p:cNvPr>
          <p:cNvSpPr/>
          <p:nvPr/>
        </p:nvSpPr>
        <p:spPr>
          <a:xfrm>
            <a:off x="8266269" y="5748675"/>
            <a:ext cx="2317242" cy="3489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Fabrication</a:t>
            </a:r>
            <a:endParaRPr lang="ko-KR" altLang="en-US" sz="1000" b="1" dirty="0">
              <a:solidFill>
                <a:schemeClr val="tx1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B35377-58ED-1705-650B-60744933AA54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9411843" y="1014984"/>
            <a:ext cx="0" cy="17306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18B826-54FE-7F50-53FE-F22D52FF8FC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411843" y="1536984"/>
            <a:ext cx="0" cy="17464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B2C1026-628C-1E05-074C-506BAF1290F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411843" y="2060566"/>
            <a:ext cx="0" cy="17464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C713A0-65AC-C6E2-9D2D-0C70823102E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411843" y="2584148"/>
            <a:ext cx="0" cy="17927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A8B5CB-FD21-EF55-78BF-8E97E0AADF83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9411843" y="3112360"/>
            <a:ext cx="3904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E1FD38-E8D6-AEDD-429F-EC1AC28CC6D9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415747" y="4450946"/>
            <a:ext cx="5239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7CF4779-8A52-861F-35B1-5C75B2C09FC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420986" y="4999835"/>
            <a:ext cx="0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A209C8-911A-8381-8184-C16E975552FA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9420986" y="5548724"/>
            <a:ext cx="3904" cy="19995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980D2DB0-F8AF-6F10-C1DC-7EE077BB04F5}"/>
              </a:ext>
            </a:extLst>
          </p:cNvPr>
          <p:cNvCxnSpPr>
            <a:cxnSpLocks/>
            <a:stCxn id="13" idx="3"/>
            <a:endCxn id="6" idx="3"/>
          </p:cNvCxnSpPr>
          <p:nvPr/>
        </p:nvCxnSpPr>
        <p:spPr>
          <a:xfrm flipV="1">
            <a:off x="10040111" y="1362515"/>
            <a:ext cx="530353" cy="2519114"/>
          </a:xfrm>
          <a:prstGeom prst="bentConnector3">
            <a:avLst>
              <a:gd name="adj1" fmla="val 181034"/>
            </a:avLst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A76439F-F756-8FAD-1B59-3910F06524D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10570464" y="2409679"/>
            <a:ext cx="41148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A897ABA-B3A6-C5BC-B987-E15D0DCDC3DC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10570464" y="1886097"/>
            <a:ext cx="411480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B2529B0-3EEC-8CE0-6FD1-E0CE19867D0F}"/>
              </a:ext>
            </a:extLst>
          </p:cNvPr>
          <p:cNvCxnSpPr>
            <a:stCxn id="16" idx="1"/>
            <a:endCxn id="6" idx="1"/>
          </p:cNvCxnSpPr>
          <p:nvPr/>
        </p:nvCxnSpPr>
        <p:spPr>
          <a:xfrm rot="10800000">
            <a:off x="8253223" y="1362516"/>
            <a:ext cx="13047" cy="4560629"/>
          </a:xfrm>
          <a:prstGeom prst="bentConnector3">
            <a:avLst>
              <a:gd name="adj1" fmla="val 4375190"/>
            </a:avLst>
          </a:prstGeom>
          <a:ln>
            <a:solidFill>
              <a:srgbClr val="0070C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2509BD6-951E-C024-1FBC-F376094EB3D8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699248" y="5374255"/>
            <a:ext cx="563117" cy="0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5057E34-563F-2E4C-573B-B6DD6682312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699248" y="4825366"/>
            <a:ext cx="563117" cy="1"/>
          </a:xfrm>
          <a:prstGeom prst="straightConnector1">
            <a:avLst/>
          </a:prstGeom>
          <a:ln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F86E768-52B2-5599-792E-A85C32C30D8D}"/>
              </a:ext>
            </a:extLst>
          </p:cNvPr>
          <p:cNvSpPr txBox="1"/>
          <p:nvPr/>
        </p:nvSpPr>
        <p:spPr>
          <a:xfrm rot="5400000">
            <a:off x="9964255" y="2431197"/>
            <a:ext cx="2414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Optical Design iteration path</a:t>
            </a:r>
            <a:endParaRPr lang="ko-KR" altLang="en-US" sz="12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3B7793A-0A92-F916-AF1C-D24B61875554}"/>
              </a:ext>
            </a:extLst>
          </p:cNvPr>
          <p:cNvSpPr txBox="1"/>
          <p:nvPr/>
        </p:nvSpPr>
        <p:spPr>
          <a:xfrm rot="16200000">
            <a:off x="6510569" y="5001403"/>
            <a:ext cx="2006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Fabrication iteration path</a:t>
            </a:r>
            <a:endParaRPr lang="ko-KR" altLang="en-US" sz="1200" b="1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DFF523-DE95-0265-3997-D8E27FBD34BE}"/>
              </a:ext>
            </a:extLst>
          </p:cNvPr>
          <p:cNvSpPr txBox="1"/>
          <p:nvPr/>
        </p:nvSpPr>
        <p:spPr>
          <a:xfrm>
            <a:off x="9491228" y="4361157"/>
            <a:ext cx="454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YES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B0EC36-38C1-39BE-0404-EBD4318A06D1}"/>
              </a:ext>
            </a:extLst>
          </p:cNvPr>
          <p:cNvSpPr txBox="1"/>
          <p:nvPr/>
        </p:nvSpPr>
        <p:spPr>
          <a:xfrm>
            <a:off x="10077852" y="3894370"/>
            <a:ext cx="454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NO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9E3068A-84E3-D21E-CB0E-7C19EE6F7BC9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10570464" y="2937891"/>
            <a:ext cx="420623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692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A9BC-73B3-6161-8B27-327BCF5D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FC25A-9A28-4EE8-EEB6-EE158B152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" y="1549595"/>
            <a:ext cx="5976348" cy="3551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50F3CE-4A5F-8928-3F7A-1B65D8DFD224}"/>
              </a:ext>
            </a:extLst>
          </p:cNvPr>
          <p:cNvSpPr txBox="1"/>
          <p:nvPr/>
        </p:nvSpPr>
        <p:spPr>
          <a:xfrm>
            <a:off x="7607808" y="1475103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A1D19-6520-C7B6-16FD-C40824D769B3}"/>
              </a:ext>
            </a:extLst>
          </p:cNvPr>
          <p:cNvSpPr txBox="1"/>
          <p:nvPr/>
        </p:nvSpPr>
        <p:spPr>
          <a:xfrm>
            <a:off x="2825496" y="2209665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0CDDF-4146-754E-3E85-B7D26B9BD25A}"/>
              </a:ext>
            </a:extLst>
          </p:cNvPr>
          <p:cNvSpPr txBox="1"/>
          <p:nvPr/>
        </p:nvSpPr>
        <p:spPr>
          <a:xfrm>
            <a:off x="5323332" y="2779647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Image Plane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784E9-D900-3FAB-A92F-8F1B80237CF8}"/>
              </a:ext>
            </a:extLst>
          </p:cNvPr>
          <p:cNvSpPr/>
          <p:nvPr/>
        </p:nvSpPr>
        <p:spPr>
          <a:xfrm>
            <a:off x="2926079" y="1475103"/>
            <a:ext cx="6227065" cy="3362074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29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A247F-56CC-C17D-3E32-373E19C5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9C24D-3DFA-A3EB-C14D-7A969182E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782" y="1554191"/>
            <a:ext cx="6646436" cy="3749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4BF02E-8FB5-3E8D-CF03-A7590BEE69F1}"/>
              </a:ext>
            </a:extLst>
          </p:cNvPr>
          <p:cNvSpPr txBox="1"/>
          <p:nvPr/>
        </p:nvSpPr>
        <p:spPr>
          <a:xfrm>
            <a:off x="8039726" y="1400302"/>
            <a:ext cx="1545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46E0A-C0E0-B9AA-607B-6A631773AEB4}"/>
              </a:ext>
            </a:extLst>
          </p:cNvPr>
          <p:cNvSpPr txBox="1"/>
          <p:nvPr/>
        </p:nvSpPr>
        <p:spPr>
          <a:xfrm>
            <a:off x="2772782" y="2438265"/>
            <a:ext cx="177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70362E-3599-7492-FC7E-E29E4C760663}"/>
              </a:ext>
            </a:extLst>
          </p:cNvPr>
          <p:cNvSpPr txBox="1"/>
          <p:nvPr/>
        </p:nvSpPr>
        <p:spPr>
          <a:xfrm>
            <a:off x="5453498" y="2843655"/>
            <a:ext cx="53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3E9C102-52EB-6535-332E-61B33C43316D}"/>
              </a:ext>
            </a:extLst>
          </p:cNvPr>
          <p:cNvSpPr/>
          <p:nvPr/>
        </p:nvSpPr>
        <p:spPr>
          <a:xfrm rot="5400000" flipH="1">
            <a:off x="7281855" y="1274118"/>
            <a:ext cx="277001" cy="286207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8FBB5-CE55-DB48-0688-03C92171931F}"/>
              </a:ext>
            </a:extLst>
          </p:cNvPr>
          <p:cNvSpPr txBox="1"/>
          <p:nvPr/>
        </p:nvSpPr>
        <p:spPr>
          <a:xfrm>
            <a:off x="6764272" y="2258876"/>
            <a:ext cx="1312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Relay lens I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64A9-BCCE-DA5C-4102-22CB33B78A7D}"/>
              </a:ext>
            </a:extLst>
          </p:cNvPr>
          <p:cNvSpPr/>
          <p:nvPr/>
        </p:nvSpPr>
        <p:spPr>
          <a:xfrm>
            <a:off x="2852928" y="1400302"/>
            <a:ext cx="6732133" cy="364718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61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621A-B5E7-C6AD-2D16-57ADAD5A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C0A49-DEDB-CF10-17E0-EAF9EC78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2262024"/>
            <a:ext cx="10898121" cy="2333951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6860EA4B-4DAA-1B17-B495-F1E3A015505C}"/>
              </a:ext>
            </a:extLst>
          </p:cNvPr>
          <p:cNvSpPr/>
          <p:nvPr/>
        </p:nvSpPr>
        <p:spPr>
          <a:xfrm rot="5400000" flipH="1">
            <a:off x="2913310" y="413738"/>
            <a:ext cx="277001" cy="384505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D8B94-45CC-B07E-F03D-8F7BB3FF2A36}"/>
              </a:ext>
            </a:extLst>
          </p:cNvPr>
          <p:cNvSpPr txBox="1"/>
          <p:nvPr/>
        </p:nvSpPr>
        <p:spPr>
          <a:xfrm>
            <a:off x="2466594" y="1888636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945EE20-57A0-A653-126F-53BE0481C162}"/>
              </a:ext>
            </a:extLst>
          </p:cNvPr>
          <p:cNvSpPr/>
          <p:nvPr/>
        </p:nvSpPr>
        <p:spPr>
          <a:xfrm rot="5400000" flipH="1">
            <a:off x="8631357" y="553947"/>
            <a:ext cx="277001" cy="356463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F5B09-A095-03E4-014D-DAA771760C5A}"/>
              </a:ext>
            </a:extLst>
          </p:cNvPr>
          <p:cNvSpPr txBox="1"/>
          <p:nvPr/>
        </p:nvSpPr>
        <p:spPr>
          <a:xfrm>
            <a:off x="8184641" y="1888636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E8C62D-80BA-4E00-BA12-AB748CBADEE5}"/>
              </a:ext>
            </a:extLst>
          </p:cNvPr>
          <p:cNvSpPr txBox="1"/>
          <p:nvPr/>
        </p:nvSpPr>
        <p:spPr>
          <a:xfrm>
            <a:off x="5456682" y="2108135"/>
            <a:ext cx="1363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4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F119C-B8AF-8299-3188-6EC3C4A116BC}"/>
              </a:ext>
            </a:extLst>
          </p:cNvPr>
          <p:cNvSpPr/>
          <p:nvPr/>
        </p:nvSpPr>
        <p:spPr>
          <a:xfrm>
            <a:off x="566929" y="1673353"/>
            <a:ext cx="11201400" cy="257860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3D73C7-2D14-ACE5-F375-AEBF136C26A5}"/>
              </a:ext>
            </a:extLst>
          </p:cNvPr>
          <p:cNvSpPr/>
          <p:nvPr/>
        </p:nvSpPr>
        <p:spPr>
          <a:xfrm rot="5400000">
            <a:off x="11188864" y="2972955"/>
            <a:ext cx="701482" cy="3890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CMOS Sensor</a:t>
            </a:r>
            <a:endParaRPr lang="ko-KR" altLang="en-US" sz="1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C480A-CB07-E35C-5BDB-52DC550DC18D}"/>
              </a:ext>
            </a:extLst>
          </p:cNvPr>
          <p:cNvSpPr txBox="1"/>
          <p:nvPr/>
        </p:nvSpPr>
        <p:spPr>
          <a:xfrm>
            <a:off x="566929" y="2662827"/>
            <a:ext cx="457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4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488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AE30-A58C-974C-C482-8266A955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90BAE4-4F12-2C00-BA5D-281436B2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3" y="1333322"/>
            <a:ext cx="10055798" cy="37527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281C0D-9CB5-4888-ED32-0280FECA69AA}"/>
              </a:ext>
            </a:extLst>
          </p:cNvPr>
          <p:cNvSpPr txBox="1"/>
          <p:nvPr/>
        </p:nvSpPr>
        <p:spPr>
          <a:xfrm>
            <a:off x="7342632" y="2321602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B7B615B3-5CD4-BAFD-689B-D901B44899F2}"/>
              </a:ext>
            </a:extLst>
          </p:cNvPr>
          <p:cNvSpPr/>
          <p:nvPr/>
        </p:nvSpPr>
        <p:spPr>
          <a:xfrm rot="5400000">
            <a:off x="9373546" y="2692487"/>
            <a:ext cx="276999" cy="229971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321C7CC-D3C5-2D32-04F5-2AA6E7FDACC9}"/>
              </a:ext>
            </a:extLst>
          </p:cNvPr>
          <p:cNvSpPr/>
          <p:nvPr/>
        </p:nvSpPr>
        <p:spPr>
          <a:xfrm rot="5400000">
            <a:off x="5452534" y="2543897"/>
            <a:ext cx="369482" cy="2596896"/>
          </a:xfrm>
          <a:prstGeom prst="rightBrace">
            <a:avLst>
              <a:gd name="adj1" fmla="val 8333"/>
              <a:gd name="adj2" fmla="val 48807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5A27B-C348-BC5D-B4F1-E711DAF96368}"/>
              </a:ext>
            </a:extLst>
          </p:cNvPr>
          <p:cNvSpPr txBox="1"/>
          <p:nvPr/>
        </p:nvSpPr>
        <p:spPr>
          <a:xfrm>
            <a:off x="8926829" y="39808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29F96-F1BC-6891-D517-A0FE95FF14B8}"/>
              </a:ext>
            </a:extLst>
          </p:cNvPr>
          <p:cNvSpPr txBox="1"/>
          <p:nvPr/>
        </p:nvSpPr>
        <p:spPr>
          <a:xfrm>
            <a:off x="5052059" y="39808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2EC750-EC5D-5552-A3A4-99F2B664ECD5}"/>
              </a:ext>
            </a:extLst>
          </p:cNvPr>
          <p:cNvSpPr txBox="1"/>
          <p:nvPr/>
        </p:nvSpPr>
        <p:spPr>
          <a:xfrm>
            <a:off x="3767327" y="2752344"/>
            <a:ext cx="457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5F568-B070-1BB1-F2B9-38A9F2503BDD}"/>
              </a:ext>
            </a:extLst>
          </p:cNvPr>
          <p:cNvSpPr/>
          <p:nvPr/>
        </p:nvSpPr>
        <p:spPr>
          <a:xfrm>
            <a:off x="1426465" y="1333322"/>
            <a:ext cx="10259567" cy="345538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89DF-6B06-7C38-BCAA-9328745A7308}"/>
              </a:ext>
            </a:extLst>
          </p:cNvPr>
          <p:cNvSpPr/>
          <p:nvPr/>
        </p:nvSpPr>
        <p:spPr>
          <a:xfrm rot="5400000">
            <a:off x="11005984" y="2954667"/>
            <a:ext cx="701482" cy="3890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CMOS Sensor</a:t>
            </a:r>
            <a:endParaRPr lang="ko-KR" altLang="en-US" sz="1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C67E3B-95DD-68E1-D636-32D9AF33FFFB}"/>
              </a:ext>
            </a:extLst>
          </p:cNvPr>
          <p:cNvSpPr txBox="1"/>
          <p:nvPr/>
        </p:nvSpPr>
        <p:spPr>
          <a:xfrm>
            <a:off x="6336792" y="1411964"/>
            <a:ext cx="1362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9A583-173C-6941-579C-738BC3029A2E}"/>
              </a:ext>
            </a:extLst>
          </p:cNvPr>
          <p:cNvSpPr txBox="1"/>
          <p:nvPr/>
        </p:nvSpPr>
        <p:spPr>
          <a:xfrm>
            <a:off x="1399032" y="2183102"/>
            <a:ext cx="1463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3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5F218FC-AD11-41E2-B506-DBC2921F3834}"/>
              </a:ext>
            </a:extLst>
          </p:cNvPr>
          <p:cNvSpPr/>
          <p:nvPr/>
        </p:nvSpPr>
        <p:spPr>
          <a:xfrm>
            <a:off x="4194048" y="2068068"/>
            <a:ext cx="4062984" cy="19735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7F3EEC-5DD0-77B0-5BDB-C614A1272EA4}"/>
              </a:ext>
            </a:extLst>
          </p:cNvPr>
          <p:cNvSpPr/>
          <p:nvPr/>
        </p:nvSpPr>
        <p:spPr>
          <a:xfrm>
            <a:off x="4315968" y="2633472"/>
            <a:ext cx="1435608" cy="685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Fore Optics</a:t>
            </a:r>
            <a:endParaRPr lang="ko-KR" altLang="en-US" sz="155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BD9373-2D70-C6E2-38F3-D5112A03F74C}"/>
              </a:ext>
            </a:extLst>
          </p:cNvPr>
          <p:cNvSpPr/>
          <p:nvPr/>
        </p:nvSpPr>
        <p:spPr>
          <a:xfrm>
            <a:off x="6684264" y="2633472"/>
            <a:ext cx="1435608" cy="685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Spectrometer</a:t>
            </a:r>
            <a:endParaRPr lang="ko-KR" altLang="en-US" sz="155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025CA6-461F-9771-22C1-5508D13E5F17}"/>
              </a:ext>
            </a:extLst>
          </p:cNvPr>
          <p:cNvCxnSpPr>
            <a:cxnSpLocks/>
          </p:cNvCxnSpPr>
          <p:nvPr/>
        </p:nvCxnSpPr>
        <p:spPr>
          <a:xfrm>
            <a:off x="6227064" y="2633472"/>
            <a:ext cx="0" cy="685800"/>
          </a:xfrm>
          <a:prstGeom prst="line">
            <a:avLst/>
          </a:prstGeom>
          <a:ln w="381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C75939-1185-F8E7-4CBC-B5592D090EED}"/>
              </a:ext>
            </a:extLst>
          </p:cNvPr>
          <p:cNvCxnSpPr>
            <a:cxnSpLocks/>
          </p:cNvCxnSpPr>
          <p:nvPr/>
        </p:nvCxnSpPr>
        <p:spPr>
          <a:xfrm flipH="1">
            <a:off x="6227064" y="2761488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02616A-35AF-76C7-0CF5-E0D90C57D6C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227064" y="2976372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B93301-8B4A-8E20-4E28-E074DEF3E224}"/>
              </a:ext>
            </a:extLst>
          </p:cNvPr>
          <p:cNvCxnSpPr>
            <a:cxnSpLocks/>
          </p:cNvCxnSpPr>
          <p:nvPr/>
        </p:nvCxnSpPr>
        <p:spPr>
          <a:xfrm flipH="1">
            <a:off x="6227064" y="3211068"/>
            <a:ext cx="4572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42A6BE-CA17-5A5F-A49E-74ECD98B2B12}"/>
              </a:ext>
            </a:extLst>
          </p:cNvPr>
          <p:cNvCxnSpPr>
            <a:cxnSpLocks/>
          </p:cNvCxnSpPr>
          <p:nvPr/>
        </p:nvCxnSpPr>
        <p:spPr>
          <a:xfrm flipH="1">
            <a:off x="5760720" y="2758440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81FE22-1B5F-D24C-1B7E-C2897E814242}"/>
              </a:ext>
            </a:extLst>
          </p:cNvPr>
          <p:cNvCxnSpPr>
            <a:cxnSpLocks/>
          </p:cNvCxnSpPr>
          <p:nvPr/>
        </p:nvCxnSpPr>
        <p:spPr>
          <a:xfrm flipH="1">
            <a:off x="5760720" y="2973324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1D166D3-EE25-5344-989A-76630DDE72FF}"/>
              </a:ext>
            </a:extLst>
          </p:cNvPr>
          <p:cNvCxnSpPr>
            <a:cxnSpLocks/>
          </p:cNvCxnSpPr>
          <p:nvPr/>
        </p:nvCxnSpPr>
        <p:spPr>
          <a:xfrm flipH="1">
            <a:off x="5760720" y="3208020"/>
            <a:ext cx="4572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97D2FE2-C2A2-3F1A-110F-6F9874B632CB}"/>
              </a:ext>
            </a:extLst>
          </p:cNvPr>
          <p:cNvCxnSpPr>
            <a:cxnSpLocks/>
          </p:cNvCxnSpPr>
          <p:nvPr/>
        </p:nvCxnSpPr>
        <p:spPr>
          <a:xfrm>
            <a:off x="6099048" y="2619947"/>
            <a:ext cx="246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C05C3D-609B-F4D4-8E91-42D52961B025}"/>
              </a:ext>
            </a:extLst>
          </p:cNvPr>
          <p:cNvCxnSpPr>
            <a:cxnSpLocks/>
          </p:cNvCxnSpPr>
          <p:nvPr/>
        </p:nvCxnSpPr>
        <p:spPr>
          <a:xfrm>
            <a:off x="6094476" y="3319272"/>
            <a:ext cx="24688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D949887-DB5E-E773-06FF-8AAB5A75B940}"/>
              </a:ext>
            </a:extLst>
          </p:cNvPr>
          <p:cNvCxnSpPr>
            <a:cxnSpLocks/>
          </p:cNvCxnSpPr>
          <p:nvPr/>
        </p:nvCxnSpPr>
        <p:spPr>
          <a:xfrm flipV="1">
            <a:off x="6230303" y="2447925"/>
            <a:ext cx="0" cy="161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CA396A-8AF7-BFDD-E41A-0F627DC209D0}"/>
              </a:ext>
            </a:extLst>
          </p:cNvPr>
          <p:cNvCxnSpPr>
            <a:cxnSpLocks/>
          </p:cNvCxnSpPr>
          <p:nvPr/>
        </p:nvCxnSpPr>
        <p:spPr>
          <a:xfrm flipV="1">
            <a:off x="6230303" y="3319272"/>
            <a:ext cx="0" cy="161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E6D90F7-DEBF-232A-C32E-0CEB3AA22018}"/>
              </a:ext>
            </a:extLst>
          </p:cNvPr>
          <p:cNvSpPr txBox="1"/>
          <p:nvPr/>
        </p:nvSpPr>
        <p:spPr>
          <a:xfrm>
            <a:off x="5475065" y="3488805"/>
            <a:ext cx="15961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Plane of Connection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84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FACF-335D-E246-5D3B-386550E27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ECA7A-0C6C-DA9B-688E-56A22B93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944" y="337650"/>
            <a:ext cx="2681281" cy="25410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D5D30D-4EB4-0695-6CC0-313AE9D70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3105150"/>
            <a:ext cx="8620125" cy="3172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AB7126-CFD4-BCE8-E320-DD38BF3C5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604355"/>
            <a:ext cx="5567357" cy="2049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6E2355-72C1-0A22-EC76-A6CE11966EA9}"/>
              </a:ext>
            </a:extLst>
          </p:cNvPr>
          <p:cNvSpPr txBox="1"/>
          <p:nvPr/>
        </p:nvSpPr>
        <p:spPr>
          <a:xfrm>
            <a:off x="8317039" y="289842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7F0C31-8C31-93DC-4A32-AD2A5EA117E1}"/>
              </a:ext>
            </a:extLst>
          </p:cNvPr>
          <p:cNvCxnSpPr>
            <a:cxnSpLocks/>
          </p:cNvCxnSpPr>
          <p:nvPr/>
        </p:nvCxnSpPr>
        <p:spPr>
          <a:xfrm flipV="1">
            <a:off x="7686675" y="2929230"/>
            <a:ext cx="2276475" cy="729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CC7DA9-B469-04E6-1716-D96B26374835}"/>
              </a:ext>
            </a:extLst>
          </p:cNvPr>
          <p:cNvCxnSpPr/>
          <p:nvPr/>
        </p:nvCxnSpPr>
        <p:spPr>
          <a:xfrm>
            <a:off x="7686675" y="2840589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7626A8-E6E1-18BD-EC2C-0BD15A544562}"/>
              </a:ext>
            </a:extLst>
          </p:cNvPr>
          <p:cNvCxnSpPr/>
          <p:nvPr/>
        </p:nvCxnSpPr>
        <p:spPr>
          <a:xfrm>
            <a:off x="9963150" y="2831064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480513-9E66-F486-66F4-C14C74A366CA}"/>
              </a:ext>
            </a:extLst>
          </p:cNvPr>
          <p:cNvCxnSpPr>
            <a:cxnSpLocks/>
          </p:cNvCxnSpPr>
          <p:nvPr/>
        </p:nvCxnSpPr>
        <p:spPr>
          <a:xfrm flipV="1">
            <a:off x="9963150" y="2828831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06652AE-D7DF-256A-BE10-50DE1AA80F59}"/>
              </a:ext>
            </a:extLst>
          </p:cNvPr>
          <p:cNvCxnSpPr>
            <a:cxnSpLocks/>
          </p:cNvCxnSpPr>
          <p:nvPr/>
        </p:nvCxnSpPr>
        <p:spPr>
          <a:xfrm flipV="1">
            <a:off x="9982200" y="419006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E4106A-02AA-4EFE-A01F-32C69AAE6526}"/>
              </a:ext>
            </a:extLst>
          </p:cNvPr>
          <p:cNvCxnSpPr>
            <a:cxnSpLocks/>
          </p:cNvCxnSpPr>
          <p:nvPr/>
        </p:nvCxnSpPr>
        <p:spPr>
          <a:xfrm>
            <a:off x="10148882" y="419006"/>
            <a:ext cx="0" cy="24098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A08C5E4-BF0D-2024-8B8C-A86B5831578E}"/>
              </a:ext>
            </a:extLst>
          </p:cNvPr>
          <p:cNvSpPr txBox="1"/>
          <p:nvPr/>
        </p:nvSpPr>
        <p:spPr>
          <a:xfrm rot="5400000">
            <a:off x="9743791" y="1294030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DA0640C-B925-FC31-7FAC-479108AFB7C5}"/>
              </a:ext>
            </a:extLst>
          </p:cNvPr>
          <p:cNvCxnSpPr>
            <a:cxnSpLocks/>
          </p:cNvCxnSpPr>
          <p:nvPr/>
        </p:nvCxnSpPr>
        <p:spPr>
          <a:xfrm flipV="1">
            <a:off x="1804987" y="6458745"/>
            <a:ext cx="8158163" cy="3411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724E46-C5C1-629A-92EE-1E539A586BD8}"/>
              </a:ext>
            </a:extLst>
          </p:cNvPr>
          <p:cNvCxnSpPr>
            <a:cxnSpLocks/>
          </p:cNvCxnSpPr>
          <p:nvPr/>
        </p:nvCxnSpPr>
        <p:spPr>
          <a:xfrm>
            <a:off x="1804987" y="5983839"/>
            <a:ext cx="0" cy="6074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9B96F3-4CBC-C31B-8275-742B816DBAF1}"/>
              </a:ext>
            </a:extLst>
          </p:cNvPr>
          <p:cNvCxnSpPr>
            <a:cxnSpLocks/>
          </p:cNvCxnSpPr>
          <p:nvPr/>
        </p:nvCxnSpPr>
        <p:spPr>
          <a:xfrm>
            <a:off x="9972675" y="5936214"/>
            <a:ext cx="9525" cy="5566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02101ED-F89B-1265-920E-B3FBFDBAD2F5}"/>
              </a:ext>
            </a:extLst>
          </p:cNvPr>
          <p:cNvSpPr txBox="1"/>
          <p:nvPr/>
        </p:nvSpPr>
        <p:spPr>
          <a:xfrm>
            <a:off x="5510784" y="64587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300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44A72AF-276D-E9F1-EACB-F0D573943E19}"/>
              </a:ext>
            </a:extLst>
          </p:cNvPr>
          <p:cNvCxnSpPr>
            <a:cxnSpLocks/>
          </p:cNvCxnSpPr>
          <p:nvPr/>
        </p:nvCxnSpPr>
        <p:spPr>
          <a:xfrm>
            <a:off x="1804987" y="6091530"/>
            <a:ext cx="310038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F136F7-0562-311B-79B6-5C764DEA620A}"/>
              </a:ext>
            </a:extLst>
          </p:cNvPr>
          <p:cNvCxnSpPr/>
          <p:nvPr/>
        </p:nvCxnSpPr>
        <p:spPr>
          <a:xfrm>
            <a:off x="4905375" y="5993364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9DEAE8B-2F99-2BB3-515B-41431FA8F9A7}"/>
              </a:ext>
            </a:extLst>
          </p:cNvPr>
          <p:cNvSpPr txBox="1"/>
          <p:nvPr/>
        </p:nvSpPr>
        <p:spPr>
          <a:xfrm>
            <a:off x="2674430" y="604999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118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B0BC0C6-3167-51DF-1512-9F24CD1D7C67}"/>
              </a:ext>
            </a:extLst>
          </p:cNvPr>
          <p:cNvCxnSpPr>
            <a:cxnSpLocks/>
          </p:cNvCxnSpPr>
          <p:nvPr/>
        </p:nvCxnSpPr>
        <p:spPr>
          <a:xfrm flipV="1">
            <a:off x="1329022" y="5955062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83F7EC9-FA81-8423-A127-49D204894330}"/>
              </a:ext>
            </a:extLst>
          </p:cNvPr>
          <p:cNvCxnSpPr>
            <a:cxnSpLocks/>
          </p:cNvCxnSpPr>
          <p:nvPr/>
        </p:nvCxnSpPr>
        <p:spPr>
          <a:xfrm flipV="1">
            <a:off x="1348072" y="3345212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FD89C9C-52A4-82B2-B9CA-69259D2384D3}"/>
              </a:ext>
            </a:extLst>
          </p:cNvPr>
          <p:cNvCxnSpPr>
            <a:cxnSpLocks/>
          </p:cNvCxnSpPr>
          <p:nvPr/>
        </p:nvCxnSpPr>
        <p:spPr>
          <a:xfrm>
            <a:off x="1514754" y="3345212"/>
            <a:ext cx="0" cy="260985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DC53EAF-2433-61F7-765D-93F76DA59706}"/>
              </a:ext>
            </a:extLst>
          </p:cNvPr>
          <p:cNvSpPr txBox="1"/>
          <p:nvPr/>
        </p:nvSpPr>
        <p:spPr>
          <a:xfrm rot="16200000">
            <a:off x="762857" y="440121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335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972CF-FE7F-A6C5-381B-383C86422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11F5E7-585A-F6D4-AA55-49D23C5F7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99" y="2791271"/>
            <a:ext cx="7103834" cy="28479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B8466E-DA34-AAF2-B4F9-F11354389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0875" y="981967"/>
            <a:ext cx="2582028" cy="18093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4BF8220-B3F9-9B40-3BAF-652C7759BB97}"/>
              </a:ext>
            </a:extLst>
          </p:cNvPr>
          <p:cNvSpPr txBox="1"/>
          <p:nvPr/>
        </p:nvSpPr>
        <p:spPr>
          <a:xfrm>
            <a:off x="4882134" y="5876597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9CF050-6A20-871E-032E-24C481845C87}"/>
              </a:ext>
            </a:extLst>
          </p:cNvPr>
          <p:cNvCxnSpPr>
            <a:cxnSpLocks/>
          </p:cNvCxnSpPr>
          <p:nvPr/>
        </p:nvCxnSpPr>
        <p:spPr>
          <a:xfrm flipV="1">
            <a:off x="3152775" y="4234308"/>
            <a:ext cx="0" cy="1614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0927B7-2C94-EF0D-9FEC-52734CE17CD4}"/>
              </a:ext>
            </a:extLst>
          </p:cNvPr>
          <p:cNvCxnSpPr>
            <a:cxnSpLocks/>
          </p:cNvCxnSpPr>
          <p:nvPr/>
        </p:nvCxnSpPr>
        <p:spPr>
          <a:xfrm flipV="1">
            <a:off x="7000875" y="4781996"/>
            <a:ext cx="0" cy="105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05CC96-CBAC-8BF4-5803-28C6800CD0B2}"/>
              </a:ext>
            </a:extLst>
          </p:cNvPr>
          <p:cNvCxnSpPr>
            <a:cxnSpLocks/>
          </p:cNvCxnSpPr>
          <p:nvPr/>
        </p:nvCxnSpPr>
        <p:spPr>
          <a:xfrm flipV="1">
            <a:off x="9715500" y="4772471"/>
            <a:ext cx="0" cy="1056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189BD2-0C7F-DBEE-5531-54C433C8118B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7402998" y="4430017"/>
            <a:ext cx="0" cy="18093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5BF9FB-D0C5-D9ED-A3EB-105BD3345BB3}"/>
              </a:ext>
            </a:extLst>
          </p:cNvPr>
          <p:cNvCxnSpPr>
            <a:cxnSpLocks/>
          </p:cNvCxnSpPr>
          <p:nvPr/>
        </p:nvCxnSpPr>
        <p:spPr>
          <a:xfrm flipV="1">
            <a:off x="8001000" y="4415506"/>
            <a:ext cx="0" cy="14137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4F628F-8973-86A0-5E0A-665FA35466AD}"/>
              </a:ext>
            </a:extLst>
          </p:cNvPr>
          <p:cNvCxnSpPr>
            <a:cxnSpLocks/>
          </p:cNvCxnSpPr>
          <p:nvPr/>
        </p:nvCxnSpPr>
        <p:spPr>
          <a:xfrm flipV="1">
            <a:off x="5467350" y="4344292"/>
            <a:ext cx="0" cy="1504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72B56B7-1717-399C-130C-A62C43465FE4}"/>
              </a:ext>
            </a:extLst>
          </p:cNvPr>
          <p:cNvSpPr txBox="1"/>
          <p:nvPr/>
        </p:nvSpPr>
        <p:spPr>
          <a:xfrm>
            <a:off x="6109887" y="5765050"/>
            <a:ext cx="1294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Primary Mirror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A6123-553C-6407-586B-875B60B40504}"/>
              </a:ext>
            </a:extLst>
          </p:cNvPr>
          <p:cNvSpPr txBox="1"/>
          <p:nvPr/>
        </p:nvSpPr>
        <p:spPr>
          <a:xfrm>
            <a:off x="6817782" y="623932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59D5A0-F123-A2EA-2549-83837BF994C3}"/>
              </a:ext>
            </a:extLst>
          </p:cNvPr>
          <p:cNvSpPr txBox="1"/>
          <p:nvPr/>
        </p:nvSpPr>
        <p:spPr>
          <a:xfrm>
            <a:off x="2533650" y="5857101"/>
            <a:ext cx="1294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Secondary Mirror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ADF1E9-E30C-10F1-2233-30E60281632D}"/>
              </a:ext>
            </a:extLst>
          </p:cNvPr>
          <p:cNvSpPr txBox="1"/>
          <p:nvPr/>
        </p:nvSpPr>
        <p:spPr>
          <a:xfrm>
            <a:off x="7582998" y="5876597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Relay lens II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02453F-8D0E-DD43-558D-B02CDBD01B6D}"/>
              </a:ext>
            </a:extLst>
          </p:cNvPr>
          <p:cNvSpPr txBox="1"/>
          <p:nvPr/>
        </p:nvSpPr>
        <p:spPr>
          <a:xfrm>
            <a:off x="9130284" y="5829300"/>
            <a:ext cx="1170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Sensor housing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3B39F7D-0863-2335-F1EA-E13EFA8BB0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327" y="1191805"/>
            <a:ext cx="3653455" cy="1473662"/>
          </a:xfrm>
          <a:prstGeom prst="rect">
            <a:avLst/>
          </a:prstGeom>
        </p:spPr>
      </p:pic>
      <p:sp>
        <p:nvSpPr>
          <p:cNvPr id="45" name="Right Brace 44">
            <a:extLst>
              <a:ext uri="{FF2B5EF4-FFF2-40B4-BE49-F238E27FC236}">
                <a16:creationId xmlns:a16="http://schemas.microsoft.com/office/drawing/2014/main" id="{71E9BA8E-61BD-644F-F458-8B7A53497F8E}"/>
              </a:ext>
            </a:extLst>
          </p:cNvPr>
          <p:cNvSpPr/>
          <p:nvPr/>
        </p:nvSpPr>
        <p:spPr>
          <a:xfrm rot="5400000" flipH="1">
            <a:off x="4775483" y="-588208"/>
            <a:ext cx="277001" cy="336232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502B90-DA8E-DD8D-9596-683B0CC36595}"/>
              </a:ext>
            </a:extLst>
          </p:cNvPr>
          <p:cNvSpPr txBox="1"/>
          <p:nvPr/>
        </p:nvSpPr>
        <p:spPr>
          <a:xfrm>
            <a:off x="4171087" y="745349"/>
            <a:ext cx="1485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Cross-section view</a:t>
            </a:r>
            <a:endParaRPr lang="ko-KR" altLang="en-US" sz="10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68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CE61-3FEB-885C-7C91-B842ADF2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6BD42C-7198-4F98-DC24-4488E7B11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082" y="110948"/>
            <a:ext cx="1749366" cy="3553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54B364-727C-B232-ABF2-320953618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375" y="1310443"/>
            <a:ext cx="4625574" cy="194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577C07-7647-8956-8591-69E8F383C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155" y="3594728"/>
            <a:ext cx="7277101" cy="252788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88F799-680B-8627-902A-F57718590CB8}"/>
              </a:ext>
            </a:extLst>
          </p:cNvPr>
          <p:cNvCxnSpPr>
            <a:cxnSpLocks/>
          </p:cNvCxnSpPr>
          <p:nvPr/>
        </p:nvCxnSpPr>
        <p:spPr>
          <a:xfrm flipV="1">
            <a:off x="1804987" y="6458745"/>
            <a:ext cx="6896101" cy="3411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E0C09D-D40E-3D42-C56D-E19E74B3177E}"/>
              </a:ext>
            </a:extLst>
          </p:cNvPr>
          <p:cNvCxnSpPr>
            <a:cxnSpLocks/>
          </p:cNvCxnSpPr>
          <p:nvPr/>
        </p:nvCxnSpPr>
        <p:spPr>
          <a:xfrm>
            <a:off x="1804987" y="5983839"/>
            <a:ext cx="0" cy="60746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3E7B2-8772-473C-EAFE-9E5ACD29039E}"/>
              </a:ext>
            </a:extLst>
          </p:cNvPr>
          <p:cNvCxnSpPr>
            <a:cxnSpLocks/>
          </p:cNvCxnSpPr>
          <p:nvPr/>
        </p:nvCxnSpPr>
        <p:spPr>
          <a:xfrm>
            <a:off x="8691563" y="5902100"/>
            <a:ext cx="9525" cy="5566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1194E4-11C2-D23C-F142-4D1C93DF8D05}"/>
              </a:ext>
            </a:extLst>
          </p:cNvPr>
          <p:cNvSpPr txBox="1"/>
          <p:nvPr/>
        </p:nvSpPr>
        <p:spPr>
          <a:xfrm>
            <a:off x="5510784" y="6458745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300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873352-9D84-275D-179D-B99619A52DFB}"/>
              </a:ext>
            </a:extLst>
          </p:cNvPr>
          <p:cNvCxnSpPr>
            <a:cxnSpLocks/>
          </p:cNvCxnSpPr>
          <p:nvPr/>
        </p:nvCxnSpPr>
        <p:spPr>
          <a:xfrm>
            <a:off x="1804987" y="6091530"/>
            <a:ext cx="261461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BBB1A2-901D-9BBB-0932-74D749B7D9FD}"/>
              </a:ext>
            </a:extLst>
          </p:cNvPr>
          <p:cNvCxnSpPr>
            <a:cxnSpLocks/>
          </p:cNvCxnSpPr>
          <p:nvPr/>
        </p:nvCxnSpPr>
        <p:spPr>
          <a:xfrm flipV="1">
            <a:off x="1329022" y="5955062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754D48-70AE-C804-B375-2FCF684C7A73}"/>
              </a:ext>
            </a:extLst>
          </p:cNvPr>
          <p:cNvCxnSpPr>
            <a:cxnSpLocks/>
          </p:cNvCxnSpPr>
          <p:nvPr/>
        </p:nvCxnSpPr>
        <p:spPr>
          <a:xfrm flipV="1">
            <a:off x="1348073" y="3728641"/>
            <a:ext cx="475680" cy="22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79B80E-E260-D847-BB26-F71B601FB5B5}"/>
              </a:ext>
            </a:extLst>
          </p:cNvPr>
          <p:cNvCxnSpPr>
            <a:cxnSpLocks/>
          </p:cNvCxnSpPr>
          <p:nvPr/>
        </p:nvCxnSpPr>
        <p:spPr>
          <a:xfrm>
            <a:off x="1514754" y="3733800"/>
            <a:ext cx="0" cy="222126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F4F29E-5D6B-11A5-7441-0FEBA1D1A1C9}"/>
              </a:ext>
            </a:extLst>
          </p:cNvPr>
          <p:cNvSpPr txBox="1"/>
          <p:nvPr/>
        </p:nvSpPr>
        <p:spPr>
          <a:xfrm rot="16200000">
            <a:off x="762857" y="440121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97C3BE0-F931-2D0B-AE0D-571494395757}"/>
              </a:ext>
            </a:extLst>
          </p:cNvPr>
          <p:cNvCxnSpPr/>
          <p:nvPr/>
        </p:nvCxnSpPr>
        <p:spPr>
          <a:xfrm>
            <a:off x="4410075" y="5993364"/>
            <a:ext cx="0" cy="19633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AFD9AF5-27C2-8573-17F1-B7A514418277}"/>
              </a:ext>
            </a:extLst>
          </p:cNvPr>
          <p:cNvSpPr txBox="1"/>
          <p:nvPr/>
        </p:nvSpPr>
        <p:spPr>
          <a:xfrm>
            <a:off x="2674430" y="604999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120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85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E6A7-3FA8-6A15-9DA2-44E7C0C3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irect Access Storage 1">
            <a:extLst>
              <a:ext uri="{FF2B5EF4-FFF2-40B4-BE49-F238E27FC236}">
                <a16:creationId xmlns:a16="http://schemas.microsoft.com/office/drawing/2014/main" id="{C3B44859-5253-894F-916D-08403A481B74}"/>
              </a:ext>
            </a:extLst>
          </p:cNvPr>
          <p:cNvSpPr/>
          <p:nvPr/>
        </p:nvSpPr>
        <p:spPr>
          <a:xfrm>
            <a:off x="4938713" y="2805115"/>
            <a:ext cx="280988" cy="1195385"/>
          </a:xfrm>
          <a:prstGeom prst="flowChartMagneticDrum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Flowchart: Manual Operation 3">
            <a:extLst>
              <a:ext uri="{FF2B5EF4-FFF2-40B4-BE49-F238E27FC236}">
                <a16:creationId xmlns:a16="http://schemas.microsoft.com/office/drawing/2014/main" id="{863664D2-7202-1977-8FE8-04D6B0186CA9}"/>
              </a:ext>
            </a:extLst>
          </p:cNvPr>
          <p:cNvSpPr/>
          <p:nvPr/>
        </p:nvSpPr>
        <p:spPr>
          <a:xfrm rot="10800000">
            <a:off x="6190181" y="2871788"/>
            <a:ext cx="410643" cy="1047743"/>
          </a:xfrm>
          <a:prstGeom prst="flowChartManualOperation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Flowchart: Direct Access Storage 4">
            <a:extLst>
              <a:ext uri="{FF2B5EF4-FFF2-40B4-BE49-F238E27FC236}">
                <a16:creationId xmlns:a16="http://schemas.microsoft.com/office/drawing/2014/main" id="{7A87569A-AE6A-7E15-02A6-98E1FC36299F}"/>
              </a:ext>
            </a:extLst>
          </p:cNvPr>
          <p:cNvSpPr/>
          <p:nvPr/>
        </p:nvSpPr>
        <p:spPr>
          <a:xfrm>
            <a:off x="7583215" y="2809878"/>
            <a:ext cx="280988" cy="1195385"/>
          </a:xfrm>
          <a:prstGeom prst="flowChartMagneticDrum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76517-4179-8609-A0B8-471FF39C373A}"/>
              </a:ext>
            </a:extLst>
          </p:cNvPr>
          <p:cNvSpPr/>
          <p:nvPr/>
        </p:nvSpPr>
        <p:spPr>
          <a:xfrm>
            <a:off x="3876674" y="2805115"/>
            <a:ext cx="76200" cy="48577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0CD76-2EA6-AB4C-9964-F20C0251962B}"/>
              </a:ext>
            </a:extLst>
          </p:cNvPr>
          <p:cNvSpPr/>
          <p:nvPr/>
        </p:nvSpPr>
        <p:spPr>
          <a:xfrm>
            <a:off x="3876674" y="3514725"/>
            <a:ext cx="76200" cy="48577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C095BB-2F8C-FF78-0050-35FEBE386A03}"/>
              </a:ext>
            </a:extLst>
          </p:cNvPr>
          <p:cNvSpPr/>
          <p:nvPr/>
        </p:nvSpPr>
        <p:spPr>
          <a:xfrm>
            <a:off x="2552699" y="2805115"/>
            <a:ext cx="280988" cy="11953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1742E4-F1C5-1FC3-988A-45E15C6A126E}"/>
              </a:ext>
            </a:extLst>
          </p:cNvPr>
          <p:cNvCxnSpPr>
            <a:cxnSpLocks/>
          </p:cNvCxnSpPr>
          <p:nvPr/>
        </p:nvCxnSpPr>
        <p:spPr>
          <a:xfrm>
            <a:off x="1559719" y="2976565"/>
            <a:ext cx="992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908AAD-5376-D19C-FA3A-40A6CC1624E6}"/>
              </a:ext>
            </a:extLst>
          </p:cNvPr>
          <p:cNvCxnSpPr>
            <a:cxnSpLocks/>
          </p:cNvCxnSpPr>
          <p:nvPr/>
        </p:nvCxnSpPr>
        <p:spPr>
          <a:xfrm>
            <a:off x="1559719" y="3800475"/>
            <a:ext cx="9929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0A7B36-BCDB-84D7-0913-A287B47477C3}"/>
              </a:ext>
            </a:extLst>
          </p:cNvPr>
          <p:cNvCxnSpPr>
            <a:cxnSpLocks/>
          </p:cNvCxnSpPr>
          <p:nvPr/>
        </p:nvCxnSpPr>
        <p:spPr>
          <a:xfrm>
            <a:off x="2883112" y="2871790"/>
            <a:ext cx="2037864" cy="1062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66BC00-7CB9-6541-6700-CDEA07F906E7}"/>
              </a:ext>
            </a:extLst>
          </p:cNvPr>
          <p:cNvCxnSpPr>
            <a:cxnSpLocks/>
          </p:cNvCxnSpPr>
          <p:nvPr/>
        </p:nvCxnSpPr>
        <p:spPr>
          <a:xfrm flipV="1">
            <a:off x="2919107" y="2938462"/>
            <a:ext cx="1984131" cy="981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1F9095-1ADA-B37D-F9DF-1CFAA0C1ED2A}"/>
              </a:ext>
            </a:extLst>
          </p:cNvPr>
          <p:cNvCxnSpPr>
            <a:cxnSpLocks/>
          </p:cNvCxnSpPr>
          <p:nvPr/>
        </p:nvCxnSpPr>
        <p:spPr>
          <a:xfrm>
            <a:off x="5313881" y="2976565"/>
            <a:ext cx="8762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6E0C95D-1691-98D9-E29C-CA517F0AC2C4}"/>
              </a:ext>
            </a:extLst>
          </p:cNvPr>
          <p:cNvSpPr/>
          <p:nvPr/>
        </p:nvSpPr>
        <p:spPr>
          <a:xfrm>
            <a:off x="6488906" y="2871789"/>
            <a:ext cx="207170" cy="104774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3FBFA3-5F92-BCCC-763D-CAC3E12BBA6E}"/>
              </a:ext>
            </a:extLst>
          </p:cNvPr>
          <p:cNvCxnSpPr>
            <a:cxnSpLocks/>
          </p:cNvCxnSpPr>
          <p:nvPr/>
        </p:nvCxnSpPr>
        <p:spPr>
          <a:xfrm>
            <a:off x="5286376" y="3786190"/>
            <a:ext cx="8762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8359D7-C158-1F9B-EEA8-266927C651C4}"/>
              </a:ext>
            </a:extLst>
          </p:cNvPr>
          <p:cNvCxnSpPr>
            <a:cxnSpLocks/>
          </p:cNvCxnSpPr>
          <p:nvPr/>
        </p:nvCxnSpPr>
        <p:spPr>
          <a:xfrm flipV="1">
            <a:off x="6705601" y="2938461"/>
            <a:ext cx="887139" cy="1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75D8886-DEFE-21F8-A311-10631C55771F}"/>
              </a:ext>
            </a:extLst>
          </p:cNvPr>
          <p:cNvCxnSpPr>
            <a:cxnSpLocks/>
          </p:cNvCxnSpPr>
          <p:nvPr/>
        </p:nvCxnSpPr>
        <p:spPr>
          <a:xfrm>
            <a:off x="6696076" y="2938462"/>
            <a:ext cx="887139" cy="66674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C69BD2-A6AA-A5B3-B21A-7B37C5AB8D6C}"/>
              </a:ext>
            </a:extLst>
          </p:cNvPr>
          <p:cNvCxnSpPr>
            <a:cxnSpLocks/>
          </p:cNvCxnSpPr>
          <p:nvPr/>
        </p:nvCxnSpPr>
        <p:spPr>
          <a:xfrm>
            <a:off x="6696076" y="2938461"/>
            <a:ext cx="887139" cy="1285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78BC54-5FBC-B4FC-537E-425F281BF620}"/>
              </a:ext>
            </a:extLst>
          </p:cNvPr>
          <p:cNvCxnSpPr>
            <a:cxnSpLocks/>
          </p:cNvCxnSpPr>
          <p:nvPr/>
        </p:nvCxnSpPr>
        <p:spPr>
          <a:xfrm flipV="1">
            <a:off x="6705601" y="3748080"/>
            <a:ext cx="896664" cy="14764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55B24C1-CDED-4FE4-E258-2C8724CBD15C}"/>
              </a:ext>
            </a:extLst>
          </p:cNvPr>
          <p:cNvCxnSpPr>
            <a:cxnSpLocks/>
          </p:cNvCxnSpPr>
          <p:nvPr/>
        </p:nvCxnSpPr>
        <p:spPr>
          <a:xfrm flipV="1">
            <a:off x="6705601" y="3809990"/>
            <a:ext cx="906189" cy="857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846C45-020E-FA8D-C26D-12CA9D039B68}"/>
              </a:ext>
            </a:extLst>
          </p:cNvPr>
          <p:cNvCxnSpPr>
            <a:cxnSpLocks/>
          </p:cNvCxnSpPr>
          <p:nvPr/>
        </p:nvCxnSpPr>
        <p:spPr>
          <a:xfrm flipV="1">
            <a:off x="6705601" y="3681406"/>
            <a:ext cx="896664" cy="192889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40FD1C-8854-E8C8-1436-116651287022}"/>
              </a:ext>
            </a:extLst>
          </p:cNvPr>
          <p:cNvCxnSpPr>
            <a:cxnSpLocks/>
          </p:cNvCxnSpPr>
          <p:nvPr/>
        </p:nvCxnSpPr>
        <p:spPr>
          <a:xfrm>
            <a:off x="7864203" y="3093235"/>
            <a:ext cx="1927496" cy="4214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2970994-CCB7-B2E4-2731-63C8548BD4F5}"/>
              </a:ext>
            </a:extLst>
          </p:cNvPr>
          <p:cNvCxnSpPr>
            <a:cxnSpLocks/>
          </p:cNvCxnSpPr>
          <p:nvPr/>
        </p:nvCxnSpPr>
        <p:spPr>
          <a:xfrm>
            <a:off x="7864203" y="3026561"/>
            <a:ext cx="1927496" cy="37385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6F552AB-A695-F255-01A7-210619E6DF7F}"/>
              </a:ext>
            </a:extLst>
          </p:cNvPr>
          <p:cNvCxnSpPr>
            <a:cxnSpLocks/>
          </p:cNvCxnSpPr>
          <p:nvPr/>
        </p:nvCxnSpPr>
        <p:spPr>
          <a:xfrm>
            <a:off x="7854678" y="2938461"/>
            <a:ext cx="1916656" cy="285755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4C6031C-A83B-F03B-205C-6675ED130471}"/>
              </a:ext>
            </a:extLst>
          </p:cNvPr>
          <p:cNvCxnSpPr>
            <a:cxnSpLocks/>
          </p:cNvCxnSpPr>
          <p:nvPr/>
        </p:nvCxnSpPr>
        <p:spPr>
          <a:xfrm flipV="1">
            <a:off x="7854678" y="3514725"/>
            <a:ext cx="1916656" cy="2631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0B4BA95-0B19-A94B-295B-AE8C1D9DE756}"/>
              </a:ext>
            </a:extLst>
          </p:cNvPr>
          <p:cNvCxnSpPr>
            <a:cxnSpLocks/>
          </p:cNvCxnSpPr>
          <p:nvPr/>
        </p:nvCxnSpPr>
        <p:spPr>
          <a:xfrm flipV="1">
            <a:off x="7854678" y="3400416"/>
            <a:ext cx="1937021" cy="242285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F5D091-BB52-93E1-D8AF-865D955D6024}"/>
              </a:ext>
            </a:extLst>
          </p:cNvPr>
          <p:cNvCxnSpPr>
            <a:cxnSpLocks/>
          </p:cNvCxnSpPr>
          <p:nvPr/>
        </p:nvCxnSpPr>
        <p:spPr>
          <a:xfrm flipV="1">
            <a:off x="7864203" y="3219740"/>
            <a:ext cx="1907131" cy="46166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38B89591-38F2-D53B-3560-D857A341951B}"/>
              </a:ext>
            </a:extLst>
          </p:cNvPr>
          <p:cNvSpPr/>
          <p:nvPr/>
        </p:nvSpPr>
        <p:spPr>
          <a:xfrm>
            <a:off x="9782174" y="3157528"/>
            <a:ext cx="76200" cy="48577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46F020C-32E8-234D-9E07-84139F3B8292}"/>
              </a:ext>
            </a:extLst>
          </p:cNvPr>
          <p:cNvCxnSpPr>
            <a:cxnSpLocks/>
            <a:endCxn id="5" idx="4"/>
          </p:cNvCxnSpPr>
          <p:nvPr/>
        </p:nvCxnSpPr>
        <p:spPr>
          <a:xfrm flipV="1">
            <a:off x="1559719" y="3407571"/>
            <a:ext cx="6304484" cy="142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2C9E6A-E637-EAFB-A806-A205ABEB3771}"/>
                  </a:ext>
                </a:extLst>
              </p:cNvPr>
              <p:cNvSpPr txBox="1"/>
              <p:nvPr/>
            </p:nvSpPr>
            <p:spPr>
              <a:xfrm>
                <a:off x="2168886" y="2414113"/>
                <a:ext cx="10486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Fore-Optics</a:t>
                </a:r>
                <a:br>
                  <a:rPr lang="en-US" altLang="ko-KR" sz="1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782C9E6A-E637-EAFB-A806-A205ABEB3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886" y="2414113"/>
                <a:ext cx="104861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E3430DE2-17B4-0C64-6884-0F517D26BB12}"/>
              </a:ext>
            </a:extLst>
          </p:cNvPr>
          <p:cNvSpPr txBox="1"/>
          <p:nvPr/>
        </p:nvSpPr>
        <p:spPr>
          <a:xfrm>
            <a:off x="3352367" y="2414113"/>
            <a:ext cx="1048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Slit</a:t>
            </a:r>
          </a:p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endParaRPr lang="ko-KR" altLang="en-US" sz="1000" b="1" dirty="0"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C6678FA-B582-D588-E8CA-93EDAF9D35A8}"/>
                  </a:ext>
                </a:extLst>
              </p:cNvPr>
              <p:cNvSpPr txBox="1"/>
              <p:nvPr/>
            </p:nvSpPr>
            <p:spPr>
              <a:xfrm>
                <a:off x="4554900" y="2414113"/>
                <a:ext cx="10486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Relay Lens I</a:t>
                </a:r>
                <a:br>
                  <a:rPr lang="en-US" altLang="ko-KR" sz="1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C6678FA-B582-D588-E8CA-93EDAF9D3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900" y="2414113"/>
                <a:ext cx="104861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12ABD06-4393-07CE-2F77-5EDE070CF00A}"/>
                  </a:ext>
                </a:extLst>
              </p:cNvPr>
              <p:cNvSpPr txBox="1"/>
              <p:nvPr/>
            </p:nvSpPr>
            <p:spPr>
              <a:xfrm>
                <a:off x="7266714" y="2414113"/>
                <a:ext cx="10486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Relay Lens II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𝑳</m:t>
                          </m:r>
                        </m:e>
                        <m:sub>
                          <m:r>
                            <a:rPr lang="en-US" altLang="ko-KR" sz="1000" b="1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sz="1000" b="1" dirty="0"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12ABD06-4393-07CE-2F77-5EDE070CF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714" y="2414113"/>
                <a:ext cx="104861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6FEA70B1-579B-72F0-5562-E61C42F1B023}"/>
              </a:ext>
            </a:extLst>
          </p:cNvPr>
          <p:cNvSpPr txBox="1"/>
          <p:nvPr/>
        </p:nvSpPr>
        <p:spPr>
          <a:xfrm>
            <a:off x="5910807" y="2414113"/>
            <a:ext cx="1048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Prism-Grating</a:t>
            </a:r>
            <a:endParaRPr lang="ko-KR" altLang="en-US" sz="1000" b="1" dirty="0">
              <a:latin typeface="Cambria" panose="020405030504060302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5B9547-02F2-5742-9AB5-DA31CFDCE83C}"/>
              </a:ext>
            </a:extLst>
          </p:cNvPr>
          <p:cNvSpPr txBox="1"/>
          <p:nvPr/>
        </p:nvSpPr>
        <p:spPr>
          <a:xfrm>
            <a:off x="9422422" y="2748183"/>
            <a:ext cx="1048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CMOS Sensor</a:t>
            </a:r>
          </a:p>
          <a:p>
            <a:pPr algn="ctr"/>
            <a:r>
              <a:rPr lang="en-US" altLang="ko-KR" sz="1000" b="1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endParaRPr lang="ko-KR" altLang="en-US" sz="10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972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6DCB-5C31-9FEB-FAE1-1C925014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8662634-DE2E-1233-E9EF-985519D36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170" y="510931"/>
            <a:ext cx="6021826" cy="5356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F0CF6C-0ABD-F032-EDD7-5CD8432A81A5}"/>
              </a:ext>
            </a:extLst>
          </p:cNvPr>
          <p:cNvSpPr txBox="1"/>
          <p:nvPr/>
        </p:nvSpPr>
        <p:spPr>
          <a:xfrm rot="20900627">
            <a:off x="6638831" y="5516283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24DEC92-1CBD-CE1F-1259-8BE4C2B9365E}"/>
              </a:ext>
            </a:extLst>
          </p:cNvPr>
          <p:cNvCxnSpPr>
            <a:cxnSpLocks/>
          </p:cNvCxnSpPr>
          <p:nvPr/>
        </p:nvCxnSpPr>
        <p:spPr>
          <a:xfrm flipV="1">
            <a:off x="5564221" y="5298213"/>
            <a:ext cx="2733473" cy="56897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EFF6D1-99B7-055F-8486-5A39A579A35E}"/>
              </a:ext>
            </a:extLst>
          </p:cNvPr>
          <p:cNvCxnSpPr>
            <a:cxnSpLocks/>
          </p:cNvCxnSpPr>
          <p:nvPr/>
        </p:nvCxnSpPr>
        <p:spPr>
          <a:xfrm>
            <a:off x="5301574" y="5749047"/>
            <a:ext cx="262647" cy="15961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D50E81-FAD2-AE46-B1F0-F12D60653776}"/>
              </a:ext>
            </a:extLst>
          </p:cNvPr>
          <p:cNvCxnSpPr>
            <a:cxnSpLocks/>
          </p:cNvCxnSpPr>
          <p:nvPr/>
        </p:nvCxnSpPr>
        <p:spPr>
          <a:xfrm>
            <a:off x="8147113" y="5200822"/>
            <a:ext cx="150581" cy="7425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8614FC-C04D-CD0A-6028-4CD3CEE5DC20}"/>
              </a:ext>
            </a:extLst>
          </p:cNvPr>
          <p:cNvCxnSpPr>
            <a:cxnSpLocks/>
          </p:cNvCxnSpPr>
          <p:nvPr/>
        </p:nvCxnSpPr>
        <p:spPr>
          <a:xfrm>
            <a:off x="8717803" y="5070248"/>
            <a:ext cx="150581" cy="7425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A127DBB-0F00-1016-9EDC-5E86628A3287}"/>
              </a:ext>
            </a:extLst>
          </p:cNvPr>
          <p:cNvCxnSpPr>
            <a:cxnSpLocks/>
          </p:cNvCxnSpPr>
          <p:nvPr/>
        </p:nvCxnSpPr>
        <p:spPr>
          <a:xfrm flipV="1">
            <a:off x="8297694" y="5144507"/>
            <a:ext cx="570690" cy="13932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EF405AD-A315-7E27-E239-D79CEB35B34A}"/>
              </a:ext>
            </a:extLst>
          </p:cNvPr>
          <p:cNvSpPr txBox="1"/>
          <p:nvPr/>
        </p:nvSpPr>
        <p:spPr>
          <a:xfrm rot="20900627">
            <a:off x="8282506" y="5214590"/>
            <a:ext cx="722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20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88F71F-74CA-1B8F-8E46-3F27F642F421}"/>
              </a:ext>
            </a:extLst>
          </p:cNvPr>
          <p:cNvCxnSpPr>
            <a:cxnSpLocks/>
          </p:cNvCxnSpPr>
          <p:nvPr/>
        </p:nvCxnSpPr>
        <p:spPr>
          <a:xfrm>
            <a:off x="3178183" y="1613170"/>
            <a:ext cx="0" cy="323606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0FA51FF-7A26-29EB-A7D5-685B8869A86C}"/>
              </a:ext>
            </a:extLst>
          </p:cNvPr>
          <p:cNvSpPr txBox="1"/>
          <p:nvPr/>
        </p:nvSpPr>
        <p:spPr>
          <a:xfrm rot="16200000">
            <a:off x="2429953" y="3109727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B91452-B99E-066F-D33E-A03F38A40E2E}"/>
              </a:ext>
            </a:extLst>
          </p:cNvPr>
          <p:cNvCxnSpPr>
            <a:cxnSpLocks/>
          </p:cNvCxnSpPr>
          <p:nvPr/>
        </p:nvCxnSpPr>
        <p:spPr>
          <a:xfrm>
            <a:off x="3207367" y="1613170"/>
            <a:ext cx="14498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A4D6B6-FF9C-275B-909B-C78A999D1AEA}"/>
              </a:ext>
            </a:extLst>
          </p:cNvPr>
          <p:cNvCxnSpPr>
            <a:cxnSpLocks/>
          </p:cNvCxnSpPr>
          <p:nvPr/>
        </p:nvCxnSpPr>
        <p:spPr>
          <a:xfrm>
            <a:off x="3178183" y="4849238"/>
            <a:ext cx="17256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7553CF-44AB-6D7C-9574-C94743993A81}"/>
              </a:ext>
            </a:extLst>
          </p:cNvPr>
          <p:cNvCxnSpPr>
            <a:cxnSpLocks/>
          </p:cNvCxnSpPr>
          <p:nvPr/>
        </p:nvCxnSpPr>
        <p:spPr>
          <a:xfrm>
            <a:off x="6930957" y="856035"/>
            <a:ext cx="1937427" cy="83432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E2605DC-9B37-D6A8-B72C-4A3E1FAF79DE}"/>
              </a:ext>
            </a:extLst>
          </p:cNvPr>
          <p:cNvCxnSpPr>
            <a:cxnSpLocks/>
          </p:cNvCxnSpPr>
          <p:nvPr/>
        </p:nvCxnSpPr>
        <p:spPr>
          <a:xfrm flipV="1">
            <a:off x="8717803" y="1713493"/>
            <a:ext cx="180142" cy="4625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6925EBD-F6C1-7489-D53B-843A2AC2EC1C}"/>
              </a:ext>
            </a:extLst>
          </p:cNvPr>
          <p:cNvCxnSpPr>
            <a:cxnSpLocks/>
          </p:cNvCxnSpPr>
          <p:nvPr/>
        </p:nvCxnSpPr>
        <p:spPr>
          <a:xfrm flipV="1">
            <a:off x="6725339" y="856035"/>
            <a:ext cx="180142" cy="4625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FCC3339-BB87-AF15-46AD-B29ADCBD5F68}"/>
              </a:ext>
            </a:extLst>
          </p:cNvPr>
          <p:cNvSpPr txBox="1"/>
          <p:nvPr/>
        </p:nvSpPr>
        <p:spPr>
          <a:xfrm rot="1525328">
            <a:off x="7392893" y="1052371"/>
            <a:ext cx="117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Cambria" panose="02040503050406030204" pitchFamily="18" charset="0"/>
                <a:ea typeface="Cambria" panose="02040503050406030204" pitchFamily="18" charset="0"/>
              </a:rPr>
              <a:t>100 mm</a:t>
            </a:r>
            <a:endParaRPr lang="ko-KR" altLang="en-US" sz="1200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2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48370-CB61-960C-A90F-B166CE547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75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20732</TotalTime>
  <Words>157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HARUNA HAMZA</dc:creator>
  <cp:lastModifiedBy>MOHAMMED, HARUNA HAMZA</cp:lastModifiedBy>
  <cp:revision>6</cp:revision>
  <dcterms:created xsi:type="dcterms:W3CDTF">2025-09-30T08:34:51Z</dcterms:created>
  <dcterms:modified xsi:type="dcterms:W3CDTF">2026-01-20T14:21:42Z</dcterms:modified>
</cp:coreProperties>
</file>