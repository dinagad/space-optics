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7"/>
  </p:notesMasterIdLst>
  <p:handoutMasterIdLst>
    <p:handoutMasterId r:id="rId48"/>
  </p:handoutMasterIdLst>
  <p:sldIdLst>
    <p:sldId id="275" r:id="rId2"/>
    <p:sldId id="274" r:id="rId3"/>
    <p:sldId id="279" r:id="rId4"/>
    <p:sldId id="276" r:id="rId5"/>
    <p:sldId id="277" r:id="rId6"/>
    <p:sldId id="278" r:id="rId7"/>
    <p:sldId id="308" r:id="rId8"/>
    <p:sldId id="284" r:id="rId9"/>
    <p:sldId id="288" r:id="rId10"/>
    <p:sldId id="309" r:id="rId11"/>
    <p:sldId id="290" r:id="rId12"/>
    <p:sldId id="291" r:id="rId13"/>
    <p:sldId id="310" r:id="rId14"/>
    <p:sldId id="311" r:id="rId15"/>
    <p:sldId id="312" r:id="rId16"/>
    <p:sldId id="313" r:id="rId17"/>
    <p:sldId id="314" r:id="rId18"/>
    <p:sldId id="315" r:id="rId19"/>
    <p:sldId id="316" r:id="rId20"/>
    <p:sldId id="327" r:id="rId21"/>
    <p:sldId id="326" r:id="rId22"/>
    <p:sldId id="317" r:id="rId23"/>
    <p:sldId id="319" r:id="rId24"/>
    <p:sldId id="320" r:id="rId25"/>
    <p:sldId id="345" r:id="rId26"/>
    <p:sldId id="321" r:id="rId27"/>
    <p:sldId id="322" r:id="rId28"/>
    <p:sldId id="323" r:id="rId29"/>
    <p:sldId id="324" r:id="rId30"/>
    <p:sldId id="325" r:id="rId31"/>
    <p:sldId id="331" r:id="rId32"/>
    <p:sldId id="330" r:id="rId33"/>
    <p:sldId id="296" r:id="rId34"/>
    <p:sldId id="332" r:id="rId35"/>
    <p:sldId id="333" r:id="rId36"/>
    <p:sldId id="334" r:id="rId37"/>
    <p:sldId id="335" r:id="rId38"/>
    <p:sldId id="298" r:id="rId39"/>
    <p:sldId id="336" r:id="rId40"/>
    <p:sldId id="337" r:id="rId41"/>
    <p:sldId id="338" r:id="rId42"/>
    <p:sldId id="300" r:id="rId43"/>
    <p:sldId id="340" r:id="rId44"/>
    <p:sldId id="341" r:id="rId45"/>
    <p:sldId id="346" r:id="rId46"/>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5676"/>
    <a:srgbClr val="0983F1"/>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51" autoAdjust="0"/>
    <p:restoredTop sz="99081" autoAdjust="0"/>
  </p:normalViewPr>
  <p:slideViewPr>
    <p:cSldViewPr>
      <p:cViewPr varScale="1">
        <p:scale>
          <a:sx n="107" d="100"/>
          <a:sy n="107" d="100"/>
        </p:scale>
        <p:origin x="408" y="144"/>
      </p:cViewPr>
      <p:guideLst>
        <p:guide orient="horz" pos="1620"/>
        <p:guide pos="2880"/>
      </p:guideLst>
    </p:cSldViewPr>
  </p:slideViewPr>
  <p:notesTextViewPr>
    <p:cViewPr>
      <p:scale>
        <a:sx n="100" d="100"/>
        <a:sy n="100" d="100"/>
      </p:scale>
      <p:origin x="0" y="0"/>
    </p:cViewPr>
  </p:notesTextViewPr>
  <p:notesViewPr>
    <p:cSldViewPr>
      <p:cViewPr varScale="1">
        <p:scale>
          <a:sx n="99" d="100"/>
          <a:sy n="99" d="100"/>
        </p:scale>
        <p:origin x="-362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5C9BC06-27E7-4506-9472-91BB7936D53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E9229D8E-C2A5-4E6F-89DF-DC6CBABFD904}">
      <dgm:prSet phldrT="[文本]"/>
      <dgm:spPr/>
      <dgm:t>
        <a:bodyPr/>
        <a:lstStyle/>
        <a:p>
          <a:r>
            <a:rPr lang="en-US" altLang="zh-CN" dirty="0" smtClean="0"/>
            <a:t>1</a:t>
          </a:r>
          <a:endParaRPr lang="zh-CN" altLang="en-US" dirty="0"/>
        </a:p>
      </dgm:t>
    </dgm:pt>
    <dgm:pt modelId="{6E3661AD-60B8-4885-BCD4-99865D4EF71F}" type="parTrans" cxnId="{42ED4CE6-8C2A-4212-A488-DF2467C147E1}">
      <dgm:prSet/>
      <dgm:spPr/>
      <dgm:t>
        <a:bodyPr/>
        <a:lstStyle/>
        <a:p>
          <a:endParaRPr lang="zh-CN" altLang="en-US"/>
        </a:p>
      </dgm:t>
    </dgm:pt>
    <dgm:pt modelId="{71070190-0D03-460E-866E-F12F077467BF}" type="sibTrans" cxnId="{42ED4CE6-8C2A-4212-A488-DF2467C147E1}">
      <dgm:prSet/>
      <dgm:spPr/>
      <dgm:t>
        <a:bodyPr/>
        <a:lstStyle/>
        <a:p>
          <a:endParaRPr lang="zh-CN" altLang="en-US"/>
        </a:p>
      </dgm:t>
    </dgm:pt>
    <dgm:pt modelId="{25EFCECE-795F-46E2-AEEC-D58F529B723F}">
      <dgm:prSet phldrT="[文本]"/>
      <dgm:spPr>
        <a:solidFill>
          <a:schemeClr val="accent2">
            <a:lumMod val="40000"/>
            <a:lumOff val="60000"/>
            <a:alpha val="90000"/>
          </a:schemeClr>
        </a:solidFill>
      </dgm:spPr>
      <dgm:t>
        <a:bodyPr/>
        <a:lstStyle/>
        <a:p>
          <a:r>
            <a:rPr lang="gsw-FR" altLang="zh-CN" dirty="0" smtClean="0"/>
            <a:t>Composition</a:t>
          </a:r>
          <a:r>
            <a:rPr lang="en-US" altLang="zh-CN" dirty="0" smtClean="0"/>
            <a:t> and function of DTS in orbit</a:t>
          </a:r>
          <a:r>
            <a:rPr lang="en-US" altLang="zh-CN" baseline="0" dirty="0" smtClean="0"/>
            <a:t> </a:t>
          </a:r>
          <a:endParaRPr lang="zh-CN" altLang="en-US" dirty="0"/>
        </a:p>
      </dgm:t>
    </dgm:pt>
    <dgm:pt modelId="{7B257960-7809-45BA-9FA1-10809E88E5A3}" type="parTrans" cxnId="{146325BD-7648-4EFB-94BE-872CAE6C826F}">
      <dgm:prSet/>
      <dgm:spPr/>
      <dgm:t>
        <a:bodyPr/>
        <a:lstStyle/>
        <a:p>
          <a:endParaRPr lang="zh-CN" altLang="en-US"/>
        </a:p>
      </dgm:t>
    </dgm:pt>
    <dgm:pt modelId="{B6A9F054-806F-47F8-8E0C-895742E158A2}" type="sibTrans" cxnId="{146325BD-7648-4EFB-94BE-872CAE6C826F}">
      <dgm:prSet/>
      <dgm:spPr/>
      <dgm:t>
        <a:bodyPr/>
        <a:lstStyle/>
        <a:p>
          <a:endParaRPr lang="zh-CN" altLang="en-US"/>
        </a:p>
      </dgm:t>
    </dgm:pt>
    <dgm:pt modelId="{FCB48F7E-A893-4B46-A152-00F0D2CE3D6C}">
      <dgm:prSet phldrT="[文本]"/>
      <dgm:spPr/>
      <dgm:t>
        <a:bodyPr/>
        <a:lstStyle/>
        <a:p>
          <a:r>
            <a:rPr lang="en-US" altLang="zh-CN" dirty="0" smtClean="0"/>
            <a:t>2</a:t>
          </a:r>
          <a:endParaRPr lang="zh-CN" altLang="en-US" dirty="0"/>
        </a:p>
      </dgm:t>
    </dgm:pt>
    <dgm:pt modelId="{D2962C4C-674E-40A4-8ECD-1374BD924862}" type="parTrans" cxnId="{B5635467-6E8A-49B8-BF3D-D0C68E2A3860}">
      <dgm:prSet/>
      <dgm:spPr/>
      <dgm:t>
        <a:bodyPr/>
        <a:lstStyle/>
        <a:p>
          <a:endParaRPr lang="zh-CN" altLang="en-US"/>
        </a:p>
      </dgm:t>
    </dgm:pt>
    <dgm:pt modelId="{203D411F-6584-442B-9DB5-E9A2FA9A530A}" type="sibTrans" cxnId="{B5635467-6E8A-49B8-BF3D-D0C68E2A3860}">
      <dgm:prSet/>
      <dgm:spPr/>
      <dgm:t>
        <a:bodyPr/>
        <a:lstStyle/>
        <a:p>
          <a:endParaRPr lang="zh-CN" altLang="en-US"/>
        </a:p>
      </dgm:t>
    </dgm:pt>
    <dgm:pt modelId="{EEA89238-AAB7-4900-A354-12FF59C6B067}">
      <dgm:prSet phldrT="[文本]"/>
      <dgm:spPr/>
      <dgm:t>
        <a:bodyPr/>
        <a:lstStyle/>
        <a:p>
          <a:r>
            <a:rPr lang="en-US" altLang="zh-CN" dirty="0" smtClean="0"/>
            <a:t>Working mode</a:t>
          </a:r>
          <a:r>
            <a:rPr lang="en-US" altLang="en-US" dirty="0" smtClean="0"/>
            <a:t> of DTS in orbit</a:t>
          </a:r>
          <a:endParaRPr lang="zh-CN" altLang="en-US" dirty="0"/>
        </a:p>
      </dgm:t>
    </dgm:pt>
    <dgm:pt modelId="{F5D7C2F8-0416-429A-882B-F5A68BCBC2D0}" type="parTrans" cxnId="{B6326B85-3C03-449D-A95B-3381AF708B92}">
      <dgm:prSet/>
      <dgm:spPr/>
      <dgm:t>
        <a:bodyPr/>
        <a:lstStyle/>
        <a:p>
          <a:endParaRPr lang="zh-CN" altLang="en-US"/>
        </a:p>
      </dgm:t>
    </dgm:pt>
    <dgm:pt modelId="{C03A2A1A-81AE-4EF6-ACAB-8BDEA2A495A8}" type="sibTrans" cxnId="{B6326B85-3C03-449D-A95B-3381AF708B92}">
      <dgm:prSet/>
      <dgm:spPr/>
      <dgm:t>
        <a:bodyPr/>
        <a:lstStyle/>
        <a:p>
          <a:endParaRPr lang="zh-CN" altLang="en-US"/>
        </a:p>
      </dgm:t>
    </dgm:pt>
    <dgm:pt modelId="{30CE7ABA-6626-478D-82A9-0C6F5A441960}">
      <dgm:prSet phldrT="[文本]"/>
      <dgm:spPr/>
      <dgm:t>
        <a:bodyPr/>
        <a:lstStyle/>
        <a:p>
          <a:r>
            <a:rPr lang="en-US" altLang="zh-CN" dirty="0" smtClean="0"/>
            <a:t>3</a:t>
          </a:r>
          <a:endParaRPr lang="zh-CN" altLang="en-US" dirty="0"/>
        </a:p>
      </dgm:t>
    </dgm:pt>
    <dgm:pt modelId="{F01FF562-F0D6-4FB2-878C-11E70070A6AE}" type="parTrans" cxnId="{83EDD32B-8027-40D1-A62F-C1F0145A66AC}">
      <dgm:prSet/>
      <dgm:spPr/>
      <dgm:t>
        <a:bodyPr/>
        <a:lstStyle/>
        <a:p>
          <a:endParaRPr lang="zh-CN" altLang="en-US"/>
        </a:p>
      </dgm:t>
    </dgm:pt>
    <dgm:pt modelId="{1BF39F7E-1541-45A1-987F-F0F485FB198C}" type="sibTrans" cxnId="{83EDD32B-8027-40D1-A62F-C1F0145A66AC}">
      <dgm:prSet/>
      <dgm:spPr/>
      <dgm:t>
        <a:bodyPr/>
        <a:lstStyle/>
        <a:p>
          <a:endParaRPr lang="zh-CN" altLang="en-US"/>
        </a:p>
      </dgm:t>
    </dgm:pt>
    <dgm:pt modelId="{A2CD7B22-281A-42AC-B04B-8D96B5DA4912}">
      <dgm:prSet phldrT="[文本]"/>
      <dgm:spPr/>
      <dgm:t>
        <a:bodyPr/>
        <a:lstStyle/>
        <a:p>
          <a:r>
            <a:rPr lang="gsw-FR" altLang="zh-CN" dirty="0" smtClean="0"/>
            <a:t>Telecommand</a:t>
          </a:r>
          <a:r>
            <a:rPr lang="en-US" altLang="zh-CN" dirty="0" smtClean="0"/>
            <a:t> and telemetry of DTS  </a:t>
          </a:r>
          <a:endParaRPr lang="zh-CN" altLang="en-US" dirty="0"/>
        </a:p>
      </dgm:t>
    </dgm:pt>
    <dgm:pt modelId="{77516C5C-6419-4207-84B2-04C2E449C422}" type="parTrans" cxnId="{F85DE6D9-F06E-444A-BBB5-0A786E906FCD}">
      <dgm:prSet/>
      <dgm:spPr/>
      <dgm:t>
        <a:bodyPr/>
        <a:lstStyle/>
        <a:p>
          <a:endParaRPr lang="zh-CN" altLang="en-US"/>
        </a:p>
      </dgm:t>
    </dgm:pt>
    <dgm:pt modelId="{9AF01A24-E8C4-44CD-AFBA-12D59FB9B15E}" type="sibTrans" cxnId="{F85DE6D9-F06E-444A-BBB5-0A786E906FCD}">
      <dgm:prSet/>
      <dgm:spPr/>
      <dgm:t>
        <a:bodyPr/>
        <a:lstStyle/>
        <a:p>
          <a:endParaRPr lang="zh-CN" altLang="en-US"/>
        </a:p>
      </dgm:t>
    </dgm:pt>
    <dgm:pt modelId="{0B09DC13-473D-4488-9DFD-D1019D4293D3}">
      <dgm:prSet phldrT="[文本]"/>
      <dgm:spPr/>
      <dgm:t>
        <a:bodyPr/>
        <a:lstStyle/>
        <a:p>
          <a:r>
            <a:rPr lang="en-US" altLang="zh-CN" dirty="0" smtClean="0"/>
            <a:t>4</a:t>
          </a:r>
          <a:endParaRPr lang="zh-CN" altLang="en-US" dirty="0"/>
        </a:p>
      </dgm:t>
    </dgm:pt>
    <dgm:pt modelId="{379066A5-28CF-4386-8317-C0A1AAF0305B}" type="parTrans" cxnId="{3101C400-6691-4D8B-B1A6-BCC867D89ABC}">
      <dgm:prSet/>
      <dgm:spPr/>
      <dgm:t>
        <a:bodyPr/>
        <a:lstStyle/>
        <a:p>
          <a:endParaRPr lang="zh-CN" altLang="en-US"/>
        </a:p>
      </dgm:t>
    </dgm:pt>
    <dgm:pt modelId="{A03BAD12-1B55-4F4F-BFFB-30C52F582150}" type="sibTrans" cxnId="{3101C400-6691-4D8B-B1A6-BCC867D89ABC}">
      <dgm:prSet/>
      <dgm:spPr/>
      <dgm:t>
        <a:bodyPr/>
        <a:lstStyle/>
        <a:p>
          <a:endParaRPr lang="zh-CN" altLang="en-US"/>
        </a:p>
      </dgm:t>
    </dgm:pt>
    <dgm:pt modelId="{C537F16C-9AE4-49DF-88D9-83D1EA60AF84}">
      <dgm:prSet phldrT="[文本]"/>
      <dgm:spPr/>
      <dgm:t>
        <a:bodyPr/>
        <a:lstStyle/>
        <a:p>
          <a:r>
            <a:rPr lang="en-US" altLang="zh-CN" dirty="0" smtClean="0"/>
            <a:t>Sequence </a:t>
          </a:r>
          <a:r>
            <a:rPr lang="en-US" altLang="zh-CN" baseline="0" dirty="0" smtClean="0"/>
            <a:t>of operation</a:t>
          </a:r>
          <a:endParaRPr lang="zh-CN" altLang="en-US" dirty="0"/>
        </a:p>
      </dgm:t>
    </dgm:pt>
    <dgm:pt modelId="{B09C7336-A3E0-46E8-A2C2-9198BDB1C125}" type="parTrans" cxnId="{76BE74A9-36CF-4FA1-8308-9707BA4D2C2A}">
      <dgm:prSet/>
      <dgm:spPr/>
      <dgm:t>
        <a:bodyPr/>
        <a:lstStyle/>
        <a:p>
          <a:endParaRPr lang="zh-CN" altLang="en-US"/>
        </a:p>
      </dgm:t>
    </dgm:pt>
    <dgm:pt modelId="{AAC9993E-110E-4423-BE31-10413F32F3D6}" type="sibTrans" cxnId="{76BE74A9-36CF-4FA1-8308-9707BA4D2C2A}">
      <dgm:prSet/>
      <dgm:spPr/>
      <dgm:t>
        <a:bodyPr/>
        <a:lstStyle/>
        <a:p>
          <a:endParaRPr lang="zh-CN" altLang="en-US"/>
        </a:p>
      </dgm:t>
    </dgm:pt>
    <dgm:pt modelId="{A16277F7-55F5-4900-A577-3C17ADF60620}">
      <dgm:prSet phldrT="[文本]"/>
      <dgm:spPr/>
      <dgm:t>
        <a:bodyPr/>
        <a:lstStyle/>
        <a:p>
          <a:r>
            <a:rPr lang="en-US" altLang="zh-CN" dirty="0" smtClean="0"/>
            <a:t>5</a:t>
          </a:r>
          <a:endParaRPr lang="zh-CN" altLang="en-US" dirty="0"/>
        </a:p>
      </dgm:t>
    </dgm:pt>
    <dgm:pt modelId="{0A426471-5AE9-457A-BCB7-6A967E1C3098}" type="parTrans" cxnId="{3A333A89-4D64-4C6A-B6B9-67DE646FC35C}">
      <dgm:prSet/>
      <dgm:spPr/>
      <dgm:t>
        <a:bodyPr/>
        <a:lstStyle/>
        <a:p>
          <a:endParaRPr lang="zh-CN" altLang="en-US"/>
        </a:p>
      </dgm:t>
    </dgm:pt>
    <dgm:pt modelId="{1E2DC076-F51A-468A-94CD-60497E00188B}" type="sibTrans" cxnId="{3A333A89-4D64-4C6A-B6B9-67DE646FC35C}">
      <dgm:prSet/>
      <dgm:spPr/>
      <dgm:t>
        <a:bodyPr/>
        <a:lstStyle/>
        <a:p>
          <a:endParaRPr lang="zh-CN" altLang="en-US"/>
        </a:p>
      </dgm:t>
    </dgm:pt>
    <dgm:pt modelId="{3D9ED44B-F253-45E4-9F05-3A0F0A362EC2}">
      <dgm:prSet phldrT="[文本]"/>
      <dgm:spPr/>
      <dgm:t>
        <a:bodyPr/>
        <a:lstStyle/>
        <a:p>
          <a:r>
            <a:rPr lang="en-US" altLang="zh-CN" dirty="0" smtClean="0"/>
            <a:t>Important Notice</a:t>
          </a:r>
          <a:endParaRPr lang="zh-CN" altLang="en-US" dirty="0"/>
        </a:p>
      </dgm:t>
    </dgm:pt>
    <dgm:pt modelId="{E71ECAFA-9DF1-4015-881C-6CF953EC2F69}" type="parTrans" cxnId="{51D5845F-7B21-4379-A0C9-B696E140B391}">
      <dgm:prSet/>
      <dgm:spPr/>
      <dgm:t>
        <a:bodyPr/>
        <a:lstStyle/>
        <a:p>
          <a:endParaRPr lang="zh-CN" altLang="en-US"/>
        </a:p>
      </dgm:t>
    </dgm:pt>
    <dgm:pt modelId="{2611CBD1-1827-4BF5-AE0C-48E29B97859D}" type="sibTrans" cxnId="{51D5845F-7B21-4379-A0C9-B696E140B391}">
      <dgm:prSet/>
      <dgm:spPr/>
      <dgm:t>
        <a:bodyPr/>
        <a:lstStyle/>
        <a:p>
          <a:endParaRPr lang="zh-CN" altLang="en-US"/>
        </a:p>
      </dgm:t>
    </dgm:pt>
    <dgm:pt modelId="{B6E66D6F-58E7-41FE-9C39-3789866D2ADE}">
      <dgm:prSet phldrT="[文本]"/>
      <dgm:spPr/>
      <dgm:t>
        <a:bodyPr/>
        <a:lstStyle/>
        <a:p>
          <a:r>
            <a:rPr lang="en-US" altLang="zh-CN" dirty="0" smtClean="0"/>
            <a:t>6</a:t>
          </a:r>
          <a:endParaRPr lang="zh-CN" altLang="en-US" dirty="0"/>
        </a:p>
      </dgm:t>
    </dgm:pt>
    <dgm:pt modelId="{45DFF80D-70E5-4961-98E6-803E89BF6C69}" type="parTrans" cxnId="{4A53A962-8350-483E-A79F-43B50694A5DA}">
      <dgm:prSet/>
      <dgm:spPr/>
      <dgm:t>
        <a:bodyPr/>
        <a:lstStyle/>
        <a:p>
          <a:endParaRPr lang="zh-CN" altLang="en-US"/>
        </a:p>
      </dgm:t>
    </dgm:pt>
    <dgm:pt modelId="{F701EBE9-E03D-47EF-B774-D79FFF1F6318}" type="sibTrans" cxnId="{4A53A962-8350-483E-A79F-43B50694A5DA}">
      <dgm:prSet/>
      <dgm:spPr/>
      <dgm:t>
        <a:bodyPr/>
        <a:lstStyle/>
        <a:p>
          <a:endParaRPr lang="zh-CN" altLang="en-US"/>
        </a:p>
      </dgm:t>
    </dgm:pt>
    <dgm:pt modelId="{23FC3643-A601-4369-B27F-46344EE05CAB}">
      <dgm:prSet phldrT="[文本]"/>
      <dgm:spPr/>
      <dgm:t>
        <a:bodyPr/>
        <a:lstStyle/>
        <a:p>
          <a:r>
            <a:rPr lang="en-US" dirty="0" smtClean="0"/>
            <a:t>The Anomaly Operation </a:t>
          </a:r>
          <a:r>
            <a:rPr lang="en-US" altLang="zh-CN" dirty="0" smtClean="0"/>
            <a:t>in orbit</a:t>
          </a:r>
          <a:endParaRPr lang="zh-CN" altLang="en-US" dirty="0"/>
        </a:p>
      </dgm:t>
    </dgm:pt>
    <dgm:pt modelId="{5DE4F113-43EF-4E68-8A6C-58C5499EDF88}" type="parTrans" cxnId="{3540D398-50DA-47F5-A79C-1BA590C8E9F1}">
      <dgm:prSet/>
      <dgm:spPr/>
      <dgm:t>
        <a:bodyPr/>
        <a:lstStyle/>
        <a:p>
          <a:endParaRPr lang="zh-CN" altLang="en-US"/>
        </a:p>
      </dgm:t>
    </dgm:pt>
    <dgm:pt modelId="{A1CB317C-73FA-463D-AD06-AA26BB04CE07}" type="sibTrans" cxnId="{3540D398-50DA-47F5-A79C-1BA590C8E9F1}">
      <dgm:prSet/>
      <dgm:spPr/>
      <dgm:t>
        <a:bodyPr/>
        <a:lstStyle/>
        <a:p>
          <a:endParaRPr lang="zh-CN" altLang="en-US"/>
        </a:p>
      </dgm:t>
    </dgm:pt>
    <dgm:pt modelId="{46BEA991-5658-48FC-B01F-DE47F40EE891}" type="pres">
      <dgm:prSet presAssocID="{55C9BC06-27E7-4506-9472-91BB7936D53F}" presName="Name0" presStyleCnt="0">
        <dgm:presLayoutVars>
          <dgm:dir/>
          <dgm:animLvl val="lvl"/>
          <dgm:resizeHandles val="exact"/>
        </dgm:presLayoutVars>
      </dgm:prSet>
      <dgm:spPr/>
      <dgm:t>
        <a:bodyPr/>
        <a:lstStyle/>
        <a:p>
          <a:endParaRPr lang="zh-CN" altLang="en-US"/>
        </a:p>
      </dgm:t>
    </dgm:pt>
    <dgm:pt modelId="{573CA7B6-2C62-4154-A1DC-DBDF6376DC61}" type="pres">
      <dgm:prSet presAssocID="{E9229D8E-C2A5-4E6F-89DF-DC6CBABFD904}" presName="linNode" presStyleCnt="0"/>
      <dgm:spPr/>
    </dgm:pt>
    <dgm:pt modelId="{21337BD4-EAE7-4FC6-8B68-510B5313E295}" type="pres">
      <dgm:prSet presAssocID="{E9229D8E-C2A5-4E6F-89DF-DC6CBABFD904}" presName="parentText" presStyleLbl="node1" presStyleIdx="0" presStyleCnt="6" custScaleX="52391">
        <dgm:presLayoutVars>
          <dgm:chMax val="1"/>
          <dgm:bulletEnabled val="1"/>
        </dgm:presLayoutVars>
      </dgm:prSet>
      <dgm:spPr/>
      <dgm:t>
        <a:bodyPr/>
        <a:lstStyle/>
        <a:p>
          <a:endParaRPr lang="zh-CN" altLang="en-US"/>
        </a:p>
      </dgm:t>
    </dgm:pt>
    <dgm:pt modelId="{FCD21A22-F86A-4BAD-AD4E-1381AF126862}" type="pres">
      <dgm:prSet presAssocID="{E9229D8E-C2A5-4E6F-89DF-DC6CBABFD904}" presName="descendantText" presStyleLbl="alignAccFollowNode1" presStyleIdx="0" presStyleCnt="6">
        <dgm:presLayoutVars>
          <dgm:bulletEnabled val="1"/>
        </dgm:presLayoutVars>
      </dgm:prSet>
      <dgm:spPr/>
      <dgm:t>
        <a:bodyPr/>
        <a:lstStyle/>
        <a:p>
          <a:endParaRPr lang="zh-CN" altLang="en-US"/>
        </a:p>
      </dgm:t>
    </dgm:pt>
    <dgm:pt modelId="{486E8B6A-812D-474D-BFAE-A24B4FBF7FD7}" type="pres">
      <dgm:prSet presAssocID="{71070190-0D03-460E-866E-F12F077467BF}" presName="sp" presStyleCnt="0"/>
      <dgm:spPr/>
    </dgm:pt>
    <dgm:pt modelId="{CD376536-94F0-4622-BCCC-F50FF21A6330}" type="pres">
      <dgm:prSet presAssocID="{FCB48F7E-A893-4B46-A152-00F0D2CE3D6C}" presName="linNode" presStyleCnt="0"/>
      <dgm:spPr/>
    </dgm:pt>
    <dgm:pt modelId="{876019AC-F2D3-4140-9E13-8C4A1F228582}" type="pres">
      <dgm:prSet presAssocID="{FCB48F7E-A893-4B46-A152-00F0D2CE3D6C}" presName="parentText" presStyleLbl="node1" presStyleIdx="1" presStyleCnt="6" custScaleX="51774">
        <dgm:presLayoutVars>
          <dgm:chMax val="1"/>
          <dgm:bulletEnabled val="1"/>
        </dgm:presLayoutVars>
      </dgm:prSet>
      <dgm:spPr/>
      <dgm:t>
        <a:bodyPr/>
        <a:lstStyle/>
        <a:p>
          <a:endParaRPr lang="zh-CN" altLang="en-US"/>
        </a:p>
      </dgm:t>
    </dgm:pt>
    <dgm:pt modelId="{187EE60B-D6ED-4EB5-900F-3927531DD5F8}" type="pres">
      <dgm:prSet presAssocID="{FCB48F7E-A893-4B46-A152-00F0D2CE3D6C}" presName="descendantText" presStyleLbl="alignAccFollowNode1" presStyleIdx="1" presStyleCnt="6" custScaleX="99608">
        <dgm:presLayoutVars>
          <dgm:bulletEnabled val="1"/>
        </dgm:presLayoutVars>
      </dgm:prSet>
      <dgm:spPr/>
      <dgm:t>
        <a:bodyPr/>
        <a:lstStyle/>
        <a:p>
          <a:endParaRPr lang="zh-CN" altLang="en-US"/>
        </a:p>
      </dgm:t>
    </dgm:pt>
    <dgm:pt modelId="{3C398523-6CAF-43A2-B99D-7F77DD2840A2}" type="pres">
      <dgm:prSet presAssocID="{203D411F-6584-442B-9DB5-E9A2FA9A530A}" presName="sp" presStyleCnt="0"/>
      <dgm:spPr/>
    </dgm:pt>
    <dgm:pt modelId="{FC0A0AFD-DC5C-4BA9-B5C3-8747221866DD}" type="pres">
      <dgm:prSet presAssocID="{30CE7ABA-6626-478D-82A9-0C6F5A441960}" presName="linNode" presStyleCnt="0"/>
      <dgm:spPr/>
    </dgm:pt>
    <dgm:pt modelId="{B6BC8131-068C-422E-BD0A-743D184796A9}" type="pres">
      <dgm:prSet presAssocID="{30CE7ABA-6626-478D-82A9-0C6F5A441960}" presName="parentText" presStyleLbl="node1" presStyleIdx="2" presStyleCnt="6" custScaleX="51774">
        <dgm:presLayoutVars>
          <dgm:chMax val="1"/>
          <dgm:bulletEnabled val="1"/>
        </dgm:presLayoutVars>
      </dgm:prSet>
      <dgm:spPr/>
      <dgm:t>
        <a:bodyPr/>
        <a:lstStyle/>
        <a:p>
          <a:endParaRPr lang="zh-CN" altLang="en-US"/>
        </a:p>
      </dgm:t>
    </dgm:pt>
    <dgm:pt modelId="{FB2A164C-6E98-42E2-A967-46CEE9E3ABD3}" type="pres">
      <dgm:prSet presAssocID="{30CE7ABA-6626-478D-82A9-0C6F5A441960}" presName="descendantText" presStyleLbl="alignAccFollowNode1" presStyleIdx="2" presStyleCnt="6">
        <dgm:presLayoutVars>
          <dgm:bulletEnabled val="1"/>
        </dgm:presLayoutVars>
      </dgm:prSet>
      <dgm:spPr/>
      <dgm:t>
        <a:bodyPr/>
        <a:lstStyle/>
        <a:p>
          <a:endParaRPr lang="zh-CN" altLang="en-US"/>
        </a:p>
      </dgm:t>
    </dgm:pt>
    <dgm:pt modelId="{4EAF4BBB-ACD2-43B0-87FE-CFE4354A1F96}" type="pres">
      <dgm:prSet presAssocID="{1BF39F7E-1541-45A1-987F-F0F485FB198C}" presName="sp" presStyleCnt="0"/>
      <dgm:spPr/>
    </dgm:pt>
    <dgm:pt modelId="{77B8CD79-1759-42CB-B486-E339EBF21246}" type="pres">
      <dgm:prSet presAssocID="{0B09DC13-473D-4488-9DFD-D1019D4293D3}" presName="linNode" presStyleCnt="0"/>
      <dgm:spPr/>
    </dgm:pt>
    <dgm:pt modelId="{47F8267F-713F-4C7A-9053-6A592A3FC3C6}" type="pres">
      <dgm:prSet presAssocID="{0B09DC13-473D-4488-9DFD-D1019D4293D3}" presName="parentText" presStyleLbl="node1" presStyleIdx="3" presStyleCnt="6" custScaleX="51774">
        <dgm:presLayoutVars>
          <dgm:chMax val="1"/>
          <dgm:bulletEnabled val="1"/>
        </dgm:presLayoutVars>
      </dgm:prSet>
      <dgm:spPr/>
      <dgm:t>
        <a:bodyPr/>
        <a:lstStyle/>
        <a:p>
          <a:endParaRPr lang="zh-CN" altLang="en-US"/>
        </a:p>
      </dgm:t>
    </dgm:pt>
    <dgm:pt modelId="{899E2C62-6850-483D-B87D-80F915B765B5}" type="pres">
      <dgm:prSet presAssocID="{0B09DC13-473D-4488-9DFD-D1019D4293D3}" presName="descendantText" presStyleLbl="alignAccFollowNode1" presStyleIdx="3" presStyleCnt="6">
        <dgm:presLayoutVars>
          <dgm:bulletEnabled val="1"/>
        </dgm:presLayoutVars>
      </dgm:prSet>
      <dgm:spPr/>
      <dgm:t>
        <a:bodyPr/>
        <a:lstStyle/>
        <a:p>
          <a:endParaRPr lang="zh-CN" altLang="en-US"/>
        </a:p>
      </dgm:t>
    </dgm:pt>
    <dgm:pt modelId="{841A090A-3BD5-4321-A774-D111CAB1FB3E}" type="pres">
      <dgm:prSet presAssocID="{A03BAD12-1B55-4F4F-BFFB-30C52F582150}" presName="sp" presStyleCnt="0"/>
      <dgm:spPr/>
    </dgm:pt>
    <dgm:pt modelId="{9964F3AB-36EA-4D74-91CB-FC633CB34A3F}" type="pres">
      <dgm:prSet presAssocID="{A16277F7-55F5-4900-A577-3C17ADF60620}" presName="linNode" presStyleCnt="0"/>
      <dgm:spPr/>
    </dgm:pt>
    <dgm:pt modelId="{8D471BB1-EE3C-48B2-9A4F-A473204E59F7}" type="pres">
      <dgm:prSet presAssocID="{A16277F7-55F5-4900-A577-3C17ADF60620}" presName="parentText" presStyleLbl="node1" presStyleIdx="4" presStyleCnt="6" custScaleX="51774">
        <dgm:presLayoutVars>
          <dgm:chMax val="1"/>
          <dgm:bulletEnabled val="1"/>
        </dgm:presLayoutVars>
      </dgm:prSet>
      <dgm:spPr/>
      <dgm:t>
        <a:bodyPr/>
        <a:lstStyle/>
        <a:p>
          <a:endParaRPr lang="zh-CN" altLang="en-US"/>
        </a:p>
      </dgm:t>
    </dgm:pt>
    <dgm:pt modelId="{9FA51810-A896-42F0-8549-217654593014}" type="pres">
      <dgm:prSet presAssocID="{A16277F7-55F5-4900-A577-3C17ADF60620}" presName="descendantText" presStyleLbl="alignAccFollowNode1" presStyleIdx="4" presStyleCnt="6">
        <dgm:presLayoutVars>
          <dgm:bulletEnabled val="1"/>
        </dgm:presLayoutVars>
      </dgm:prSet>
      <dgm:spPr/>
      <dgm:t>
        <a:bodyPr/>
        <a:lstStyle/>
        <a:p>
          <a:endParaRPr lang="zh-CN" altLang="en-US"/>
        </a:p>
      </dgm:t>
    </dgm:pt>
    <dgm:pt modelId="{73B3BB89-DC4D-4690-8527-1745292288C2}" type="pres">
      <dgm:prSet presAssocID="{1E2DC076-F51A-468A-94CD-60497E00188B}" presName="sp" presStyleCnt="0"/>
      <dgm:spPr/>
    </dgm:pt>
    <dgm:pt modelId="{4B5B66F6-9C2C-4BC5-ACDC-B9EFB9211393}" type="pres">
      <dgm:prSet presAssocID="{B6E66D6F-58E7-41FE-9C39-3789866D2ADE}" presName="linNode" presStyleCnt="0"/>
      <dgm:spPr/>
    </dgm:pt>
    <dgm:pt modelId="{F1C0A150-5B65-409D-938A-4B749D41A0C9}" type="pres">
      <dgm:prSet presAssocID="{B6E66D6F-58E7-41FE-9C39-3789866D2ADE}" presName="parentText" presStyleLbl="node1" presStyleIdx="5" presStyleCnt="6" custScaleX="52391">
        <dgm:presLayoutVars>
          <dgm:chMax val="1"/>
          <dgm:bulletEnabled val="1"/>
        </dgm:presLayoutVars>
      </dgm:prSet>
      <dgm:spPr/>
      <dgm:t>
        <a:bodyPr/>
        <a:lstStyle/>
        <a:p>
          <a:endParaRPr lang="zh-CN" altLang="en-US"/>
        </a:p>
      </dgm:t>
    </dgm:pt>
    <dgm:pt modelId="{8D1B5D78-6BCA-4BFE-A54A-3FBFC91E4964}" type="pres">
      <dgm:prSet presAssocID="{B6E66D6F-58E7-41FE-9C39-3789866D2ADE}" presName="descendantText" presStyleLbl="alignAccFollowNode1" presStyleIdx="5" presStyleCnt="6" custScaleX="100000">
        <dgm:presLayoutVars>
          <dgm:bulletEnabled val="1"/>
        </dgm:presLayoutVars>
      </dgm:prSet>
      <dgm:spPr/>
      <dgm:t>
        <a:bodyPr/>
        <a:lstStyle/>
        <a:p>
          <a:endParaRPr lang="zh-CN" altLang="en-US"/>
        </a:p>
      </dgm:t>
    </dgm:pt>
  </dgm:ptLst>
  <dgm:cxnLst>
    <dgm:cxn modelId="{A6E9DEDD-2EC6-450B-B748-FE164A01AA1A}" type="presOf" srcId="{30CE7ABA-6626-478D-82A9-0C6F5A441960}" destId="{B6BC8131-068C-422E-BD0A-743D184796A9}" srcOrd="0" destOrd="0" presId="urn:microsoft.com/office/officeart/2005/8/layout/vList5"/>
    <dgm:cxn modelId="{76BE74A9-36CF-4FA1-8308-9707BA4D2C2A}" srcId="{0B09DC13-473D-4488-9DFD-D1019D4293D3}" destId="{C537F16C-9AE4-49DF-88D9-83D1EA60AF84}" srcOrd="0" destOrd="0" parTransId="{B09C7336-A3E0-46E8-A2C2-9198BDB1C125}" sibTransId="{AAC9993E-110E-4423-BE31-10413F32F3D6}"/>
    <dgm:cxn modelId="{42ED4CE6-8C2A-4212-A488-DF2467C147E1}" srcId="{55C9BC06-27E7-4506-9472-91BB7936D53F}" destId="{E9229D8E-C2A5-4E6F-89DF-DC6CBABFD904}" srcOrd="0" destOrd="0" parTransId="{6E3661AD-60B8-4885-BCD4-99865D4EF71F}" sibTransId="{71070190-0D03-460E-866E-F12F077467BF}"/>
    <dgm:cxn modelId="{C9291A72-7075-4D58-AC54-C8D462E3E55E}" type="presOf" srcId="{A2CD7B22-281A-42AC-B04B-8D96B5DA4912}" destId="{FB2A164C-6E98-42E2-A967-46CEE9E3ABD3}" srcOrd="0" destOrd="0" presId="urn:microsoft.com/office/officeart/2005/8/layout/vList5"/>
    <dgm:cxn modelId="{5A85F2BA-3DFD-4266-AA11-B10DEF0ACA01}" type="presOf" srcId="{C537F16C-9AE4-49DF-88D9-83D1EA60AF84}" destId="{899E2C62-6850-483D-B87D-80F915B765B5}" srcOrd="0" destOrd="0" presId="urn:microsoft.com/office/officeart/2005/8/layout/vList5"/>
    <dgm:cxn modelId="{A2BE0851-34F8-4391-AC14-4AEFBAD3BB41}" type="presOf" srcId="{3D9ED44B-F253-45E4-9F05-3A0F0A362EC2}" destId="{9FA51810-A896-42F0-8549-217654593014}" srcOrd="0" destOrd="0" presId="urn:microsoft.com/office/officeart/2005/8/layout/vList5"/>
    <dgm:cxn modelId="{B5635467-6E8A-49B8-BF3D-D0C68E2A3860}" srcId="{55C9BC06-27E7-4506-9472-91BB7936D53F}" destId="{FCB48F7E-A893-4B46-A152-00F0D2CE3D6C}" srcOrd="1" destOrd="0" parTransId="{D2962C4C-674E-40A4-8ECD-1374BD924862}" sibTransId="{203D411F-6584-442B-9DB5-E9A2FA9A530A}"/>
    <dgm:cxn modelId="{A0AAE463-372D-4427-8556-0252468C8C8B}" type="presOf" srcId="{55C9BC06-27E7-4506-9472-91BB7936D53F}" destId="{46BEA991-5658-48FC-B01F-DE47F40EE891}" srcOrd="0" destOrd="0" presId="urn:microsoft.com/office/officeart/2005/8/layout/vList5"/>
    <dgm:cxn modelId="{83EDD32B-8027-40D1-A62F-C1F0145A66AC}" srcId="{55C9BC06-27E7-4506-9472-91BB7936D53F}" destId="{30CE7ABA-6626-478D-82A9-0C6F5A441960}" srcOrd="2" destOrd="0" parTransId="{F01FF562-F0D6-4FB2-878C-11E70070A6AE}" sibTransId="{1BF39F7E-1541-45A1-987F-F0F485FB198C}"/>
    <dgm:cxn modelId="{51D5845F-7B21-4379-A0C9-B696E140B391}" srcId="{A16277F7-55F5-4900-A577-3C17ADF60620}" destId="{3D9ED44B-F253-45E4-9F05-3A0F0A362EC2}" srcOrd="0" destOrd="0" parTransId="{E71ECAFA-9DF1-4015-881C-6CF953EC2F69}" sibTransId="{2611CBD1-1827-4BF5-AE0C-48E29B97859D}"/>
    <dgm:cxn modelId="{F26F3BA6-3CFF-4BAF-B17F-2D6C126831F1}" type="presOf" srcId="{B6E66D6F-58E7-41FE-9C39-3789866D2ADE}" destId="{F1C0A150-5B65-409D-938A-4B749D41A0C9}" srcOrd="0" destOrd="0" presId="urn:microsoft.com/office/officeart/2005/8/layout/vList5"/>
    <dgm:cxn modelId="{B6326B85-3C03-449D-A95B-3381AF708B92}" srcId="{FCB48F7E-A893-4B46-A152-00F0D2CE3D6C}" destId="{EEA89238-AAB7-4900-A354-12FF59C6B067}" srcOrd="0" destOrd="0" parTransId="{F5D7C2F8-0416-429A-882B-F5A68BCBC2D0}" sibTransId="{C03A2A1A-81AE-4EF6-ACAB-8BDEA2A495A8}"/>
    <dgm:cxn modelId="{9150C67E-E56D-4A13-B756-FAD94845C5A3}" type="presOf" srcId="{25EFCECE-795F-46E2-AEEC-D58F529B723F}" destId="{FCD21A22-F86A-4BAD-AD4E-1381AF126862}" srcOrd="0" destOrd="0" presId="urn:microsoft.com/office/officeart/2005/8/layout/vList5"/>
    <dgm:cxn modelId="{F396387E-05D8-4263-99F6-659B36AB30A2}" type="presOf" srcId="{FCB48F7E-A893-4B46-A152-00F0D2CE3D6C}" destId="{876019AC-F2D3-4140-9E13-8C4A1F228582}" srcOrd="0" destOrd="0" presId="urn:microsoft.com/office/officeart/2005/8/layout/vList5"/>
    <dgm:cxn modelId="{146325BD-7648-4EFB-94BE-872CAE6C826F}" srcId="{E9229D8E-C2A5-4E6F-89DF-DC6CBABFD904}" destId="{25EFCECE-795F-46E2-AEEC-D58F529B723F}" srcOrd="0" destOrd="0" parTransId="{7B257960-7809-45BA-9FA1-10809E88E5A3}" sibTransId="{B6A9F054-806F-47F8-8E0C-895742E158A2}"/>
    <dgm:cxn modelId="{3A333A89-4D64-4C6A-B6B9-67DE646FC35C}" srcId="{55C9BC06-27E7-4506-9472-91BB7936D53F}" destId="{A16277F7-55F5-4900-A577-3C17ADF60620}" srcOrd="4" destOrd="0" parTransId="{0A426471-5AE9-457A-BCB7-6A967E1C3098}" sibTransId="{1E2DC076-F51A-468A-94CD-60497E00188B}"/>
    <dgm:cxn modelId="{D7BCFB92-96E5-4396-980A-FF587F538ED1}" type="presOf" srcId="{0B09DC13-473D-4488-9DFD-D1019D4293D3}" destId="{47F8267F-713F-4C7A-9053-6A592A3FC3C6}" srcOrd="0" destOrd="0" presId="urn:microsoft.com/office/officeart/2005/8/layout/vList5"/>
    <dgm:cxn modelId="{4A53A962-8350-483E-A79F-43B50694A5DA}" srcId="{55C9BC06-27E7-4506-9472-91BB7936D53F}" destId="{B6E66D6F-58E7-41FE-9C39-3789866D2ADE}" srcOrd="5" destOrd="0" parTransId="{45DFF80D-70E5-4961-98E6-803E89BF6C69}" sibTransId="{F701EBE9-E03D-47EF-B774-D79FFF1F6318}"/>
    <dgm:cxn modelId="{25532D7E-2036-46CA-9338-E8350DDC1341}" type="presOf" srcId="{A16277F7-55F5-4900-A577-3C17ADF60620}" destId="{8D471BB1-EE3C-48B2-9A4F-A473204E59F7}" srcOrd="0" destOrd="0" presId="urn:microsoft.com/office/officeart/2005/8/layout/vList5"/>
    <dgm:cxn modelId="{3101C400-6691-4D8B-B1A6-BCC867D89ABC}" srcId="{55C9BC06-27E7-4506-9472-91BB7936D53F}" destId="{0B09DC13-473D-4488-9DFD-D1019D4293D3}" srcOrd="3" destOrd="0" parTransId="{379066A5-28CF-4386-8317-C0A1AAF0305B}" sibTransId="{A03BAD12-1B55-4F4F-BFFB-30C52F582150}"/>
    <dgm:cxn modelId="{BB145E59-C8B3-4E69-BC48-4C4CCC6E8D26}" type="presOf" srcId="{EEA89238-AAB7-4900-A354-12FF59C6B067}" destId="{187EE60B-D6ED-4EB5-900F-3927531DD5F8}" srcOrd="0" destOrd="0" presId="urn:microsoft.com/office/officeart/2005/8/layout/vList5"/>
    <dgm:cxn modelId="{7FE76360-7AA0-45BA-87F9-266DF2886FA2}" type="presOf" srcId="{E9229D8E-C2A5-4E6F-89DF-DC6CBABFD904}" destId="{21337BD4-EAE7-4FC6-8B68-510B5313E295}" srcOrd="0" destOrd="0" presId="urn:microsoft.com/office/officeart/2005/8/layout/vList5"/>
    <dgm:cxn modelId="{F85DE6D9-F06E-444A-BBB5-0A786E906FCD}" srcId="{30CE7ABA-6626-478D-82A9-0C6F5A441960}" destId="{A2CD7B22-281A-42AC-B04B-8D96B5DA4912}" srcOrd="0" destOrd="0" parTransId="{77516C5C-6419-4207-84B2-04C2E449C422}" sibTransId="{9AF01A24-E8C4-44CD-AFBA-12D59FB9B15E}"/>
    <dgm:cxn modelId="{3540D398-50DA-47F5-A79C-1BA590C8E9F1}" srcId="{B6E66D6F-58E7-41FE-9C39-3789866D2ADE}" destId="{23FC3643-A601-4369-B27F-46344EE05CAB}" srcOrd="0" destOrd="0" parTransId="{5DE4F113-43EF-4E68-8A6C-58C5499EDF88}" sibTransId="{A1CB317C-73FA-463D-AD06-AA26BB04CE07}"/>
    <dgm:cxn modelId="{FC8304E0-685F-43EA-9BC4-1F4388E97883}" type="presOf" srcId="{23FC3643-A601-4369-B27F-46344EE05CAB}" destId="{8D1B5D78-6BCA-4BFE-A54A-3FBFC91E4964}" srcOrd="0" destOrd="0" presId="urn:microsoft.com/office/officeart/2005/8/layout/vList5"/>
    <dgm:cxn modelId="{A2697A6A-9795-4217-B2E2-84ABF79AC394}" type="presParOf" srcId="{46BEA991-5658-48FC-B01F-DE47F40EE891}" destId="{573CA7B6-2C62-4154-A1DC-DBDF6376DC61}" srcOrd="0" destOrd="0" presId="urn:microsoft.com/office/officeart/2005/8/layout/vList5"/>
    <dgm:cxn modelId="{B5190344-4B3B-41E9-933C-7077BB8109C8}" type="presParOf" srcId="{573CA7B6-2C62-4154-A1DC-DBDF6376DC61}" destId="{21337BD4-EAE7-4FC6-8B68-510B5313E295}" srcOrd="0" destOrd="0" presId="urn:microsoft.com/office/officeart/2005/8/layout/vList5"/>
    <dgm:cxn modelId="{DACCB606-2AF3-41A1-9427-F5AA6CD5F46E}" type="presParOf" srcId="{573CA7B6-2C62-4154-A1DC-DBDF6376DC61}" destId="{FCD21A22-F86A-4BAD-AD4E-1381AF126862}" srcOrd="1" destOrd="0" presId="urn:microsoft.com/office/officeart/2005/8/layout/vList5"/>
    <dgm:cxn modelId="{85DBCF6F-60C3-4090-89D3-E0CB8287A222}" type="presParOf" srcId="{46BEA991-5658-48FC-B01F-DE47F40EE891}" destId="{486E8B6A-812D-474D-BFAE-A24B4FBF7FD7}" srcOrd="1" destOrd="0" presId="urn:microsoft.com/office/officeart/2005/8/layout/vList5"/>
    <dgm:cxn modelId="{E14114D1-753C-498C-B880-A80EBA456CE8}" type="presParOf" srcId="{46BEA991-5658-48FC-B01F-DE47F40EE891}" destId="{CD376536-94F0-4622-BCCC-F50FF21A6330}" srcOrd="2" destOrd="0" presId="urn:microsoft.com/office/officeart/2005/8/layout/vList5"/>
    <dgm:cxn modelId="{AB8CCF11-942C-4DD1-85C2-9FE4F506C52C}" type="presParOf" srcId="{CD376536-94F0-4622-BCCC-F50FF21A6330}" destId="{876019AC-F2D3-4140-9E13-8C4A1F228582}" srcOrd="0" destOrd="0" presId="urn:microsoft.com/office/officeart/2005/8/layout/vList5"/>
    <dgm:cxn modelId="{36B98592-2FC5-46F1-86B4-D2EE3F841CB8}" type="presParOf" srcId="{CD376536-94F0-4622-BCCC-F50FF21A6330}" destId="{187EE60B-D6ED-4EB5-900F-3927531DD5F8}" srcOrd="1" destOrd="0" presId="urn:microsoft.com/office/officeart/2005/8/layout/vList5"/>
    <dgm:cxn modelId="{E33E013C-9132-4490-A7E8-21F11134EB52}" type="presParOf" srcId="{46BEA991-5658-48FC-B01F-DE47F40EE891}" destId="{3C398523-6CAF-43A2-B99D-7F77DD2840A2}" srcOrd="3" destOrd="0" presId="urn:microsoft.com/office/officeart/2005/8/layout/vList5"/>
    <dgm:cxn modelId="{815947A5-6286-4FAE-AB5F-1625DBE7B175}" type="presParOf" srcId="{46BEA991-5658-48FC-B01F-DE47F40EE891}" destId="{FC0A0AFD-DC5C-4BA9-B5C3-8747221866DD}" srcOrd="4" destOrd="0" presId="urn:microsoft.com/office/officeart/2005/8/layout/vList5"/>
    <dgm:cxn modelId="{53243DE2-08F4-4CFA-ADC3-D18F7AEDBAED}" type="presParOf" srcId="{FC0A0AFD-DC5C-4BA9-B5C3-8747221866DD}" destId="{B6BC8131-068C-422E-BD0A-743D184796A9}" srcOrd="0" destOrd="0" presId="urn:microsoft.com/office/officeart/2005/8/layout/vList5"/>
    <dgm:cxn modelId="{15FE10EA-FEF6-4CD4-B2CB-4A1CDF31CDD1}" type="presParOf" srcId="{FC0A0AFD-DC5C-4BA9-B5C3-8747221866DD}" destId="{FB2A164C-6E98-42E2-A967-46CEE9E3ABD3}" srcOrd="1" destOrd="0" presId="urn:microsoft.com/office/officeart/2005/8/layout/vList5"/>
    <dgm:cxn modelId="{45D14C43-E362-4BD2-90AF-A7F073C032B4}" type="presParOf" srcId="{46BEA991-5658-48FC-B01F-DE47F40EE891}" destId="{4EAF4BBB-ACD2-43B0-87FE-CFE4354A1F96}" srcOrd="5" destOrd="0" presId="urn:microsoft.com/office/officeart/2005/8/layout/vList5"/>
    <dgm:cxn modelId="{4ECFC991-042B-4DA0-BE9C-1D7308BBCE93}" type="presParOf" srcId="{46BEA991-5658-48FC-B01F-DE47F40EE891}" destId="{77B8CD79-1759-42CB-B486-E339EBF21246}" srcOrd="6" destOrd="0" presId="urn:microsoft.com/office/officeart/2005/8/layout/vList5"/>
    <dgm:cxn modelId="{2EE9DD49-B9FC-4D68-97A4-84A02FC92394}" type="presParOf" srcId="{77B8CD79-1759-42CB-B486-E339EBF21246}" destId="{47F8267F-713F-4C7A-9053-6A592A3FC3C6}" srcOrd="0" destOrd="0" presId="urn:microsoft.com/office/officeart/2005/8/layout/vList5"/>
    <dgm:cxn modelId="{CB569FC3-6A64-4CC9-9436-4F2D7AC949D9}" type="presParOf" srcId="{77B8CD79-1759-42CB-B486-E339EBF21246}" destId="{899E2C62-6850-483D-B87D-80F915B765B5}" srcOrd="1" destOrd="0" presId="urn:microsoft.com/office/officeart/2005/8/layout/vList5"/>
    <dgm:cxn modelId="{96E8C3E8-91A6-4EED-9256-F940EAC7A46E}" type="presParOf" srcId="{46BEA991-5658-48FC-B01F-DE47F40EE891}" destId="{841A090A-3BD5-4321-A774-D111CAB1FB3E}" srcOrd="7" destOrd="0" presId="urn:microsoft.com/office/officeart/2005/8/layout/vList5"/>
    <dgm:cxn modelId="{5C2AE662-E9BC-4AE2-953B-0487EC617CC9}" type="presParOf" srcId="{46BEA991-5658-48FC-B01F-DE47F40EE891}" destId="{9964F3AB-36EA-4D74-91CB-FC633CB34A3F}" srcOrd="8" destOrd="0" presId="urn:microsoft.com/office/officeart/2005/8/layout/vList5"/>
    <dgm:cxn modelId="{038B624C-8FCD-43F5-927D-86A04AE33A14}" type="presParOf" srcId="{9964F3AB-36EA-4D74-91CB-FC633CB34A3F}" destId="{8D471BB1-EE3C-48B2-9A4F-A473204E59F7}" srcOrd="0" destOrd="0" presId="urn:microsoft.com/office/officeart/2005/8/layout/vList5"/>
    <dgm:cxn modelId="{43B3D57F-7719-4688-BAE3-B267EED09D3B}" type="presParOf" srcId="{9964F3AB-36EA-4D74-91CB-FC633CB34A3F}" destId="{9FA51810-A896-42F0-8549-217654593014}" srcOrd="1" destOrd="0" presId="urn:microsoft.com/office/officeart/2005/8/layout/vList5"/>
    <dgm:cxn modelId="{D371B57B-AC35-47CE-9C64-3A6A26BBB9B1}" type="presParOf" srcId="{46BEA991-5658-48FC-B01F-DE47F40EE891}" destId="{73B3BB89-DC4D-4690-8527-1745292288C2}" srcOrd="9" destOrd="0" presId="urn:microsoft.com/office/officeart/2005/8/layout/vList5"/>
    <dgm:cxn modelId="{DB5BAB58-E602-4F8D-A5D2-9B857EC32E50}" type="presParOf" srcId="{46BEA991-5658-48FC-B01F-DE47F40EE891}" destId="{4B5B66F6-9C2C-4BC5-ACDC-B9EFB9211393}" srcOrd="10" destOrd="0" presId="urn:microsoft.com/office/officeart/2005/8/layout/vList5"/>
    <dgm:cxn modelId="{595CCAAF-584F-44E3-9C5E-25669476F998}" type="presParOf" srcId="{4B5B66F6-9C2C-4BC5-ACDC-B9EFB9211393}" destId="{F1C0A150-5B65-409D-938A-4B749D41A0C9}" srcOrd="0" destOrd="0" presId="urn:microsoft.com/office/officeart/2005/8/layout/vList5"/>
    <dgm:cxn modelId="{70756188-652C-4BE9-994C-081FF12F339F}" type="presParOf" srcId="{4B5B66F6-9C2C-4BC5-ACDC-B9EFB9211393}" destId="{8D1B5D78-6BCA-4BFE-A54A-3FBFC91E496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5C9BC06-27E7-4506-9472-91BB7936D53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E9229D8E-C2A5-4E6F-89DF-DC6CBABFD904}">
      <dgm:prSet phldrT="[文本]"/>
      <dgm:spPr/>
      <dgm:t>
        <a:bodyPr/>
        <a:lstStyle/>
        <a:p>
          <a:r>
            <a:rPr lang="en-US" altLang="zh-CN" dirty="0" smtClean="0"/>
            <a:t>1</a:t>
          </a:r>
          <a:endParaRPr lang="zh-CN" altLang="en-US" dirty="0"/>
        </a:p>
      </dgm:t>
    </dgm:pt>
    <dgm:pt modelId="{6E3661AD-60B8-4885-BCD4-99865D4EF71F}" type="parTrans" cxnId="{42ED4CE6-8C2A-4212-A488-DF2467C147E1}">
      <dgm:prSet/>
      <dgm:spPr/>
      <dgm:t>
        <a:bodyPr/>
        <a:lstStyle/>
        <a:p>
          <a:endParaRPr lang="zh-CN" altLang="en-US"/>
        </a:p>
      </dgm:t>
    </dgm:pt>
    <dgm:pt modelId="{71070190-0D03-460E-866E-F12F077467BF}" type="sibTrans" cxnId="{42ED4CE6-8C2A-4212-A488-DF2467C147E1}">
      <dgm:prSet/>
      <dgm:spPr/>
      <dgm:t>
        <a:bodyPr/>
        <a:lstStyle/>
        <a:p>
          <a:endParaRPr lang="zh-CN" altLang="en-US"/>
        </a:p>
      </dgm:t>
    </dgm:pt>
    <dgm:pt modelId="{25EFCECE-795F-46E2-AEEC-D58F529B723F}">
      <dgm:prSet phldrT="[文本]"/>
      <dgm:spPr>
        <a:solidFill>
          <a:schemeClr val="accent1">
            <a:lumMod val="40000"/>
            <a:lumOff val="60000"/>
            <a:alpha val="90000"/>
          </a:schemeClr>
        </a:solidFill>
      </dgm:spPr>
      <dgm:t>
        <a:bodyPr/>
        <a:lstStyle/>
        <a:p>
          <a:r>
            <a:rPr lang="gsw-FR" altLang="zh-CN" dirty="0" smtClean="0"/>
            <a:t>Composition</a:t>
          </a:r>
          <a:r>
            <a:rPr lang="en-US" altLang="zh-CN" dirty="0" smtClean="0"/>
            <a:t> and status of DTS in orbit</a:t>
          </a:r>
          <a:r>
            <a:rPr lang="en-US" altLang="zh-CN" baseline="0" dirty="0" smtClean="0"/>
            <a:t> </a:t>
          </a:r>
          <a:endParaRPr lang="zh-CN" altLang="en-US" dirty="0"/>
        </a:p>
      </dgm:t>
    </dgm:pt>
    <dgm:pt modelId="{7B257960-7809-45BA-9FA1-10809E88E5A3}" type="parTrans" cxnId="{146325BD-7648-4EFB-94BE-872CAE6C826F}">
      <dgm:prSet/>
      <dgm:spPr/>
      <dgm:t>
        <a:bodyPr/>
        <a:lstStyle/>
        <a:p>
          <a:endParaRPr lang="zh-CN" altLang="en-US"/>
        </a:p>
      </dgm:t>
    </dgm:pt>
    <dgm:pt modelId="{B6A9F054-806F-47F8-8E0C-895742E158A2}" type="sibTrans" cxnId="{146325BD-7648-4EFB-94BE-872CAE6C826F}">
      <dgm:prSet/>
      <dgm:spPr/>
      <dgm:t>
        <a:bodyPr/>
        <a:lstStyle/>
        <a:p>
          <a:endParaRPr lang="zh-CN" altLang="en-US"/>
        </a:p>
      </dgm:t>
    </dgm:pt>
    <dgm:pt modelId="{FCB48F7E-A893-4B46-A152-00F0D2CE3D6C}">
      <dgm:prSet phldrT="[文本]"/>
      <dgm:spPr/>
      <dgm:t>
        <a:bodyPr/>
        <a:lstStyle/>
        <a:p>
          <a:r>
            <a:rPr lang="en-US" altLang="zh-CN" dirty="0" smtClean="0"/>
            <a:t>2</a:t>
          </a:r>
          <a:endParaRPr lang="zh-CN" altLang="en-US" dirty="0"/>
        </a:p>
      </dgm:t>
    </dgm:pt>
    <dgm:pt modelId="{D2962C4C-674E-40A4-8ECD-1374BD924862}" type="parTrans" cxnId="{B5635467-6E8A-49B8-BF3D-D0C68E2A3860}">
      <dgm:prSet/>
      <dgm:spPr/>
      <dgm:t>
        <a:bodyPr/>
        <a:lstStyle/>
        <a:p>
          <a:endParaRPr lang="zh-CN" altLang="en-US"/>
        </a:p>
      </dgm:t>
    </dgm:pt>
    <dgm:pt modelId="{203D411F-6584-442B-9DB5-E9A2FA9A530A}" type="sibTrans" cxnId="{B5635467-6E8A-49B8-BF3D-D0C68E2A3860}">
      <dgm:prSet/>
      <dgm:spPr/>
      <dgm:t>
        <a:bodyPr/>
        <a:lstStyle/>
        <a:p>
          <a:endParaRPr lang="zh-CN" altLang="en-US"/>
        </a:p>
      </dgm:t>
    </dgm:pt>
    <dgm:pt modelId="{EEA89238-AAB7-4900-A354-12FF59C6B067}">
      <dgm:prSet phldrT="[文本]"/>
      <dgm:spPr>
        <a:solidFill>
          <a:schemeClr val="accent2">
            <a:lumMod val="40000"/>
            <a:lumOff val="60000"/>
            <a:alpha val="90000"/>
          </a:schemeClr>
        </a:solidFill>
      </dgm:spPr>
      <dgm:t>
        <a:bodyPr/>
        <a:lstStyle/>
        <a:p>
          <a:r>
            <a:rPr lang="en-US" altLang="zh-CN" dirty="0" smtClean="0"/>
            <a:t>Working mode</a:t>
          </a:r>
          <a:r>
            <a:rPr lang="en-US" altLang="en-US" dirty="0" smtClean="0"/>
            <a:t> of DTS in orbit</a:t>
          </a:r>
          <a:endParaRPr lang="zh-CN" altLang="en-US" dirty="0"/>
        </a:p>
      </dgm:t>
    </dgm:pt>
    <dgm:pt modelId="{F5D7C2F8-0416-429A-882B-F5A68BCBC2D0}" type="parTrans" cxnId="{B6326B85-3C03-449D-A95B-3381AF708B92}">
      <dgm:prSet/>
      <dgm:spPr/>
      <dgm:t>
        <a:bodyPr/>
        <a:lstStyle/>
        <a:p>
          <a:endParaRPr lang="zh-CN" altLang="en-US"/>
        </a:p>
      </dgm:t>
    </dgm:pt>
    <dgm:pt modelId="{C03A2A1A-81AE-4EF6-ACAB-8BDEA2A495A8}" type="sibTrans" cxnId="{B6326B85-3C03-449D-A95B-3381AF708B92}">
      <dgm:prSet/>
      <dgm:spPr/>
      <dgm:t>
        <a:bodyPr/>
        <a:lstStyle/>
        <a:p>
          <a:endParaRPr lang="zh-CN" altLang="en-US"/>
        </a:p>
      </dgm:t>
    </dgm:pt>
    <dgm:pt modelId="{30CE7ABA-6626-478D-82A9-0C6F5A441960}">
      <dgm:prSet phldrT="[文本]"/>
      <dgm:spPr/>
      <dgm:t>
        <a:bodyPr/>
        <a:lstStyle/>
        <a:p>
          <a:r>
            <a:rPr lang="en-US" altLang="zh-CN" dirty="0" smtClean="0"/>
            <a:t>3</a:t>
          </a:r>
          <a:endParaRPr lang="zh-CN" altLang="en-US" dirty="0"/>
        </a:p>
      </dgm:t>
    </dgm:pt>
    <dgm:pt modelId="{F01FF562-F0D6-4FB2-878C-11E70070A6AE}" type="parTrans" cxnId="{83EDD32B-8027-40D1-A62F-C1F0145A66AC}">
      <dgm:prSet/>
      <dgm:spPr/>
      <dgm:t>
        <a:bodyPr/>
        <a:lstStyle/>
        <a:p>
          <a:endParaRPr lang="zh-CN" altLang="en-US"/>
        </a:p>
      </dgm:t>
    </dgm:pt>
    <dgm:pt modelId="{1BF39F7E-1541-45A1-987F-F0F485FB198C}" type="sibTrans" cxnId="{83EDD32B-8027-40D1-A62F-C1F0145A66AC}">
      <dgm:prSet/>
      <dgm:spPr/>
      <dgm:t>
        <a:bodyPr/>
        <a:lstStyle/>
        <a:p>
          <a:endParaRPr lang="zh-CN" altLang="en-US"/>
        </a:p>
      </dgm:t>
    </dgm:pt>
    <dgm:pt modelId="{A2CD7B22-281A-42AC-B04B-8D96B5DA4912}">
      <dgm:prSet phldrT="[文本]"/>
      <dgm:spPr/>
      <dgm:t>
        <a:bodyPr/>
        <a:lstStyle/>
        <a:p>
          <a:r>
            <a:rPr lang="gsw-FR" altLang="zh-CN" dirty="0" smtClean="0"/>
            <a:t>Telecommand</a:t>
          </a:r>
          <a:r>
            <a:rPr lang="en-US" altLang="zh-CN" dirty="0" smtClean="0"/>
            <a:t> and telemetry of DTS  </a:t>
          </a:r>
          <a:endParaRPr lang="zh-CN" altLang="en-US" dirty="0"/>
        </a:p>
      </dgm:t>
    </dgm:pt>
    <dgm:pt modelId="{77516C5C-6419-4207-84B2-04C2E449C422}" type="parTrans" cxnId="{F85DE6D9-F06E-444A-BBB5-0A786E906FCD}">
      <dgm:prSet/>
      <dgm:spPr/>
      <dgm:t>
        <a:bodyPr/>
        <a:lstStyle/>
        <a:p>
          <a:endParaRPr lang="zh-CN" altLang="en-US"/>
        </a:p>
      </dgm:t>
    </dgm:pt>
    <dgm:pt modelId="{9AF01A24-E8C4-44CD-AFBA-12D59FB9B15E}" type="sibTrans" cxnId="{F85DE6D9-F06E-444A-BBB5-0A786E906FCD}">
      <dgm:prSet/>
      <dgm:spPr/>
      <dgm:t>
        <a:bodyPr/>
        <a:lstStyle/>
        <a:p>
          <a:endParaRPr lang="zh-CN" altLang="en-US"/>
        </a:p>
      </dgm:t>
    </dgm:pt>
    <dgm:pt modelId="{0B09DC13-473D-4488-9DFD-D1019D4293D3}">
      <dgm:prSet phldrT="[文本]"/>
      <dgm:spPr/>
      <dgm:t>
        <a:bodyPr/>
        <a:lstStyle/>
        <a:p>
          <a:r>
            <a:rPr lang="en-US" altLang="zh-CN" dirty="0" smtClean="0"/>
            <a:t>4</a:t>
          </a:r>
          <a:endParaRPr lang="zh-CN" altLang="en-US" dirty="0"/>
        </a:p>
      </dgm:t>
    </dgm:pt>
    <dgm:pt modelId="{379066A5-28CF-4386-8317-C0A1AAF0305B}" type="parTrans" cxnId="{3101C400-6691-4D8B-B1A6-BCC867D89ABC}">
      <dgm:prSet/>
      <dgm:spPr/>
      <dgm:t>
        <a:bodyPr/>
        <a:lstStyle/>
        <a:p>
          <a:endParaRPr lang="zh-CN" altLang="en-US"/>
        </a:p>
      </dgm:t>
    </dgm:pt>
    <dgm:pt modelId="{A03BAD12-1B55-4F4F-BFFB-30C52F582150}" type="sibTrans" cxnId="{3101C400-6691-4D8B-B1A6-BCC867D89ABC}">
      <dgm:prSet/>
      <dgm:spPr/>
      <dgm:t>
        <a:bodyPr/>
        <a:lstStyle/>
        <a:p>
          <a:endParaRPr lang="zh-CN" altLang="en-US"/>
        </a:p>
      </dgm:t>
    </dgm:pt>
    <dgm:pt modelId="{C537F16C-9AE4-49DF-88D9-83D1EA60AF84}">
      <dgm:prSet phldrT="[文本]"/>
      <dgm:spPr/>
      <dgm:t>
        <a:bodyPr/>
        <a:lstStyle/>
        <a:p>
          <a:r>
            <a:rPr lang="en-US" altLang="zh-CN" dirty="0" smtClean="0"/>
            <a:t>Sequence </a:t>
          </a:r>
          <a:r>
            <a:rPr lang="en-US" altLang="zh-CN" baseline="0" dirty="0" smtClean="0"/>
            <a:t>of operation</a:t>
          </a:r>
          <a:endParaRPr lang="zh-CN" altLang="en-US" dirty="0"/>
        </a:p>
      </dgm:t>
    </dgm:pt>
    <dgm:pt modelId="{B09C7336-A3E0-46E8-A2C2-9198BDB1C125}" type="parTrans" cxnId="{76BE74A9-36CF-4FA1-8308-9707BA4D2C2A}">
      <dgm:prSet/>
      <dgm:spPr/>
      <dgm:t>
        <a:bodyPr/>
        <a:lstStyle/>
        <a:p>
          <a:endParaRPr lang="zh-CN" altLang="en-US"/>
        </a:p>
      </dgm:t>
    </dgm:pt>
    <dgm:pt modelId="{AAC9993E-110E-4423-BE31-10413F32F3D6}" type="sibTrans" cxnId="{76BE74A9-36CF-4FA1-8308-9707BA4D2C2A}">
      <dgm:prSet/>
      <dgm:spPr/>
      <dgm:t>
        <a:bodyPr/>
        <a:lstStyle/>
        <a:p>
          <a:endParaRPr lang="zh-CN" altLang="en-US"/>
        </a:p>
      </dgm:t>
    </dgm:pt>
    <dgm:pt modelId="{A16277F7-55F5-4900-A577-3C17ADF60620}">
      <dgm:prSet phldrT="[文本]"/>
      <dgm:spPr/>
      <dgm:t>
        <a:bodyPr/>
        <a:lstStyle/>
        <a:p>
          <a:r>
            <a:rPr lang="en-US" altLang="zh-CN" dirty="0" smtClean="0"/>
            <a:t>5</a:t>
          </a:r>
          <a:endParaRPr lang="zh-CN" altLang="en-US" dirty="0"/>
        </a:p>
      </dgm:t>
    </dgm:pt>
    <dgm:pt modelId="{0A426471-5AE9-457A-BCB7-6A967E1C3098}" type="parTrans" cxnId="{3A333A89-4D64-4C6A-B6B9-67DE646FC35C}">
      <dgm:prSet/>
      <dgm:spPr/>
      <dgm:t>
        <a:bodyPr/>
        <a:lstStyle/>
        <a:p>
          <a:endParaRPr lang="zh-CN" altLang="en-US"/>
        </a:p>
      </dgm:t>
    </dgm:pt>
    <dgm:pt modelId="{1E2DC076-F51A-468A-94CD-60497E00188B}" type="sibTrans" cxnId="{3A333A89-4D64-4C6A-B6B9-67DE646FC35C}">
      <dgm:prSet/>
      <dgm:spPr/>
      <dgm:t>
        <a:bodyPr/>
        <a:lstStyle/>
        <a:p>
          <a:endParaRPr lang="zh-CN" altLang="en-US"/>
        </a:p>
      </dgm:t>
    </dgm:pt>
    <dgm:pt modelId="{3D9ED44B-F253-45E4-9F05-3A0F0A362EC2}">
      <dgm:prSet phldrT="[文本]"/>
      <dgm:spPr/>
      <dgm:t>
        <a:bodyPr/>
        <a:lstStyle/>
        <a:p>
          <a:r>
            <a:rPr lang="en-US" altLang="zh-CN" dirty="0" smtClean="0"/>
            <a:t>Important Notice</a:t>
          </a:r>
          <a:endParaRPr lang="zh-CN" altLang="en-US" dirty="0"/>
        </a:p>
      </dgm:t>
    </dgm:pt>
    <dgm:pt modelId="{E71ECAFA-9DF1-4015-881C-6CF953EC2F69}" type="parTrans" cxnId="{51D5845F-7B21-4379-A0C9-B696E140B391}">
      <dgm:prSet/>
      <dgm:spPr/>
      <dgm:t>
        <a:bodyPr/>
        <a:lstStyle/>
        <a:p>
          <a:endParaRPr lang="zh-CN" altLang="en-US"/>
        </a:p>
      </dgm:t>
    </dgm:pt>
    <dgm:pt modelId="{2611CBD1-1827-4BF5-AE0C-48E29B97859D}" type="sibTrans" cxnId="{51D5845F-7B21-4379-A0C9-B696E140B391}">
      <dgm:prSet/>
      <dgm:spPr/>
      <dgm:t>
        <a:bodyPr/>
        <a:lstStyle/>
        <a:p>
          <a:endParaRPr lang="zh-CN" altLang="en-US"/>
        </a:p>
      </dgm:t>
    </dgm:pt>
    <dgm:pt modelId="{B6E66D6F-58E7-41FE-9C39-3789866D2ADE}">
      <dgm:prSet phldrT="[文本]"/>
      <dgm:spPr/>
      <dgm:t>
        <a:bodyPr/>
        <a:lstStyle/>
        <a:p>
          <a:r>
            <a:rPr lang="en-US" altLang="zh-CN" dirty="0" smtClean="0"/>
            <a:t>6</a:t>
          </a:r>
          <a:endParaRPr lang="zh-CN" altLang="en-US" dirty="0"/>
        </a:p>
      </dgm:t>
    </dgm:pt>
    <dgm:pt modelId="{45DFF80D-70E5-4961-98E6-803E89BF6C69}" type="parTrans" cxnId="{4A53A962-8350-483E-A79F-43B50694A5DA}">
      <dgm:prSet/>
      <dgm:spPr/>
      <dgm:t>
        <a:bodyPr/>
        <a:lstStyle/>
        <a:p>
          <a:endParaRPr lang="zh-CN" altLang="en-US"/>
        </a:p>
      </dgm:t>
    </dgm:pt>
    <dgm:pt modelId="{F701EBE9-E03D-47EF-B774-D79FFF1F6318}" type="sibTrans" cxnId="{4A53A962-8350-483E-A79F-43B50694A5DA}">
      <dgm:prSet/>
      <dgm:spPr/>
      <dgm:t>
        <a:bodyPr/>
        <a:lstStyle/>
        <a:p>
          <a:endParaRPr lang="zh-CN" altLang="en-US"/>
        </a:p>
      </dgm:t>
    </dgm:pt>
    <dgm:pt modelId="{23FC3643-A601-4369-B27F-46344EE05CAB}">
      <dgm:prSet phldrT="[文本]"/>
      <dgm:spPr/>
      <dgm:t>
        <a:bodyPr/>
        <a:lstStyle/>
        <a:p>
          <a:r>
            <a:rPr lang="en-US" dirty="0" smtClean="0"/>
            <a:t>The Anomaly Operation </a:t>
          </a:r>
          <a:r>
            <a:rPr lang="en-US" altLang="zh-CN" dirty="0" smtClean="0"/>
            <a:t>in orbit</a:t>
          </a:r>
          <a:endParaRPr lang="zh-CN" altLang="en-US" dirty="0"/>
        </a:p>
      </dgm:t>
    </dgm:pt>
    <dgm:pt modelId="{5DE4F113-43EF-4E68-8A6C-58C5499EDF88}" type="parTrans" cxnId="{3540D398-50DA-47F5-A79C-1BA590C8E9F1}">
      <dgm:prSet/>
      <dgm:spPr/>
      <dgm:t>
        <a:bodyPr/>
        <a:lstStyle/>
        <a:p>
          <a:endParaRPr lang="zh-CN" altLang="en-US"/>
        </a:p>
      </dgm:t>
    </dgm:pt>
    <dgm:pt modelId="{A1CB317C-73FA-463D-AD06-AA26BB04CE07}" type="sibTrans" cxnId="{3540D398-50DA-47F5-A79C-1BA590C8E9F1}">
      <dgm:prSet/>
      <dgm:spPr/>
      <dgm:t>
        <a:bodyPr/>
        <a:lstStyle/>
        <a:p>
          <a:endParaRPr lang="zh-CN" altLang="en-US"/>
        </a:p>
      </dgm:t>
    </dgm:pt>
    <dgm:pt modelId="{46BEA991-5658-48FC-B01F-DE47F40EE891}" type="pres">
      <dgm:prSet presAssocID="{55C9BC06-27E7-4506-9472-91BB7936D53F}" presName="Name0" presStyleCnt="0">
        <dgm:presLayoutVars>
          <dgm:dir/>
          <dgm:animLvl val="lvl"/>
          <dgm:resizeHandles val="exact"/>
        </dgm:presLayoutVars>
      </dgm:prSet>
      <dgm:spPr/>
      <dgm:t>
        <a:bodyPr/>
        <a:lstStyle/>
        <a:p>
          <a:endParaRPr lang="zh-CN" altLang="en-US"/>
        </a:p>
      </dgm:t>
    </dgm:pt>
    <dgm:pt modelId="{573CA7B6-2C62-4154-A1DC-DBDF6376DC61}" type="pres">
      <dgm:prSet presAssocID="{E9229D8E-C2A5-4E6F-89DF-DC6CBABFD904}" presName="linNode" presStyleCnt="0"/>
      <dgm:spPr/>
    </dgm:pt>
    <dgm:pt modelId="{21337BD4-EAE7-4FC6-8B68-510B5313E295}" type="pres">
      <dgm:prSet presAssocID="{E9229D8E-C2A5-4E6F-89DF-DC6CBABFD904}" presName="parentText" presStyleLbl="node1" presStyleIdx="0" presStyleCnt="6" custScaleX="52391">
        <dgm:presLayoutVars>
          <dgm:chMax val="1"/>
          <dgm:bulletEnabled val="1"/>
        </dgm:presLayoutVars>
      </dgm:prSet>
      <dgm:spPr/>
      <dgm:t>
        <a:bodyPr/>
        <a:lstStyle/>
        <a:p>
          <a:endParaRPr lang="zh-CN" altLang="en-US"/>
        </a:p>
      </dgm:t>
    </dgm:pt>
    <dgm:pt modelId="{FCD21A22-F86A-4BAD-AD4E-1381AF126862}" type="pres">
      <dgm:prSet presAssocID="{E9229D8E-C2A5-4E6F-89DF-DC6CBABFD904}" presName="descendantText" presStyleLbl="alignAccFollowNode1" presStyleIdx="0" presStyleCnt="6">
        <dgm:presLayoutVars>
          <dgm:bulletEnabled val="1"/>
        </dgm:presLayoutVars>
      </dgm:prSet>
      <dgm:spPr/>
      <dgm:t>
        <a:bodyPr/>
        <a:lstStyle/>
        <a:p>
          <a:endParaRPr lang="zh-CN" altLang="en-US"/>
        </a:p>
      </dgm:t>
    </dgm:pt>
    <dgm:pt modelId="{486E8B6A-812D-474D-BFAE-A24B4FBF7FD7}" type="pres">
      <dgm:prSet presAssocID="{71070190-0D03-460E-866E-F12F077467BF}" presName="sp" presStyleCnt="0"/>
      <dgm:spPr/>
    </dgm:pt>
    <dgm:pt modelId="{CD376536-94F0-4622-BCCC-F50FF21A6330}" type="pres">
      <dgm:prSet presAssocID="{FCB48F7E-A893-4B46-A152-00F0D2CE3D6C}" presName="linNode" presStyleCnt="0"/>
      <dgm:spPr/>
    </dgm:pt>
    <dgm:pt modelId="{876019AC-F2D3-4140-9E13-8C4A1F228582}" type="pres">
      <dgm:prSet presAssocID="{FCB48F7E-A893-4B46-A152-00F0D2CE3D6C}" presName="parentText" presStyleLbl="node1" presStyleIdx="1" presStyleCnt="6" custScaleX="51774">
        <dgm:presLayoutVars>
          <dgm:chMax val="1"/>
          <dgm:bulletEnabled val="1"/>
        </dgm:presLayoutVars>
      </dgm:prSet>
      <dgm:spPr/>
      <dgm:t>
        <a:bodyPr/>
        <a:lstStyle/>
        <a:p>
          <a:endParaRPr lang="zh-CN" altLang="en-US"/>
        </a:p>
      </dgm:t>
    </dgm:pt>
    <dgm:pt modelId="{187EE60B-D6ED-4EB5-900F-3927531DD5F8}" type="pres">
      <dgm:prSet presAssocID="{FCB48F7E-A893-4B46-A152-00F0D2CE3D6C}" presName="descendantText" presStyleLbl="alignAccFollowNode1" presStyleIdx="1" presStyleCnt="6" custScaleX="99608">
        <dgm:presLayoutVars>
          <dgm:bulletEnabled val="1"/>
        </dgm:presLayoutVars>
      </dgm:prSet>
      <dgm:spPr/>
      <dgm:t>
        <a:bodyPr/>
        <a:lstStyle/>
        <a:p>
          <a:endParaRPr lang="zh-CN" altLang="en-US"/>
        </a:p>
      </dgm:t>
    </dgm:pt>
    <dgm:pt modelId="{3C398523-6CAF-43A2-B99D-7F77DD2840A2}" type="pres">
      <dgm:prSet presAssocID="{203D411F-6584-442B-9DB5-E9A2FA9A530A}" presName="sp" presStyleCnt="0"/>
      <dgm:spPr/>
    </dgm:pt>
    <dgm:pt modelId="{FC0A0AFD-DC5C-4BA9-B5C3-8747221866DD}" type="pres">
      <dgm:prSet presAssocID="{30CE7ABA-6626-478D-82A9-0C6F5A441960}" presName="linNode" presStyleCnt="0"/>
      <dgm:spPr/>
    </dgm:pt>
    <dgm:pt modelId="{B6BC8131-068C-422E-BD0A-743D184796A9}" type="pres">
      <dgm:prSet presAssocID="{30CE7ABA-6626-478D-82A9-0C6F5A441960}" presName="parentText" presStyleLbl="node1" presStyleIdx="2" presStyleCnt="6" custScaleX="51774">
        <dgm:presLayoutVars>
          <dgm:chMax val="1"/>
          <dgm:bulletEnabled val="1"/>
        </dgm:presLayoutVars>
      </dgm:prSet>
      <dgm:spPr/>
      <dgm:t>
        <a:bodyPr/>
        <a:lstStyle/>
        <a:p>
          <a:endParaRPr lang="zh-CN" altLang="en-US"/>
        </a:p>
      </dgm:t>
    </dgm:pt>
    <dgm:pt modelId="{FB2A164C-6E98-42E2-A967-46CEE9E3ABD3}" type="pres">
      <dgm:prSet presAssocID="{30CE7ABA-6626-478D-82A9-0C6F5A441960}" presName="descendantText" presStyleLbl="alignAccFollowNode1" presStyleIdx="2" presStyleCnt="6">
        <dgm:presLayoutVars>
          <dgm:bulletEnabled val="1"/>
        </dgm:presLayoutVars>
      </dgm:prSet>
      <dgm:spPr/>
      <dgm:t>
        <a:bodyPr/>
        <a:lstStyle/>
        <a:p>
          <a:endParaRPr lang="zh-CN" altLang="en-US"/>
        </a:p>
      </dgm:t>
    </dgm:pt>
    <dgm:pt modelId="{4EAF4BBB-ACD2-43B0-87FE-CFE4354A1F96}" type="pres">
      <dgm:prSet presAssocID="{1BF39F7E-1541-45A1-987F-F0F485FB198C}" presName="sp" presStyleCnt="0"/>
      <dgm:spPr/>
    </dgm:pt>
    <dgm:pt modelId="{77B8CD79-1759-42CB-B486-E339EBF21246}" type="pres">
      <dgm:prSet presAssocID="{0B09DC13-473D-4488-9DFD-D1019D4293D3}" presName="linNode" presStyleCnt="0"/>
      <dgm:spPr/>
    </dgm:pt>
    <dgm:pt modelId="{47F8267F-713F-4C7A-9053-6A592A3FC3C6}" type="pres">
      <dgm:prSet presAssocID="{0B09DC13-473D-4488-9DFD-D1019D4293D3}" presName="parentText" presStyleLbl="node1" presStyleIdx="3" presStyleCnt="6" custScaleX="51774">
        <dgm:presLayoutVars>
          <dgm:chMax val="1"/>
          <dgm:bulletEnabled val="1"/>
        </dgm:presLayoutVars>
      </dgm:prSet>
      <dgm:spPr/>
      <dgm:t>
        <a:bodyPr/>
        <a:lstStyle/>
        <a:p>
          <a:endParaRPr lang="zh-CN" altLang="en-US"/>
        </a:p>
      </dgm:t>
    </dgm:pt>
    <dgm:pt modelId="{899E2C62-6850-483D-B87D-80F915B765B5}" type="pres">
      <dgm:prSet presAssocID="{0B09DC13-473D-4488-9DFD-D1019D4293D3}" presName="descendantText" presStyleLbl="alignAccFollowNode1" presStyleIdx="3" presStyleCnt="6">
        <dgm:presLayoutVars>
          <dgm:bulletEnabled val="1"/>
        </dgm:presLayoutVars>
      </dgm:prSet>
      <dgm:spPr/>
      <dgm:t>
        <a:bodyPr/>
        <a:lstStyle/>
        <a:p>
          <a:endParaRPr lang="zh-CN" altLang="en-US"/>
        </a:p>
      </dgm:t>
    </dgm:pt>
    <dgm:pt modelId="{841A090A-3BD5-4321-A774-D111CAB1FB3E}" type="pres">
      <dgm:prSet presAssocID="{A03BAD12-1B55-4F4F-BFFB-30C52F582150}" presName="sp" presStyleCnt="0"/>
      <dgm:spPr/>
    </dgm:pt>
    <dgm:pt modelId="{9964F3AB-36EA-4D74-91CB-FC633CB34A3F}" type="pres">
      <dgm:prSet presAssocID="{A16277F7-55F5-4900-A577-3C17ADF60620}" presName="linNode" presStyleCnt="0"/>
      <dgm:spPr/>
    </dgm:pt>
    <dgm:pt modelId="{8D471BB1-EE3C-48B2-9A4F-A473204E59F7}" type="pres">
      <dgm:prSet presAssocID="{A16277F7-55F5-4900-A577-3C17ADF60620}" presName="parentText" presStyleLbl="node1" presStyleIdx="4" presStyleCnt="6" custScaleX="51774">
        <dgm:presLayoutVars>
          <dgm:chMax val="1"/>
          <dgm:bulletEnabled val="1"/>
        </dgm:presLayoutVars>
      </dgm:prSet>
      <dgm:spPr/>
      <dgm:t>
        <a:bodyPr/>
        <a:lstStyle/>
        <a:p>
          <a:endParaRPr lang="zh-CN" altLang="en-US"/>
        </a:p>
      </dgm:t>
    </dgm:pt>
    <dgm:pt modelId="{9FA51810-A896-42F0-8549-217654593014}" type="pres">
      <dgm:prSet presAssocID="{A16277F7-55F5-4900-A577-3C17ADF60620}" presName="descendantText" presStyleLbl="alignAccFollowNode1" presStyleIdx="4" presStyleCnt="6">
        <dgm:presLayoutVars>
          <dgm:bulletEnabled val="1"/>
        </dgm:presLayoutVars>
      </dgm:prSet>
      <dgm:spPr/>
      <dgm:t>
        <a:bodyPr/>
        <a:lstStyle/>
        <a:p>
          <a:endParaRPr lang="zh-CN" altLang="en-US"/>
        </a:p>
      </dgm:t>
    </dgm:pt>
    <dgm:pt modelId="{73B3BB89-DC4D-4690-8527-1745292288C2}" type="pres">
      <dgm:prSet presAssocID="{1E2DC076-F51A-468A-94CD-60497E00188B}" presName="sp" presStyleCnt="0"/>
      <dgm:spPr/>
    </dgm:pt>
    <dgm:pt modelId="{4B5B66F6-9C2C-4BC5-ACDC-B9EFB9211393}" type="pres">
      <dgm:prSet presAssocID="{B6E66D6F-58E7-41FE-9C39-3789866D2ADE}" presName="linNode" presStyleCnt="0"/>
      <dgm:spPr/>
    </dgm:pt>
    <dgm:pt modelId="{F1C0A150-5B65-409D-938A-4B749D41A0C9}" type="pres">
      <dgm:prSet presAssocID="{B6E66D6F-58E7-41FE-9C39-3789866D2ADE}" presName="parentText" presStyleLbl="node1" presStyleIdx="5" presStyleCnt="6" custScaleX="52391">
        <dgm:presLayoutVars>
          <dgm:chMax val="1"/>
          <dgm:bulletEnabled val="1"/>
        </dgm:presLayoutVars>
      </dgm:prSet>
      <dgm:spPr/>
      <dgm:t>
        <a:bodyPr/>
        <a:lstStyle/>
        <a:p>
          <a:endParaRPr lang="zh-CN" altLang="en-US"/>
        </a:p>
      </dgm:t>
    </dgm:pt>
    <dgm:pt modelId="{8D1B5D78-6BCA-4BFE-A54A-3FBFC91E4964}" type="pres">
      <dgm:prSet presAssocID="{B6E66D6F-58E7-41FE-9C39-3789866D2ADE}" presName="descendantText" presStyleLbl="alignAccFollowNode1" presStyleIdx="5" presStyleCnt="6" custScaleX="100000">
        <dgm:presLayoutVars>
          <dgm:bulletEnabled val="1"/>
        </dgm:presLayoutVars>
      </dgm:prSet>
      <dgm:spPr/>
      <dgm:t>
        <a:bodyPr/>
        <a:lstStyle/>
        <a:p>
          <a:endParaRPr lang="zh-CN" altLang="en-US"/>
        </a:p>
      </dgm:t>
    </dgm:pt>
  </dgm:ptLst>
  <dgm:cxnLst>
    <dgm:cxn modelId="{1224F53C-C9F5-4EE7-A825-1D099097B227}" type="presOf" srcId="{A16277F7-55F5-4900-A577-3C17ADF60620}" destId="{8D471BB1-EE3C-48B2-9A4F-A473204E59F7}" srcOrd="0" destOrd="0" presId="urn:microsoft.com/office/officeart/2005/8/layout/vList5"/>
    <dgm:cxn modelId="{0899E69B-85ED-4EDA-94E8-B3C40B65A9FA}" type="presOf" srcId="{25EFCECE-795F-46E2-AEEC-D58F529B723F}" destId="{FCD21A22-F86A-4BAD-AD4E-1381AF126862}" srcOrd="0" destOrd="0" presId="urn:microsoft.com/office/officeart/2005/8/layout/vList5"/>
    <dgm:cxn modelId="{3101C400-6691-4D8B-B1A6-BCC867D89ABC}" srcId="{55C9BC06-27E7-4506-9472-91BB7936D53F}" destId="{0B09DC13-473D-4488-9DFD-D1019D4293D3}" srcOrd="3" destOrd="0" parTransId="{379066A5-28CF-4386-8317-C0A1AAF0305B}" sibTransId="{A03BAD12-1B55-4F4F-BFFB-30C52F582150}"/>
    <dgm:cxn modelId="{F7BECF40-9EE5-41F3-9C05-E5DDD3B0331D}" type="presOf" srcId="{E9229D8E-C2A5-4E6F-89DF-DC6CBABFD904}" destId="{21337BD4-EAE7-4FC6-8B68-510B5313E295}" srcOrd="0" destOrd="0" presId="urn:microsoft.com/office/officeart/2005/8/layout/vList5"/>
    <dgm:cxn modelId="{4A53A962-8350-483E-A79F-43B50694A5DA}" srcId="{55C9BC06-27E7-4506-9472-91BB7936D53F}" destId="{B6E66D6F-58E7-41FE-9C39-3789866D2ADE}" srcOrd="5" destOrd="0" parTransId="{45DFF80D-70E5-4961-98E6-803E89BF6C69}" sibTransId="{F701EBE9-E03D-47EF-B774-D79FFF1F6318}"/>
    <dgm:cxn modelId="{83EDD32B-8027-40D1-A62F-C1F0145A66AC}" srcId="{55C9BC06-27E7-4506-9472-91BB7936D53F}" destId="{30CE7ABA-6626-478D-82A9-0C6F5A441960}" srcOrd="2" destOrd="0" parTransId="{F01FF562-F0D6-4FB2-878C-11E70070A6AE}" sibTransId="{1BF39F7E-1541-45A1-987F-F0F485FB198C}"/>
    <dgm:cxn modelId="{F85DE6D9-F06E-444A-BBB5-0A786E906FCD}" srcId="{30CE7ABA-6626-478D-82A9-0C6F5A441960}" destId="{A2CD7B22-281A-42AC-B04B-8D96B5DA4912}" srcOrd="0" destOrd="0" parTransId="{77516C5C-6419-4207-84B2-04C2E449C422}" sibTransId="{9AF01A24-E8C4-44CD-AFBA-12D59FB9B15E}"/>
    <dgm:cxn modelId="{88A0A2F5-9E79-489D-ABF5-C511646014DA}" type="presOf" srcId="{30CE7ABA-6626-478D-82A9-0C6F5A441960}" destId="{B6BC8131-068C-422E-BD0A-743D184796A9}" srcOrd="0" destOrd="0" presId="urn:microsoft.com/office/officeart/2005/8/layout/vList5"/>
    <dgm:cxn modelId="{146325BD-7648-4EFB-94BE-872CAE6C826F}" srcId="{E9229D8E-C2A5-4E6F-89DF-DC6CBABFD904}" destId="{25EFCECE-795F-46E2-AEEC-D58F529B723F}" srcOrd="0" destOrd="0" parTransId="{7B257960-7809-45BA-9FA1-10809E88E5A3}" sibTransId="{B6A9F054-806F-47F8-8E0C-895742E158A2}"/>
    <dgm:cxn modelId="{0C533B42-5518-4B9A-BAF3-3619E57D6124}" type="presOf" srcId="{B6E66D6F-58E7-41FE-9C39-3789866D2ADE}" destId="{F1C0A150-5B65-409D-938A-4B749D41A0C9}" srcOrd="0" destOrd="0" presId="urn:microsoft.com/office/officeart/2005/8/layout/vList5"/>
    <dgm:cxn modelId="{66343CB2-534D-442B-8818-666034D9AA7A}" type="presOf" srcId="{C537F16C-9AE4-49DF-88D9-83D1EA60AF84}" destId="{899E2C62-6850-483D-B87D-80F915B765B5}" srcOrd="0" destOrd="0" presId="urn:microsoft.com/office/officeart/2005/8/layout/vList5"/>
    <dgm:cxn modelId="{76BE74A9-36CF-4FA1-8308-9707BA4D2C2A}" srcId="{0B09DC13-473D-4488-9DFD-D1019D4293D3}" destId="{C537F16C-9AE4-49DF-88D9-83D1EA60AF84}" srcOrd="0" destOrd="0" parTransId="{B09C7336-A3E0-46E8-A2C2-9198BDB1C125}" sibTransId="{AAC9993E-110E-4423-BE31-10413F32F3D6}"/>
    <dgm:cxn modelId="{E0BC15ED-23BA-479B-8686-C4F75B5375D8}" type="presOf" srcId="{55C9BC06-27E7-4506-9472-91BB7936D53F}" destId="{46BEA991-5658-48FC-B01F-DE47F40EE891}" srcOrd="0" destOrd="0" presId="urn:microsoft.com/office/officeart/2005/8/layout/vList5"/>
    <dgm:cxn modelId="{3A333A89-4D64-4C6A-B6B9-67DE646FC35C}" srcId="{55C9BC06-27E7-4506-9472-91BB7936D53F}" destId="{A16277F7-55F5-4900-A577-3C17ADF60620}" srcOrd="4" destOrd="0" parTransId="{0A426471-5AE9-457A-BCB7-6A967E1C3098}" sibTransId="{1E2DC076-F51A-468A-94CD-60497E00188B}"/>
    <dgm:cxn modelId="{9BE95E81-E3CD-47B0-8096-CB7004D2F916}" type="presOf" srcId="{FCB48F7E-A893-4B46-A152-00F0D2CE3D6C}" destId="{876019AC-F2D3-4140-9E13-8C4A1F228582}" srcOrd="0" destOrd="0" presId="urn:microsoft.com/office/officeart/2005/8/layout/vList5"/>
    <dgm:cxn modelId="{42ED4CE6-8C2A-4212-A488-DF2467C147E1}" srcId="{55C9BC06-27E7-4506-9472-91BB7936D53F}" destId="{E9229D8E-C2A5-4E6F-89DF-DC6CBABFD904}" srcOrd="0" destOrd="0" parTransId="{6E3661AD-60B8-4885-BCD4-99865D4EF71F}" sibTransId="{71070190-0D03-460E-866E-F12F077467BF}"/>
    <dgm:cxn modelId="{56F98B2B-2BC9-4B8C-81C1-DC7F6CC1916E}" type="presOf" srcId="{23FC3643-A601-4369-B27F-46344EE05CAB}" destId="{8D1B5D78-6BCA-4BFE-A54A-3FBFC91E4964}" srcOrd="0" destOrd="0" presId="urn:microsoft.com/office/officeart/2005/8/layout/vList5"/>
    <dgm:cxn modelId="{1AEE4C6E-A35E-4E1C-80CB-CD919DD47E40}" type="presOf" srcId="{A2CD7B22-281A-42AC-B04B-8D96B5DA4912}" destId="{FB2A164C-6E98-42E2-A967-46CEE9E3ABD3}" srcOrd="0" destOrd="0" presId="urn:microsoft.com/office/officeart/2005/8/layout/vList5"/>
    <dgm:cxn modelId="{B6326B85-3C03-449D-A95B-3381AF708B92}" srcId="{FCB48F7E-A893-4B46-A152-00F0D2CE3D6C}" destId="{EEA89238-AAB7-4900-A354-12FF59C6B067}" srcOrd="0" destOrd="0" parTransId="{F5D7C2F8-0416-429A-882B-F5A68BCBC2D0}" sibTransId="{C03A2A1A-81AE-4EF6-ACAB-8BDEA2A495A8}"/>
    <dgm:cxn modelId="{26928111-6B2C-44C7-97E2-B33DA2F7EB97}" type="presOf" srcId="{EEA89238-AAB7-4900-A354-12FF59C6B067}" destId="{187EE60B-D6ED-4EB5-900F-3927531DD5F8}" srcOrd="0" destOrd="0" presId="urn:microsoft.com/office/officeart/2005/8/layout/vList5"/>
    <dgm:cxn modelId="{3540D398-50DA-47F5-A79C-1BA590C8E9F1}" srcId="{B6E66D6F-58E7-41FE-9C39-3789866D2ADE}" destId="{23FC3643-A601-4369-B27F-46344EE05CAB}" srcOrd="0" destOrd="0" parTransId="{5DE4F113-43EF-4E68-8A6C-58C5499EDF88}" sibTransId="{A1CB317C-73FA-463D-AD06-AA26BB04CE07}"/>
    <dgm:cxn modelId="{D1DF47D7-02C2-46C1-93B3-0599C2FECE7D}" type="presOf" srcId="{0B09DC13-473D-4488-9DFD-D1019D4293D3}" destId="{47F8267F-713F-4C7A-9053-6A592A3FC3C6}" srcOrd="0" destOrd="0" presId="urn:microsoft.com/office/officeart/2005/8/layout/vList5"/>
    <dgm:cxn modelId="{B5635467-6E8A-49B8-BF3D-D0C68E2A3860}" srcId="{55C9BC06-27E7-4506-9472-91BB7936D53F}" destId="{FCB48F7E-A893-4B46-A152-00F0D2CE3D6C}" srcOrd="1" destOrd="0" parTransId="{D2962C4C-674E-40A4-8ECD-1374BD924862}" sibTransId="{203D411F-6584-442B-9DB5-E9A2FA9A530A}"/>
    <dgm:cxn modelId="{51D5845F-7B21-4379-A0C9-B696E140B391}" srcId="{A16277F7-55F5-4900-A577-3C17ADF60620}" destId="{3D9ED44B-F253-45E4-9F05-3A0F0A362EC2}" srcOrd="0" destOrd="0" parTransId="{E71ECAFA-9DF1-4015-881C-6CF953EC2F69}" sibTransId="{2611CBD1-1827-4BF5-AE0C-48E29B97859D}"/>
    <dgm:cxn modelId="{1595323D-BC9D-458D-8B8D-FFF55472EC7C}" type="presOf" srcId="{3D9ED44B-F253-45E4-9F05-3A0F0A362EC2}" destId="{9FA51810-A896-42F0-8549-217654593014}" srcOrd="0" destOrd="0" presId="urn:microsoft.com/office/officeart/2005/8/layout/vList5"/>
    <dgm:cxn modelId="{4D7F563E-88C4-4AEC-8CA7-9BA5CA2C8CE6}" type="presParOf" srcId="{46BEA991-5658-48FC-B01F-DE47F40EE891}" destId="{573CA7B6-2C62-4154-A1DC-DBDF6376DC61}" srcOrd="0" destOrd="0" presId="urn:microsoft.com/office/officeart/2005/8/layout/vList5"/>
    <dgm:cxn modelId="{090087A3-0C9D-48EA-A9D8-2E362A6E4A19}" type="presParOf" srcId="{573CA7B6-2C62-4154-A1DC-DBDF6376DC61}" destId="{21337BD4-EAE7-4FC6-8B68-510B5313E295}" srcOrd="0" destOrd="0" presId="urn:microsoft.com/office/officeart/2005/8/layout/vList5"/>
    <dgm:cxn modelId="{96D857F8-098E-4FF1-86C1-2B63D1C714CF}" type="presParOf" srcId="{573CA7B6-2C62-4154-A1DC-DBDF6376DC61}" destId="{FCD21A22-F86A-4BAD-AD4E-1381AF126862}" srcOrd="1" destOrd="0" presId="urn:microsoft.com/office/officeart/2005/8/layout/vList5"/>
    <dgm:cxn modelId="{76A8F01B-F0A2-4273-B28F-747FEBB341F4}" type="presParOf" srcId="{46BEA991-5658-48FC-B01F-DE47F40EE891}" destId="{486E8B6A-812D-474D-BFAE-A24B4FBF7FD7}" srcOrd="1" destOrd="0" presId="urn:microsoft.com/office/officeart/2005/8/layout/vList5"/>
    <dgm:cxn modelId="{87FAC30B-9380-4F6B-9BDE-385195319222}" type="presParOf" srcId="{46BEA991-5658-48FC-B01F-DE47F40EE891}" destId="{CD376536-94F0-4622-BCCC-F50FF21A6330}" srcOrd="2" destOrd="0" presId="urn:microsoft.com/office/officeart/2005/8/layout/vList5"/>
    <dgm:cxn modelId="{D3EBD688-49CE-4870-9BAA-5FDC511483B3}" type="presParOf" srcId="{CD376536-94F0-4622-BCCC-F50FF21A6330}" destId="{876019AC-F2D3-4140-9E13-8C4A1F228582}" srcOrd="0" destOrd="0" presId="urn:microsoft.com/office/officeart/2005/8/layout/vList5"/>
    <dgm:cxn modelId="{571848C3-49CD-4525-BA16-7AE28C7412A2}" type="presParOf" srcId="{CD376536-94F0-4622-BCCC-F50FF21A6330}" destId="{187EE60B-D6ED-4EB5-900F-3927531DD5F8}" srcOrd="1" destOrd="0" presId="urn:microsoft.com/office/officeart/2005/8/layout/vList5"/>
    <dgm:cxn modelId="{7BBB6824-820D-496A-8BC2-A3A309991521}" type="presParOf" srcId="{46BEA991-5658-48FC-B01F-DE47F40EE891}" destId="{3C398523-6CAF-43A2-B99D-7F77DD2840A2}" srcOrd="3" destOrd="0" presId="urn:microsoft.com/office/officeart/2005/8/layout/vList5"/>
    <dgm:cxn modelId="{ACA30E6D-BD62-4141-A2E4-29566742D220}" type="presParOf" srcId="{46BEA991-5658-48FC-B01F-DE47F40EE891}" destId="{FC0A0AFD-DC5C-4BA9-B5C3-8747221866DD}" srcOrd="4" destOrd="0" presId="urn:microsoft.com/office/officeart/2005/8/layout/vList5"/>
    <dgm:cxn modelId="{4E7536BA-03D6-4A14-AD34-A01B0972F071}" type="presParOf" srcId="{FC0A0AFD-DC5C-4BA9-B5C3-8747221866DD}" destId="{B6BC8131-068C-422E-BD0A-743D184796A9}" srcOrd="0" destOrd="0" presId="urn:microsoft.com/office/officeart/2005/8/layout/vList5"/>
    <dgm:cxn modelId="{D3860496-212E-4037-8F89-008416F56DAE}" type="presParOf" srcId="{FC0A0AFD-DC5C-4BA9-B5C3-8747221866DD}" destId="{FB2A164C-6E98-42E2-A967-46CEE9E3ABD3}" srcOrd="1" destOrd="0" presId="urn:microsoft.com/office/officeart/2005/8/layout/vList5"/>
    <dgm:cxn modelId="{302A1AA2-1806-45D0-B564-0203F4B50792}" type="presParOf" srcId="{46BEA991-5658-48FC-B01F-DE47F40EE891}" destId="{4EAF4BBB-ACD2-43B0-87FE-CFE4354A1F96}" srcOrd="5" destOrd="0" presId="urn:microsoft.com/office/officeart/2005/8/layout/vList5"/>
    <dgm:cxn modelId="{7530FB6B-B6A9-44B4-8201-517B3BF3FCAE}" type="presParOf" srcId="{46BEA991-5658-48FC-B01F-DE47F40EE891}" destId="{77B8CD79-1759-42CB-B486-E339EBF21246}" srcOrd="6" destOrd="0" presId="urn:microsoft.com/office/officeart/2005/8/layout/vList5"/>
    <dgm:cxn modelId="{7DB44BD0-32CC-451E-BA21-D93B4803E691}" type="presParOf" srcId="{77B8CD79-1759-42CB-B486-E339EBF21246}" destId="{47F8267F-713F-4C7A-9053-6A592A3FC3C6}" srcOrd="0" destOrd="0" presId="urn:microsoft.com/office/officeart/2005/8/layout/vList5"/>
    <dgm:cxn modelId="{45A66F78-FDD7-4FF3-8535-6A55B53365E6}" type="presParOf" srcId="{77B8CD79-1759-42CB-B486-E339EBF21246}" destId="{899E2C62-6850-483D-B87D-80F915B765B5}" srcOrd="1" destOrd="0" presId="urn:microsoft.com/office/officeart/2005/8/layout/vList5"/>
    <dgm:cxn modelId="{EEB87568-8B2F-47F6-BC46-80CA6F6958A4}" type="presParOf" srcId="{46BEA991-5658-48FC-B01F-DE47F40EE891}" destId="{841A090A-3BD5-4321-A774-D111CAB1FB3E}" srcOrd="7" destOrd="0" presId="urn:microsoft.com/office/officeart/2005/8/layout/vList5"/>
    <dgm:cxn modelId="{5C9831FE-35CE-449E-9F43-62A1EFF4265A}" type="presParOf" srcId="{46BEA991-5658-48FC-B01F-DE47F40EE891}" destId="{9964F3AB-36EA-4D74-91CB-FC633CB34A3F}" srcOrd="8" destOrd="0" presId="urn:microsoft.com/office/officeart/2005/8/layout/vList5"/>
    <dgm:cxn modelId="{1DF2AB5D-C420-4168-90EC-D568EA7D10E3}" type="presParOf" srcId="{9964F3AB-36EA-4D74-91CB-FC633CB34A3F}" destId="{8D471BB1-EE3C-48B2-9A4F-A473204E59F7}" srcOrd="0" destOrd="0" presId="urn:microsoft.com/office/officeart/2005/8/layout/vList5"/>
    <dgm:cxn modelId="{965281E6-61B2-4827-B9F1-AE2907794FD4}" type="presParOf" srcId="{9964F3AB-36EA-4D74-91CB-FC633CB34A3F}" destId="{9FA51810-A896-42F0-8549-217654593014}" srcOrd="1" destOrd="0" presId="urn:microsoft.com/office/officeart/2005/8/layout/vList5"/>
    <dgm:cxn modelId="{4558038C-785E-4655-8F12-68EA1AB19906}" type="presParOf" srcId="{46BEA991-5658-48FC-B01F-DE47F40EE891}" destId="{73B3BB89-DC4D-4690-8527-1745292288C2}" srcOrd="9" destOrd="0" presId="urn:microsoft.com/office/officeart/2005/8/layout/vList5"/>
    <dgm:cxn modelId="{A131AEC5-2025-4624-9EFF-9FCAC6539FA3}" type="presParOf" srcId="{46BEA991-5658-48FC-B01F-DE47F40EE891}" destId="{4B5B66F6-9C2C-4BC5-ACDC-B9EFB9211393}" srcOrd="10" destOrd="0" presId="urn:microsoft.com/office/officeart/2005/8/layout/vList5"/>
    <dgm:cxn modelId="{F61BE768-2DA4-4D78-96D6-725AB554EB3C}" type="presParOf" srcId="{4B5B66F6-9C2C-4BC5-ACDC-B9EFB9211393}" destId="{F1C0A150-5B65-409D-938A-4B749D41A0C9}" srcOrd="0" destOrd="0" presId="urn:microsoft.com/office/officeart/2005/8/layout/vList5"/>
    <dgm:cxn modelId="{2D6B9BF5-E83D-453A-B1BB-1C1E883A284C}" type="presParOf" srcId="{4B5B66F6-9C2C-4BC5-ACDC-B9EFB9211393}" destId="{8D1B5D78-6BCA-4BFE-A54A-3FBFC91E496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5C9BC06-27E7-4506-9472-91BB7936D53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E9229D8E-C2A5-4E6F-89DF-DC6CBABFD904}">
      <dgm:prSet phldrT="[文本]"/>
      <dgm:spPr/>
      <dgm:t>
        <a:bodyPr/>
        <a:lstStyle/>
        <a:p>
          <a:r>
            <a:rPr lang="en-US" altLang="zh-CN" dirty="0" smtClean="0"/>
            <a:t>1</a:t>
          </a:r>
          <a:endParaRPr lang="zh-CN" altLang="en-US" dirty="0"/>
        </a:p>
      </dgm:t>
    </dgm:pt>
    <dgm:pt modelId="{6E3661AD-60B8-4885-BCD4-99865D4EF71F}" type="parTrans" cxnId="{42ED4CE6-8C2A-4212-A488-DF2467C147E1}">
      <dgm:prSet/>
      <dgm:spPr/>
      <dgm:t>
        <a:bodyPr/>
        <a:lstStyle/>
        <a:p>
          <a:endParaRPr lang="zh-CN" altLang="en-US"/>
        </a:p>
      </dgm:t>
    </dgm:pt>
    <dgm:pt modelId="{71070190-0D03-460E-866E-F12F077467BF}" type="sibTrans" cxnId="{42ED4CE6-8C2A-4212-A488-DF2467C147E1}">
      <dgm:prSet/>
      <dgm:spPr/>
      <dgm:t>
        <a:bodyPr/>
        <a:lstStyle/>
        <a:p>
          <a:endParaRPr lang="zh-CN" altLang="en-US"/>
        </a:p>
      </dgm:t>
    </dgm:pt>
    <dgm:pt modelId="{25EFCECE-795F-46E2-AEEC-D58F529B723F}">
      <dgm:prSet phldrT="[文本]"/>
      <dgm:spPr>
        <a:solidFill>
          <a:schemeClr val="accent1">
            <a:lumMod val="40000"/>
            <a:lumOff val="60000"/>
            <a:alpha val="90000"/>
          </a:schemeClr>
        </a:solidFill>
      </dgm:spPr>
      <dgm:t>
        <a:bodyPr/>
        <a:lstStyle/>
        <a:p>
          <a:r>
            <a:rPr lang="gsw-FR" altLang="zh-CN" dirty="0" smtClean="0"/>
            <a:t>Composition</a:t>
          </a:r>
          <a:r>
            <a:rPr lang="en-US" altLang="zh-CN" dirty="0" smtClean="0"/>
            <a:t> and status of DTS in orbit</a:t>
          </a:r>
          <a:r>
            <a:rPr lang="en-US" altLang="zh-CN" baseline="0" dirty="0" smtClean="0"/>
            <a:t> </a:t>
          </a:r>
          <a:endParaRPr lang="zh-CN" altLang="en-US" dirty="0"/>
        </a:p>
      </dgm:t>
    </dgm:pt>
    <dgm:pt modelId="{7B257960-7809-45BA-9FA1-10809E88E5A3}" type="parTrans" cxnId="{146325BD-7648-4EFB-94BE-872CAE6C826F}">
      <dgm:prSet/>
      <dgm:spPr/>
      <dgm:t>
        <a:bodyPr/>
        <a:lstStyle/>
        <a:p>
          <a:endParaRPr lang="zh-CN" altLang="en-US"/>
        </a:p>
      </dgm:t>
    </dgm:pt>
    <dgm:pt modelId="{B6A9F054-806F-47F8-8E0C-895742E158A2}" type="sibTrans" cxnId="{146325BD-7648-4EFB-94BE-872CAE6C826F}">
      <dgm:prSet/>
      <dgm:spPr/>
      <dgm:t>
        <a:bodyPr/>
        <a:lstStyle/>
        <a:p>
          <a:endParaRPr lang="zh-CN" altLang="en-US"/>
        </a:p>
      </dgm:t>
    </dgm:pt>
    <dgm:pt modelId="{FCB48F7E-A893-4B46-A152-00F0D2CE3D6C}">
      <dgm:prSet phldrT="[文本]"/>
      <dgm:spPr/>
      <dgm:t>
        <a:bodyPr/>
        <a:lstStyle/>
        <a:p>
          <a:r>
            <a:rPr lang="en-US" altLang="zh-CN" dirty="0" smtClean="0"/>
            <a:t>2</a:t>
          </a:r>
          <a:endParaRPr lang="zh-CN" altLang="en-US" dirty="0"/>
        </a:p>
      </dgm:t>
    </dgm:pt>
    <dgm:pt modelId="{D2962C4C-674E-40A4-8ECD-1374BD924862}" type="parTrans" cxnId="{B5635467-6E8A-49B8-BF3D-D0C68E2A3860}">
      <dgm:prSet/>
      <dgm:spPr/>
      <dgm:t>
        <a:bodyPr/>
        <a:lstStyle/>
        <a:p>
          <a:endParaRPr lang="zh-CN" altLang="en-US"/>
        </a:p>
      </dgm:t>
    </dgm:pt>
    <dgm:pt modelId="{203D411F-6584-442B-9DB5-E9A2FA9A530A}" type="sibTrans" cxnId="{B5635467-6E8A-49B8-BF3D-D0C68E2A3860}">
      <dgm:prSet/>
      <dgm:spPr/>
      <dgm:t>
        <a:bodyPr/>
        <a:lstStyle/>
        <a:p>
          <a:endParaRPr lang="zh-CN" altLang="en-US"/>
        </a:p>
      </dgm:t>
    </dgm:pt>
    <dgm:pt modelId="{EEA89238-AAB7-4900-A354-12FF59C6B067}">
      <dgm:prSet phldrT="[文本]"/>
      <dgm:spPr>
        <a:solidFill>
          <a:schemeClr val="accent1">
            <a:lumMod val="40000"/>
            <a:lumOff val="60000"/>
            <a:alpha val="90000"/>
          </a:schemeClr>
        </a:solidFill>
      </dgm:spPr>
      <dgm:t>
        <a:bodyPr/>
        <a:lstStyle/>
        <a:p>
          <a:r>
            <a:rPr lang="en-US" altLang="zh-CN" dirty="0" smtClean="0"/>
            <a:t>Working mode</a:t>
          </a:r>
          <a:r>
            <a:rPr lang="en-US" altLang="en-US" dirty="0" smtClean="0"/>
            <a:t> of DTS in orbit</a:t>
          </a:r>
          <a:endParaRPr lang="zh-CN" altLang="en-US" dirty="0"/>
        </a:p>
      </dgm:t>
    </dgm:pt>
    <dgm:pt modelId="{F5D7C2F8-0416-429A-882B-F5A68BCBC2D0}" type="parTrans" cxnId="{B6326B85-3C03-449D-A95B-3381AF708B92}">
      <dgm:prSet/>
      <dgm:spPr/>
      <dgm:t>
        <a:bodyPr/>
        <a:lstStyle/>
        <a:p>
          <a:endParaRPr lang="zh-CN" altLang="en-US"/>
        </a:p>
      </dgm:t>
    </dgm:pt>
    <dgm:pt modelId="{C03A2A1A-81AE-4EF6-ACAB-8BDEA2A495A8}" type="sibTrans" cxnId="{B6326B85-3C03-449D-A95B-3381AF708B92}">
      <dgm:prSet/>
      <dgm:spPr/>
      <dgm:t>
        <a:bodyPr/>
        <a:lstStyle/>
        <a:p>
          <a:endParaRPr lang="zh-CN" altLang="en-US"/>
        </a:p>
      </dgm:t>
    </dgm:pt>
    <dgm:pt modelId="{30CE7ABA-6626-478D-82A9-0C6F5A441960}">
      <dgm:prSet phldrT="[文本]"/>
      <dgm:spPr/>
      <dgm:t>
        <a:bodyPr/>
        <a:lstStyle/>
        <a:p>
          <a:r>
            <a:rPr lang="en-US" altLang="zh-CN" dirty="0" smtClean="0"/>
            <a:t>3</a:t>
          </a:r>
          <a:endParaRPr lang="zh-CN" altLang="en-US" dirty="0"/>
        </a:p>
      </dgm:t>
    </dgm:pt>
    <dgm:pt modelId="{F01FF562-F0D6-4FB2-878C-11E70070A6AE}" type="parTrans" cxnId="{83EDD32B-8027-40D1-A62F-C1F0145A66AC}">
      <dgm:prSet/>
      <dgm:spPr/>
      <dgm:t>
        <a:bodyPr/>
        <a:lstStyle/>
        <a:p>
          <a:endParaRPr lang="zh-CN" altLang="en-US"/>
        </a:p>
      </dgm:t>
    </dgm:pt>
    <dgm:pt modelId="{1BF39F7E-1541-45A1-987F-F0F485FB198C}" type="sibTrans" cxnId="{83EDD32B-8027-40D1-A62F-C1F0145A66AC}">
      <dgm:prSet/>
      <dgm:spPr/>
      <dgm:t>
        <a:bodyPr/>
        <a:lstStyle/>
        <a:p>
          <a:endParaRPr lang="zh-CN" altLang="en-US"/>
        </a:p>
      </dgm:t>
    </dgm:pt>
    <dgm:pt modelId="{A2CD7B22-281A-42AC-B04B-8D96B5DA4912}">
      <dgm:prSet phldrT="[文本]"/>
      <dgm:spPr>
        <a:solidFill>
          <a:schemeClr val="accent2">
            <a:lumMod val="40000"/>
            <a:lumOff val="60000"/>
            <a:alpha val="90000"/>
          </a:schemeClr>
        </a:solidFill>
      </dgm:spPr>
      <dgm:t>
        <a:bodyPr/>
        <a:lstStyle/>
        <a:p>
          <a:r>
            <a:rPr lang="gsw-FR" altLang="zh-CN" dirty="0" smtClean="0"/>
            <a:t>Telecommand</a:t>
          </a:r>
          <a:r>
            <a:rPr lang="en-US" altLang="zh-CN" dirty="0" smtClean="0"/>
            <a:t> and telemetry of DTS  </a:t>
          </a:r>
          <a:endParaRPr lang="zh-CN" altLang="en-US" dirty="0"/>
        </a:p>
      </dgm:t>
    </dgm:pt>
    <dgm:pt modelId="{77516C5C-6419-4207-84B2-04C2E449C422}" type="parTrans" cxnId="{F85DE6D9-F06E-444A-BBB5-0A786E906FCD}">
      <dgm:prSet/>
      <dgm:spPr/>
      <dgm:t>
        <a:bodyPr/>
        <a:lstStyle/>
        <a:p>
          <a:endParaRPr lang="zh-CN" altLang="en-US"/>
        </a:p>
      </dgm:t>
    </dgm:pt>
    <dgm:pt modelId="{9AF01A24-E8C4-44CD-AFBA-12D59FB9B15E}" type="sibTrans" cxnId="{F85DE6D9-F06E-444A-BBB5-0A786E906FCD}">
      <dgm:prSet/>
      <dgm:spPr/>
      <dgm:t>
        <a:bodyPr/>
        <a:lstStyle/>
        <a:p>
          <a:endParaRPr lang="zh-CN" altLang="en-US"/>
        </a:p>
      </dgm:t>
    </dgm:pt>
    <dgm:pt modelId="{0B09DC13-473D-4488-9DFD-D1019D4293D3}">
      <dgm:prSet phldrT="[文本]"/>
      <dgm:spPr/>
      <dgm:t>
        <a:bodyPr/>
        <a:lstStyle/>
        <a:p>
          <a:r>
            <a:rPr lang="en-US" altLang="zh-CN" dirty="0" smtClean="0"/>
            <a:t>4</a:t>
          </a:r>
          <a:endParaRPr lang="zh-CN" altLang="en-US" dirty="0"/>
        </a:p>
      </dgm:t>
    </dgm:pt>
    <dgm:pt modelId="{379066A5-28CF-4386-8317-C0A1AAF0305B}" type="parTrans" cxnId="{3101C400-6691-4D8B-B1A6-BCC867D89ABC}">
      <dgm:prSet/>
      <dgm:spPr/>
      <dgm:t>
        <a:bodyPr/>
        <a:lstStyle/>
        <a:p>
          <a:endParaRPr lang="zh-CN" altLang="en-US"/>
        </a:p>
      </dgm:t>
    </dgm:pt>
    <dgm:pt modelId="{A03BAD12-1B55-4F4F-BFFB-30C52F582150}" type="sibTrans" cxnId="{3101C400-6691-4D8B-B1A6-BCC867D89ABC}">
      <dgm:prSet/>
      <dgm:spPr/>
      <dgm:t>
        <a:bodyPr/>
        <a:lstStyle/>
        <a:p>
          <a:endParaRPr lang="zh-CN" altLang="en-US"/>
        </a:p>
      </dgm:t>
    </dgm:pt>
    <dgm:pt modelId="{C537F16C-9AE4-49DF-88D9-83D1EA60AF84}">
      <dgm:prSet phldrT="[文本]"/>
      <dgm:spPr/>
      <dgm:t>
        <a:bodyPr/>
        <a:lstStyle/>
        <a:p>
          <a:r>
            <a:rPr lang="en-US" altLang="zh-CN" dirty="0" smtClean="0"/>
            <a:t>Sequence </a:t>
          </a:r>
          <a:r>
            <a:rPr lang="en-US" altLang="zh-CN" baseline="0" dirty="0" smtClean="0"/>
            <a:t>of operation</a:t>
          </a:r>
          <a:endParaRPr lang="zh-CN" altLang="en-US" dirty="0"/>
        </a:p>
      </dgm:t>
    </dgm:pt>
    <dgm:pt modelId="{B09C7336-A3E0-46E8-A2C2-9198BDB1C125}" type="parTrans" cxnId="{76BE74A9-36CF-4FA1-8308-9707BA4D2C2A}">
      <dgm:prSet/>
      <dgm:spPr/>
      <dgm:t>
        <a:bodyPr/>
        <a:lstStyle/>
        <a:p>
          <a:endParaRPr lang="zh-CN" altLang="en-US"/>
        </a:p>
      </dgm:t>
    </dgm:pt>
    <dgm:pt modelId="{AAC9993E-110E-4423-BE31-10413F32F3D6}" type="sibTrans" cxnId="{76BE74A9-36CF-4FA1-8308-9707BA4D2C2A}">
      <dgm:prSet/>
      <dgm:spPr/>
      <dgm:t>
        <a:bodyPr/>
        <a:lstStyle/>
        <a:p>
          <a:endParaRPr lang="zh-CN" altLang="en-US"/>
        </a:p>
      </dgm:t>
    </dgm:pt>
    <dgm:pt modelId="{A16277F7-55F5-4900-A577-3C17ADF60620}">
      <dgm:prSet phldrT="[文本]"/>
      <dgm:spPr/>
      <dgm:t>
        <a:bodyPr/>
        <a:lstStyle/>
        <a:p>
          <a:r>
            <a:rPr lang="en-US" altLang="zh-CN" dirty="0" smtClean="0"/>
            <a:t>5</a:t>
          </a:r>
          <a:endParaRPr lang="zh-CN" altLang="en-US" dirty="0"/>
        </a:p>
      </dgm:t>
    </dgm:pt>
    <dgm:pt modelId="{0A426471-5AE9-457A-BCB7-6A967E1C3098}" type="parTrans" cxnId="{3A333A89-4D64-4C6A-B6B9-67DE646FC35C}">
      <dgm:prSet/>
      <dgm:spPr/>
      <dgm:t>
        <a:bodyPr/>
        <a:lstStyle/>
        <a:p>
          <a:endParaRPr lang="zh-CN" altLang="en-US"/>
        </a:p>
      </dgm:t>
    </dgm:pt>
    <dgm:pt modelId="{1E2DC076-F51A-468A-94CD-60497E00188B}" type="sibTrans" cxnId="{3A333A89-4D64-4C6A-B6B9-67DE646FC35C}">
      <dgm:prSet/>
      <dgm:spPr/>
      <dgm:t>
        <a:bodyPr/>
        <a:lstStyle/>
        <a:p>
          <a:endParaRPr lang="zh-CN" altLang="en-US"/>
        </a:p>
      </dgm:t>
    </dgm:pt>
    <dgm:pt modelId="{3D9ED44B-F253-45E4-9F05-3A0F0A362EC2}">
      <dgm:prSet phldrT="[文本]"/>
      <dgm:spPr/>
      <dgm:t>
        <a:bodyPr/>
        <a:lstStyle/>
        <a:p>
          <a:r>
            <a:rPr lang="en-US" altLang="zh-CN" dirty="0" smtClean="0"/>
            <a:t>Important Notice</a:t>
          </a:r>
          <a:endParaRPr lang="zh-CN" altLang="en-US" dirty="0"/>
        </a:p>
      </dgm:t>
    </dgm:pt>
    <dgm:pt modelId="{E71ECAFA-9DF1-4015-881C-6CF953EC2F69}" type="parTrans" cxnId="{51D5845F-7B21-4379-A0C9-B696E140B391}">
      <dgm:prSet/>
      <dgm:spPr/>
      <dgm:t>
        <a:bodyPr/>
        <a:lstStyle/>
        <a:p>
          <a:endParaRPr lang="zh-CN" altLang="en-US"/>
        </a:p>
      </dgm:t>
    </dgm:pt>
    <dgm:pt modelId="{2611CBD1-1827-4BF5-AE0C-48E29B97859D}" type="sibTrans" cxnId="{51D5845F-7B21-4379-A0C9-B696E140B391}">
      <dgm:prSet/>
      <dgm:spPr/>
      <dgm:t>
        <a:bodyPr/>
        <a:lstStyle/>
        <a:p>
          <a:endParaRPr lang="zh-CN" altLang="en-US"/>
        </a:p>
      </dgm:t>
    </dgm:pt>
    <dgm:pt modelId="{B6E66D6F-58E7-41FE-9C39-3789866D2ADE}">
      <dgm:prSet phldrT="[文本]"/>
      <dgm:spPr/>
      <dgm:t>
        <a:bodyPr/>
        <a:lstStyle/>
        <a:p>
          <a:r>
            <a:rPr lang="en-US" altLang="zh-CN" dirty="0" smtClean="0"/>
            <a:t>6</a:t>
          </a:r>
          <a:endParaRPr lang="zh-CN" altLang="en-US" dirty="0"/>
        </a:p>
      </dgm:t>
    </dgm:pt>
    <dgm:pt modelId="{45DFF80D-70E5-4961-98E6-803E89BF6C69}" type="parTrans" cxnId="{4A53A962-8350-483E-A79F-43B50694A5DA}">
      <dgm:prSet/>
      <dgm:spPr/>
      <dgm:t>
        <a:bodyPr/>
        <a:lstStyle/>
        <a:p>
          <a:endParaRPr lang="zh-CN" altLang="en-US"/>
        </a:p>
      </dgm:t>
    </dgm:pt>
    <dgm:pt modelId="{F701EBE9-E03D-47EF-B774-D79FFF1F6318}" type="sibTrans" cxnId="{4A53A962-8350-483E-A79F-43B50694A5DA}">
      <dgm:prSet/>
      <dgm:spPr/>
      <dgm:t>
        <a:bodyPr/>
        <a:lstStyle/>
        <a:p>
          <a:endParaRPr lang="zh-CN" altLang="en-US"/>
        </a:p>
      </dgm:t>
    </dgm:pt>
    <dgm:pt modelId="{23FC3643-A601-4369-B27F-46344EE05CAB}">
      <dgm:prSet phldrT="[文本]"/>
      <dgm:spPr/>
      <dgm:t>
        <a:bodyPr/>
        <a:lstStyle/>
        <a:p>
          <a:r>
            <a:rPr lang="en-US" dirty="0" smtClean="0"/>
            <a:t>The Anomaly Operation </a:t>
          </a:r>
          <a:r>
            <a:rPr lang="en-US" altLang="zh-CN" dirty="0" smtClean="0"/>
            <a:t>in orbit</a:t>
          </a:r>
          <a:endParaRPr lang="zh-CN" altLang="en-US" dirty="0"/>
        </a:p>
      </dgm:t>
    </dgm:pt>
    <dgm:pt modelId="{5DE4F113-43EF-4E68-8A6C-58C5499EDF88}" type="parTrans" cxnId="{3540D398-50DA-47F5-A79C-1BA590C8E9F1}">
      <dgm:prSet/>
      <dgm:spPr/>
      <dgm:t>
        <a:bodyPr/>
        <a:lstStyle/>
        <a:p>
          <a:endParaRPr lang="zh-CN" altLang="en-US"/>
        </a:p>
      </dgm:t>
    </dgm:pt>
    <dgm:pt modelId="{A1CB317C-73FA-463D-AD06-AA26BB04CE07}" type="sibTrans" cxnId="{3540D398-50DA-47F5-A79C-1BA590C8E9F1}">
      <dgm:prSet/>
      <dgm:spPr/>
      <dgm:t>
        <a:bodyPr/>
        <a:lstStyle/>
        <a:p>
          <a:endParaRPr lang="zh-CN" altLang="en-US"/>
        </a:p>
      </dgm:t>
    </dgm:pt>
    <dgm:pt modelId="{46BEA991-5658-48FC-B01F-DE47F40EE891}" type="pres">
      <dgm:prSet presAssocID="{55C9BC06-27E7-4506-9472-91BB7936D53F}" presName="Name0" presStyleCnt="0">
        <dgm:presLayoutVars>
          <dgm:dir/>
          <dgm:animLvl val="lvl"/>
          <dgm:resizeHandles val="exact"/>
        </dgm:presLayoutVars>
      </dgm:prSet>
      <dgm:spPr/>
      <dgm:t>
        <a:bodyPr/>
        <a:lstStyle/>
        <a:p>
          <a:endParaRPr lang="zh-CN" altLang="en-US"/>
        </a:p>
      </dgm:t>
    </dgm:pt>
    <dgm:pt modelId="{573CA7B6-2C62-4154-A1DC-DBDF6376DC61}" type="pres">
      <dgm:prSet presAssocID="{E9229D8E-C2A5-4E6F-89DF-DC6CBABFD904}" presName="linNode" presStyleCnt="0"/>
      <dgm:spPr/>
    </dgm:pt>
    <dgm:pt modelId="{21337BD4-EAE7-4FC6-8B68-510B5313E295}" type="pres">
      <dgm:prSet presAssocID="{E9229D8E-C2A5-4E6F-89DF-DC6CBABFD904}" presName="parentText" presStyleLbl="node1" presStyleIdx="0" presStyleCnt="6" custScaleX="52391">
        <dgm:presLayoutVars>
          <dgm:chMax val="1"/>
          <dgm:bulletEnabled val="1"/>
        </dgm:presLayoutVars>
      </dgm:prSet>
      <dgm:spPr/>
      <dgm:t>
        <a:bodyPr/>
        <a:lstStyle/>
        <a:p>
          <a:endParaRPr lang="zh-CN" altLang="en-US"/>
        </a:p>
      </dgm:t>
    </dgm:pt>
    <dgm:pt modelId="{FCD21A22-F86A-4BAD-AD4E-1381AF126862}" type="pres">
      <dgm:prSet presAssocID="{E9229D8E-C2A5-4E6F-89DF-DC6CBABFD904}" presName="descendantText" presStyleLbl="alignAccFollowNode1" presStyleIdx="0" presStyleCnt="6">
        <dgm:presLayoutVars>
          <dgm:bulletEnabled val="1"/>
        </dgm:presLayoutVars>
      </dgm:prSet>
      <dgm:spPr/>
      <dgm:t>
        <a:bodyPr/>
        <a:lstStyle/>
        <a:p>
          <a:endParaRPr lang="zh-CN" altLang="en-US"/>
        </a:p>
      </dgm:t>
    </dgm:pt>
    <dgm:pt modelId="{486E8B6A-812D-474D-BFAE-A24B4FBF7FD7}" type="pres">
      <dgm:prSet presAssocID="{71070190-0D03-460E-866E-F12F077467BF}" presName="sp" presStyleCnt="0"/>
      <dgm:spPr/>
    </dgm:pt>
    <dgm:pt modelId="{CD376536-94F0-4622-BCCC-F50FF21A6330}" type="pres">
      <dgm:prSet presAssocID="{FCB48F7E-A893-4B46-A152-00F0D2CE3D6C}" presName="linNode" presStyleCnt="0"/>
      <dgm:spPr/>
    </dgm:pt>
    <dgm:pt modelId="{876019AC-F2D3-4140-9E13-8C4A1F228582}" type="pres">
      <dgm:prSet presAssocID="{FCB48F7E-A893-4B46-A152-00F0D2CE3D6C}" presName="parentText" presStyleLbl="node1" presStyleIdx="1" presStyleCnt="6" custScaleX="51774">
        <dgm:presLayoutVars>
          <dgm:chMax val="1"/>
          <dgm:bulletEnabled val="1"/>
        </dgm:presLayoutVars>
      </dgm:prSet>
      <dgm:spPr/>
      <dgm:t>
        <a:bodyPr/>
        <a:lstStyle/>
        <a:p>
          <a:endParaRPr lang="zh-CN" altLang="en-US"/>
        </a:p>
      </dgm:t>
    </dgm:pt>
    <dgm:pt modelId="{187EE60B-D6ED-4EB5-900F-3927531DD5F8}" type="pres">
      <dgm:prSet presAssocID="{FCB48F7E-A893-4B46-A152-00F0D2CE3D6C}" presName="descendantText" presStyleLbl="alignAccFollowNode1" presStyleIdx="1" presStyleCnt="6" custScaleX="99608">
        <dgm:presLayoutVars>
          <dgm:bulletEnabled val="1"/>
        </dgm:presLayoutVars>
      </dgm:prSet>
      <dgm:spPr/>
      <dgm:t>
        <a:bodyPr/>
        <a:lstStyle/>
        <a:p>
          <a:endParaRPr lang="zh-CN" altLang="en-US"/>
        </a:p>
      </dgm:t>
    </dgm:pt>
    <dgm:pt modelId="{3C398523-6CAF-43A2-B99D-7F77DD2840A2}" type="pres">
      <dgm:prSet presAssocID="{203D411F-6584-442B-9DB5-E9A2FA9A530A}" presName="sp" presStyleCnt="0"/>
      <dgm:spPr/>
    </dgm:pt>
    <dgm:pt modelId="{FC0A0AFD-DC5C-4BA9-B5C3-8747221866DD}" type="pres">
      <dgm:prSet presAssocID="{30CE7ABA-6626-478D-82A9-0C6F5A441960}" presName="linNode" presStyleCnt="0"/>
      <dgm:spPr/>
    </dgm:pt>
    <dgm:pt modelId="{B6BC8131-068C-422E-BD0A-743D184796A9}" type="pres">
      <dgm:prSet presAssocID="{30CE7ABA-6626-478D-82A9-0C6F5A441960}" presName="parentText" presStyleLbl="node1" presStyleIdx="2" presStyleCnt="6" custScaleX="51774">
        <dgm:presLayoutVars>
          <dgm:chMax val="1"/>
          <dgm:bulletEnabled val="1"/>
        </dgm:presLayoutVars>
      </dgm:prSet>
      <dgm:spPr/>
      <dgm:t>
        <a:bodyPr/>
        <a:lstStyle/>
        <a:p>
          <a:endParaRPr lang="zh-CN" altLang="en-US"/>
        </a:p>
      </dgm:t>
    </dgm:pt>
    <dgm:pt modelId="{FB2A164C-6E98-42E2-A967-46CEE9E3ABD3}" type="pres">
      <dgm:prSet presAssocID="{30CE7ABA-6626-478D-82A9-0C6F5A441960}" presName="descendantText" presStyleLbl="alignAccFollowNode1" presStyleIdx="2" presStyleCnt="6">
        <dgm:presLayoutVars>
          <dgm:bulletEnabled val="1"/>
        </dgm:presLayoutVars>
      </dgm:prSet>
      <dgm:spPr/>
      <dgm:t>
        <a:bodyPr/>
        <a:lstStyle/>
        <a:p>
          <a:endParaRPr lang="zh-CN" altLang="en-US"/>
        </a:p>
      </dgm:t>
    </dgm:pt>
    <dgm:pt modelId="{4EAF4BBB-ACD2-43B0-87FE-CFE4354A1F96}" type="pres">
      <dgm:prSet presAssocID="{1BF39F7E-1541-45A1-987F-F0F485FB198C}" presName="sp" presStyleCnt="0"/>
      <dgm:spPr/>
    </dgm:pt>
    <dgm:pt modelId="{77B8CD79-1759-42CB-B486-E339EBF21246}" type="pres">
      <dgm:prSet presAssocID="{0B09DC13-473D-4488-9DFD-D1019D4293D3}" presName="linNode" presStyleCnt="0"/>
      <dgm:spPr/>
    </dgm:pt>
    <dgm:pt modelId="{47F8267F-713F-4C7A-9053-6A592A3FC3C6}" type="pres">
      <dgm:prSet presAssocID="{0B09DC13-473D-4488-9DFD-D1019D4293D3}" presName="parentText" presStyleLbl="node1" presStyleIdx="3" presStyleCnt="6" custScaleX="51774">
        <dgm:presLayoutVars>
          <dgm:chMax val="1"/>
          <dgm:bulletEnabled val="1"/>
        </dgm:presLayoutVars>
      </dgm:prSet>
      <dgm:spPr/>
      <dgm:t>
        <a:bodyPr/>
        <a:lstStyle/>
        <a:p>
          <a:endParaRPr lang="zh-CN" altLang="en-US"/>
        </a:p>
      </dgm:t>
    </dgm:pt>
    <dgm:pt modelId="{899E2C62-6850-483D-B87D-80F915B765B5}" type="pres">
      <dgm:prSet presAssocID="{0B09DC13-473D-4488-9DFD-D1019D4293D3}" presName="descendantText" presStyleLbl="alignAccFollowNode1" presStyleIdx="3" presStyleCnt="6">
        <dgm:presLayoutVars>
          <dgm:bulletEnabled val="1"/>
        </dgm:presLayoutVars>
      </dgm:prSet>
      <dgm:spPr/>
      <dgm:t>
        <a:bodyPr/>
        <a:lstStyle/>
        <a:p>
          <a:endParaRPr lang="zh-CN" altLang="en-US"/>
        </a:p>
      </dgm:t>
    </dgm:pt>
    <dgm:pt modelId="{841A090A-3BD5-4321-A774-D111CAB1FB3E}" type="pres">
      <dgm:prSet presAssocID="{A03BAD12-1B55-4F4F-BFFB-30C52F582150}" presName="sp" presStyleCnt="0"/>
      <dgm:spPr/>
    </dgm:pt>
    <dgm:pt modelId="{9964F3AB-36EA-4D74-91CB-FC633CB34A3F}" type="pres">
      <dgm:prSet presAssocID="{A16277F7-55F5-4900-A577-3C17ADF60620}" presName="linNode" presStyleCnt="0"/>
      <dgm:spPr/>
    </dgm:pt>
    <dgm:pt modelId="{8D471BB1-EE3C-48B2-9A4F-A473204E59F7}" type="pres">
      <dgm:prSet presAssocID="{A16277F7-55F5-4900-A577-3C17ADF60620}" presName="parentText" presStyleLbl="node1" presStyleIdx="4" presStyleCnt="6" custScaleX="51774">
        <dgm:presLayoutVars>
          <dgm:chMax val="1"/>
          <dgm:bulletEnabled val="1"/>
        </dgm:presLayoutVars>
      </dgm:prSet>
      <dgm:spPr/>
      <dgm:t>
        <a:bodyPr/>
        <a:lstStyle/>
        <a:p>
          <a:endParaRPr lang="zh-CN" altLang="en-US"/>
        </a:p>
      </dgm:t>
    </dgm:pt>
    <dgm:pt modelId="{9FA51810-A896-42F0-8549-217654593014}" type="pres">
      <dgm:prSet presAssocID="{A16277F7-55F5-4900-A577-3C17ADF60620}" presName="descendantText" presStyleLbl="alignAccFollowNode1" presStyleIdx="4" presStyleCnt="6">
        <dgm:presLayoutVars>
          <dgm:bulletEnabled val="1"/>
        </dgm:presLayoutVars>
      </dgm:prSet>
      <dgm:spPr/>
      <dgm:t>
        <a:bodyPr/>
        <a:lstStyle/>
        <a:p>
          <a:endParaRPr lang="zh-CN" altLang="en-US"/>
        </a:p>
      </dgm:t>
    </dgm:pt>
    <dgm:pt modelId="{73B3BB89-DC4D-4690-8527-1745292288C2}" type="pres">
      <dgm:prSet presAssocID="{1E2DC076-F51A-468A-94CD-60497E00188B}" presName="sp" presStyleCnt="0"/>
      <dgm:spPr/>
    </dgm:pt>
    <dgm:pt modelId="{4B5B66F6-9C2C-4BC5-ACDC-B9EFB9211393}" type="pres">
      <dgm:prSet presAssocID="{B6E66D6F-58E7-41FE-9C39-3789866D2ADE}" presName="linNode" presStyleCnt="0"/>
      <dgm:spPr/>
    </dgm:pt>
    <dgm:pt modelId="{F1C0A150-5B65-409D-938A-4B749D41A0C9}" type="pres">
      <dgm:prSet presAssocID="{B6E66D6F-58E7-41FE-9C39-3789866D2ADE}" presName="parentText" presStyleLbl="node1" presStyleIdx="5" presStyleCnt="6" custScaleX="52391">
        <dgm:presLayoutVars>
          <dgm:chMax val="1"/>
          <dgm:bulletEnabled val="1"/>
        </dgm:presLayoutVars>
      </dgm:prSet>
      <dgm:spPr/>
      <dgm:t>
        <a:bodyPr/>
        <a:lstStyle/>
        <a:p>
          <a:endParaRPr lang="zh-CN" altLang="en-US"/>
        </a:p>
      </dgm:t>
    </dgm:pt>
    <dgm:pt modelId="{8D1B5D78-6BCA-4BFE-A54A-3FBFC91E4964}" type="pres">
      <dgm:prSet presAssocID="{B6E66D6F-58E7-41FE-9C39-3789866D2ADE}" presName="descendantText" presStyleLbl="alignAccFollowNode1" presStyleIdx="5" presStyleCnt="6" custScaleX="100000">
        <dgm:presLayoutVars>
          <dgm:bulletEnabled val="1"/>
        </dgm:presLayoutVars>
      </dgm:prSet>
      <dgm:spPr/>
      <dgm:t>
        <a:bodyPr/>
        <a:lstStyle/>
        <a:p>
          <a:endParaRPr lang="zh-CN" altLang="en-US"/>
        </a:p>
      </dgm:t>
    </dgm:pt>
  </dgm:ptLst>
  <dgm:cxnLst>
    <dgm:cxn modelId="{3101C400-6691-4D8B-B1A6-BCC867D89ABC}" srcId="{55C9BC06-27E7-4506-9472-91BB7936D53F}" destId="{0B09DC13-473D-4488-9DFD-D1019D4293D3}" srcOrd="3" destOrd="0" parTransId="{379066A5-28CF-4386-8317-C0A1AAF0305B}" sibTransId="{A03BAD12-1B55-4F4F-BFFB-30C52F582150}"/>
    <dgm:cxn modelId="{2E8FEB5F-CE36-4EE0-B7FC-944A05C6FB44}" type="presOf" srcId="{E9229D8E-C2A5-4E6F-89DF-DC6CBABFD904}" destId="{21337BD4-EAE7-4FC6-8B68-510B5313E295}" srcOrd="0" destOrd="0" presId="urn:microsoft.com/office/officeart/2005/8/layout/vList5"/>
    <dgm:cxn modelId="{4A53A962-8350-483E-A79F-43B50694A5DA}" srcId="{55C9BC06-27E7-4506-9472-91BB7936D53F}" destId="{B6E66D6F-58E7-41FE-9C39-3789866D2ADE}" srcOrd="5" destOrd="0" parTransId="{45DFF80D-70E5-4961-98E6-803E89BF6C69}" sibTransId="{F701EBE9-E03D-47EF-B774-D79FFF1F6318}"/>
    <dgm:cxn modelId="{83EDD32B-8027-40D1-A62F-C1F0145A66AC}" srcId="{55C9BC06-27E7-4506-9472-91BB7936D53F}" destId="{30CE7ABA-6626-478D-82A9-0C6F5A441960}" srcOrd="2" destOrd="0" parTransId="{F01FF562-F0D6-4FB2-878C-11E70070A6AE}" sibTransId="{1BF39F7E-1541-45A1-987F-F0F485FB198C}"/>
    <dgm:cxn modelId="{F85DE6D9-F06E-444A-BBB5-0A786E906FCD}" srcId="{30CE7ABA-6626-478D-82A9-0C6F5A441960}" destId="{A2CD7B22-281A-42AC-B04B-8D96B5DA4912}" srcOrd="0" destOrd="0" parTransId="{77516C5C-6419-4207-84B2-04C2E449C422}" sibTransId="{9AF01A24-E8C4-44CD-AFBA-12D59FB9B15E}"/>
    <dgm:cxn modelId="{C0EAC88B-3B5D-4B81-AFFF-DE0BC37C833B}" type="presOf" srcId="{FCB48F7E-A893-4B46-A152-00F0D2CE3D6C}" destId="{876019AC-F2D3-4140-9E13-8C4A1F228582}" srcOrd="0" destOrd="0" presId="urn:microsoft.com/office/officeart/2005/8/layout/vList5"/>
    <dgm:cxn modelId="{146325BD-7648-4EFB-94BE-872CAE6C826F}" srcId="{E9229D8E-C2A5-4E6F-89DF-DC6CBABFD904}" destId="{25EFCECE-795F-46E2-AEEC-D58F529B723F}" srcOrd="0" destOrd="0" parTransId="{7B257960-7809-45BA-9FA1-10809E88E5A3}" sibTransId="{B6A9F054-806F-47F8-8E0C-895742E158A2}"/>
    <dgm:cxn modelId="{E335864F-6B35-4EDD-9F20-38C502ABAEBE}" type="presOf" srcId="{55C9BC06-27E7-4506-9472-91BB7936D53F}" destId="{46BEA991-5658-48FC-B01F-DE47F40EE891}" srcOrd="0" destOrd="0" presId="urn:microsoft.com/office/officeart/2005/8/layout/vList5"/>
    <dgm:cxn modelId="{CF3BA221-5262-4EB4-A73F-2A2B5B3A41BE}" type="presOf" srcId="{A16277F7-55F5-4900-A577-3C17ADF60620}" destId="{8D471BB1-EE3C-48B2-9A4F-A473204E59F7}" srcOrd="0" destOrd="0" presId="urn:microsoft.com/office/officeart/2005/8/layout/vList5"/>
    <dgm:cxn modelId="{1A1FE5AC-3C25-414A-A422-07CBED23C495}" type="presOf" srcId="{B6E66D6F-58E7-41FE-9C39-3789866D2ADE}" destId="{F1C0A150-5B65-409D-938A-4B749D41A0C9}" srcOrd="0" destOrd="0" presId="urn:microsoft.com/office/officeart/2005/8/layout/vList5"/>
    <dgm:cxn modelId="{76BE74A9-36CF-4FA1-8308-9707BA4D2C2A}" srcId="{0B09DC13-473D-4488-9DFD-D1019D4293D3}" destId="{C537F16C-9AE4-49DF-88D9-83D1EA60AF84}" srcOrd="0" destOrd="0" parTransId="{B09C7336-A3E0-46E8-A2C2-9198BDB1C125}" sibTransId="{AAC9993E-110E-4423-BE31-10413F32F3D6}"/>
    <dgm:cxn modelId="{3A333A89-4D64-4C6A-B6B9-67DE646FC35C}" srcId="{55C9BC06-27E7-4506-9472-91BB7936D53F}" destId="{A16277F7-55F5-4900-A577-3C17ADF60620}" srcOrd="4" destOrd="0" parTransId="{0A426471-5AE9-457A-BCB7-6A967E1C3098}" sibTransId="{1E2DC076-F51A-468A-94CD-60497E00188B}"/>
    <dgm:cxn modelId="{42ED4CE6-8C2A-4212-A488-DF2467C147E1}" srcId="{55C9BC06-27E7-4506-9472-91BB7936D53F}" destId="{E9229D8E-C2A5-4E6F-89DF-DC6CBABFD904}" srcOrd="0" destOrd="0" parTransId="{6E3661AD-60B8-4885-BCD4-99865D4EF71F}" sibTransId="{71070190-0D03-460E-866E-F12F077467BF}"/>
    <dgm:cxn modelId="{466DBAA8-EE90-4913-B6E4-9715C38A540A}" type="presOf" srcId="{A2CD7B22-281A-42AC-B04B-8D96B5DA4912}" destId="{FB2A164C-6E98-42E2-A967-46CEE9E3ABD3}" srcOrd="0" destOrd="0" presId="urn:microsoft.com/office/officeart/2005/8/layout/vList5"/>
    <dgm:cxn modelId="{39F522E9-E149-4C8A-8088-AF17EA3F99D6}" type="presOf" srcId="{30CE7ABA-6626-478D-82A9-0C6F5A441960}" destId="{B6BC8131-068C-422E-BD0A-743D184796A9}" srcOrd="0" destOrd="0" presId="urn:microsoft.com/office/officeart/2005/8/layout/vList5"/>
    <dgm:cxn modelId="{2980049D-FFE2-4139-8D26-E501FC19F19D}" type="presOf" srcId="{3D9ED44B-F253-45E4-9F05-3A0F0A362EC2}" destId="{9FA51810-A896-42F0-8549-217654593014}" srcOrd="0" destOrd="0" presId="urn:microsoft.com/office/officeart/2005/8/layout/vList5"/>
    <dgm:cxn modelId="{69F0A67D-89A7-4455-9AEF-F729400D9009}" type="presOf" srcId="{EEA89238-AAB7-4900-A354-12FF59C6B067}" destId="{187EE60B-D6ED-4EB5-900F-3927531DD5F8}" srcOrd="0" destOrd="0" presId="urn:microsoft.com/office/officeart/2005/8/layout/vList5"/>
    <dgm:cxn modelId="{4A1AEE87-C050-4006-A5E1-3C852A593E8E}" type="presOf" srcId="{0B09DC13-473D-4488-9DFD-D1019D4293D3}" destId="{47F8267F-713F-4C7A-9053-6A592A3FC3C6}" srcOrd="0" destOrd="0" presId="urn:microsoft.com/office/officeart/2005/8/layout/vList5"/>
    <dgm:cxn modelId="{B6326B85-3C03-449D-A95B-3381AF708B92}" srcId="{FCB48F7E-A893-4B46-A152-00F0D2CE3D6C}" destId="{EEA89238-AAB7-4900-A354-12FF59C6B067}" srcOrd="0" destOrd="0" parTransId="{F5D7C2F8-0416-429A-882B-F5A68BCBC2D0}" sibTransId="{C03A2A1A-81AE-4EF6-ACAB-8BDEA2A495A8}"/>
    <dgm:cxn modelId="{3540D398-50DA-47F5-A79C-1BA590C8E9F1}" srcId="{B6E66D6F-58E7-41FE-9C39-3789866D2ADE}" destId="{23FC3643-A601-4369-B27F-46344EE05CAB}" srcOrd="0" destOrd="0" parTransId="{5DE4F113-43EF-4E68-8A6C-58C5499EDF88}" sibTransId="{A1CB317C-73FA-463D-AD06-AA26BB04CE07}"/>
    <dgm:cxn modelId="{B5635467-6E8A-49B8-BF3D-D0C68E2A3860}" srcId="{55C9BC06-27E7-4506-9472-91BB7936D53F}" destId="{FCB48F7E-A893-4B46-A152-00F0D2CE3D6C}" srcOrd="1" destOrd="0" parTransId="{D2962C4C-674E-40A4-8ECD-1374BD924862}" sibTransId="{203D411F-6584-442B-9DB5-E9A2FA9A530A}"/>
    <dgm:cxn modelId="{45AA553D-2B73-44ED-A081-FE671DFBBBCD}" type="presOf" srcId="{C537F16C-9AE4-49DF-88D9-83D1EA60AF84}" destId="{899E2C62-6850-483D-B87D-80F915B765B5}" srcOrd="0" destOrd="0" presId="urn:microsoft.com/office/officeart/2005/8/layout/vList5"/>
    <dgm:cxn modelId="{D20EB8E1-7275-4FBA-8F18-BA7B5AB6486F}" type="presOf" srcId="{23FC3643-A601-4369-B27F-46344EE05CAB}" destId="{8D1B5D78-6BCA-4BFE-A54A-3FBFC91E4964}" srcOrd="0" destOrd="0" presId="urn:microsoft.com/office/officeart/2005/8/layout/vList5"/>
    <dgm:cxn modelId="{51D5845F-7B21-4379-A0C9-B696E140B391}" srcId="{A16277F7-55F5-4900-A577-3C17ADF60620}" destId="{3D9ED44B-F253-45E4-9F05-3A0F0A362EC2}" srcOrd="0" destOrd="0" parTransId="{E71ECAFA-9DF1-4015-881C-6CF953EC2F69}" sibTransId="{2611CBD1-1827-4BF5-AE0C-48E29B97859D}"/>
    <dgm:cxn modelId="{ACC4FC0E-170C-407C-A9AF-463D935601D4}" type="presOf" srcId="{25EFCECE-795F-46E2-AEEC-D58F529B723F}" destId="{FCD21A22-F86A-4BAD-AD4E-1381AF126862}" srcOrd="0" destOrd="0" presId="urn:microsoft.com/office/officeart/2005/8/layout/vList5"/>
    <dgm:cxn modelId="{4FBAAB12-DA46-4F27-8D09-5C11B2B57838}" type="presParOf" srcId="{46BEA991-5658-48FC-B01F-DE47F40EE891}" destId="{573CA7B6-2C62-4154-A1DC-DBDF6376DC61}" srcOrd="0" destOrd="0" presId="urn:microsoft.com/office/officeart/2005/8/layout/vList5"/>
    <dgm:cxn modelId="{0411EFB5-792C-4E98-8F91-71984AF7E24C}" type="presParOf" srcId="{573CA7B6-2C62-4154-A1DC-DBDF6376DC61}" destId="{21337BD4-EAE7-4FC6-8B68-510B5313E295}" srcOrd="0" destOrd="0" presId="urn:microsoft.com/office/officeart/2005/8/layout/vList5"/>
    <dgm:cxn modelId="{B49FAAB8-F526-4608-A393-1DCFA0DCA418}" type="presParOf" srcId="{573CA7B6-2C62-4154-A1DC-DBDF6376DC61}" destId="{FCD21A22-F86A-4BAD-AD4E-1381AF126862}" srcOrd="1" destOrd="0" presId="urn:microsoft.com/office/officeart/2005/8/layout/vList5"/>
    <dgm:cxn modelId="{DFA054D4-0422-457E-9787-5599453A3DE4}" type="presParOf" srcId="{46BEA991-5658-48FC-B01F-DE47F40EE891}" destId="{486E8B6A-812D-474D-BFAE-A24B4FBF7FD7}" srcOrd="1" destOrd="0" presId="urn:microsoft.com/office/officeart/2005/8/layout/vList5"/>
    <dgm:cxn modelId="{700B4A14-23C4-4959-94B3-E162C55E7CC9}" type="presParOf" srcId="{46BEA991-5658-48FC-B01F-DE47F40EE891}" destId="{CD376536-94F0-4622-BCCC-F50FF21A6330}" srcOrd="2" destOrd="0" presId="urn:microsoft.com/office/officeart/2005/8/layout/vList5"/>
    <dgm:cxn modelId="{387EC3FE-AC6F-42DD-B9EA-A86A34531897}" type="presParOf" srcId="{CD376536-94F0-4622-BCCC-F50FF21A6330}" destId="{876019AC-F2D3-4140-9E13-8C4A1F228582}" srcOrd="0" destOrd="0" presId="urn:microsoft.com/office/officeart/2005/8/layout/vList5"/>
    <dgm:cxn modelId="{E598EBCE-EDD5-4DD8-9B55-4BFB3C4F10DB}" type="presParOf" srcId="{CD376536-94F0-4622-BCCC-F50FF21A6330}" destId="{187EE60B-D6ED-4EB5-900F-3927531DD5F8}" srcOrd="1" destOrd="0" presId="urn:microsoft.com/office/officeart/2005/8/layout/vList5"/>
    <dgm:cxn modelId="{3FA8FC48-C301-4410-89E7-132CB4D23C74}" type="presParOf" srcId="{46BEA991-5658-48FC-B01F-DE47F40EE891}" destId="{3C398523-6CAF-43A2-B99D-7F77DD2840A2}" srcOrd="3" destOrd="0" presId="urn:microsoft.com/office/officeart/2005/8/layout/vList5"/>
    <dgm:cxn modelId="{DB7226F3-0DD5-4DE4-9B33-1E2AC4880178}" type="presParOf" srcId="{46BEA991-5658-48FC-B01F-DE47F40EE891}" destId="{FC0A0AFD-DC5C-4BA9-B5C3-8747221866DD}" srcOrd="4" destOrd="0" presId="urn:microsoft.com/office/officeart/2005/8/layout/vList5"/>
    <dgm:cxn modelId="{FB38A6A5-8FA7-4A9F-A301-6DC833B2384E}" type="presParOf" srcId="{FC0A0AFD-DC5C-4BA9-B5C3-8747221866DD}" destId="{B6BC8131-068C-422E-BD0A-743D184796A9}" srcOrd="0" destOrd="0" presId="urn:microsoft.com/office/officeart/2005/8/layout/vList5"/>
    <dgm:cxn modelId="{86BF19AA-5A76-4581-85F2-549095A56AA1}" type="presParOf" srcId="{FC0A0AFD-DC5C-4BA9-B5C3-8747221866DD}" destId="{FB2A164C-6E98-42E2-A967-46CEE9E3ABD3}" srcOrd="1" destOrd="0" presId="urn:microsoft.com/office/officeart/2005/8/layout/vList5"/>
    <dgm:cxn modelId="{5B5C65D9-5D75-4A87-A324-0D5F6B6ABBB2}" type="presParOf" srcId="{46BEA991-5658-48FC-B01F-DE47F40EE891}" destId="{4EAF4BBB-ACD2-43B0-87FE-CFE4354A1F96}" srcOrd="5" destOrd="0" presId="urn:microsoft.com/office/officeart/2005/8/layout/vList5"/>
    <dgm:cxn modelId="{A6369207-6861-480B-9B01-7ADF7E9A7389}" type="presParOf" srcId="{46BEA991-5658-48FC-B01F-DE47F40EE891}" destId="{77B8CD79-1759-42CB-B486-E339EBF21246}" srcOrd="6" destOrd="0" presId="urn:microsoft.com/office/officeart/2005/8/layout/vList5"/>
    <dgm:cxn modelId="{6DCADEBA-4262-4BD6-B724-9F07E6DCB33D}" type="presParOf" srcId="{77B8CD79-1759-42CB-B486-E339EBF21246}" destId="{47F8267F-713F-4C7A-9053-6A592A3FC3C6}" srcOrd="0" destOrd="0" presId="urn:microsoft.com/office/officeart/2005/8/layout/vList5"/>
    <dgm:cxn modelId="{F12C103C-A649-438A-BD78-0D012E215FEA}" type="presParOf" srcId="{77B8CD79-1759-42CB-B486-E339EBF21246}" destId="{899E2C62-6850-483D-B87D-80F915B765B5}" srcOrd="1" destOrd="0" presId="urn:microsoft.com/office/officeart/2005/8/layout/vList5"/>
    <dgm:cxn modelId="{595A9230-6B06-4AA9-AD41-083E356D761C}" type="presParOf" srcId="{46BEA991-5658-48FC-B01F-DE47F40EE891}" destId="{841A090A-3BD5-4321-A774-D111CAB1FB3E}" srcOrd="7" destOrd="0" presId="urn:microsoft.com/office/officeart/2005/8/layout/vList5"/>
    <dgm:cxn modelId="{BC015BDD-91D9-4F1C-B132-15EC3C314A38}" type="presParOf" srcId="{46BEA991-5658-48FC-B01F-DE47F40EE891}" destId="{9964F3AB-36EA-4D74-91CB-FC633CB34A3F}" srcOrd="8" destOrd="0" presId="urn:microsoft.com/office/officeart/2005/8/layout/vList5"/>
    <dgm:cxn modelId="{DA99874E-E11A-4295-8013-8BABEF35CB99}" type="presParOf" srcId="{9964F3AB-36EA-4D74-91CB-FC633CB34A3F}" destId="{8D471BB1-EE3C-48B2-9A4F-A473204E59F7}" srcOrd="0" destOrd="0" presId="urn:microsoft.com/office/officeart/2005/8/layout/vList5"/>
    <dgm:cxn modelId="{02AE2024-925C-41E3-961C-C82EFC4E5DE2}" type="presParOf" srcId="{9964F3AB-36EA-4D74-91CB-FC633CB34A3F}" destId="{9FA51810-A896-42F0-8549-217654593014}" srcOrd="1" destOrd="0" presId="urn:microsoft.com/office/officeart/2005/8/layout/vList5"/>
    <dgm:cxn modelId="{9AD0D37B-D888-48AB-9801-A12EDDF1CC9D}" type="presParOf" srcId="{46BEA991-5658-48FC-B01F-DE47F40EE891}" destId="{73B3BB89-DC4D-4690-8527-1745292288C2}" srcOrd="9" destOrd="0" presId="urn:microsoft.com/office/officeart/2005/8/layout/vList5"/>
    <dgm:cxn modelId="{0FC2B7F1-4CD3-4748-9C6F-03EDD4C0F19A}" type="presParOf" srcId="{46BEA991-5658-48FC-B01F-DE47F40EE891}" destId="{4B5B66F6-9C2C-4BC5-ACDC-B9EFB9211393}" srcOrd="10" destOrd="0" presId="urn:microsoft.com/office/officeart/2005/8/layout/vList5"/>
    <dgm:cxn modelId="{4D903CDF-D86A-4705-80E9-7E11DEF42C35}" type="presParOf" srcId="{4B5B66F6-9C2C-4BC5-ACDC-B9EFB9211393}" destId="{F1C0A150-5B65-409D-938A-4B749D41A0C9}" srcOrd="0" destOrd="0" presId="urn:microsoft.com/office/officeart/2005/8/layout/vList5"/>
    <dgm:cxn modelId="{D2E309E3-753A-4776-8F14-B4863D9A00D4}" type="presParOf" srcId="{4B5B66F6-9C2C-4BC5-ACDC-B9EFB9211393}" destId="{8D1B5D78-6BCA-4BFE-A54A-3FBFC91E496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5C9BC06-27E7-4506-9472-91BB7936D53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E9229D8E-C2A5-4E6F-89DF-DC6CBABFD904}">
      <dgm:prSet phldrT="[文本]"/>
      <dgm:spPr/>
      <dgm:t>
        <a:bodyPr/>
        <a:lstStyle/>
        <a:p>
          <a:r>
            <a:rPr lang="en-US" altLang="zh-CN" dirty="0" smtClean="0"/>
            <a:t>1</a:t>
          </a:r>
          <a:endParaRPr lang="zh-CN" altLang="en-US" dirty="0"/>
        </a:p>
      </dgm:t>
    </dgm:pt>
    <dgm:pt modelId="{6E3661AD-60B8-4885-BCD4-99865D4EF71F}" type="parTrans" cxnId="{42ED4CE6-8C2A-4212-A488-DF2467C147E1}">
      <dgm:prSet/>
      <dgm:spPr/>
      <dgm:t>
        <a:bodyPr/>
        <a:lstStyle/>
        <a:p>
          <a:endParaRPr lang="zh-CN" altLang="en-US"/>
        </a:p>
      </dgm:t>
    </dgm:pt>
    <dgm:pt modelId="{71070190-0D03-460E-866E-F12F077467BF}" type="sibTrans" cxnId="{42ED4CE6-8C2A-4212-A488-DF2467C147E1}">
      <dgm:prSet/>
      <dgm:spPr/>
      <dgm:t>
        <a:bodyPr/>
        <a:lstStyle/>
        <a:p>
          <a:endParaRPr lang="zh-CN" altLang="en-US"/>
        </a:p>
      </dgm:t>
    </dgm:pt>
    <dgm:pt modelId="{25EFCECE-795F-46E2-AEEC-D58F529B723F}">
      <dgm:prSet phldrT="[文本]"/>
      <dgm:spPr>
        <a:solidFill>
          <a:schemeClr val="accent1">
            <a:lumMod val="40000"/>
            <a:lumOff val="60000"/>
            <a:alpha val="90000"/>
          </a:schemeClr>
        </a:solidFill>
      </dgm:spPr>
      <dgm:t>
        <a:bodyPr/>
        <a:lstStyle/>
        <a:p>
          <a:r>
            <a:rPr lang="gsw-FR" altLang="zh-CN" dirty="0" smtClean="0"/>
            <a:t>Composition</a:t>
          </a:r>
          <a:r>
            <a:rPr lang="en-US" altLang="zh-CN" dirty="0" smtClean="0"/>
            <a:t> and status of DTS in orbit</a:t>
          </a:r>
          <a:r>
            <a:rPr lang="en-US" altLang="zh-CN" baseline="0" dirty="0" smtClean="0"/>
            <a:t> </a:t>
          </a:r>
          <a:endParaRPr lang="zh-CN" altLang="en-US" dirty="0"/>
        </a:p>
      </dgm:t>
    </dgm:pt>
    <dgm:pt modelId="{7B257960-7809-45BA-9FA1-10809E88E5A3}" type="parTrans" cxnId="{146325BD-7648-4EFB-94BE-872CAE6C826F}">
      <dgm:prSet/>
      <dgm:spPr/>
      <dgm:t>
        <a:bodyPr/>
        <a:lstStyle/>
        <a:p>
          <a:endParaRPr lang="zh-CN" altLang="en-US"/>
        </a:p>
      </dgm:t>
    </dgm:pt>
    <dgm:pt modelId="{B6A9F054-806F-47F8-8E0C-895742E158A2}" type="sibTrans" cxnId="{146325BD-7648-4EFB-94BE-872CAE6C826F}">
      <dgm:prSet/>
      <dgm:spPr/>
      <dgm:t>
        <a:bodyPr/>
        <a:lstStyle/>
        <a:p>
          <a:endParaRPr lang="zh-CN" altLang="en-US"/>
        </a:p>
      </dgm:t>
    </dgm:pt>
    <dgm:pt modelId="{FCB48F7E-A893-4B46-A152-00F0D2CE3D6C}">
      <dgm:prSet phldrT="[文本]"/>
      <dgm:spPr/>
      <dgm:t>
        <a:bodyPr/>
        <a:lstStyle/>
        <a:p>
          <a:r>
            <a:rPr lang="en-US" altLang="zh-CN" dirty="0" smtClean="0"/>
            <a:t>2</a:t>
          </a:r>
          <a:endParaRPr lang="zh-CN" altLang="en-US" dirty="0"/>
        </a:p>
      </dgm:t>
    </dgm:pt>
    <dgm:pt modelId="{D2962C4C-674E-40A4-8ECD-1374BD924862}" type="parTrans" cxnId="{B5635467-6E8A-49B8-BF3D-D0C68E2A3860}">
      <dgm:prSet/>
      <dgm:spPr/>
      <dgm:t>
        <a:bodyPr/>
        <a:lstStyle/>
        <a:p>
          <a:endParaRPr lang="zh-CN" altLang="en-US"/>
        </a:p>
      </dgm:t>
    </dgm:pt>
    <dgm:pt modelId="{203D411F-6584-442B-9DB5-E9A2FA9A530A}" type="sibTrans" cxnId="{B5635467-6E8A-49B8-BF3D-D0C68E2A3860}">
      <dgm:prSet/>
      <dgm:spPr/>
      <dgm:t>
        <a:bodyPr/>
        <a:lstStyle/>
        <a:p>
          <a:endParaRPr lang="zh-CN" altLang="en-US"/>
        </a:p>
      </dgm:t>
    </dgm:pt>
    <dgm:pt modelId="{EEA89238-AAB7-4900-A354-12FF59C6B067}">
      <dgm:prSet phldrT="[文本]"/>
      <dgm:spPr>
        <a:solidFill>
          <a:schemeClr val="accent1">
            <a:lumMod val="40000"/>
            <a:lumOff val="60000"/>
            <a:alpha val="90000"/>
          </a:schemeClr>
        </a:solidFill>
      </dgm:spPr>
      <dgm:t>
        <a:bodyPr/>
        <a:lstStyle/>
        <a:p>
          <a:r>
            <a:rPr lang="en-US" altLang="zh-CN" dirty="0" smtClean="0"/>
            <a:t>Working mode</a:t>
          </a:r>
          <a:r>
            <a:rPr lang="en-US" altLang="en-US" dirty="0" smtClean="0"/>
            <a:t> of DTS in orbit</a:t>
          </a:r>
          <a:endParaRPr lang="zh-CN" altLang="en-US" dirty="0"/>
        </a:p>
      </dgm:t>
    </dgm:pt>
    <dgm:pt modelId="{F5D7C2F8-0416-429A-882B-F5A68BCBC2D0}" type="parTrans" cxnId="{B6326B85-3C03-449D-A95B-3381AF708B92}">
      <dgm:prSet/>
      <dgm:spPr/>
      <dgm:t>
        <a:bodyPr/>
        <a:lstStyle/>
        <a:p>
          <a:endParaRPr lang="zh-CN" altLang="en-US"/>
        </a:p>
      </dgm:t>
    </dgm:pt>
    <dgm:pt modelId="{C03A2A1A-81AE-4EF6-ACAB-8BDEA2A495A8}" type="sibTrans" cxnId="{B6326B85-3C03-449D-A95B-3381AF708B92}">
      <dgm:prSet/>
      <dgm:spPr/>
      <dgm:t>
        <a:bodyPr/>
        <a:lstStyle/>
        <a:p>
          <a:endParaRPr lang="zh-CN" altLang="en-US"/>
        </a:p>
      </dgm:t>
    </dgm:pt>
    <dgm:pt modelId="{30CE7ABA-6626-478D-82A9-0C6F5A441960}">
      <dgm:prSet phldrT="[文本]"/>
      <dgm:spPr/>
      <dgm:t>
        <a:bodyPr/>
        <a:lstStyle/>
        <a:p>
          <a:r>
            <a:rPr lang="en-US" altLang="zh-CN" dirty="0" smtClean="0"/>
            <a:t>3</a:t>
          </a:r>
          <a:endParaRPr lang="zh-CN" altLang="en-US" dirty="0"/>
        </a:p>
      </dgm:t>
    </dgm:pt>
    <dgm:pt modelId="{F01FF562-F0D6-4FB2-878C-11E70070A6AE}" type="parTrans" cxnId="{83EDD32B-8027-40D1-A62F-C1F0145A66AC}">
      <dgm:prSet/>
      <dgm:spPr/>
      <dgm:t>
        <a:bodyPr/>
        <a:lstStyle/>
        <a:p>
          <a:endParaRPr lang="zh-CN" altLang="en-US"/>
        </a:p>
      </dgm:t>
    </dgm:pt>
    <dgm:pt modelId="{1BF39F7E-1541-45A1-987F-F0F485FB198C}" type="sibTrans" cxnId="{83EDD32B-8027-40D1-A62F-C1F0145A66AC}">
      <dgm:prSet/>
      <dgm:spPr/>
      <dgm:t>
        <a:bodyPr/>
        <a:lstStyle/>
        <a:p>
          <a:endParaRPr lang="zh-CN" altLang="en-US"/>
        </a:p>
      </dgm:t>
    </dgm:pt>
    <dgm:pt modelId="{A2CD7B22-281A-42AC-B04B-8D96B5DA4912}">
      <dgm:prSet phldrT="[文本]"/>
      <dgm:spPr>
        <a:solidFill>
          <a:schemeClr val="accent1">
            <a:lumMod val="40000"/>
            <a:lumOff val="60000"/>
            <a:alpha val="90000"/>
          </a:schemeClr>
        </a:solidFill>
      </dgm:spPr>
      <dgm:t>
        <a:bodyPr/>
        <a:lstStyle/>
        <a:p>
          <a:r>
            <a:rPr lang="gsw-FR" altLang="zh-CN" dirty="0" smtClean="0"/>
            <a:t>Telecommand</a:t>
          </a:r>
          <a:r>
            <a:rPr lang="en-US" altLang="zh-CN" dirty="0" smtClean="0"/>
            <a:t> and telemetry of DTS  </a:t>
          </a:r>
          <a:endParaRPr lang="zh-CN" altLang="en-US" dirty="0"/>
        </a:p>
      </dgm:t>
    </dgm:pt>
    <dgm:pt modelId="{77516C5C-6419-4207-84B2-04C2E449C422}" type="parTrans" cxnId="{F85DE6D9-F06E-444A-BBB5-0A786E906FCD}">
      <dgm:prSet/>
      <dgm:spPr/>
      <dgm:t>
        <a:bodyPr/>
        <a:lstStyle/>
        <a:p>
          <a:endParaRPr lang="zh-CN" altLang="en-US"/>
        </a:p>
      </dgm:t>
    </dgm:pt>
    <dgm:pt modelId="{9AF01A24-E8C4-44CD-AFBA-12D59FB9B15E}" type="sibTrans" cxnId="{F85DE6D9-F06E-444A-BBB5-0A786E906FCD}">
      <dgm:prSet/>
      <dgm:spPr/>
      <dgm:t>
        <a:bodyPr/>
        <a:lstStyle/>
        <a:p>
          <a:endParaRPr lang="zh-CN" altLang="en-US"/>
        </a:p>
      </dgm:t>
    </dgm:pt>
    <dgm:pt modelId="{0B09DC13-473D-4488-9DFD-D1019D4293D3}">
      <dgm:prSet phldrT="[文本]"/>
      <dgm:spPr/>
      <dgm:t>
        <a:bodyPr/>
        <a:lstStyle/>
        <a:p>
          <a:r>
            <a:rPr lang="en-US" altLang="zh-CN" dirty="0" smtClean="0"/>
            <a:t>4</a:t>
          </a:r>
          <a:endParaRPr lang="zh-CN" altLang="en-US" dirty="0"/>
        </a:p>
      </dgm:t>
    </dgm:pt>
    <dgm:pt modelId="{379066A5-28CF-4386-8317-C0A1AAF0305B}" type="parTrans" cxnId="{3101C400-6691-4D8B-B1A6-BCC867D89ABC}">
      <dgm:prSet/>
      <dgm:spPr/>
      <dgm:t>
        <a:bodyPr/>
        <a:lstStyle/>
        <a:p>
          <a:endParaRPr lang="zh-CN" altLang="en-US"/>
        </a:p>
      </dgm:t>
    </dgm:pt>
    <dgm:pt modelId="{A03BAD12-1B55-4F4F-BFFB-30C52F582150}" type="sibTrans" cxnId="{3101C400-6691-4D8B-B1A6-BCC867D89ABC}">
      <dgm:prSet/>
      <dgm:spPr/>
      <dgm:t>
        <a:bodyPr/>
        <a:lstStyle/>
        <a:p>
          <a:endParaRPr lang="zh-CN" altLang="en-US"/>
        </a:p>
      </dgm:t>
    </dgm:pt>
    <dgm:pt modelId="{C537F16C-9AE4-49DF-88D9-83D1EA60AF84}">
      <dgm:prSet phldrT="[文本]"/>
      <dgm:spPr>
        <a:solidFill>
          <a:schemeClr val="accent2">
            <a:lumMod val="40000"/>
            <a:lumOff val="60000"/>
            <a:alpha val="90000"/>
          </a:schemeClr>
        </a:solidFill>
      </dgm:spPr>
      <dgm:t>
        <a:bodyPr/>
        <a:lstStyle/>
        <a:p>
          <a:r>
            <a:rPr lang="en-US" altLang="zh-CN" dirty="0" smtClean="0"/>
            <a:t>Sequence </a:t>
          </a:r>
          <a:r>
            <a:rPr lang="en-US" altLang="zh-CN" baseline="0" dirty="0" smtClean="0"/>
            <a:t>of operation</a:t>
          </a:r>
          <a:endParaRPr lang="zh-CN" altLang="en-US" dirty="0"/>
        </a:p>
      </dgm:t>
    </dgm:pt>
    <dgm:pt modelId="{B09C7336-A3E0-46E8-A2C2-9198BDB1C125}" type="parTrans" cxnId="{76BE74A9-36CF-4FA1-8308-9707BA4D2C2A}">
      <dgm:prSet/>
      <dgm:spPr/>
      <dgm:t>
        <a:bodyPr/>
        <a:lstStyle/>
        <a:p>
          <a:endParaRPr lang="zh-CN" altLang="en-US"/>
        </a:p>
      </dgm:t>
    </dgm:pt>
    <dgm:pt modelId="{AAC9993E-110E-4423-BE31-10413F32F3D6}" type="sibTrans" cxnId="{76BE74A9-36CF-4FA1-8308-9707BA4D2C2A}">
      <dgm:prSet/>
      <dgm:spPr/>
      <dgm:t>
        <a:bodyPr/>
        <a:lstStyle/>
        <a:p>
          <a:endParaRPr lang="zh-CN" altLang="en-US"/>
        </a:p>
      </dgm:t>
    </dgm:pt>
    <dgm:pt modelId="{A16277F7-55F5-4900-A577-3C17ADF60620}">
      <dgm:prSet phldrT="[文本]"/>
      <dgm:spPr/>
      <dgm:t>
        <a:bodyPr/>
        <a:lstStyle/>
        <a:p>
          <a:r>
            <a:rPr lang="en-US" altLang="zh-CN" dirty="0" smtClean="0"/>
            <a:t>5</a:t>
          </a:r>
          <a:endParaRPr lang="zh-CN" altLang="en-US" dirty="0"/>
        </a:p>
      </dgm:t>
    </dgm:pt>
    <dgm:pt modelId="{0A426471-5AE9-457A-BCB7-6A967E1C3098}" type="parTrans" cxnId="{3A333A89-4D64-4C6A-B6B9-67DE646FC35C}">
      <dgm:prSet/>
      <dgm:spPr/>
      <dgm:t>
        <a:bodyPr/>
        <a:lstStyle/>
        <a:p>
          <a:endParaRPr lang="zh-CN" altLang="en-US"/>
        </a:p>
      </dgm:t>
    </dgm:pt>
    <dgm:pt modelId="{1E2DC076-F51A-468A-94CD-60497E00188B}" type="sibTrans" cxnId="{3A333A89-4D64-4C6A-B6B9-67DE646FC35C}">
      <dgm:prSet/>
      <dgm:spPr/>
      <dgm:t>
        <a:bodyPr/>
        <a:lstStyle/>
        <a:p>
          <a:endParaRPr lang="zh-CN" altLang="en-US"/>
        </a:p>
      </dgm:t>
    </dgm:pt>
    <dgm:pt modelId="{3D9ED44B-F253-45E4-9F05-3A0F0A362EC2}">
      <dgm:prSet phldrT="[文本]"/>
      <dgm:spPr/>
      <dgm:t>
        <a:bodyPr/>
        <a:lstStyle/>
        <a:p>
          <a:r>
            <a:rPr lang="en-US" altLang="zh-CN" dirty="0" smtClean="0"/>
            <a:t>Important Notice</a:t>
          </a:r>
          <a:endParaRPr lang="zh-CN" altLang="en-US" dirty="0"/>
        </a:p>
      </dgm:t>
    </dgm:pt>
    <dgm:pt modelId="{E71ECAFA-9DF1-4015-881C-6CF953EC2F69}" type="parTrans" cxnId="{51D5845F-7B21-4379-A0C9-B696E140B391}">
      <dgm:prSet/>
      <dgm:spPr/>
      <dgm:t>
        <a:bodyPr/>
        <a:lstStyle/>
        <a:p>
          <a:endParaRPr lang="zh-CN" altLang="en-US"/>
        </a:p>
      </dgm:t>
    </dgm:pt>
    <dgm:pt modelId="{2611CBD1-1827-4BF5-AE0C-48E29B97859D}" type="sibTrans" cxnId="{51D5845F-7B21-4379-A0C9-B696E140B391}">
      <dgm:prSet/>
      <dgm:spPr/>
      <dgm:t>
        <a:bodyPr/>
        <a:lstStyle/>
        <a:p>
          <a:endParaRPr lang="zh-CN" altLang="en-US"/>
        </a:p>
      </dgm:t>
    </dgm:pt>
    <dgm:pt modelId="{B6E66D6F-58E7-41FE-9C39-3789866D2ADE}">
      <dgm:prSet phldrT="[文本]"/>
      <dgm:spPr/>
      <dgm:t>
        <a:bodyPr/>
        <a:lstStyle/>
        <a:p>
          <a:r>
            <a:rPr lang="en-US" altLang="zh-CN" dirty="0" smtClean="0"/>
            <a:t>6</a:t>
          </a:r>
          <a:endParaRPr lang="zh-CN" altLang="en-US" dirty="0"/>
        </a:p>
      </dgm:t>
    </dgm:pt>
    <dgm:pt modelId="{45DFF80D-70E5-4961-98E6-803E89BF6C69}" type="parTrans" cxnId="{4A53A962-8350-483E-A79F-43B50694A5DA}">
      <dgm:prSet/>
      <dgm:spPr/>
      <dgm:t>
        <a:bodyPr/>
        <a:lstStyle/>
        <a:p>
          <a:endParaRPr lang="zh-CN" altLang="en-US"/>
        </a:p>
      </dgm:t>
    </dgm:pt>
    <dgm:pt modelId="{F701EBE9-E03D-47EF-B774-D79FFF1F6318}" type="sibTrans" cxnId="{4A53A962-8350-483E-A79F-43B50694A5DA}">
      <dgm:prSet/>
      <dgm:spPr/>
      <dgm:t>
        <a:bodyPr/>
        <a:lstStyle/>
        <a:p>
          <a:endParaRPr lang="zh-CN" altLang="en-US"/>
        </a:p>
      </dgm:t>
    </dgm:pt>
    <dgm:pt modelId="{23FC3643-A601-4369-B27F-46344EE05CAB}">
      <dgm:prSet phldrT="[文本]"/>
      <dgm:spPr/>
      <dgm:t>
        <a:bodyPr/>
        <a:lstStyle/>
        <a:p>
          <a:r>
            <a:rPr lang="en-US" dirty="0" smtClean="0"/>
            <a:t>The Anomaly Operation </a:t>
          </a:r>
          <a:r>
            <a:rPr lang="en-US" altLang="zh-CN" dirty="0" smtClean="0"/>
            <a:t>in orbit</a:t>
          </a:r>
          <a:endParaRPr lang="zh-CN" altLang="en-US" dirty="0"/>
        </a:p>
      </dgm:t>
    </dgm:pt>
    <dgm:pt modelId="{5DE4F113-43EF-4E68-8A6C-58C5499EDF88}" type="parTrans" cxnId="{3540D398-50DA-47F5-A79C-1BA590C8E9F1}">
      <dgm:prSet/>
      <dgm:spPr/>
      <dgm:t>
        <a:bodyPr/>
        <a:lstStyle/>
        <a:p>
          <a:endParaRPr lang="zh-CN" altLang="en-US"/>
        </a:p>
      </dgm:t>
    </dgm:pt>
    <dgm:pt modelId="{A1CB317C-73FA-463D-AD06-AA26BB04CE07}" type="sibTrans" cxnId="{3540D398-50DA-47F5-A79C-1BA590C8E9F1}">
      <dgm:prSet/>
      <dgm:spPr/>
      <dgm:t>
        <a:bodyPr/>
        <a:lstStyle/>
        <a:p>
          <a:endParaRPr lang="zh-CN" altLang="en-US"/>
        </a:p>
      </dgm:t>
    </dgm:pt>
    <dgm:pt modelId="{46BEA991-5658-48FC-B01F-DE47F40EE891}" type="pres">
      <dgm:prSet presAssocID="{55C9BC06-27E7-4506-9472-91BB7936D53F}" presName="Name0" presStyleCnt="0">
        <dgm:presLayoutVars>
          <dgm:dir/>
          <dgm:animLvl val="lvl"/>
          <dgm:resizeHandles val="exact"/>
        </dgm:presLayoutVars>
      </dgm:prSet>
      <dgm:spPr/>
      <dgm:t>
        <a:bodyPr/>
        <a:lstStyle/>
        <a:p>
          <a:endParaRPr lang="zh-CN" altLang="en-US"/>
        </a:p>
      </dgm:t>
    </dgm:pt>
    <dgm:pt modelId="{573CA7B6-2C62-4154-A1DC-DBDF6376DC61}" type="pres">
      <dgm:prSet presAssocID="{E9229D8E-C2A5-4E6F-89DF-DC6CBABFD904}" presName="linNode" presStyleCnt="0"/>
      <dgm:spPr/>
    </dgm:pt>
    <dgm:pt modelId="{21337BD4-EAE7-4FC6-8B68-510B5313E295}" type="pres">
      <dgm:prSet presAssocID="{E9229D8E-C2A5-4E6F-89DF-DC6CBABFD904}" presName="parentText" presStyleLbl="node1" presStyleIdx="0" presStyleCnt="6" custScaleX="52391">
        <dgm:presLayoutVars>
          <dgm:chMax val="1"/>
          <dgm:bulletEnabled val="1"/>
        </dgm:presLayoutVars>
      </dgm:prSet>
      <dgm:spPr/>
      <dgm:t>
        <a:bodyPr/>
        <a:lstStyle/>
        <a:p>
          <a:endParaRPr lang="zh-CN" altLang="en-US"/>
        </a:p>
      </dgm:t>
    </dgm:pt>
    <dgm:pt modelId="{FCD21A22-F86A-4BAD-AD4E-1381AF126862}" type="pres">
      <dgm:prSet presAssocID="{E9229D8E-C2A5-4E6F-89DF-DC6CBABFD904}" presName="descendantText" presStyleLbl="alignAccFollowNode1" presStyleIdx="0" presStyleCnt="6">
        <dgm:presLayoutVars>
          <dgm:bulletEnabled val="1"/>
        </dgm:presLayoutVars>
      </dgm:prSet>
      <dgm:spPr/>
      <dgm:t>
        <a:bodyPr/>
        <a:lstStyle/>
        <a:p>
          <a:endParaRPr lang="zh-CN" altLang="en-US"/>
        </a:p>
      </dgm:t>
    </dgm:pt>
    <dgm:pt modelId="{486E8B6A-812D-474D-BFAE-A24B4FBF7FD7}" type="pres">
      <dgm:prSet presAssocID="{71070190-0D03-460E-866E-F12F077467BF}" presName="sp" presStyleCnt="0"/>
      <dgm:spPr/>
    </dgm:pt>
    <dgm:pt modelId="{CD376536-94F0-4622-BCCC-F50FF21A6330}" type="pres">
      <dgm:prSet presAssocID="{FCB48F7E-A893-4B46-A152-00F0D2CE3D6C}" presName="linNode" presStyleCnt="0"/>
      <dgm:spPr/>
    </dgm:pt>
    <dgm:pt modelId="{876019AC-F2D3-4140-9E13-8C4A1F228582}" type="pres">
      <dgm:prSet presAssocID="{FCB48F7E-A893-4B46-A152-00F0D2CE3D6C}" presName="parentText" presStyleLbl="node1" presStyleIdx="1" presStyleCnt="6" custScaleX="51774">
        <dgm:presLayoutVars>
          <dgm:chMax val="1"/>
          <dgm:bulletEnabled val="1"/>
        </dgm:presLayoutVars>
      </dgm:prSet>
      <dgm:spPr/>
      <dgm:t>
        <a:bodyPr/>
        <a:lstStyle/>
        <a:p>
          <a:endParaRPr lang="zh-CN" altLang="en-US"/>
        </a:p>
      </dgm:t>
    </dgm:pt>
    <dgm:pt modelId="{187EE60B-D6ED-4EB5-900F-3927531DD5F8}" type="pres">
      <dgm:prSet presAssocID="{FCB48F7E-A893-4B46-A152-00F0D2CE3D6C}" presName="descendantText" presStyleLbl="alignAccFollowNode1" presStyleIdx="1" presStyleCnt="6" custScaleX="99608">
        <dgm:presLayoutVars>
          <dgm:bulletEnabled val="1"/>
        </dgm:presLayoutVars>
      </dgm:prSet>
      <dgm:spPr/>
      <dgm:t>
        <a:bodyPr/>
        <a:lstStyle/>
        <a:p>
          <a:endParaRPr lang="zh-CN" altLang="en-US"/>
        </a:p>
      </dgm:t>
    </dgm:pt>
    <dgm:pt modelId="{3C398523-6CAF-43A2-B99D-7F77DD2840A2}" type="pres">
      <dgm:prSet presAssocID="{203D411F-6584-442B-9DB5-E9A2FA9A530A}" presName="sp" presStyleCnt="0"/>
      <dgm:spPr/>
    </dgm:pt>
    <dgm:pt modelId="{FC0A0AFD-DC5C-4BA9-B5C3-8747221866DD}" type="pres">
      <dgm:prSet presAssocID="{30CE7ABA-6626-478D-82A9-0C6F5A441960}" presName="linNode" presStyleCnt="0"/>
      <dgm:spPr/>
    </dgm:pt>
    <dgm:pt modelId="{B6BC8131-068C-422E-BD0A-743D184796A9}" type="pres">
      <dgm:prSet presAssocID="{30CE7ABA-6626-478D-82A9-0C6F5A441960}" presName="parentText" presStyleLbl="node1" presStyleIdx="2" presStyleCnt="6" custScaleX="51774">
        <dgm:presLayoutVars>
          <dgm:chMax val="1"/>
          <dgm:bulletEnabled val="1"/>
        </dgm:presLayoutVars>
      </dgm:prSet>
      <dgm:spPr/>
      <dgm:t>
        <a:bodyPr/>
        <a:lstStyle/>
        <a:p>
          <a:endParaRPr lang="zh-CN" altLang="en-US"/>
        </a:p>
      </dgm:t>
    </dgm:pt>
    <dgm:pt modelId="{FB2A164C-6E98-42E2-A967-46CEE9E3ABD3}" type="pres">
      <dgm:prSet presAssocID="{30CE7ABA-6626-478D-82A9-0C6F5A441960}" presName="descendantText" presStyleLbl="alignAccFollowNode1" presStyleIdx="2" presStyleCnt="6">
        <dgm:presLayoutVars>
          <dgm:bulletEnabled val="1"/>
        </dgm:presLayoutVars>
      </dgm:prSet>
      <dgm:spPr/>
      <dgm:t>
        <a:bodyPr/>
        <a:lstStyle/>
        <a:p>
          <a:endParaRPr lang="zh-CN" altLang="en-US"/>
        </a:p>
      </dgm:t>
    </dgm:pt>
    <dgm:pt modelId="{4EAF4BBB-ACD2-43B0-87FE-CFE4354A1F96}" type="pres">
      <dgm:prSet presAssocID="{1BF39F7E-1541-45A1-987F-F0F485FB198C}" presName="sp" presStyleCnt="0"/>
      <dgm:spPr/>
    </dgm:pt>
    <dgm:pt modelId="{77B8CD79-1759-42CB-B486-E339EBF21246}" type="pres">
      <dgm:prSet presAssocID="{0B09DC13-473D-4488-9DFD-D1019D4293D3}" presName="linNode" presStyleCnt="0"/>
      <dgm:spPr/>
    </dgm:pt>
    <dgm:pt modelId="{47F8267F-713F-4C7A-9053-6A592A3FC3C6}" type="pres">
      <dgm:prSet presAssocID="{0B09DC13-473D-4488-9DFD-D1019D4293D3}" presName="parentText" presStyleLbl="node1" presStyleIdx="3" presStyleCnt="6" custScaleX="51774">
        <dgm:presLayoutVars>
          <dgm:chMax val="1"/>
          <dgm:bulletEnabled val="1"/>
        </dgm:presLayoutVars>
      </dgm:prSet>
      <dgm:spPr/>
      <dgm:t>
        <a:bodyPr/>
        <a:lstStyle/>
        <a:p>
          <a:endParaRPr lang="zh-CN" altLang="en-US"/>
        </a:p>
      </dgm:t>
    </dgm:pt>
    <dgm:pt modelId="{899E2C62-6850-483D-B87D-80F915B765B5}" type="pres">
      <dgm:prSet presAssocID="{0B09DC13-473D-4488-9DFD-D1019D4293D3}" presName="descendantText" presStyleLbl="alignAccFollowNode1" presStyleIdx="3" presStyleCnt="6">
        <dgm:presLayoutVars>
          <dgm:bulletEnabled val="1"/>
        </dgm:presLayoutVars>
      </dgm:prSet>
      <dgm:spPr/>
      <dgm:t>
        <a:bodyPr/>
        <a:lstStyle/>
        <a:p>
          <a:endParaRPr lang="zh-CN" altLang="en-US"/>
        </a:p>
      </dgm:t>
    </dgm:pt>
    <dgm:pt modelId="{841A090A-3BD5-4321-A774-D111CAB1FB3E}" type="pres">
      <dgm:prSet presAssocID="{A03BAD12-1B55-4F4F-BFFB-30C52F582150}" presName="sp" presStyleCnt="0"/>
      <dgm:spPr/>
    </dgm:pt>
    <dgm:pt modelId="{9964F3AB-36EA-4D74-91CB-FC633CB34A3F}" type="pres">
      <dgm:prSet presAssocID="{A16277F7-55F5-4900-A577-3C17ADF60620}" presName="linNode" presStyleCnt="0"/>
      <dgm:spPr/>
    </dgm:pt>
    <dgm:pt modelId="{8D471BB1-EE3C-48B2-9A4F-A473204E59F7}" type="pres">
      <dgm:prSet presAssocID="{A16277F7-55F5-4900-A577-3C17ADF60620}" presName="parentText" presStyleLbl="node1" presStyleIdx="4" presStyleCnt="6" custScaleX="51774">
        <dgm:presLayoutVars>
          <dgm:chMax val="1"/>
          <dgm:bulletEnabled val="1"/>
        </dgm:presLayoutVars>
      </dgm:prSet>
      <dgm:spPr/>
      <dgm:t>
        <a:bodyPr/>
        <a:lstStyle/>
        <a:p>
          <a:endParaRPr lang="zh-CN" altLang="en-US"/>
        </a:p>
      </dgm:t>
    </dgm:pt>
    <dgm:pt modelId="{9FA51810-A896-42F0-8549-217654593014}" type="pres">
      <dgm:prSet presAssocID="{A16277F7-55F5-4900-A577-3C17ADF60620}" presName="descendantText" presStyleLbl="alignAccFollowNode1" presStyleIdx="4" presStyleCnt="6">
        <dgm:presLayoutVars>
          <dgm:bulletEnabled val="1"/>
        </dgm:presLayoutVars>
      </dgm:prSet>
      <dgm:spPr/>
      <dgm:t>
        <a:bodyPr/>
        <a:lstStyle/>
        <a:p>
          <a:endParaRPr lang="zh-CN" altLang="en-US"/>
        </a:p>
      </dgm:t>
    </dgm:pt>
    <dgm:pt modelId="{73B3BB89-DC4D-4690-8527-1745292288C2}" type="pres">
      <dgm:prSet presAssocID="{1E2DC076-F51A-468A-94CD-60497E00188B}" presName="sp" presStyleCnt="0"/>
      <dgm:spPr/>
    </dgm:pt>
    <dgm:pt modelId="{4B5B66F6-9C2C-4BC5-ACDC-B9EFB9211393}" type="pres">
      <dgm:prSet presAssocID="{B6E66D6F-58E7-41FE-9C39-3789866D2ADE}" presName="linNode" presStyleCnt="0"/>
      <dgm:spPr/>
    </dgm:pt>
    <dgm:pt modelId="{F1C0A150-5B65-409D-938A-4B749D41A0C9}" type="pres">
      <dgm:prSet presAssocID="{B6E66D6F-58E7-41FE-9C39-3789866D2ADE}" presName="parentText" presStyleLbl="node1" presStyleIdx="5" presStyleCnt="6" custScaleX="52391">
        <dgm:presLayoutVars>
          <dgm:chMax val="1"/>
          <dgm:bulletEnabled val="1"/>
        </dgm:presLayoutVars>
      </dgm:prSet>
      <dgm:spPr/>
      <dgm:t>
        <a:bodyPr/>
        <a:lstStyle/>
        <a:p>
          <a:endParaRPr lang="zh-CN" altLang="en-US"/>
        </a:p>
      </dgm:t>
    </dgm:pt>
    <dgm:pt modelId="{8D1B5D78-6BCA-4BFE-A54A-3FBFC91E4964}" type="pres">
      <dgm:prSet presAssocID="{B6E66D6F-58E7-41FE-9C39-3789866D2ADE}" presName="descendantText" presStyleLbl="alignAccFollowNode1" presStyleIdx="5" presStyleCnt="6" custScaleX="100000">
        <dgm:presLayoutVars>
          <dgm:bulletEnabled val="1"/>
        </dgm:presLayoutVars>
      </dgm:prSet>
      <dgm:spPr/>
      <dgm:t>
        <a:bodyPr/>
        <a:lstStyle/>
        <a:p>
          <a:endParaRPr lang="zh-CN" altLang="en-US"/>
        </a:p>
      </dgm:t>
    </dgm:pt>
  </dgm:ptLst>
  <dgm:cxnLst>
    <dgm:cxn modelId="{FB1544CF-E884-4A1E-92E7-58A4F30C9A98}" type="presOf" srcId="{FCB48F7E-A893-4B46-A152-00F0D2CE3D6C}" destId="{876019AC-F2D3-4140-9E13-8C4A1F228582}" srcOrd="0" destOrd="0" presId="urn:microsoft.com/office/officeart/2005/8/layout/vList5"/>
    <dgm:cxn modelId="{DD40ACBB-28AE-4551-821E-14E931C45886}" type="presOf" srcId="{EEA89238-AAB7-4900-A354-12FF59C6B067}" destId="{187EE60B-D6ED-4EB5-900F-3927531DD5F8}" srcOrd="0" destOrd="0" presId="urn:microsoft.com/office/officeart/2005/8/layout/vList5"/>
    <dgm:cxn modelId="{76BE74A9-36CF-4FA1-8308-9707BA4D2C2A}" srcId="{0B09DC13-473D-4488-9DFD-D1019D4293D3}" destId="{C537F16C-9AE4-49DF-88D9-83D1EA60AF84}" srcOrd="0" destOrd="0" parTransId="{B09C7336-A3E0-46E8-A2C2-9198BDB1C125}" sibTransId="{AAC9993E-110E-4423-BE31-10413F32F3D6}"/>
    <dgm:cxn modelId="{1A6A49E7-C357-48FF-A38B-9F1E558CC5DD}" type="presOf" srcId="{E9229D8E-C2A5-4E6F-89DF-DC6CBABFD904}" destId="{21337BD4-EAE7-4FC6-8B68-510B5313E295}" srcOrd="0" destOrd="0" presId="urn:microsoft.com/office/officeart/2005/8/layout/vList5"/>
    <dgm:cxn modelId="{42ED4CE6-8C2A-4212-A488-DF2467C147E1}" srcId="{55C9BC06-27E7-4506-9472-91BB7936D53F}" destId="{E9229D8E-C2A5-4E6F-89DF-DC6CBABFD904}" srcOrd="0" destOrd="0" parTransId="{6E3661AD-60B8-4885-BCD4-99865D4EF71F}" sibTransId="{71070190-0D03-460E-866E-F12F077467BF}"/>
    <dgm:cxn modelId="{2679E563-CC61-4868-9B6F-F63E4436BA45}" type="presOf" srcId="{B6E66D6F-58E7-41FE-9C39-3789866D2ADE}" destId="{F1C0A150-5B65-409D-938A-4B749D41A0C9}" srcOrd="0" destOrd="0" presId="urn:microsoft.com/office/officeart/2005/8/layout/vList5"/>
    <dgm:cxn modelId="{26C164FD-2B7F-4CAC-BE18-BA36FBC010D3}" type="presOf" srcId="{30CE7ABA-6626-478D-82A9-0C6F5A441960}" destId="{B6BC8131-068C-422E-BD0A-743D184796A9}" srcOrd="0" destOrd="0" presId="urn:microsoft.com/office/officeart/2005/8/layout/vList5"/>
    <dgm:cxn modelId="{B5635467-6E8A-49B8-BF3D-D0C68E2A3860}" srcId="{55C9BC06-27E7-4506-9472-91BB7936D53F}" destId="{FCB48F7E-A893-4B46-A152-00F0D2CE3D6C}" srcOrd="1" destOrd="0" parTransId="{D2962C4C-674E-40A4-8ECD-1374BD924862}" sibTransId="{203D411F-6584-442B-9DB5-E9A2FA9A530A}"/>
    <dgm:cxn modelId="{5EBEEA3E-4C2C-4DDA-A11C-3DE949132D02}" type="presOf" srcId="{A2CD7B22-281A-42AC-B04B-8D96B5DA4912}" destId="{FB2A164C-6E98-42E2-A967-46CEE9E3ABD3}" srcOrd="0" destOrd="0" presId="urn:microsoft.com/office/officeart/2005/8/layout/vList5"/>
    <dgm:cxn modelId="{83EDD32B-8027-40D1-A62F-C1F0145A66AC}" srcId="{55C9BC06-27E7-4506-9472-91BB7936D53F}" destId="{30CE7ABA-6626-478D-82A9-0C6F5A441960}" srcOrd="2" destOrd="0" parTransId="{F01FF562-F0D6-4FB2-878C-11E70070A6AE}" sibTransId="{1BF39F7E-1541-45A1-987F-F0F485FB198C}"/>
    <dgm:cxn modelId="{AAAC6DA3-38F9-4A35-A0A1-F2B8619A6377}" type="presOf" srcId="{C537F16C-9AE4-49DF-88D9-83D1EA60AF84}" destId="{899E2C62-6850-483D-B87D-80F915B765B5}" srcOrd="0" destOrd="0" presId="urn:microsoft.com/office/officeart/2005/8/layout/vList5"/>
    <dgm:cxn modelId="{51D5845F-7B21-4379-A0C9-B696E140B391}" srcId="{A16277F7-55F5-4900-A577-3C17ADF60620}" destId="{3D9ED44B-F253-45E4-9F05-3A0F0A362EC2}" srcOrd="0" destOrd="0" parTransId="{E71ECAFA-9DF1-4015-881C-6CF953EC2F69}" sibTransId="{2611CBD1-1827-4BF5-AE0C-48E29B97859D}"/>
    <dgm:cxn modelId="{B6326B85-3C03-449D-A95B-3381AF708B92}" srcId="{FCB48F7E-A893-4B46-A152-00F0D2CE3D6C}" destId="{EEA89238-AAB7-4900-A354-12FF59C6B067}" srcOrd="0" destOrd="0" parTransId="{F5D7C2F8-0416-429A-882B-F5A68BCBC2D0}" sibTransId="{C03A2A1A-81AE-4EF6-ACAB-8BDEA2A495A8}"/>
    <dgm:cxn modelId="{146325BD-7648-4EFB-94BE-872CAE6C826F}" srcId="{E9229D8E-C2A5-4E6F-89DF-DC6CBABFD904}" destId="{25EFCECE-795F-46E2-AEEC-D58F529B723F}" srcOrd="0" destOrd="0" parTransId="{7B257960-7809-45BA-9FA1-10809E88E5A3}" sibTransId="{B6A9F054-806F-47F8-8E0C-895742E158A2}"/>
    <dgm:cxn modelId="{3A333A89-4D64-4C6A-B6B9-67DE646FC35C}" srcId="{55C9BC06-27E7-4506-9472-91BB7936D53F}" destId="{A16277F7-55F5-4900-A577-3C17ADF60620}" srcOrd="4" destOrd="0" parTransId="{0A426471-5AE9-457A-BCB7-6A967E1C3098}" sibTransId="{1E2DC076-F51A-468A-94CD-60497E00188B}"/>
    <dgm:cxn modelId="{38C74B48-F416-4B1F-B13B-0C18DA3BFC8F}" type="presOf" srcId="{0B09DC13-473D-4488-9DFD-D1019D4293D3}" destId="{47F8267F-713F-4C7A-9053-6A592A3FC3C6}" srcOrd="0" destOrd="0" presId="urn:microsoft.com/office/officeart/2005/8/layout/vList5"/>
    <dgm:cxn modelId="{4A53A962-8350-483E-A79F-43B50694A5DA}" srcId="{55C9BC06-27E7-4506-9472-91BB7936D53F}" destId="{B6E66D6F-58E7-41FE-9C39-3789866D2ADE}" srcOrd="5" destOrd="0" parTransId="{45DFF80D-70E5-4961-98E6-803E89BF6C69}" sibTransId="{F701EBE9-E03D-47EF-B774-D79FFF1F6318}"/>
    <dgm:cxn modelId="{EA6DC4A4-A0E5-4881-B53A-A85F864A6DF3}" type="presOf" srcId="{A16277F7-55F5-4900-A577-3C17ADF60620}" destId="{8D471BB1-EE3C-48B2-9A4F-A473204E59F7}" srcOrd="0" destOrd="0" presId="urn:microsoft.com/office/officeart/2005/8/layout/vList5"/>
    <dgm:cxn modelId="{3101C400-6691-4D8B-B1A6-BCC867D89ABC}" srcId="{55C9BC06-27E7-4506-9472-91BB7936D53F}" destId="{0B09DC13-473D-4488-9DFD-D1019D4293D3}" srcOrd="3" destOrd="0" parTransId="{379066A5-28CF-4386-8317-C0A1AAF0305B}" sibTransId="{A03BAD12-1B55-4F4F-BFFB-30C52F582150}"/>
    <dgm:cxn modelId="{F85DE6D9-F06E-444A-BBB5-0A786E906FCD}" srcId="{30CE7ABA-6626-478D-82A9-0C6F5A441960}" destId="{A2CD7B22-281A-42AC-B04B-8D96B5DA4912}" srcOrd="0" destOrd="0" parTransId="{77516C5C-6419-4207-84B2-04C2E449C422}" sibTransId="{9AF01A24-E8C4-44CD-AFBA-12D59FB9B15E}"/>
    <dgm:cxn modelId="{DB92B31D-904D-4A8B-B8A6-D8F5AA4A0922}" type="presOf" srcId="{23FC3643-A601-4369-B27F-46344EE05CAB}" destId="{8D1B5D78-6BCA-4BFE-A54A-3FBFC91E4964}" srcOrd="0" destOrd="0" presId="urn:microsoft.com/office/officeart/2005/8/layout/vList5"/>
    <dgm:cxn modelId="{3540D398-50DA-47F5-A79C-1BA590C8E9F1}" srcId="{B6E66D6F-58E7-41FE-9C39-3789866D2ADE}" destId="{23FC3643-A601-4369-B27F-46344EE05CAB}" srcOrd="0" destOrd="0" parTransId="{5DE4F113-43EF-4E68-8A6C-58C5499EDF88}" sibTransId="{A1CB317C-73FA-463D-AD06-AA26BB04CE07}"/>
    <dgm:cxn modelId="{4F5B5CCA-0821-49E5-956C-EF5DA36E8A33}" type="presOf" srcId="{3D9ED44B-F253-45E4-9F05-3A0F0A362EC2}" destId="{9FA51810-A896-42F0-8549-217654593014}" srcOrd="0" destOrd="0" presId="urn:microsoft.com/office/officeart/2005/8/layout/vList5"/>
    <dgm:cxn modelId="{AD2D177F-AE13-4AA6-8C2A-CA4EFABDEFDE}" type="presOf" srcId="{55C9BC06-27E7-4506-9472-91BB7936D53F}" destId="{46BEA991-5658-48FC-B01F-DE47F40EE891}" srcOrd="0" destOrd="0" presId="urn:microsoft.com/office/officeart/2005/8/layout/vList5"/>
    <dgm:cxn modelId="{3216EA6A-D3EE-4E93-85E4-5470E36ED304}" type="presOf" srcId="{25EFCECE-795F-46E2-AEEC-D58F529B723F}" destId="{FCD21A22-F86A-4BAD-AD4E-1381AF126862}" srcOrd="0" destOrd="0" presId="urn:microsoft.com/office/officeart/2005/8/layout/vList5"/>
    <dgm:cxn modelId="{D96516F1-1A21-4E58-86FC-C8E621E60309}" type="presParOf" srcId="{46BEA991-5658-48FC-B01F-DE47F40EE891}" destId="{573CA7B6-2C62-4154-A1DC-DBDF6376DC61}" srcOrd="0" destOrd="0" presId="urn:microsoft.com/office/officeart/2005/8/layout/vList5"/>
    <dgm:cxn modelId="{EA695AC2-A871-4366-B80B-998B67298F1A}" type="presParOf" srcId="{573CA7B6-2C62-4154-A1DC-DBDF6376DC61}" destId="{21337BD4-EAE7-4FC6-8B68-510B5313E295}" srcOrd="0" destOrd="0" presId="urn:microsoft.com/office/officeart/2005/8/layout/vList5"/>
    <dgm:cxn modelId="{E5A74EA4-1CAB-4C26-8F8C-48623C0887DE}" type="presParOf" srcId="{573CA7B6-2C62-4154-A1DC-DBDF6376DC61}" destId="{FCD21A22-F86A-4BAD-AD4E-1381AF126862}" srcOrd="1" destOrd="0" presId="urn:microsoft.com/office/officeart/2005/8/layout/vList5"/>
    <dgm:cxn modelId="{FD90AE24-017F-4ECD-B7B5-00FFD86D0B83}" type="presParOf" srcId="{46BEA991-5658-48FC-B01F-DE47F40EE891}" destId="{486E8B6A-812D-474D-BFAE-A24B4FBF7FD7}" srcOrd="1" destOrd="0" presId="urn:microsoft.com/office/officeart/2005/8/layout/vList5"/>
    <dgm:cxn modelId="{C7F91504-C85F-4577-9C6C-71A895EB401E}" type="presParOf" srcId="{46BEA991-5658-48FC-B01F-DE47F40EE891}" destId="{CD376536-94F0-4622-BCCC-F50FF21A6330}" srcOrd="2" destOrd="0" presId="urn:microsoft.com/office/officeart/2005/8/layout/vList5"/>
    <dgm:cxn modelId="{75A252B2-9AD3-402C-A66D-4983A9C76C86}" type="presParOf" srcId="{CD376536-94F0-4622-BCCC-F50FF21A6330}" destId="{876019AC-F2D3-4140-9E13-8C4A1F228582}" srcOrd="0" destOrd="0" presId="urn:microsoft.com/office/officeart/2005/8/layout/vList5"/>
    <dgm:cxn modelId="{FE7583AD-CD0E-46C9-8B6F-AE9EA7C520A1}" type="presParOf" srcId="{CD376536-94F0-4622-BCCC-F50FF21A6330}" destId="{187EE60B-D6ED-4EB5-900F-3927531DD5F8}" srcOrd="1" destOrd="0" presId="urn:microsoft.com/office/officeart/2005/8/layout/vList5"/>
    <dgm:cxn modelId="{AE3F458D-5AEF-4252-87B8-7FC19E597AE1}" type="presParOf" srcId="{46BEA991-5658-48FC-B01F-DE47F40EE891}" destId="{3C398523-6CAF-43A2-B99D-7F77DD2840A2}" srcOrd="3" destOrd="0" presId="urn:microsoft.com/office/officeart/2005/8/layout/vList5"/>
    <dgm:cxn modelId="{A6EDBB11-19FC-4DCF-BBF1-65E44F0785B8}" type="presParOf" srcId="{46BEA991-5658-48FC-B01F-DE47F40EE891}" destId="{FC0A0AFD-DC5C-4BA9-B5C3-8747221866DD}" srcOrd="4" destOrd="0" presId="urn:microsoft.com/office/officeart/2005/8/layout/vList5"/>
    <dgm:cxn modelId="{40C56636-A237-487B-B98E-F66A0629D6A5}" type="presParOf" srcId="{FC0A0AFD-DC5C-4BA9-B5C3-8747221866DD}" destId="{B6BC8131-068C-422E-BD0A-743D184796A9}" srcOrd="0" destOrd="0" presId="urn:microsoft.com/office/officeart/2005/8/layout/vList5"/>
    <dgm:cxn modelId="{4CCB3BE5-E674-403B-9AD7-7AC804F0511D}" type="presParOf" srcId="{FC0A0AFD-DC5C-4BA9-B5C3-8747221866DD}" destId="{FB2A164C-6E98-42E2-A967-46CEE9E3ABD3}" srcOrd="1" destOrd="0" presId="urn:microsoft.com/office/officeart/2005/8/layout/vList5"/>
    <dgm:cxn modelId="{AA285528-8AF1-4D1C-8DCB-DA730BCCE3A0}" type="presParOf" srcId="{46BEA991-5658-48FC-B01F-DE47F40EE891}" destId="{4EAF4BBB-ACD2-43B0-87FE-CFE4354A1F96}" srcOrd="5" destOrd="0" presId="urn:microsoft.com/office/officeart/2005/8/layout/vList5"/>
    <dgm:cxn modelId="{4710292A-4BDF-4FB5-BEE8-3B366FCFD393}" type="presParOf" srcId="{46BEA991-5658-48FC-B01F-DE47F40EE891}" destId="{77B8CD79-1759-42CB-B486-E339EBF21246}" srcOrd="6" destOrd="0" presId="urn:microsoft.com/office/officeart/2005/8/layout/vList5"/>
    <dgm:cxn modelId="{1D9D7938-0569-4C36-B360-F0B4D6B2ACD2}" type="presParOf" srcId="{77B8CD79-1759-42CB-B486-E339EBF21246}" destId="{47F8267F-713F-4C7A-9053-6A592A3FC3C6}" srcOrd="0" destOrd="0" presId="urn:microsoft.com/office/officeart/2005/8/layout/vList5"/>
    <dgm:cxn modelId="{0F001B95-0AEF-41D4-A5FF-59A50099B15C}" type="presParOf" srcId="{77B8CD79-1759-42CB-B486-E339EBF21246}" destId="{899E2C62-6850-483D-B87D-80F915B765B5}" srcOrd="1" destOrd="0" presId="urn:microsoft.com/office/officeart/2005/8/layout/vList5"/>
    <dgm:cxn modelId="{53BAC7A5-D8BB-458F-9C1D-C4FBA40BFFF7}" type="presParOf" srcId="{46BEA991-5658-48FC-B01F-DE47F40EE891}" destId="{841A090A-3BD5-4321-A774-D111CAB1FB3E}" srcOrd="7" destOrd="0" presId="urn:microsoft.com/office/officeart/2005/8/layout/vList5"/>
    <dgm:cxn modelId="{17036015-CDA0-4C27-A9BC-37D2D5A2C9CD}" type="presParOf" srcId="{46BEA991-5658-48FC-B01F-DE47F40EE891}" destId="{9964F3AB-36EA-4D74-91CB-FC633CB34A3F}" srcOrd="8" destOrd="0" presId="urn:microsoft.com/office/officeart/2005/8/layout/vList5"/>
    <dgm:cxn modelId="{FCEE87A0-8863-4A0A-8BC5-C39B72BCCBD0}" type="presParOf" srcId="{9964F3AB-36EA-4D74-91CB-FC633CB34A3F}" destId="{8D471BB1-EE3C-48B2-9A4F-A473204E59F7}" srcOrd="0" destOrd="0" presId="urn:microsoft.com/office/officeart/2005/8/layout/vList5"/>
    <dgm:cxn modelId="{DB7167A8-0053-4984-8947-6614A63B3B1E}" type="presParOf" srcId="{9964F3AB-36EA-4D74-91CB-FC633CB34A3F}" destId="{9FA51810-A896-42F0-8549-217654593014}" srcOrd="1" destOrd="0" presId="urn:microsoft.com/office/officeart/2005/8/layout/vList5"/>
    <dgm:cxn modelId="{2A0E6EA0-4146-49DF-9931-2EC80CDB89B0}" type="presParOf" srcId="{46BEA991-5658-48FC-B01F-DE47F40EE891}" destId="{73B3BB89-DC4D-4690-8527-1745292288C2}" srcOrd="9" destOrd="0" presId="urn:microsoft.com/office/officeart/2005/8/layout/vList5"/>
    <dgm:cxn modelId="{4E42CC11-EE39-4B3E-9962-5BC30EA46B00}" type="presParOf" srcId="{46BEA991-5658-48FC-B01F-DE47F40EE891}" destId="{4B5B66F6-9C2C-4BC5-ACDC-B9EFB9211393}" srcOrd="10" destOrd="0" presId="urn:microsoft.com/office/officeart/2005/8/layout/vList5"/>
    <dgm:cxn modelId="{F19C5370-11BD-4E43-B95A-BC5DD04919E6}" type="presParOf" srcId="{4B5B66F6-9C2C-4BC5-ACDC-B9EFB9211393}" destId="{F1C0A150-5B65-409D-938A-4B749D41A0C9}" srcOrd="0" destOrd="0" presId="urn:microsoft.com/office/officeart/2005/8/layout/vList5"/>
    <dgm:cxn modelId="{9B58DA18-C107-4B14-B2B9-C7F313BD518E}" type="presParOf" srcId="{4B5B66F6-9C2C-4BC5-ACDC-B9EFB9211393}" destId="{8D1B5D78-6BCA-4BFE-A54A-3FBFC91E496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B42C654-EDAB-4ABB-A78F-60E0927DF53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CN" altLang="en-US"/>
        </a:p>
      </dgm:t>
    </dgm:pt>
    <dgm:pt modelId="{4452C19C-DB1B-4B0D-8490-DBEBEB42B6FC}">
      <dgm:prSet phldrT="[文本]"/>
      <dgm:spPr/>
      <dgm:t>
        <a:bodyPr/>
        <a:lstStyle/>
        <a:p>
          <a:r>
            <a:rPr lang="en-US" altLang="zh-CN" b="0" dirty="0" smtClean="0">
              <a:latin typeface="Calibri" pitchFamily="34" charset="0"/>
            </a:rPr>
            <a:t>Power on Integrated transmission machine</a:t>
          </a:r>
          <a:endParaRPr lang="zh-CN" altLang="en-US" b="0" dirty="0"/>
        </a:p>
      </dgm:t>
    </dgm:pt>
    <dgm:pt modelId="{028823B9-1DEC-4D0D-B215-715A095527B5}" type="parTrans" cxnId="{7AAEB515-9E3E-48F7-938E-6CCBB1550D6D}">
      <dgm:prSet/>
      <dgm:spPr/>
      <dgm:t>
        <a:bodyPr/>
        <a:lstStyle/>
        <a:p>
          <a:endParaRPr lang="zh-CN" altLang="en-US"/>
        </a:p>
      </dgm:t>
    </dgm:pt>
    <dgm:pt modelId="{843B639D-36C4-4976-857F-A10B7B8A60DE}" type="sibTrans" cxnId="{7AAEB515-9E3E-48F7-938E-6CCBB1550D6D}">
      <dgm:prSet/>
      <dgm:spPr/>
      <dgm:t>
        <a:bodyPr/>
        <a:lstStyle/>
        <a:p>
          <a:endParaRPr lang="zh-CN" altLang="en-US"/>
        </a:p>
      </dgm:t>
    </dgm:pt>
    <dgm:pt modelId="{5BA73BBB-978D-4A3B-9DCD-C8A6D189F595}">
      <dgm:prSet phldrT="[文本]"/>
      <dgm:spPr/>
      <dgm:t>
        <a:bodyPr/>
        <a:lstStyle/>
        <a:p>
          <a:r>
            <a:rPr lang="en-US" altLang="zh-CN" b="0" dirty="0" smtClean="0">
              <a:latin typeface="Calibri" pitchFamily="34" charset="0"/>
            </a:rPr>
            <a:t>Choosing of compression manner</a:t>
          </a:r>
          <a:endParaRPr lang="zh-CN" altLang="en-US" b="0" dirty="0"/>
        </a:p>
      </dgm:t>
    </dgm:pt>
    <dgm:pt modelId="{1AEE444F-2C64-41D7-A8C1-9DD42C413126}" type="parTrans" cxnId="{3EF317EF-8497-4E82-A10C-ACC5740BF2D3}">
      <dgm:prSet/>
      <dgm:spPr/>
      <dgm:t>
        <a:bodyPr/>
        <a:lstStyle/>
        <a:p>
          <a:endParaRPr lang="zh-CN" altLang="en-US"/>
        </a:p>
      </dgm:t>
    </dgm:pt>
    <dgm:pt modelId="{0453E97A-ED6C-47B3-8DF3-54E1D65BBFA0}" type="sibTrans" cxnId="{3EF317EF-8497-4E82-A10C-ACC5740BF2D3}">
      <dgm:prSet/>
      <dgm:spPr/>
      <dgm:t>
        <a:bodyPr/>
        <a:lstStyle/>
        <a:p>
          <a:endParaRPr lang="zh-CN" altLang="en-US"/>
        </a:p>
      </dgm:t>
    </dgm:pt>
    <dgm:pt modelId="{75C9CB1F-3A86-4F7C-AE23-D986FBC6CB94}">
      <dgm:prSet phldrT="[文本]"/>
      <dgm:spPr/>
      <dgm:t>
        <a:bodyPr/>
        <a:lstStyle/>
        <a:p>
          <a:r>
            <a:rPr lang="en-US" altLang="zh-CN" dirty="0" smtClean="0"/>
            <a:t>Choosing SSM</a:t>
          </a:r>
          <a:endParaRPr lang="zh-CN" altLang="en-US" dirty="0"/>
        </a:p>
      </dgm:t>
    </dgm:pt>
    <dgm:pt modelId="{467E87E3-99F4-46EE-B9A5-516A8A2F0190}" type="parTrans" cxnId="{28DACE23-14C4-40FF-88D7-D8DE0B0E7767}">
      <dgm:prSet/>
      <dgm:spPr/>
      <dgm:t>
        <a:bodyPr/>
        <a:lstStyle/>
        <a:p>
          <a:endParaRPr lang="zh-CN" altLang="en-US"/>
        </a:p>
      </dgm:t>
    </dgm:pt>
    <dgm:pt modelId="{DB251F25-5724-4648-A1E0-A264ADDABD46}" type="sibTrans" cxnId="{28DACE23-14C4-40FF-88D7-D8DE0B0E7767}">
      <dgm:prSet/>
      <dgm:spPr/>
      <dgm:t>
        <a:bodyPr/>
        <a:lstStyle/>
        <a:p>
          <a:endParaRPr lang="zh-CN" altLang="en-US"/>
        </a:p>
      </dgm:t>
    </dgm:pt>
    <dgm:pt modelId="{448C859A-A58B-4507-9DE1-537829B44EC8}" type="pres">
      <dgm:prSet presAssocID="{EB42C654-EDAB-4ABB-A78F-60E0927DF535}" presName="Name0" presStyleCnt="0">
        <dgm:presLayoutVars>
          <dgm:dir/>
          <dgm:resizeHandles val="exact"/>
        </dgm:presLayoutVars>
      </dgm:prSet>
      <dgm:spPr/>
      <dgm:t>
        <a:bodyPr/>
        <a:lstStyle/>
        <a:p>
          <a:endParaRPr lang="zh-CN" altLang="en-US"/>
        </a:p>
      </dgm:t>
    </dgm:pt>
    <dgm:pt modelId="{74F50191-6398-48CF-8E01-A565A12864B8}" type="pres">
      <dgm:prSet presAssocID="{4452C19C-DB1B-4B0D-8490-DBEBEB42B6FC}" presName="parTxOnly" presStyleLbl="node1" presStyleIdx="0" presStyleCnt="3">
        <dgm:presLayoutVars>
          <dgm:bulletEnabled val="1"/>
        </dgm:presLayoutVars>
      </dgm:prSet>
      <dgm:spPr/>
      <dgm:t>
        <a:bodyPr/>
        <a:lstStyle/>
        <a:p>
          <a:endParaRPr lang="zh-CN" altLang="en-US"/>
        </a:p>
      </dgm:t>
    </dgm:pt>
    <dgm:pt modelId="{7869A91A-1C3D-40F3-8B88-FA744578C58F}" type="pres">
      <dgm:prSet presAssocID="{843B639D-36C4-4976-857F-A10B7B8A60DE}" presName="parSpace" presStyleCnt="0"/>
      <dgm:spPr/>
    </dgm:pt>
    <dgm:pt modelId="{43944D78-DFF8-4FB7-8798-3BB0E87C63AA}" type="pres">
      <dgm:prSet presAssocID="{75C9CB1F-3A86-4F7C-AE23-D986FBC6CB94}" presName="parTxOnly" presStyleLbl="node1" presStyleIdx="1" presStyleCnt="3">
        <dgm:presLayoutVars>
          <dgm:bulletEnabled val="1"/>
        </dgm:presLayoutVars>
      </dgm:prSet>
      <dgm:spPr/>
      <dgm:t>
        <a:bodyPr/>
        <a:lstStyle/>
        <a:p>
          <a:endParaRPr lang="zh-CN" altLang="en-US"/>
        </a:p>
      </dgm:t>
    </dgm:pt>
    <dgm:pt modelId="{6FB17E92-358C-4508-B3FA-403E53A457E3}" type="pres">
      <dgm:prSet presAssocID="{DB251F25-5724-4648-A1E0-A264ADDABD46}" presName="parSpace" presStyleCnt="0"/>
      <dgm:spPr/>
    </dgm:pt>
    <dgm:pt modelId="{AE69B3D5-1B2E-4101-B83B-E9378ACC49FB}" type="pres">
      <dgm:prSet presAssocID="{5BA73BBB-978D-4A3B-9DCD-C8A6D189F595}" presName="parTxOnly" presStyleLbl="node1" presStyleIdx="2" presStyleCnt="3">
        <dgm:presLayoutVars>
          <dgm:bulletEnabled val="1"/>
        </dgm:presLayoutVars>
      </dgm:prSet>
      <dgm:spPr/>
      <dgm:t>
        <a:bodyPr/>
        <a:lstStyle/>
        <a:p>
          <a:endParaRPr lang="zh-CN" altLang="en-US"/>
        </a:p>
      </dgm:t>
    </dgm:pt>
  </dgm:ptLst>
  <dgm:cxnLst>
    <dgm:cxn modelId="{E89E3F06-4476-42E0-90CF-BB06B2C49A77}" type="presOf" srcId="{75C9CB1F-3A86-4F7C-AE23-D986FBC6CB94}" destId="{43944D78-DFF8-4FB7-8798-3BB0E87C63AA}" srcOrd="0" destOrd="0" presId="urn:microsoft.com/office/officeart/2005/8/layout/hChevron3"/>
    <dgm:cxn modelId="{44ABE488-81BD-4A96-A44B-3E098EBFBEE3}" type="presOf" srcId="{5BA73BBB-978D-4A3B-9DCD-C8A6D189F595}" destId="{AE69B3D5-1B2E-4101-B83B-E9378ACC49FB}" srcOrd="0" destOrd="0" presId="urn:microsoft.com/office/officeart/2005/8/layout/hChevron3"/>
    <dgm:cxn modelId="{48CD6633-24EE-47BB-8224-04F08852D44C}" type="presOf" srcId="{4452C19C-DB1B-4B0D-8490-DBEBEB42B6FC}" destId="{74F50191-6398-48CF-8E01-A565A12864B8}" srcOrd="0" destOrd="0" presId="urn:microsoft.com/office/officeart/2005/8/layout/hChevron3"/>
    <dgm:cxn modelId="{3EF317EF-8497-4E82-A10C-ACC5740BF2D3}" srcId="{EB42C654-EDAB-4ABB-A78F-60E0927DF535}" destId="{5BA73BBB-978D-4A3B-9DCD-C8A6D189F595}" srcOrd="2" destOrd="0" parTransId="{1AEE444F-2C64-41D7-A8C1-9DD42C413126}" sibTransId="{0453E97A-ED6C-47B3-8DF3-54E1D65BBFA0}"/>
    <dgm:cxn modelId="{7AAEB515-9E3E-48F7-938E-6CCBB1550D6D}" srcId="{EB42C654-EDAB-4ABB-A78F-60E0927DF535}" destId="{4452C19C-DB1B-4B0D-8490-DBEBEB42B6FC}" srcOrd="0" destOrd="0" parTransId="{028823B9-1DEC-4D0D-B215-715A095527B5}" sibTransId="{843B639D-36C4-4976-857F-A10B7B8A60DE}"/>
    <dgm:cxn modelId="{28DACE23-14C4-40FF-88D7-D8DE0B0E7767}" srcId="{EB42C654-EDAB-4ABB-A78F-60E0927DF535}" destId="{75C9CB1F-3A86-4F7C-AE23-D986FBC6CB94}" srcOrd="1" destOrd="0" parTransId="{467E87E3-99F4-46EE-B9A5-516A8A2F0190}" sibTransId="{DB251F25-5724-4648-A1E0-A264ADDABD46}"/>
    <dgm:cxn modelId="{3E1AFB16-7A86-4F37-B754-7C2152E82496}" type="presOf" srcId="{EB42C654-EDAB-4ABB-A78F-60E0927DF535}" destId="{448C859A-A58B-4507-9DE1-537829B44EC8}" srcOrd="0" destOrd="0" presId="urn:microsoft.com/office/officeart/2005/8/layout/hChevron3"/>
    <dgm:cxn modelId="{DE00151B-D9F8-4058-A286-F5C55E740F67}" type="presParOf" srcId="{448C859A-A58B-4507-9DE1-537829B44EC8}" destId="{74F50191-6398-48CF-8E01-A565A12864B8}" srcOrd="0" destOrd="0" presId="urn:microsoft.com/office/officeart/2005/8/layout/hChevron3"/>
    <dgm:cxn modelId="{AC82F3F1-636B-4DAA-A2AE-D2909792EA59}" type="presParOf" srcId="{448C859A-A58B-4507-9DE1-537829B44EC8}" destId="{7869A91A-1C3D-40F3-8B88-FA744578C58F}" srcOrd="1" destOrd="0" presId="urn:microsoft.com/office/officeart/2005/8/layout/hChevron3"/>
    <dgm:cxn modelId="{8D59FBEF-F622-4A6A-92DA-1FCB6FA5AE18}" type="presParOf" srcId="{448C859A-A58B-4507-9DE1-537829B44EC8}" destId="{43944D78-DFF8-4FB7-8798-3BB0E87C63AA}" srcOrd="2" destOrd="0" presId="urn:microsoft.com/office/officeart/2005/8/layout/hChevron3"/>
    <dgm:cxn modelId="{99742649-D6E5-4E22-895F-31FA35D5ED1E}" type="presParOf" srcId="{448C859A-A58B-4507-9DE1-537829B44EC8}" destId="{6FB17E92-358C-4508-B3FA-403E53A457E3}" srcOrd="3" destOrd="0" presId="urn:microsoft.com/office/officeart/2005/8/layout/hChevron3"/>
    <dgm:cxn modelId="{2C2E9D7D-CB29-4955-8FA8-B6CD6F054E72}" type="presParOf" srcId="{448C859A-A58B-4507-9DE1-537829B44EC8}" destId="{AE69B3D5-1B2E-4101-B83B-E9378ACC49FB}" srcOrd="4"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B42C654-EDAB-4ABB-A78F-60E0927DF53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CN" altLang="en-US"/>
        </a:p>
      </dgm:t>
    </dgm:pt>
    <dgm:pt modelId="{4452C19C-DB1B-4B0D-8490-DBEBEB42B6FC}">
      <dgm:prSet phldrT="[文本]"/>
      <dgm:spPr/>
      <dgm:t>
        <a:bodyPr/>
        <a:lstStyle/>
        <a:p>
          <a:r>
            <a:rPr lang="en-US" altLang="zh-CN" dirty="0" smtClean="0"/>
            <a:t>Setting of recording manner</a:t>
          </a:r>
          <a:endParaRPr lang="zh-CN" altLang="en-US" b="0" dirty="0"/>
        </a:p>
      </dgm:t>
    </dgm:pt>
    <dgm:pt modelId="{028823B9-1DEC-4D0D-B215-715A095527B5}" type="parTrans" cxnId="{7AAEB515-9E3E-48F7-938E-6CCBB1550D6D}">
      <dgm:prSet/>
      <dgm:spPr/>
      <dgm:t>
        <a:bodyPr/>
        <a:lstStyle/>
        <a:p>
          <a:endParaRPr lang="zh-CN" altLang="en-US"/>
        </a:p>
      </dgm:t>
    </dgm:pt>
    <dgm:pt modelId="{843B639D-36C4-4976-857F-A10B7B8A60DE}" type="sibTrans" cxnId="{7AAEB515-9E3E-48F7-938E-6CCBB1550D6D}">
      <dgm:prSet/>
      <dgm:spPr/>
      <dgm:t>
        <a:bodyPr/>
        <a:lstStyle/>
        <a:p>
          <a:endParaRPr lang="zh-CN" altLang="en-US"/>
        </a:p>
      </dgm:t>
    </dgm:pt>
    <dgm:pt modelId="{5BA73BBB-978D-4A3B-9DCD-C8A6D189F595}">
      <dgm:prSet phldrT="[文本]"/>
      <dgm:spPr/>
      <dgm:t>
        <a:bodyPr/>
        <a:lstStyle/>
        <a:p>
          <a:r>
            <a:rPr lang="en-US" altLang="zh-CN" dirty="0" smtClean="0"/>
            <a:t>Setting of antenna pointing mode</a:t>
          </a:r>
          <a:endParaRPr lang="zh-CN" altLang="en-US" b="0" dirty="0"/>
        </a:p>
      </dgm:t>
    </dgm:pt>
    <dgm:pt modelId="{1AEE444F-2C64-41D7-A8C1-9DD42C413126}" type="parTrans" cxnId="{3EF317EF-8497-4E82-A10C-ACC5740BF2D3}">
      <dgm:prSet/>
      <dgm:spPr/>
      <dgm:t>
        <a:bodyPr/>
        <a:lstStyle/>
        <a:p>
          <a:endParaRPr lang="zh-CN" altLang="en-US"/>
        </a:p>
      </dgm:t>
    </dgm:pt>
    <dgm:pt modelId="{0453E97A-ED6C-47B3-8DF3-54E1D65BBFA0}" type="sibTrans" cxnId="{3EF317EF-8497-4E82-A10C-ACC5740BF2D3}">
      <dgm:prSet/>
      <dgm:spPr/>
      <dgm:t>
        <a:bodyPr/>
        <a:lstStyle/>
        <a:p>
          <a:endParaRPr lang="zh-CN" altLang="en-US"/>
        </a:p>
      </dgm:t>
    </dgm:pt>
    <dgm:pt modelId="{75C9CB1F-3A86-4F7C-AE23-D986FBC6CB94}">
      <dgm:prSet phldrT="[文本]"/>
      <dgm:spPr/>
      <dgm:t>
        <a:bodyPr/>
        <a:lstStyle/>
        <a:p>
          <a:r>
            <a:rPr lang="en-US" altLang="zh-CN" b="0" dirty="0" smtClean="0">
              <a:latin typeface="Calibri" pitchFamily="34" charset="0"/>
            </a:rPr>
            <a:t>Power on </a:t>
          </a:r>
          <a:r>
            <a:rPr lang="en-US" altLang="zh-CN" b="0" dirty="0" smtClean="0"/>
            <a:t>RF and antenna</a:t>
          </a:r>
          <a:endParaRPr lang="zh-CN" altLang="en-US" dirty="0"/>
        </a:p>
      </dgm:t>
    </dgm:pt>
    <dgm:pt modelId="{467E87E3-99F4-46EE-B9A5-516A8A2F0190}" type="parTrans" cxnId="{28DACE23-14C4-40FF-88D7-D8DE0B0E7767}">
      <dgm:prSet/>
      <dgm:spPr/>
      <dgm:t>
        <a:bodyPr/>
        <a:lstStyle/>
        <a:p>
          <a:endParaRPr lang="zh-CN" altLang="en-US"/>
        </a:p>
      </dgm:t>
    </dgm:pt>
    <dgm:pt modelId="{DB251F25-5724-4648-A1E0-A264ADDABD46}" type="sibTrans" cxnId="{28DACE23-14C4-40FF-88D7-D8DE0B0E7767}">
      <dgm:prSet/>
      <dgm:spPr/>
      <dgm:t>
        <a:bodyPr/>
        <a:lstStyle/>
        <a:p>
          <a:endParaRPr lang="zh-CN" altLang="en-US"/>
        </a:p>
      </dgm:t>
    </dgm:pt>
    <dgm:pt modelId="{448C859A-A58B-4507-9DE1-537829B44EC8}" type="pres">
      <dgm:prSet presAssocID="{EB42C654-EDAB-4ABB-A78F-60E0927DF535}" presName="Name0" presStyleCnt="0">
        <dgm:presLayoutVars>
          <dgm:dir/>
          <dgm:resizeHandles val="exact"/>
        </dgm:presLayoutVars>
      </dgm:prSet>
      <dgm:spPr/>
      <dgm:t>
        <a:bodyPr/>
        <a:lstStyle/>
        <a:p>
          <a:endParaRPr lang="zh-CN" altLang="en-US"/>
        </a:p>
      </dgm:t>
    </dgm:pt>
    <dgm:pt modelId="{74F50191-6398-48CF-8E01-A565A12864B8}" type="pres">
      <dgm:prSet presAssocID="{4452C19C-DB1B-4B0D-8490-DBEBEB42B6FC}" presName="parTxOnly" presStyleLbl="node1" presStyleIdx="0" presStyleCnt="3">
        <dgm:presLayoutVars>
          <dgm:bulletEnabled val="1"/>
        </dgm:presLayoutVars>
      </dgm:prSet>
      <dgm:spPr/>
      <dgm:t>
        <a:bodyPr/>
        <a:lstStyle/>
        <a:p>
          <a:endParaRPr lang="zh-CN" altLang="en-US"/>
        </a:p>
      </dgm:t>
    </dgm:pt>
    <dgm:pt modelId="{7869A91A-1C3D-40F3-8B88-FA744578C58F}" type="pres">
      <dgm:prSet presAssocID="{843B639D-36C4-4976-857F-A10B7B8A60DE}" presName="parSpace" presStyleCnt="0"/>
      <dgm:spPr/>
    </dgm:pt>
    <dgm:pt modelId="{43944D78-DFF8-4FB7-8798-3BB0E87C63AA}" type="pres">
      <dgm:prSet presAssocID="{75C9CB1F-3A86-4F7C-AE23-D986FBC6CB94}" presName="parTxOnly" presStyleLbl="node1" presStyleIdx="1" presStyleCnt="3">
        <dgm:presLayoutVars>
          <dgm:bulletEnabled val="1"/>
        </dgm:presLayoutVars>
      </dgm:prSet>
      <dgm:spPr/>
      <dgm:t>
        <a:bodyPr/>
        <a:lstStyle/>
        <a:p>
          <a:endParaRPr lang="zh-CN" altLang="en-US"/>
        </a:p>
      </dgm:t>
    </dgm:pt>
    <dgm:pt modelId="{6FB17E92-358C-4508-B3FA-403E53A457E3}" type="pres">
      <dgm:prSet presAssocID="{DB251F25-5724-4648-A1E0-A264ADDABD46}" presName="parSpace" presStyleCnt="0"/>
      <dgm:spPr/>
    </dgm:pt>
    <dgm:pt modelId="{AE69B3D5-1B2E-4101-B83B-E9378ACC49FB}" type="pres">
      <dgm:prSet presAssocID="{5BA73BBB-978D-4A3B-9DCD-C8A6D189F595}" presName="parTxOnly" presStyleLbl="node1" presStyleIdx="2" presStyleCnt="3">
        <dgm:presLayoutVars>
          <dgm:bulletEnabled val="1"/>
        </dgm:presLayoutVars>
      </dgm:prSet>
      <dgm:spPr/>
      <dgm:t>
        <a:bodyPr/>
        <a:lstStyle/>
        <a:p>
          <a:endParaRPr lang="zh-CN" altLang="en-US"/>
        </a:p>
      </dgm:t>
    </dgm:pt>
  </dgm:ptLst>
  <dgm:cxnLst>
    <dgm:cxn modelId="{6BB7C292-9476-4C1B-B529-FA0775228869}" type="presOf" srcId="{4452C19C-DB1B-4B0D-8490-DBEBEB42B6FC}" destId="{74F50191-6398-48CF-8E01-A565A12864B8}" srcOrd="0" destOrd="0" presId="urn:microsoft.com/office/officeart/2005/8/layout/hChevron3"/>
    <dgm:cxn modelId="{28DACE23-14C4-40FF-88D7-D8DE0B0E7767}" srcId="{EB42C654-EDAB-4ABB-A78F-60E0927DF535}" destId="{75C9CB1F-3A86-4F7C-AE23-D986FBC6CB94}" srcOrd="1" destOrd="0" parTransId="{467E87E3-99F4-46EE-B9A5-516A8A2F0190}" sibTransId="{DB251F25-5724-4648-A1E0-A264ADDABD46}"/>
    <dgm:cxn modelId="{6DD2063C-30E2-4F2B-B82C-5447BAFCF973}" type="presOf" srcId="{5BA73BBB-978D-4A3B-9DCD-C8A6D189F595}" destId="{AE69B3D5-1B2E-4101-B83B-E9378ACC49FB}" srcOrd="0" destOrd="0" presId="urn:microsoft.com/office/officeart/2005/8/layout/hChevron3"/>
    <dgm:cxn modelId="{AEFF3466-55BD-4051-985C-977B09FA8557}" type="presOf" srcId="{EB42C654-EDAB-4ABB-A78F-60E0927DF535}" destId="{448C859A-A58B-4507-9DE1-537829B44EC8}" srcOrd="0" destOrd="0" presId="urn:microsoft.com/office/officeart/2005/8/layout/hChevron3"/>
    <dgm:cxn modelId="{1D35E86C-7556-4CF0-B648-A40D5410BAE3}" type="presOf" srcId="{75C9CB1F-3A86-4F7C-AE23-D986FBC6CB94}" destId="{43944D78-DFF8-4FB7-8798-3BB0E87C63AA}" srcOrd="0" destOrd="0" presId="urn:microsoft.com/office/officeart/2005/8/layout/hChevron3"/>
    <dgm:cxn modelId="{3EF317EF-8497-4E82-A10C-ACC5740BF2D3}" srcId="{EB42C654-EDAB-4ABB-A78F-60E0927DF535}" destId="{5BA73BBB-978D-4A3B-9DCD-C8A6D189F595}" srcOrd="2" destOrd="0" parTransId="{1AEE444F-2C64-41D7-A8C1-9DD42C413126}" sibTransId="{0453E97A-ED6C-47B3-8DF3-54E1D65BBFA0}"/>
    <dgm:cxn modelId="{7AAEB515-9E3E-48F7-938E-6CCBB1550D6D}" srcId="{EB42C654-EDAB-4ABB-A78F-60E0927DF535}" destId="{4452C19C-DB1B-4B0D-8490-DBEBEB42B6FC}" srcOrd="0" destOrd="0" parTransId="{028823B9-1DEC-4D0D-B215-715A095527B5}" sibTransId="{843B639D-36C4-4976-857F-A10B7B8A60DE}"/>
    <dgm:cxn modelId="{26A5E76B-6DC2-4446-83A3-76EF17907801}" type="presParOf" srcId="{448C859A-A58B-4507-9DE1-537829B44EC8}" destId="{74F50191-6398-48CF-8E01-A565A12864B8}" srcOrd="0" destOrd="0" presId="urn:microsoft.com/office/officeart/2005/8/layout/hChevron3"/>
    <dgm:cxn modelId="{ED62E5A8-0367-4411-A0C3-FB200E134CB6}" type="presParOf" srcId="{448C859A-A58B-4507-9DE1-537829B44EC8}" destId="{7869A91A-1C3D-40F3-8B88-FA744578C58F}" srcOrd="1" destOrd="0" presId="urn:microsoft.com/office/officeart/2005/8/layout/hChevron3"/>
    <dgm:cxn modelId="{27BBC65D-5FC8-4414-9879-F041977E5928}" type="presParOf" srcId="{448C859A-A58B-4507-9DE1-537829B44EC8}" destId="{43944D78-DFF8-4FB7-8798-3BB0E87C63AA}" srcOrd="2" destOrd="0" presId="urn:microsoft.com/office/officeart/2005/8/layout/hChevron3"/>
    <dgm:cxn modelId="{1D52C5B0-D6E5-486C-8ED6-80DDB2283C0F}" type="presParOf" srcId="{448C859A-A58B-4507-9DE1-537829B44EC8}" destId="{6FB17E92-358C-4508-B3FA-403E53A457E3}" srcOrd="3" destOrd="0" presId="urn:microsoft.com/office/officeart/2005/8/layout/hChevron3"/>
    <dgm:cxn modelId="{E5BC0601-2856-4E60-BDA4-4D780D83ED19}" type="presParOf" srcId="{448C859A-A58B-4507-9DE1-537829B44EC8}" destId="{AE69B3D5-1B2E-4101-B83B-E9378ACC49FB}" srcOrd="4"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B42C654-EDAB-4ABB-A78F-60E0927DF53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zh-CN" altLang="en-US"/>
        </a:p>
      </dgm:t>
    </dgm:pt>
    <dgm:pt modelId="{4452C19C-DB1B-4B0D-8490-DBEBEB42B6FC}">
      <dgm:prSet phldrT="[文本]"/>
      <dgm:spPr/>
      <dgm:t>
        <a:bodyPr/>
        <a:lstStyle/>
        <a:p>
          <a:r>
            <a:rPr lang="en-US" altLang="zh-CN" b="1" dirty="0" smtClean="0"/>
            <a:t>Setting of replaying manner</a:t>
          </a:r>
          <a:endParaRPr lang="zh-CN" altLang="en-US" b="1" dirty="0"/>
        </a:p>
      </dgm:t>
    </dgm:pt>
    <dgm:pt modelId="{028823B9-1DEC-4D0D-B215-715A095527B5}" type="parTrans" cxnId="{7AAEB515-9E3E-48F7-938E-6CCBB1550D6D}">
      <dgm:prSet/>
      <dgm:spPr/>
      <dgm:t>
        <a:bodyPr/>
        <a:lstStyle/>
        <a:p>
          <a:endParaRPr lang="zh-CN" altLang="en-US"/>
        </a:p>
      </dgm:t>
    </dgm:pt>
    <dgm:pt modelId="{843B639D-36C4-4976-857F-A10B7B8A60DE}" type="sibTrans" cxnId="{7AAEB515-9E3E-48F7-938E-6CCBB1550D6D}">
      <dgm:prSet/>
      <dgm:spPr/>
      <dgm:t>
        <a:bodyPr/>
        <a:lstStyle/>
        <a:p>
          <a:endParaRPr lang="zh-CN" altLang="en-US"/>
        </a:p>
      </dgm:t>
    </dgm:pt>
    <dgm:pt modelId="{5BA73BBB-978D-4A3B-9DCD-C8A6D189F595}">
      <dgm:prSet phldrT="[文本]"/>
      <dgm:spPr/>
      <dgm:t>
        <a:bodyPr/>
        <a:lstStyle/>
        <a:p>
          <a:r>
            <a:rPr lang="en-US" altLang="zh-CN" b="1" dirty="0" smtClean="0">
              <a:latin typeface="Calibri" pitchFamily="34" charset="0"/>
            </a:rPr>
            <a:t>Power off Integrated transmission machine</a:t>
          </a:r>
          <a:endParaRPr lang="zh-CN" altLang="en-US" b="1" dirty="0"/>
        </a:p>
      </dgm:t>
    </dgm:pt>
    <dgm:pt modelId="{1AEE444F-2C64-41D7-A8C1-9DD42C413126}" type="parTrans" cxnId="{3EF317EF-8497-4E82-A10C-ACC5740BF2D3}">
      <dgm:prSet/>
      <dgm:spPr/>
      <dgm:t>
        <a:bodyPr/>
        <a:lstStyle/>
        <a:p>
          <a:endParaRPr lang="zh-CN" altLang="en-US"/>
        </a:p>
      </dgm:t>
    </dgm:pt>
    <dgm:pt modelId="{0453E97A-ED6C-47B3-8DF3-54E1D65BBFA0}" type="sibTrans" cxnId="{3EF317EF-8497-4E82-A10C-ACC5740BF2D3}">
      <dgm:prSet/>
      <dgm:spPr/>
      <dgm:t>
        <a:bodyPr/>
        <a:lstStyle/>
        <a:p>
          <a:endParaRPr lang="zh-CN" altLang="en-US"/>
        </a:p>
      </dgm:t>
    </dgm:pt>
    <dgm:pt modelId="{75C9CB1F-3A86-4F7C-AE23-D986FBC6CB94}">
      <dgm:prSet phldrT="[文本]"/>
      <dgm:spPr/>
      <dgm:t>
        <a:bodyPr/>
        <a:lstStyle/>
        <a:p>
          <a:r>
            <a:rPr lang="en-US" altLang="zh-CN" b="1" dirty="0" smtClean="0">
              <a:latin typeface="Calibri" pitchFamily="34" charset="0"/>
            </a:rPr>
            <a:t>Power off </a:t>
          </a:r>
          <a:r>
            <a:rPr lang="en-US" altLang="zh-CN" b="1" dirty="0" smtClean="0"/>
            <a:t>RF and antenna</a:t>
          </a:r>
          <a:endParaRPr lang="zh-CN" altLang="en-US" b="1" dirty="0"/>
        </a:p>
      </dgm:t>
    </dgm:pt>
    <dgm:pt modelId="{467E87E3-99F4-46EE-B9A5-516A8A2F0190}" type="parTrans" cxnId="{28DACE23-14C4-40FF-88D7-D8DE0B0E7767}">
      <dgm:prSet/>
      <dgm:spPr/>
      <dgm:t>
        <a:bodyPr/>
        <a:lstStyle/>
        <a:p>
          <a:endParaRPr lang="zh-CN" altLang="en-US"/>
        </a:p>
      </dgm:t>
    </dgm:pt>
    <dgm:pt modelId="{DB251F25-5724-4648-A1E0-A264ADDABD46}" type="sibTrans" cxnId="{28DACE23-14C4-40FF-88D7-D8DE0B0E7767}">
      <dgm:prSet/>
      <dgm:spPr/>
      <dgm:t>
        <a:bodyPr/>
        <a:lstStyle/>
        <a:p>
          <a:endParaRPr lang="zh-CN" altLang="en-US"/>
        </a:p>
      </dgm:t>
    </dgm:pt>
    <dgm:pt modelId="{448C859A-A58B-4507-9DE1-537829B44EC8}" type="pres">
      <dgm:prSet presAssocID="{EB42C654-EDAB-4ABB-A78F-60E0927DF535}" presName="Name0" presStyleCnt="0">
        <dgm:presLayoutVars>
          <dgm:dir/>
          <dgm:resizeHandles val="exact"/>
        </dgm:presLayoutVars>
      </dgm:prSet>
      <dgm:spPr/>
      <dgm:t>
        <a:bodyPr/>
        <a:lstStyle/>
        <a:p>
          <a:endParaRPr lang="zh-CN" altLang="en-US"/>
        </a:p>
      </dgm:t>
    </dgm:pt>
    <dgm:pt modelId="{74F50191-6398-48CF-8E01-A565A12864B8}" type="pres">
      <dgm:prSet presAssocID="{4452C19C-DB1B-4B0D-8490-DBEBEB42B6FC}" presName="parTxOnly" presStyleLbl="node1" presStyleIdx="0" presStyleCnt="3">
        <dgm:presLayoutVars>
          <dgm:bulletEnabled val="1"/>
        </dgm:presLayoutVars>
      </dgm:prSet>
      <dgm:spPr/>
      <dgm:t>
        <a:bodyPr/>
        <a:lstStyle/>
        <a:p>
          <a:endParaRPr lang="zh-CN" altLang="en-US"/>
        </a:p>
      </dgm:t>
    </dgm:pt>
    <dgm:pt modelId="{7869A91A-1C3D-40F3-8B88-FA744578C58F}" type="pres">
      <dgm:prSet presAssocID="{843B639D-36C4-4976-857F-A10B7B8A60DE}" presName="parSpace" presStyleCnt="0"/>
      <dgm:spPr/>
    </dgm:pt>
    <dgm:pt modelId="{43944D78-DFF8-4FB7-8798-3BB0E87C63AA}" type="pres">
      <dgm:prSet presAssocID="{75C9CB1F-3A86-4F7C-AE23-D986FBC6CB94}" presName="parTxOnly" presStyleLbl="node1" presStyleIdx="1" presStyleCnt="3">
        <dgm:presLayoutVars>
          <dgm:bulletEnabled val="1"/>
        </dgm:presLayoutVars>
      </dgm:prSet>
      <dgm:spPr/>
      <dgm:t>
        <a:bodyPr/>
        <a:lstStyle/>
        <a:p>
          <a:endParaRPr lang="zh-CN" altLang="en-US"/>
        </a:p>
      </dgm:t>
    </dgm:pt>
    <dgm:pt modelId="{6FB17E92-358C-4508-B3FA-403E53A457E3}" type="pres">
      <dgm:prSet presAssocID="{DB251F25-5724-4648-A1E0-A264ADDABD46}" presName="parSpace" presStyleCnt="0"/>
      <dgm:spPr/>
    </dgm:pt>
    <dgm:pt modelId="{AE69B3D5-1B2E-4101-B83B-E9378ACC49FB}" type="pres">
      <dgm:prSet presAssocID="{5BA73BBB-978D-4A3B-9DCD-C8A6D189F595}" presName="parTxOnly" presStyleLbl="node1" presStyleIdx="2" presStyleCnt="3">
        <dgm:presLayoutVars>
          <dgm:bulletEnabled val="1"/>
        </dgm:presLayoutVars>
      </dgm:prSet>
      <dgm:spPr/>
      <dgm:t>
        <a:bodyPr/>
        <a:lstStyle/>
        <a:p>
          <a:endParaRPr lang="zh-CN" altLang="en-US"/>
        </a:p>
      </dgm:t>
    </dgm:pt>
  </dgm:ptLst>
  <dgm:cxnLst>
    <dgm:cxn modelId="{D4D79ACE-647B-4A82-8A20-3B74CF2C0DB0}" type="presOf" srcId="{EB42C654-EDAB-4ABB-A78F-60E0927DF535}" destId="{448C859A-A58B-4507-9DE1-537829B44EC8}" srcOrd="0" destOrd="0" presId="urn:microsoft.com/office/officeart/2005/8/layout/hChevron3"/>
    <dgm:cxn modelId="{28DACE23-14C4-40FF-88D7-D8DE0B0E7767}" srcId="{EB42C654-EDAB-4ABB-A78F-60E0927DF535}" destId="{75C9CB1F-3A86-4F7C-AE23-D986FBC6CB94}" srcOrd="1" destOrd="0" parTransId="{467E87E3-99F4-46EE-B9A5-516A8A2F0190}" sibTransId="{DB251F25-5724-4648-A1E0-A264ADDABD46}"/>
    <dgm:cxn modelId="{0BC7BB84-9330-40E7-AF18-FF5885E9B6FC}" type="presOf" srcId="{75C9CB1F-3A86-4F7C-AE23-D986FBC6CB94}" destId="{43944D78-DFF8-4FB7-8798-3BB0E87C63AA}" srcOrd="0" destOrd="0" presId="urn:microsoft.com/office/officeart/2005/8/layout/hChevron3"/>
    <dgm:cxn modelId="{6C54E950-0699-4966-9C27-E94B9030082D}" type="presOf" srcId="{5BA73BBB-978D-4A3B-9DCD-C8A6D189F595}" destId="{AE69B3D5-1B2E-4101-B83B-E9378ACC49FB}" srcOrd="0" destOrd="0" presId="urn:microsoft.com/office/officeart/2005/8/layout/hChevron3"/>
    <dgm:cxn modelId="{2E62F688-26A2-4C90-8844-80C46A1CB984}" type="presOf" srcId="{4452C19C-DB1B-4B0D-8490-DBEBEB42B6FC}" destId="{74F50191-6398-48CF-8E01-A565A12864B8}" srcOrd="0" destOrd="0" presId="urn:microsoft.com/office/officeart/2005/8/layout/hChevron3"/>
    <dgm:cxn modelId="{3EF317EF-8497-4E82-A10C-ACC5740BF2D3}" srcId="{EB42C654-EDAB-4ABB-A78F-60E0927DF535}" destId="{5BA73BBB-978D-4A3B-9DCD-C8A6D189F595}" srcOrd="2" destOrd="0" parTransId="{1AEE444F-2C64-41D7-A8C1-9DD42C413126}" sibTransId="{0453E97A-ED6C-47B3-8DF3-54E1D65BBFA0}"/>
    <dgm:cxn modelId="{7AAEB515-9E3E-48F7-938E-6CCBB1550D6D}" srcId="{EB42C654-EDAB-4ABB-A78F-60E0927DF535}" destId="{4452C19C-DB1B-4B0D-8490-DBEBEB42B6FC}" srcOrd="0" destOrd="0" parTransId="{028823B9-1DEC-4D0D-B215-715A095527B5}" sibTransId="{843B639D-36C4-4976-857F-A10B7B8A60DE}"/>
    <dgm:cxn modelId="{A195F80F-AFCB-404C-8307-0B28EB03AAF3}" type="presParOf" srcId="{448C859A-A58B-4507-9DE1-537829B44EC8}" destId="{74F50191-6398-48CF-8E01-A565A12864B8}" srcOrd="0" destOrd="0" presId="urn:microsoft.com/office/officeart/2005/8/layout/hChevron3"/>
    <dgm:cxn modelId="{8EB3DA29-740B-440B-A3AE-EEEE83E1228F}" type="presParOf" srcId="{448C859A-A58B-4507-9DE1-537829B44EC8}" destId="{7869A91A-1C3D-40F3-8B88-FA744578C58F}" srcOrd="1" destOrd="0" presId="urn:microsoft.com/office/officeart/2005/8/layout/hChevron3"/>
    <dgm:cxn modelId="{2BB27355-A7D0-4F4E-BA15-804FDE2FEBFF}" type="presParOf" srcId="{448C859A-A58B-4507-9DE1-537829B44EC8}" destId="{43944D78-DFF8-4FB7-8798-3BB0E87C63AA}" srcOrd="2" destOrd="0" presId="urn:microsoft.com/office/officeart/2005/8/layout/hChevron3"/>
    <dgm:cxn modelId="{F6C6968C-F143-46E8-9345-DF3876170F1C}" type="presParOf" srcId="{448C859A-A58B-4507-9DE1-537829B44EC8}" destId="{6FB17E92-358C-4508-B3FA-403E53A457E3}" srcOrd="3" destOrd="0" presId="urn:microsoft.com/office/officeart/2005/8/layout/hChevron3"/>
    <dgm:cxn modelId="{13B30FA6-F406-4FC1-8505-FDD59D2FBD31}" type="presParOf" srcId="{448C859A-A58B-4507-9DE1-537829B44EC8}" destId="{AE69B3D5-1B2E-4101-B83B-E9378ACC49FB}" srcOrd="4" destOrd="0" presId="urn:microsoft.com/office/officeart/2005/8/layout/hChevron3"/>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5C9BC06-27E7-4506-9472-91BB7936D53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E9229D8E-C2A5-4E6F-89DF-DC6CBABFD904}">
      <dgm:prSet phldrT="[文本]"/>
      <dgm:spPr/>
      <dgm:t>
        <a:bodyPr/>
        <a:lstStyle/>
        <a:p>
          <a:r>
            <a:rPr lang="en-US" altLang="zh-CN" dirty="0" smtClean="0"/>
            <a:t>1</a:t>
          </a:r>
          <a:endParaRPr lang="zh-CN" altLang="en-US" dirty="0"/>
        </a:p>
      </dgm:t>
    </dgm:pt>
    <dgm:pt modelId="{6E3661AD-60B8-4885-BCD4-99865D4EF71F}" type="parTrans" cxnId="{42ED4CE6-8C2A-4212-A488-DF2467C147E1}">
      <dgm:prSet/>
      <dgm:spPr/>
      <dgm:t>
        <a:bodyPr/>
        <a:lstStyle/>
        <a:p>
          <a:endParaRPr lang="zh-CN" altLang="en-US"/>
        </a:p>
      </dgm:t>
    </dgm:pt>
    <dgm:pt modelId="{71070190-0D03-460E-866E-F12F077467BF}" type="sibTrans" cxnId="{42ED4CE6-8C2A-4212-A488-DF2467C147E1}">
      <dgm:prSet/>
      <dgm:spPr/>
      <dgm:t>
        <a:bodyPr/>
        <a:lstStyle/>
        <a:p>
          <a:endParaRPr lang="zh-CN" altLang="en-US"/>
        </a:p>
      </dgm:t>
    </dgm:pt>
    <dgm:pt modelId="{25EFCECE-795F-46E2-AEEC-D58F529B723F}">
      <dgm:prSet phldrT="[文本]"/>
      <dgm:spPr>
        <a:solidFill>
          <a:schemeClr val="accent1">
            <a:lumMod val="40000"/>
            <a:lumOff val="60000"/>
            <a:alpha val="90000"/>
          </a:schemeClr>
        </a:solidFill>
      </dgm:spPr>
      <dgm:t>
        <a:bodyPr/>
        <a:lstStyle/>
        <a:p>
          <a:r>
            <a:rPr lang="gsw-FR" altLang="zh-CN" dirty="0" smtClean="0"/>
            <a:t>Composition</a:t>
          </a:r>
          <a:r>
            <a:rPr lang="en-US" altLang="zh-CN" dirty="0" smtClean="0"/>
            <a:t> and status of DTS in orbit</a:t>
          </a:r>
          <a:r>
            <a:rPr lang="en-US" altLang="zh-CN" baseline="0" dirty="0" smtClean="0"/>
            <a:t> </a:t>
          </a:r>
          <a:endParaRPr lang="zh-CN" altLang="en-US" dirty="0"/>
        </a:p>
      </dgm:t>
    </dgm:pt>
    <dgm:pt modelId="{7B257960-7809-45BA-9FA1-10809E88E5A3}" type="parTrans" cxnId="{146325BD-7648-4EFB-94BE-872CAE6C826F}">
      <dgm:prSet/>
      <dgm:spPr/>
      <dgm:t>
        <a:bodyPr/>
        <a:lstStyle/>
        <a:p>
          <a:endParaRPr lang="zh-CN" altLang="en-US"/>
        </a:p>
      </dgm:t>
    </dgm:pt>
    <dgm:pt modelId="{B6A9F054-806F-47F8-8E0C-895742E158A2}" type="sibTrans" cxnId="{146325BD-7648-4EFB-94BE-872CAE6C826F}">
      <dgm:prSet/>
      <dgm:spPr/>
      <dgm:t>
        <a:bodyPr/>
        <a:lstStyle/>
        <a:p>
          <a:endParaRPr lang="zh-CN" altLang="en-US"/>
        </a:p>
      </dgm:t>
    </dgm:pt>
    <dgm:pt modelId="{FCB48F7E-A893-4B46-A152-00F0D2CE3D6C}">
      <dgm:prSet phldrT="[文本]"/>
      <dgm:spPr/>
      <dgm:t>
        <a:bodyPr/>
        <a:lstStyle/>
        <a:p>
          <a:r>
            <a:rPr lang="en-US" altLang="zh-CN" dirty="0" smtClean="0"/>
            <a:t>2</a:t>
          </a:r>
          <a:endParaRPr lang="zh-CN" altLang="en-US" dirty="0"/>
        </a:p>
      </dgm:t>
    </dgm:pt>
    <dgm:pt modelId="{D2962C4C-674E-40A4-8ECD-1374BD924862}" type="parTrans" cxnId="{B5635467-6E8A-49B8-BF3D-D0C68E2A3860}">
      <dgm:prSet/>
      <dgm:spPr/>
      <dgm:t>
        <a:bodyPr/>
        <a:lstStyle/>
        <a:p>
          <a:endParaRPr lang="zh-CN" altLang="en-US"/>
        </a:p>
      </dgm:t>
    </dgm:pt>
    <dgm:pt modelId="{203D411F-6584-442B-9DB5-E9A2FA9A530A}" type="sibTrans" cxnId="{B5635467-6E8A-49B8-BF3D-D0C68E2A3860}">
      <dgm:prSet/>
      <dgm:spPr/>
      <dgm:t>
        <a:bodyPr/>
        <a:lstStyle/>
        <a:p>
          <a:endParaRPr lang="zh-CN" altLang="en-US"/>
        </a:p>
      </dgm:t>
    </dgm:pt>
    <dgm:pt modelId="{EEA89238-AAB7-4900-A354-12FF59C6B067}">
      <dgm:prSet phldrT="[文本]"/>
      <dgm:spPr>
        <a:solidFill>
          <a:schemeClr val="accent1">
            <a:lumMod val="40000"/>
            <a:lumOff val="60000"/>
            <a:alpha val="90000"/>
          </a:schemeClr>
        </a:solidFill>
      </dgm:spPr>
      <dgm:t>
        <a:bodyPr/>
        <a:lstStyle/>
        <a:p>
          <a:r>
            <a:rPr lang="en-US" altLang="zh-CN" dirty="0" smtClean="0"/>
            <a:t>Working mode</a:t>
          </a:r>
          <a:r>
            <a:rPr lang="en-US" altLang="en-US" dirty="0" smtClean="0"/>
            <a:t> of DTS in orbit</a:t>
          </a:r>
          <a:endParaRPr lang="zh-CN" altLang="en-US" dirty="0"/>
        </a:p>
      </dgm:t>
    </dgm:pt>
    <dgm:pt modelId="{F5D7C2F8-0416-429A-882B-F5A68BCBC2D0}" type="parTrans" cxnId="{B6326B85-3C03-449D-A95B-3381AF708B92}">
      <dgm:prSet/>
      <dgm:spPr/>
      <dgm:t>
        <a:bodyPr/>
        <a:lstStyle/>
        <a:p>
          <a:endParaRPr lang="zh-CN" altLang="en-US"/>
        </a:p>
      </dgm:t>
    </dgm:pt>
    <dgm:pt modelId="{C03A2A1A-81AE-4EF6-ACAB-8BDEA2A495A8}" type="sibTrans" cxnId="{B6326B85-3C03-449D-A95B-3381AF708B92}">
      <dgm:prSet/>
      <dgm:spPr/>
      <dgm:t>
        <a:bodyPr/>
        <a:lstStyle/>
        <a:p>
          <a:endParaRPr lang="zh-CN" altLang="en-US"/>
        </a:p>
      </dgm:t>
    </dgm:pt>
    <dgm:pt modelId="{30CE7ABA-6626-478D-82A9-0C6F5A441960}">
      <dgm:prSet phldrT="[文本]"/>
      <dgm:spPr/>
      <dgm:t>
        <a:bodyPr/>
        <a:lstStyle/>
        <a:p>
          <a:r>
            <a:rPr lang="en-US" altLang="zh-CN" dirty="0" smtClean="0"/>
            <a:t>3</a:t>
          </a:r>
          <a:endParaRPr lang="zh-CN" altLang="en-US" dirty="0"/>
        </a:p>
      </dgm:t>
    </dgm:pt>
    <dgm:pt modelId="{F01FF562-F0D6-4FB2-878C-11E70070A6AE}" type="parTrans" cxnId="{83EDD32B-8027-40D1-A62F-C1F0145A66AC}">
      <dgm:prSet/>
      <dgm:spPr/>
      <dgm:t>
        <a:bodyPr/>
        <a:lstStyle/>
        <a:p>
          <a:endParaRPr lang="zh-CN" altLang="en-US"/>
        </a:p>
      </dgm:t>
    </dgm:pt>
    <dgm:pt modelId="{1BF39F7E-1541-45A1-987F-F0F485FB198C}" type="sibTrans" cxnId="{83EDD32B-8027-40D1-A62F-C1F0145A66AC}">
      <dgm:prSet/>
      <dgm:spPr/>
      <dgm:t>
        <a:bodyPr/>
        <a:lstStyle/>
        <a:p>
          <a:endParaRPr lang="zh-CN" altLang="en-US"/>
        </a:p>
      </dgm:t>
    </dgm:pt>
    <dgm:pt modelId="{A2CD7B22-281A-42AC-B04B-8D96B5DA4912}">
      <dgm:prSet phldrT="[文本]"/>
      <dgm:spPr>
        <a:solidFill>
          <a:schemeClr val="accent1">
            <a:lumMod val="40000"/>
            <a:lumOff val="60000"/>
            <a:alpha val="90000"/>
          </a:schemeClr>
        </a:solidFill>
      </dgm:spPr>
      <dgm:t>
        <a:bodyPr/>
        <a:lstStyle/>
        <a:p>
          <a:r>
            <a:rPr lang="gsw-FR" altLang="zh-CN" dirty="0" smtClean="0"/>
            <a:t>Telecommand</a:t>
          </a:r>
          <a:r>
            <a:rPr lang="en-US" altLang="zh-CN" dirty="0" smtClean="0"/>
            <a:t> and telemetry of DTS  </a:t>
          </a:r>
          <a:endParaRPr lang="zh-CN" altLang="en-US" dirty="0"/>
        </a:p>
      </dgm:t>
    </dgm:pt>
    <dgm:pt modelId="{77516C5C-6419-4207-84B2-04C2E449C422}" type="parTrans" cxnId="{F85DE6D9-F06E-444A-BBB5-0A786E906FCD}">
      <dgm:prSet/>
      <dgm:spPr/>
      <dgm:t>
        <a:bodyPr/>
        <a:lstStyle/>
        <a:p>
          <a:endParaRPr lang="zh-CN" altLang="en-US"/>
        </a:p>
      </dgm:t>
    </dgm:pt>
    <dgm:pt modelId="{9AF01A24-E8C4-44CD-AFBA-12D59FB9B15E}" type="sibTrans" cxnId="{F85DE6D9-F06E-444A-BBB5-0A786E906FCD}">
      <dgm:prSet/>
      <dgm:spPr/>
      <dgm:t>
        <a:bodyPr/>
        <a:lstStyle/>
        <a:p>
          <a:endParaRPr lang="zh-CN" altLang="en-US"/>
        </a:p>
      </dgm:t>
    </dgm:pt>
    <dgm:pt modelId="{0B09DC13-473D-4488-9DFD-D1019D4293D3}">
      <dgm:prSet phldrT="[文本]"/>
      <dgm:spPr/>
      <dgm:t>
        <a:bodyPr/>
        <a:lstStyle/>
        <a:p>
          <a:r>
            <a:rPr lang="en-US" altLang="zh-CN" dirty="0" smtClean="0"/>
            <a:t>4</a:t>
          </a:r>
          <a:endParaRPr lang="zh-CN" altLang="en-US" dirty="0"/>
        </a:p>
      </dgm:t>
    </dgm:pt>
    <dgm:pt modelId="{379066A5-28CF-4386-8317-C0A1AAF0305B}" type="parTrans" cxnId="{3101C400-6691-4D8B-B1A6-BCC867D89ABC}">
      <dgm:prSet/>
      <dgm:spPr/>
      <dgm:t>
        <a:bodyPr/>
        <a:lstStyle/>
        <a:p>
          <a:endParaRPr lang="zh-CN" altLang="en-US"/>
        </a:p>
      </dgm:t>
    </dgm:pt>
    <dgm:pt modelId="{A03BAD12-1B55-4F4F-BFFB-30C52F582150}" type="sibTrans" cxnId="{3101C400-6691-4D8B-B1A6-BCC867D89ABC}">
      <dgm:prSet/>
      <dgm:spPr/>
      <dgm:t>
        <a:bodyPr/>
        <a:lstStyle/>
        <a:p>
          <a:endParaRPr lang="zh-CN" altLang="en-US"/>
        </a:p>
      </dgm:t>
    </dgm:pt>
    <dgm:pt modelId="{C537F16C-9AE4-49DF-88D9-83D1EA60AF84}">
      <dgm:prSet phldrT="[文本]"/>
      <dgm:spPr>
        <a:solidFill>
          <a:schemeClr val="accent1">
            <a:lumMod val="40000"/>
            <a:lumOff val="60000"/>
            <a:alpha val="90000"/>
          </a:schemeClr>
        </a:solidFill>
      </dgm:spPr>
      <dgm:t>
        <a:bodyPr/>
        <a:lstStyle/>
        <a:p>
          <a:r>
            <a:rPr lang="en-US" altLang="zh-CN" dirty="0" smtClean="0"/>
            <a:t>Sequence </a:t>
          </a:r>
          <a:r>
            <a:rPr lang="en-US" altLang="zh-CN" baseline="0" dirty="0" smtClean="0"/>
            <a:t>of operation</a:t>
          </a:r>
          <a:endParaRPr lang="zh-CN" altLang="en-US" dirty="0"/>
        </a:p>
      </dgm:t>
    </dgm:pt>
    <dgm:pt modelId="{B09C7336-A3E0-46E8-A2C2-9198BDB1C125}" type="parTrans" cxnId="{76BE74A9-36CF-4FA1-8308-9707BA4D2C2A}">
      <dgm:prSet/>
      <dgm:spPr/>
      <dgm:t>
        <a:bodyPr/>
        <a:lstStyle/>
        <a:p>
          <a:endParaRPr lang="zh-CN" altLang="en-US"/>
        </a:p>
      </dgm:t>
    </dgm:pt>
    <dgm:pt modelId="{AAC9993E-110E-4423-BE31-10413F32F3D6}" type="sibTrans" cxnId="{76BE74A9-36CF-4FA1-8308-9707BA4D2C2A}">
      <dgm:prSet/>
      <dgm:spPr/>
      <dgm:t>
        <a:bodyPr/>
        <a:lstStyle/>
        <a:p>
          <a:endParaRPr lang="zh-CN" altLang="en-US"/>
        </a:p>
      </dgm:t>
    </dgm:pt>
    <dgm:pt modelId="{A16277F7-55F5-4900-A577-3C17ADF60620}">
      <dgm:prSet phldrT="[文本]"/>
      <dgm:spPr/>
      <dgm:t>
        <a:bodyPr/>
        <a:lstStyle/>
        <a:p>
          <a:r>
            <a:rPr lang="en-US" altLang="zh-CN" dirty="0" smtClean="0"/>
            <a:t>5</a:t>
          </a:r>
          <a:endParaRPr lang="zh-CN" altLang="en-US" dirty="0"/>
        </a:p>
      </dgm:t>
    </dgm:pt>
    <dgm:pt modelId="{0A426471-5AE9-457A-BCB7-6A967E1C3098}" type="parTrans" cxnId="{3A333A89-4D64-4C6A-B6B9-67DE646FC35C}">
      <dgm:prSet/>
      <dgm:spPr/>
      <dgm:t>
        <a:bodyPr/>
        <a:lstStyle/>
        <a:p>
          <a:endParaRPr lang="zh-CN" altLang="en-US"/>
        </a:p>
      </dgm:t>
    </dgm:pt>
    <dgm:pt modelId="{1E2DC076-F51A-468A-94CD-60497E00188B}" type="sibTrans" cxnId="{3A333A89-4D64-4C6A-B6B9-67DE646FC35C}">
      <dgm:prSet/>
      <dgm:spPr/>
      <dgm:t>
        <a:bodyPr/>
        <a:lstStyle/>
        <a:p>
          <a:endParaRPr lang="zh-CN" altLang="en-US"/>
        </a:p>
      </dgm:t>
    </dgm:pt>
    <dgm:pt modelId="{3D9ED44B-F253-45E4-9F05-3A0F0A362EC2}">
      <dgm:prSet phldrT="[文本]"/>
      <dgm:spPr>
        <a:solidFill>
          <a:schemeClr val="accent2">
            <a:lumMod val="40000"/>
            <a:lumOff val="60000"/>
            <a:alpha val="90000"/>
          </a:schemeClr>
        </a:solidFill>
      </dgm:spPr>
      <dgm:t>
        <a:bodyPr/>
        <a:lstStyle/>
        <a:p>
          <a:r>
            <a:rPr lang="en-US" altLang="zh-CN" dirty="0" smtClean="0"/>
            <a:t>Important Notice</a:t>
          </a:r>
          <a:endParaRPr lang="zh-CN" altLang="en-US" dirty="0"/>
        </a:p>
      </dgm:t>
    </dgm:pt>
    <dgm:pt modelId="{E71ECAFA-9DF1-4015-881C-6CF953EC2F69}" type="parTrans" cxnId="{51D5845F-7B21-4379-A0C9-B696E140B391}">
      <dgm:prSet/>
      <dgm:spPr/>
      <dgm:t>
        <a:bodyPr/>
        <a:lstStyle/>
        <a:p>
          <a:endParaRPr lang="zh-CN" altLang="en-US"/>
        </a:p>
      </dgm:t>
    </dgm:pt>
    <dgm:pt modelId="{2611CBD1-1827-4BF5-AE0C-48E29B97859D}" type="sibTrans" cxnId="{51D5845F-7B21-4379-A0C9-B696E140B391}">
      <dgm:prSet/>
      <dgm:spPr/>
      <dgm:t>
        <a:bodyPr/>
        <a:lstStyle/>
        <a:p>
          <a:endParaRPr lang="zh-CN" altLang="en-US"/>
        </a:p>
      </dgm:t>
    </dgm:pt>
    <dgm:pt modelId="{B6E66D6F-58E7-41FE-9C39-3789866D2ADE}">
      <dgm:prSet phldrT="[文本]"/>
      <dgm:spPr/>
      <dgm:t>
        <a:bodyPr/>
        <a:lstStyle/>
        <a:p>
          <a:r>
            <a:rPr lang="en-US" altLang="zh-CN" dirty="0" smtClean="0"/>
            <a:t>6</a:t>
          </a:r>
          <a:endParaRPr lang="zh-CN" altLang="en-US" dirty="0"/>
        </a:p>
      </dgm:t>
    </dgm:pt>
    <dgm:pt modelId="{45DFF80D-70E5-4961-98E6-803E89BF6C69}" type="parTrans" cxnId="{4A53A962-8350-483E-A79F-43B50694A5DA}">
      <dgm:prSet/>
      <dgm:spPr/>
      <dgm:t>
        <a:bodyPr/>
        <a:lstStyle/>
        <a:p>
          <a:endParaRPr lang="zh-CN" altLang="en-US"/>
        </a:p>
      </dgm:t>
    </dgm:pt>
    <dgm:pt modelId="{F701EBE9-E03D-47EF-B774-D79FFF1F6318}" type="sibTrans" cxnId="{4A53A962-8350-483E-A79F-43B50694A5DA}">
      <dgm:prSet/>
      <dgm:spPr/>
      <dgm:t>
        <a:bodyPr/>
        <a:lstStyle/>
        <a:p>
          <a:endParaRPr lang="zh-CN" altLang="en-US"/>
        </a:p>
      </dgm:t>
    </dgm:pt>
    <dgm:pt modelId="{23FC3643-A601-4369-B27F-46344EE05CAB}">
      <dgm:prSet phldrT="[文本]"/>
      <dgm:spPr/>
      <dgm:t>
        <a:bodyPr/>
        <a:lstStyle/>
        <a:p>
          <a:r>
            <a:rPr lang="en-US" dirty="0" smtClean="0"/>
            <a:t>The Anomaly Operation </a:t>
          </a:r>
          <a:r>
            <a:rPr lang="en-US" altLang="zh-CN" dirty="0" smtClean="0"/>
            <a:t>in orbit</a:t>
          </a:r>
          <a:endParaRPr lang="zh-CN" altLang="en-US" dirty="0"/>
        </a:p>
      </dgm:t>
    </dgm:pt>
    <dgm:pt modelId="{5DE4F113-43EF-4E68-8A6C-58C5499EDF88}" type="parTrans" cxnId="{3540D398-50DA-47F5-A79C-1BA590C8E9F1}">
      <dgm:prSet/>
      <dgm:spPr/>
      <dgm:t>
        <a:bodyPr/>
        <a:lstStyle/>
        <a:p>
          <a:endParaRPr lang="zh-CN" altLang="en-US"/>
        </a:p>
      </dgm:t>
    </dgm:pt>
    <dgm:pt modelId="{A1CB317C-73FA-463D-AD06-AA26BB04CE07}" type="sibTrans" cxnId="{3540D398-50DA-47F5-A79C-1BA590C8E9F1}">
      <dgm:prSet/>
      <dgm:spPr/>
      <dgm:t>
        <a:bodyPr/>
        <a:lstStyle/>
        <a:p>
          <a:endParaRPr lang="zh-CN" altLang="en-US"/>
        </a:p>
      </dgm:t>
    </dgm:pt>
    <dgm:pt modelId="{46BEA991-5658-48FC-B01F-DE47F40EE891}" type="pres">
      <dgm:prSet presAssocID="{55C9BC06-27E7-4506-9472-91BB7936D53F}" presName="Name0" presStyleCnt="0">
        <dgm:presLayoutVars>
          <dgm:dir/>
          <dgm:animLvl val="lvl"/>
          <dgm:resizeHandles val="exact"/>
        </dgm:presLayoutVars>
      </dgm:prSet>
      <dgm:spPr/>
      <dgm:t>
        <a:bodyPr/>
        <a:lstStyle/>
        <a:p>
          <a:endParaRPr lang="zh-CN" altLang="en-US"/>
        </a:p>
      </dgm:t>
    </dgm:pt>
    <dgm:pt modelId="{573CA7B6-2C62-4154-A1DC-DBDF6376DC61}" type="pres">
      <dgm:prSet presAssocID="{E9229D8E-C2A5-4E6F-89DF-DC6CBABFD904}" presName="linNode" presStyleCnt="0"/>
      <dgm:spPr/>
    </dgm:pt>
    <dgm:pt modelId="{21337BD4-EAE7-4FC6-8B68-510B5313E295}" type="pres">
      <dgm:prSet presAssocID="{E9229D8E-C2A5-4E6F-89DF-DC6CBABFD904}" presName="parentText" presStyleLbl="node1" presStyleIdx="0" presStyleCnt="6" custScaleX="52391">
        <dgm:presLayoutVars>
          <dgm:chMax val="1"/>
          <dgm:bulletEnabled val="1"/>
        </dgm:presLayoutVars>
      </dgm:prSet>
      <dgm:spPr/>
      <dgm:t>
        <a:bodyPr/>
        <a:lstStyle/>
        <a:p>
          <a:endParaRPr lang="zh-CN" altLang="en-US"/>
        </a:p>
      </dgm:t>
    </dgm:pt>
    <dgm:pt modelId="{FCD21A22-F86A-4BAD-AD4E-1381AF126862}" type="pres">
      <dgm:prSet presAssocID="{E9229D8E-C2A5-4E6F-89DF-DC6CBABFD904}" presName="descendantText" presStyleLbl="alignAccFollowNode1" presStyleIdx="0" presStyleCnt="6">
        <dgm:presLayoutVars>
          <dgm:bulletEnabled val="1"/>
        </dgm:presLayoutVars>
      </dgm:prSet>
      <dgm:spPr/>
      <dgm:t>
        <a:bodyPr/>
        <a:lstStyle/>
        <a:p>
          <a:endParaRPr lang="zh-CN" altLang="en-US"/>
        </a:p>
      </dgm:t>
    </dgm:pt>
    <dgm:pt modelId="{486E8B6A-812D-474D-BFAE-A24B4FBF7FD7}" type="pres">
      <dgm:prSet presAssocID="{71070190-0D03-460E-866E-F12F077467BF}" presName="sp" presStyleCnt="0"/>
      <dgm:spPr/>
    </dgm:pt>
    <dgm:pt modelId="{CD376536-94F0-4622-BCCC-F50FF21A6330}" type="pres">
      <dgm:prSet presAssocID="{FCB48F7E-A893-4B46-A152-00F0D2CE3D6C}" presName="linNode" presStyleCnt="0"/>
      <dgm:spPr/>
    </dgm:pt>
    <dgm:pt modelId="{876019AC-F2D3-4140-9E13-8C4A1F228582}" type="pres">
      <dgm:prSet presAssocID="{FCB48F7E-A893-4B46-A152-00F0D2CE3D6C}" presName="parentText" presStyleLbl="node1" presStyleIdx="1" presStyleCnt="6" custScaleX="51774">
        <dgm:presLayoutVars>
          <dgm:chMax val="1"/>
          <dgm:bulletEnabled val="1"/>
        </dgm:presLayoutVars>
      </dgm:prSet>
      <dgm:spPr/>
      <dgm:t>
        <a:bodyPr/>
        <a:lstStyle/>
        <a:p>
          <a:endParaRPr lang="zh-CN" altLang="en-US"/>
        </a:p>
      </dgm:t>
    </dgm:pt>
    <dgm:pt modelId="{187EE60B-D6ED-4EB5-900F-3927531DD5F8}" type="pres">
      <dgm:prSet presAssocID="{FCB48F7E-A893-4B46-A152-00F0D2CE3D6C}" presName="descendantText" presStyleLbl="alignAccFollowNode1" presStyleIdx="1" presStyleCnt="6" custScaleX="99608">
        <dgm:presLayoutVars>
          <dgm:bulletEnabled val="1"/>
        </dgm:presLayoutVars>
      </dgm:prSet>
      <dgm:spPr/>
      <dgm:t>
        <a:bodyPr/>
        <a:lstStyle/>
        <a:p>
          <a:endParaRPr lang="zh-CN" altLang="en-US"/>
        </a:p>
      </dgm:t>
    </dgm:pt>
    <dgm:pt modelId="{3C398523-6CAF-43A2-B99D-7F77DD2840A2}" type="pres">
      <dgm:prSet presAssocID="{203D411F-6584-442B-9DB5-E9A2FA9A530A}" presName="sp" presStyleCnt="0"/>
      <dgm:spPr/>
    </dgm:pt>
    <dgm:pt modelId="{FC0A0AFD-DC5C-4BA9-B5C3-8747221866DD}" type="pres">
      <dgm:prSet presAssocID="{30CE7ABA-6626-478D-82A9-0C6F5A441960}" presName="linNode" presStyleCnt="0"/>
      <dgm:spPr/>
    </dgm:pt>
    <dgm:pt modelId="{B6BC8131-068C-422E-BD0A-743D184796A9}" type="pres">
      <dgm:prSet presAssocID="{30CE7ABA-6626-478D-82A9-0C6F5A441960}" presName="parentText" presStyleLbl="node1" presStyleIdx="2" presStyleCnt="6" custScaleX="51774">
        <dgm:presLayoutVars>
          <dgm:chMax val="1"/>
          <dgm:bulletEnabled val="1"/>
        </dgm:presLayoutVars>
      </dgm:prSet>
      <dgm:spPr/>
      <dgm:t>
        <a:bodyPr/>
        <a:lstStyle/>
        <a:p>
          <a:endParaRPr lang="zh-CN" altLang="en-US"/>
        </a:p>
      </dgm:t>
    </dgm:pt>
    <dgm:pt modelId="{FB2A164C-6E98-42E2-A967-46CEE9E3ABD3}" type="pres">
      <dgm:prSet presAssocID="{30CE7ABA-6626-478D-82A9-0C6F5A441960}" presName="descendantText" presStyleLbl="alignAccFollowNode1" presStyleIdx="2" presStyleCnt="6">
        <dgm:presLayoutVars>
          <dgm:bulletEnabled val="1"/>
        </dgm:presLayoutVars>
      </dgm:prSet>
      <dgm:spPr/>
      <dgm:t>
        <a:bodyPr/>
        <a:lstStyle/>
        <a:p>
          <a:endParaRPr lang="zh-CN" altLang="en-US"/>
        </a:p>
      </dgm:t>
    </dgm:pt>
    <dgm:pt modelId="{4EAF4BBB-ACD2-43B0-87FE-CFE4354A1F96}" type="pres">
      <dgm:prSet presAssocID="{1BF39F7E-1541-45A1-987F-F0F485FB198C}" presName="sp" presStyleCnt="0"/>
      <dgm:spPr/>
    </dgm:pt>
    <dgm:pt modelId="{77B8CD79-1759-42CB-B486-E339EBF21246}" type="pres">
      <dgm:prSet presAssocID="{0B09DC13-473D-4488-9DFD-D1019D4293D3}" presName="linNode" presStyleCnt="0"/>
      <dgm:spPr/>
    </dgm:pt>
    <dgm:pt modelId="{47F8267F-713F-4C7A-9053-6A592A3FC3C6}" type="pres">
      <dgm:prSet presAssocID="{0B09DC13-473D-4488-9DFD-D1019D4293D3}" presName="parentText" presStyleLbl="node1" presStyleIdx="3" presStyleCnt="6" custScaleX="51774">
        <dgm:presLayoutVars>
          <dgm:chMax val="1"/>
          <dgm:bulletEnabled val="1"/>
        </dgm:presLayoutVars>
      </dgm:prSet>
      <dgm:spPr/>
      <dgm:t>
        <a:bodyPr/>
        <a:lstStyle/>
        <a:p>
          <a:endParaRPr lang="zh-CN" altLang="en-US"/>
        </a:p>
      </dgm:t>
    </dgm:pt>
    <dgm:pt modelId="{899E2C62-6850-483D-B87D-80F915B765B5}" type="pres">
      <dgm:prSet presAssocID="{0B09DC13-473D-4488-9DFD-D1019D4293D3}" presName="descendantText" presStyleLbl="alignAccFollowNode1" presStyleIdx="3" presStyleCnt="6">
        <dgm:presLayoutVars>
          <dgm:bulletEnabled val="1"/>
        </dgm:presLayoutVars>
      </dgm:prSet>
      <dgm:spPr/>
      <dgm:t>
        <a:bodyPr/>
        <a:lstStyle/>
        <a:p>
          <a:endParaRPr lang="zh-CN" altLang="en-US"/>
        </a:p>
      </dgm:t>
    </dgm:pt>
    <dgm:pt modelId="{841A090A-3BD5-4321-A774-D111CAB1FB3E}" type="pres">
      <dgm:prSet presAssocID="{A03BAD12-1B55-4F4F-BFFB-30C52F582150}" presName="sp" presStyleCnt="0"/>
      <dgm:spPr/>
    </dgm:pt>
    <dgm:pt modelId="{9964F3AB-36EA-4D74-91CB-FC633CB34A3F}" type="pres">
      <dgm:prSet presAssocID="{A16277F7-55F5-4900-A577-3C17ADF60620}" presName="linNode" presStyleCnt="0"/>
      <dgm:spPr/>
    </dgm:pt>
    <dgm:pt modelId="{8D471BB1-EE3C-48B2-9A4F-A473204E59F7}" type="pres">
      <dgm:prSet presAssocID="{A16277F7-55F5-4900-A577-3C17ADF60620}" presName="parentText" presStyleLbl="node1" presStyleIdx="4" presStyleCnt="6" custScaleX="51774">
        <dgm:presLayoutVars>
          <dgm:chMax val="1"/>
          <dgm:bulletEnabled val="1"/>
        </dgm:presLayoutVars>
      </dgm:prSet>
      <dgm:spPr/>
      <dgm:t>
        <a:bodyPr/>
        <a:lstStyle/>
        <a:p>
          <a:endParaRPr lang="zh-CN" altLang="en-US"/>
        </a:p>
      </dgm:t>
    </dgm:pt>
    <dgm:pt modelId="{9FA51810-A896-42F0-8549-217654593014}" type="pres">
      <dgm:prSet presAssocID="{A16277F7-55F5-4900-A577-3C17ADF60620}" presName="descendantText" presStyleLbl="alignAccFollowNode1" presStyleIdx="4" presStyleCnt="6">
        <dgm:presLayoutVars>
          <dgm:bulletEnabled val="1"/>
        </dgm:presLayoutVars>
      </dgm:prSet>
      <dgm:spPr/>
      <dgm:t>
        <a:bodyPr/>
        <a:lstStyle/>
        <a:p>
          <a:endParaRPr lang="zh-CN" altLang="en-US"/>
        </a:p>
      </dgm:t>
    </dgm:pt>
    <dgm:pt modelId="{73B3BB89-DC4D-4690-8527-1745292288C2}" type="pres">
      <dgm:prSet presAssocID="{1E2DC076-F51A-468A-94CD-60497E00188B}" presName="sp" presStyleCnt="0"/>
      <dgm:spPr/>
    </dgm:pt>
    <dgm:pt modelId="{4B5B66F6-9C2C-4BC5-ACDC-B9EFB9211393}" type="pres">
      <dgm:prSet presAssocID="{B6E66D6F-58E7-41FE-9C39-3789866D2ADE}" presName="linNode" presStyleCnt="0"/>
      <dgm:spPr/>
    </dgm:pt>
    <dgm:pt modelId="{F1C0A150-5B65-409D-938A-4B749D41A0C9}" type="pres">
      <dgm:prSet presAssocID="{B6E66D6F-58E7-41FE-9C39-3789866D2ADE}" presName="parentText" presStyleLbl="node1" presStyleIdx="5" presStyleCnt="6" custScaleX="52391">
        <dgm:presLayoutVars>
          <dgm:chMax val="1"/>
          <dgm:bulletEnabled val="1"/>
        </dgm:presLayoutVars>
      </dgm:prSet>
      <dgm:spPr/>
      <dgm:t>
        <a:bodyPr/>
        <a:lstStyle/>
        <a:p>
          <a:endParaRPr lang="zh-CN" altLang="en-US"/>
        </a:p>
      </dgm:t>
    </dgm:pt>
    <dgm:pt modelId="{8D1B5D78-6BCA-4BFE-A54A-3FBFC91E4964}" type="pres">
      <dgm:prSet presAssocID="{B6E66D6F-58E7-41FE-9C39-3789866D2ADE}" presName="descendantText" presStyleLbl="alignAccFollowNode1" presStyleIdx="5" presStyleCnt="6" custScaleX="100000">
        <dgm:presLayoutVars>
          <dgm:bulletEnabled val="1"/>
        </dgm:presLayoutVars>
      </dgm:prSet>
      <dgm:spPr/>
      <dgm:t>
        <a:bodyPr/>
        <a:lstStyle/>
        <a:p>
          <a:endParaRPr lang="zh-CN" altLang="en-US"/>
        </a:p>
      </dgm:t>
    </dgm:pt>
  </dgm:ptLst>
  <dgm:cxnLst>
    <dgm:cxn modelId="{76BE74A9-36CF-4FA1-8308-9707BA4D2C2A}" srcId="{0B09DC13-473D-4488-9DFD-D1019D4293D3}" destId="{C537F16C-9AE4-49DF-88D9-83D1EA60AF84}" srcOrd="0" destOrd="0" parTransId="{B09C7336-A3E0-46E8-A2C2-9198BDB1C125}" sibTransId="{AAC9993E-110E-4423-BE31-10413F32F3D6}"/>
    <dgm:cxn modelId="{42ED4CE6-8C2A-4212-A488-DF2467C147E1}" srcId="{55C9BC06-27E7-4506-9472-91BB7936D53F}" destId="{E9229D8E-C2A5-4E6F-89DF-DC6CBABFD904}" srcOrd="0" destOrd="0" parTransId="{6E3661AD-60B8-4885-BCD4-99865D4EF71F}" sibTransId="{71070190-0D03-460E-866E-F12F077467BF}"/>
    <dgm:cxn modelId="{D3C2BFD3-0329-4BEA-B437-93F054E770D0}" type="presOf" srcId="{3D9ED44B-F253-45E4-9F05-3A0F0A362EC2}" destId="{9FA51810-A896-42F0-8549-217654593014}" srcOrd="0" destOrd="0" presId="urn:microsoft.com/office/officeart/2005/8/layout/vList5"/>
    <dgm:cxn modelId="{3F04FD67-8E6E-4BA9-BDC7-F28890AB3795}" type="presOf" srcId="{B6E66D6F-58E7-41FE-9C39-3789866D2ADE}" destId="{F1C0A150-5B65-409D-938A-4B749D41A0C9}" srcOrd="0" destOrd="0" presId="urn:microsoft.com/office/officeart/2005/8/layout/vList5"/>
    <dgm:cxn modelId="{004A21E5-1E69-46C0-A301-C516558BF511}" type="presOf" srcId="{EEA89238-AAB7-4900-A354-12FF59C6B067}" destId="{187EE60B-D6ED-4EB5-900F-3927531DD5F8}" srcOrd="0" destOrd="0" presId="urn:microsoft.com/office/officeart/2005/8/layout/vList5"/>
    <dgm:cxn modelId="{9BFF8F60-294C-4244-AEA3-132956530E3D}" type="presOf" srcId="{A2CD7B22-281A-42AC-B04B-8D96B5DA4912}" destId="{FB2A164C-6E98-42E2-A967-46CEE9E3ABD3}" srcOrd="0" destOrd="0" presId="urn:microsoft.com/office/officeart/2005/8/layout/vList5"/>
    <dgm:cxn modelId="{B5635467-6E8A-49B8-BF3D-D0C68E2A3860}" srcId="{55C9BC06-27E7-4506-9472-91BB7936D53F}" destId="{FCB48F7E-A893-4B46-A152-00F0D2CE3D6C}" srcOrd="1" destOrd="0" parTransId="{D2962C4C-674E-40A4-8ECD-1374BD924862}" sibTransId="{203D411F-6584-442B-9DB5-E9A2FA9A530A}"/>
    <dgm:cxn modelId="{2FF4286A-28C2-4113-9376-E09284B66DE8}" type="presOf" srcId="{C537F16C-9AE4-49DF-88D9-83D1EA60AF84}" destId="{899E2C62-6850-483D-B87D-80F915B765B5}" srcOrd="0" destOrd="0" presId="urn:microsoft.com/office/officeart/2005/8/layout/vList5"/>
    <dgm:cxn modelId="{83EDD32B-8027-40D1-A62F-C1F0145A66AC}" srcId="{55C9BC06-27E7-4506-9472-91BB7936D53F}" destId="{30CE7ABA-6626-478D-82A9-0C6F5A441960}" srcOrd="2" destOrd="0" parTransId="{F01FF562-F0D6-4FB2-878C-11E70070A6AE}" sibTransId="{1BF39F7E-1541-45A1-987F-F0F485FB198C}"/>
    <dgm:cxn modelId="{51D5845F-7B21-4379-A0C9-B696E140B391}" srcId="{A16277F7-55F5-4900-A577-3C17ADF60620}" destId="{3D9ED44B-F253-45E4-9F05-3A0F0A362EC2}" srcOrd="0" destOrd="0" parTransId="{E71ECAFA-9DF1-4015-881C-6CF953EC2F69}" sibTransId="{2611CBD1-1827-4BF5-AE0C-48E29B97859D}"/>
    <dgm:cxn modelId="{B6326B85-3C03-449D-A95B-3381AF708B92}" srcId="{FCB48F7E-A893-4B46-A152-00F0D2CE3D6C}" destId="{EEA89238-AAB7-4900-A354-12FF59C6B067}" srcOrd="0" destOrd="0" parTransId="{F5D7C2F8-0416-429A-882B-F5A68BCBC2D0}" sibTransId="{C03A2A1A-81AE-4EF6-ACAB-8BDEA2A495A8}"/>
    <dgm:cxn modelId="{C71FD1D7-7600-4879-AE39-01708EAE3A73}" type="presOf" srcId="{E9229D8E-C2A5-4E6F-89DF-DC6CBABFD904}" destId="{21337BD4-EAE7-4FC6-8B68-510B5313E295}" srcOrd="0" destOrd="0" presId="urn:microsoft.com/office/officeart/2005/8/layout/vList5"/>
    <dgm:cxn modelId="{D8741AF1-DD13-491A-894F-EE5A99A46A8E}" type="presOf" srcId="{23FC3643-A601-4369-B27F-46344EE05CAB}" destId="{8D1B5D78-6BCA-4BFE-A54A-3FBFC91E4964}" srcOrd="0" destOrd="0" presId="urn:microsoft.com/office/officeart/2005/8/layout/vList5"/>
    <dgm:cxn modelId="{AEEA63F9-5B59-4115-AC18-A9CB837AF53B}" type="presOf" srcId="{FCB48F7E-A893-4B46-A152-00F0D2CE3D6C}" destId="{876019AC-F2D3-4140-9E13-8C4A1F228582}" srcOrd="0" destOrd="0" presId="urn:microsoft.com/office/officeart/2005/8/layout/vList5"/>
    <dgm:cxn modelId="{3A333A89-4D64-4C6A-B6B9-67DE646FC35C}" srcId="{55C9BC06-27E7-4506-9472-91BB7936D53F}" destId="{A16277F7-55F5-4900-A577-3C17ADF60620}" srcOrd="4" destOrd="0" parTransId="{0A426471-5AE9-457A-BCB7-6A967E1C3098}" sibTransId="{1E2DC076-F51A-468A-94CD-60497E00188B}"/>
    <dgm:cxn modelId="{146325BD-7648-4EFB-94BE-872CAE6C826F}" srcId="{E9229D8E-C2A5-4E6F-89DF-DC6CBABFD904}" destId="{25EFCECE-795F-46E2-AEEC-D58F529B723F}" srcOrd="0" destOrd="0" parTransId="{7B257960-7809-45BA-9FA1-10809E88E5A3}" sibTransId="{B6A9F054-806F-47F8-8E0C-895742E158A2}"/>
    <dgm:cxn modelId="{4A53A962-8350-483E-A79F-43B50694A5DA}" srcId="{55C9BC06-27E7-4506-9472-91BB7936D53F}" destId="{B6E66D6F-58E7-41FE-9C39-3789866D2ADE}" srcOrd="5" destOrd="0" parTransId="{45DFF80D-70E5-4961-98E6-803E89BF6C69}" sibTransId="{F701EBE9-E03D-47EF-B774-D79FFF1F6318}"/>
    <dgm:cxn modelId="{205CC446-F82C-4D56-902D-3DA09B6C0D04}" type="presOf" srcId="{25EFCECE-795F-46E2-AEEC-D58F529B723F}" destId="{FCD21A22-F86A-4BAD-AD4E-1381AF126862}" srcOrd="0" destOrd="0" presId="urn:microsoft.com/office/officeart/2005/8/layout/vList5"/>
    <dgm:cxn modelId="{3101C400-6691-4D8B-B1A6-BCC867D89ABC}" srcId="{55C9BC06-27E7-4506-9472-91BB7936D53F}" destId="{0B09DC13-473D-4488-9DFD-D1019D4293D3}" srcOrd="3" destOrd="0" parTransId="{379066A5-28CF-4386-8317-C0A1AAF0305B}" sibTransId="{A03BAD12-1B55-4F4F-BFFB-30C52F582150}"/>
    <dgm:cxn modelId="{B55458DB-A821-4CC1-9B4A-CE79320E5A59}" type="presOf" srcId="{0B09DC13-473D-4488-9DFD-D1019D4293D3}" destId="{47F8267F-713F-4C7A-9053-6A592A3FC3C6}" srcOrd="0" destOrd="0" presId="urn:microsoft.com/office/officeart/2005/8/layout/vList5"/>
    <dgm:cxn modelId="{5D678897-FD4F-408A-B169-C674CFA6DB5C}" type="presOf" srcId="{55C9BC06-27E7-4506-9472-91BB7936D53F}" destId="{46BEA991-5658-48FC-B01F-DE47F40EE891}" srcOrd="0" destOrd="0" presId="urn:microsoft.com/office/officeart/2005/8/layout/vList5"/>
    <dgm:cxn modelId="{F85DE6D9-F06E-444A-BBB5-0A786E906FCD}" srcId="{30CE7ABA-6626-478D-82A9-0C6F5A441960}" destId="{A2CD7B22-281A-42AC-B04B-8D96B5DA4912}" srcOrd="0" destOrd="0" parTransId="{77516C5C-6419-4207-84B2-04C2E449C422}" sibTransId="{9AF01A24-E8C4-44CD-AFBA-12D59FB9B15E}"/>
    <dgm:cxn modelId="{E9477388-E51F-4014-8E1B-363D0788894C}" type="presOf" srcId="{30CE7ABA-6626-478D-82A9-0C6F5A441960}" destId="{B6BC8131-068C-422E-BD0A-743D184796A9}" srcOrd="0" destOrd="0" presId="urn:microsoft.com/office/officeart/2005/8/layout/vList5"/>
    <dgm:cxn modelId="{3540D398-50DA-47F5-A79C-1BA590C8E9F1}" srcId="{B6E66D6F-58E7-41FE-9C39-3789866D2ADE}" destId="{23FC3643-A601-4369-B27F-46344EE05CAB}" srcOrd="0" destOrd="0" parTransId="{5DE4F113-43EF-4E68-8A6C-58C5499EDF88}" sibTransId="{A1CB317C-73FA-463D-AD06-AA26BB04CE07}"/>
    <dgm:cxn modelId="{81F7A4C7-480A-4477-8641-B73D59879601}" type="presOf" srcId="{A16277F7-55F5-4900-A577-3C17ADF60620}" destId="{8D471BB1-EE3C-48B2-9A4F-A473204E59F7}" srcOrd="0" destOrd="0" presId="urn:microsoft.com/office/officeart/2005/8/layout/vList5"/>
    <dgm:cxn modelId="{A9512855-07FD-49BF-A4E9-CE6A3CAD2023}" type="presParOf" srcId="{46BEA991-5658-48FC-B01F-DE47F40EE891}" destId="{573CA7B6-2C62-4154-A1DC-DBDF6376DC61}" srcOrd="0" destOrd="0" presId="urn:microsoft.com/office/officeart/2005/8/layout/vList5"/>
    <dgm:cxn modelId="{B1466F0B-F585-47F6-A72D-46FF51AB24A2}" type="presParOf" srcId="{573CA7B6-2C62-4154-A1DC-DBDF6376DC61}" destId="{21337BD4-EAE7-4FC6-8B68-510B5313E295}" srcOrd="0" destOrd="0" presId="urn:microsoft.com/office/officeart/2005/8/layout/vList5"/>
    <dgm:cxn modelId="{7581A5BB-CB36-4708-8CFC-EBDB341F50D1}" type="presParOf" srcId="{573CA7B6-2C62-4154-A1DC-DBDF6376DC61}" destId="{FCD21A22-F86A-4BAD-AD4E-1381AF126862}" srcOrd="1" destOrd="0" presId="urn:microsoft.com/office/officeart/2005/8/layout/vList5"/>
    <dgm:cxn modelId="{6E72A61B-5ED4-4BF9-B508-964026A1DF61}" type="presParOf" srcId="{46BEA991-5658-48FC-B01F-DE47F40EE891}" destId="{486E8B6A-812D-474D-BFAE-A24B4FBF7FD7}" srcOrd="1" destOrd="0" presId="urn:microsoft.com/office/officeart/2005/8/layout/vList5"/>
    <dgm:cxn modelId="{CD339451-3774-403A-A72B-240783EEE0C2}" type="presParOf" srcId="{46BEA991-5658-48FC-B01F-DE47F40EE891}" destId="{CD376536-94F0-4622-BCCC-F50FF21A6330}" srcOrd="2" destOrd="0" presId="urn:microsoft.com/office/officeart/2005/8/layout/vList5"/>
    <dgm:cxn modelId="{87E37DDB-685D-4EBE-9910-0714EDCF2CFD}" type="presParOf" srcId="{CD376536-94F0-4622-BCCC-F50FF21A6330}" destId="{876019AC-F2D3-4140-9E13-8C4A1F228582}" srcOrd="0" destOrd="0" presId="urn:microsoft.com/office/officeart/2005/8/layout/vList5"/>
    <dgm:cxn modelId="{14BD7E16-B29C-4105-BE29-B9BA56B09DB0}" type="presParOf" srcId="{CD376536-94F0-4622-BCCC-F50FF21A6330}" destId="{187EE60B-D6ED-4EB5-900F-3927531DD5F8}" srcOrd="1" destOrd="0" presId="urn:microsoft.com/office/officeart/2005/8/layout/vList5"/>
    <dgm:cxn modelId="{4E91664C-2D6C-4888-A050-C733A2AECB94}" type="presParOf" srcId="{46BEA991-5658-48FC-B01F-DE47F40EE891}" destId="{3C398523-6CAF-43A2-B99D-7F77DD2840A2}" srcOrd="3" destOrd="0" presId="urn:microsoft.com/office/officeart/2005/8/layout/vList5"/>
    <dgm:cxn modelId="{BFF231E2-9528-4D01-8C01-0E5FB373786F}" type="presParOf" srcId="{46BEA991-5658-48FC-B01F-DE47F40EE891}" destId="{FC0A0AFD-DC5C-4BA9-B5C3-8747221866DD}" srcOrd="4" destOrd="0" presId="urn:microsoft.com/office/officeart/2005/8/layout/vList5"/>
    <dgm:cxn modelId="{AD74D65D-473A-4353-AED4-B83578CA796F}" type="presParOf" srcId="{FC0A0AFD-DC5C-4BA9-B5C3-8747221866DD}" destId="{B6BC8131-068C-422E-BD0A-743D184796A9}" srcOrd="0" destOrd="0" presId="urn:microsoft.com/office/officeart/2005/8/layout/vList5"/>
    <dgm:cxn modelId="{9E24E0F2-E632-47FD-90A4-F8BECB3E310A}" type="presParOf" srcId="{FC0A0AFD-DC5C-4BA9-B5C3-8747221866DD}" destId="{FB2A164C-6E98-42E2-A967-46CEE9E3ABD3}" srcOrd="1" destOrd="0" presId="urn:microsoft.com/office/officeart/2005/8/layout/vList5"/>
    <dgm:cxn modelId="{E29B0AAB-E7E6-417E-BE8C-92A0FFF0B38D}" type="presParOf" srcId="{46BEA991-5658-48FC-B01F-DE47F40EE891}" destId="{4EAF4BBB-ACD2-43B0-87FE-CFE4354A1F96}" srcOrd="5" destOrd="0" presId="urn:microsoft.com/office/officeart/2005/8/layout/vList5"/>
    <dgm:cxn modelId="{7BF2AD22-4372-491A-9C82-C13324673A2F}" type="presParOf" srcId="{46BEA991-5658-48FC-B01F-DE47F40EE891}" destId="{77B8CD79-1759-42CB-B486-E339EBF21246}" srcOrd="6" destOrd="0" presId="urn:microsoft.com/office/officeart/2005/8/layout/vList5"/>
    <dgm:cxn modelId="{5D4C8A2D-C87C-4707-95B9-DAB84D9CBFDE}" type="presParOf" srcId="{77B8CD79-1759-42CB-B486-E339EBF21246}" destId="{47F8267F-713F-4C7A-9053-6A592A3FC3C6}" srcOrd="0" destOrd="0" presId="urn:microsoft.com/office/officeart/2005/8/layout/vList5"/>
    <dgm:cxn modelId="{DB61DA41-EEB2-461D-B890-1AD6795989F3}" type="presParOf" srcId="{77B8CD79-1759-42CB-B486-E339EBF21246}" destId="{899E2C62-6850-483D-B87D-80F915B765B5}" srcOrd="1" destOrd="0" presId="urn:microsoft.com/office/officeart/2005/8/layout/vList5"/>
    <dgm:cxn modelId="{80BB8887-1D54-4E0B-B4C2-86002C3CB7B7}" type="presParOf" srcId="{46BEA991-5658-48FC-B01F-DE47F40EE891}" destId="{841A090A-3BD5-4321-A774-D111CAB1FB3E}" srcOrd="7" destOrd="0" presId="urn:microsoft.com/office/officeart/2005/8/layout/vList5"/>
    <dgm:cxn modelId="{26836D6B-394D-4479-8029-B301A9756936}" type="presParOf" srcId="{46BEA991-5658-48FC-B01F-DE47F40EE891}" destId="{9964F3AB-36EA-4D74-91CB-FC633CB34A3F}" srcOrd="8" destOrd="0" presId="urn:microsoft.com/office/officeart/2005/8/layout/vList5"/>
    <dgm:cxn modelId="{59681159-FFAE-4F10-9651-773BAEEB0E29}" type="presParOf" srcId="{9964F3AB-36EA-4D74-91CB-FC633CB34A3F}" destId="{8D471BB1-EE3C-48B2-9A4F-A473204E59F7}" srcOrd="0" destOrd="0" presId="urn:microsoft.com/office/officeart/2005/8/layout/vList5"/>
    <dgm:cxn modelId="{A7C53EE2-35B5-4E73-963B-A096A6D10678}" type="presParOf" srcId="{9964F3AB-36EA-4D74-91CB-FC633CB34A3F}" destId="{9FA51810-A896-42F0-8549-217654593014}" srcOrd="1" destOrd="0" presId="urn:microsoft.com/office/officeart/2005/8/layout/vList5"/>
    <dgm:cxn modelId="{60920DBE-AB04-4250-96E7-492E9915247F}" type="presParOf" srcId="{46BEA991-5658-48FC-B01F-DE47F40EE891}" destId="{73B3BB89-DC4D-4690-8527-1745292288C2}" srcOrd="9" destOrd="0" presId="urn:microsoft.com/office/officeart/2005/8/layout/vList5"/>
    <dgm:cxn modelId="{2B7C5E50-8F20-41FA-898F-38C72FD3CC57}" type="presParOf" srcId="{46BEA991-5658-48FC-B01F-DE47F40EE891}" destId="{4B5B66F6-9C2C-4BC5-ACDC-B9EFB9211393}" srcOrd="10" destOrd="0" presId="urn:microsoft.com/office/officeart/2005/8/layout/vList5"/>
    <dgm:cxn modelId="{396FAF6E-A80A-4011-856B-556C98477949}" type="presParOf" srcId="{4B5B66F6-9C2C-4BC5-ACDC-B9EFB9211393}" destId="{F1C0A150-5B65-409D-938A-4B749D41A0C9}" srcOrd="0" destOrd="0" presId="urn:microsoft.com/office/officeart/2005/8/layout/vList5"/>
    <dgm:cxn modelId="{33F6D35C-E07F-4E30-88B5-7A410DBCE4A5}" type="presParOf" srcId="{4B5B66F6-9C2C-4BC5-ACDC-B9EFB9211393}" destId="{8D1B5D78-6BCA-4BFE-A54A-3FBFC91E496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5C9BC06-27E7-4506-9472-91BB7936D53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E9229D8E-C2A5-4E6F-89DF-DC6CBABFD904}">
      <dgm:prSet phldrT="[文本]"/>
      <dgm:spPr/>
      <dgm:t>
        <a:bodyPr/>
        <a:lstStyle/>
        <a:p>
          <a:r>
            <a:rPr lang="en-US" altLang="zh-CN" dirty="0" smtClean="0"/>
            <a:t>1</a:t>
          </a:r>
          <a:endParaRPr lang="zh-CN" altLang="en-US" dirty="0"/>
        </a:p>
      </dgm:t>
    </dgm:pt>
    <dgm:pt modelId="{6E3661AD-60B8-4885-BCD4-99865D4EF71F}" type="parTrans" cxnId="{42ED4CE6-8C2A-4212-A488-DF2467C147E1}">
      <dgm:prSet/>
      <dgm:spPr/>
      <dgm:t>
        <a:bodyPr/>
        <a:lstStyle/>
        <a:p>
          <a:endParaRPr lang="zh-CN" altLang="en-US"/>
        </a:p>
      </dgm:t>
    </dgm:pt>
    <dgm:pt modelId="{71070190-0D03-460E-866E-F12F077467BF}" type="sibTrans" cxnId="{42ED4CE6-8C2A-4212-A488-DF2467C147E1}">
      <dgm:prSet/>
      <dgm:spPr/>
      <dgm:t>
        <a:bodyPr/>
        <a:lstStyle/>
        <a:p>
          <a:endParaRPr lang="zh-CN" altLang="en-US"/>
        </a:p>
      </dgm:t>
    </dgm:pt>
    <dgm:pt modelId="{25EFCECE-795F-46E2-AEEC-D58F529B723F}">
      <dgm:prSet phldrT="[文本]"/>
      <dgm:spPr>
        <a:solidFill>
          <a:schemeClr val="accent1">
            <a:lumMod val="40000"/>
            <a:lumOff val="60000"/>
            <a:alpha val="90000"/>
          </a:schemeClr>
        </a:solidFill>
      </dgm:spPr>
      <dgm:t>
        <a:bodyPr/>
        <a:lstStyle/>
        <a:p>
          <a:r>
            <a:rPr lang="gsw-FR" altLang="zh-CN" dirty="0" smtClean="0"/>
            <a:t>Composition</a:t>
          </a:r>
          <a:r>
            <a:rPr lang="en-US" altLang="zh-CN" dirty="0" smtClean="0"/>
            <a:t> and status of DTS in orbit</a:t>
          </a:r>
          <a:r>
            <a:rPr lang="en-US" altLang="zh-CN" baseline="0" dirty="0" smtClean="0"/>
            <a:t> </a:t>
          </a:r>
          <a:endParaRPr lang="zh-CN" altLang="en-US" dirty="0"/>
        </a:p>
      </dgm:t>
    </dgm:pt>
    <dgm:pt modelId="{7B257960-7809-45BA-9FA1-10809E88E5A3}" type="parTrans" cxnId="{146325BD-7648-4EFB-94BE-872CAE6C826F}">
      <dgm:prSet/>
      <dgm:spPr/>
      <dgm:t>
        <a:bodyPr/>
        <a:lstStyle/>
        <a:p>
          <a:endParaRPr lang="zh-CN" altLang="en-US"/>
        </a:p>
      </dgm:t>
    </dgm:pt>
    <dgm:pt modelId="{B6A9F054-806F-47F8-8E0C-895742E158A2}" type="sibTrans" cxnId="{146325BD-7648-4EFB-94BE-872CAE6C826F}">
      <dgm:prSet/>
      <dgm:spPr/>
      <dgm:t>
        <a:bodyPr/>
        <a:lstStyle/>
        <a:p>
          <a:endParaRPr lang="zh-CN" altLang="en-US"/>
        </a:p>
      </dgm:t>
    </dgm:pt>
    <dgm:pt modelId="{FCB48F7E-A893-4B46-A152-00F0D2CE3D6C}">
      <dgm:prSet phldrT="[文本]"/>
      <dgm:spPr/>
      <dgm:t>
        <a:bodyPr/>
        <a:lstStyle/>
        <a:p>
          <a:r>
            <a:rPr lang="en-US" altLang="zh-CN" dirty="0" smtClean="0"/>
            <a:t>2</a:t>
          </a:r>
          <a:endParaRPr lang="zh-CN" altLang="en-US" dirty="0"/>
        </a:p>
      </dgm:t>
    </dgm:pt>
    <dgm:pt modelId="{D2962C4C-674E-40A4-8ECD-1374BD924862}" type="parTrans" cxnId="{B5635467-6E8A-49B8-BF3D-D0C68E2A3860}">
      <dgm:prSet/>
      <dgm:spPr/>
      <dgm:t>
        <a:bodyPr/>
        <a:lstStyle/>
        <a:p>
          <a:endParaRPr lang="zh-CN" altLang="en-US"/>
        </a:p>
      </dgm:t>
    </dgm:pt>
    <dgm:pt modelId="{203D411F-6584-442B-9DB5-E9A2FA9A530A}" type="sibTrans" cxnId="{B5635467-6E8A-49B8-BF3D-D0C68E2A3860}">
      <dgm:prSet/>
      <dgm:spPr/>
      <dgm:t>
        <a:bodyPr/>
        <a:lstStyle/>
        <a:p>
          <a:endParaRPr lang="zh-CN" altLang="en-US"/>
        </a:p>
      </dgm:t>
    </dgm:pt>
    <dgm:pt modelId="{EEA89238-AAB7-4900-A354-12FF59C6B067}">
      <dgm:prSet phldrT="[文本]"/>
      <dgm:spPr>
        <a:solidFill>
          <a:schemeClr val="accent1">
            <a:lumMod val="40000"/>
            <a:lumOff val="60000"/>
            <a:alpha val="90000"/>
          </a:schemeClr>
        </a:solidFill>
      </dgm:spPr>
      <dgm:t>
        <a:bodyPr/>
        <a:lstStyle/>
        <a:p>
          <a:r>
            <a:rPr lang="en-US" altLang="zh-CN" dirty="0" smtClean="0"/>
            <a:t>Working mode</a:t>
          </a:r>
          <a:r>
            <a:rPr lang="en-US" altLang="en-US" dirty="0" smtClean="0"/>
            <a:t> of DTS in orbit</a:t>
          </a:r>
          <a:endParaRPr lang="zh-CN" altLang="en-US" dirty="0"/>
        </a:p>
      </dgm:t>
    </dgm:pt>
    <dgm:pt modelId="{F5D7C2F8-0416-429A-882B-F5A68BCBC2D0}" type="parTrans" cxnId="{B6326B85-3C03-449D-A95B-3381AF708B92}">
      <dgm:prSet/>
      <dgm:spPr/>
      <dgm:t>
        <a:bodyPr/>
        <a:lstStyle/>
        <a:p>
          <a:endParaRPr lang="zh-CN" altLang="en-US"/>
        </a:p>
      </dgm:t>
    </dgm:pt>
    <dgm:pt modelId="{C03A2A1A-81AE-4EF6-ACAB-8BDEA2A495A8}" type="sibTrans" cxnId="{B6326B85-3C03-449D-A95B-3381AF708B92}">
      <dgm:prSet/>
      <dgm:spPr/>
      <dgm:t>
        <a:bodyPr/>
        <a:lstStyle/>
        <a:p>
          <a:endParaRPr lang="zh-CN" altLang="en-US"/>
        </a:p>
      </dgm:t>
    </dgm:pt>
    <dgm:pt modelId="{30CE7ABA-6626-478D-82A9-0C6F5A441960}">
      <dgm:prSet phldrT="[文本]"/>
      <dgm:spPr/>
      <dgm:t>
        <a:bodyPr/>
        <a:lstStyle/>
        <a:p>
          <a:r>
            <a:rPr lang="en-US" altLang="zh-CN" dirty="0" smtClean="0"/>
            <a:t>3</a:t>
          </a:r>
          <a:endParaRPr lang="zh-CN" altLang="en-US" dirty="0"/>
        </a:p>
      </dgm:t>
    </dgm:pt>
    <dgm:pt modelId="{F01FF562-F0D6-4FB2-878C-11E70070A6AE}" type="parTrans" cxnId="{83EDD32B-8027-40D1-A62F-C1F0145A66AC}">
      <dgm:prSet/>
      <dgm:spPr/>
      <dgm:t>
        <a:bodyPr/>
        <a:lstStyle/>
        <a:p>
          <a:endParaRPr lang="zh-CN" altLang="en-US"/>
        </a:p>
      </dgm:t>
    </dgm:pt>
    <dgm:pt modelId="{1BF39F7E-1541-45A1-987F-F0F485FB198C}" type="sibTrans" cxnId="{83EDD32B-8027-40D1-A62F-C1F0145A66AC}">
      <dgm:prSet/>
      <dgm:spPr/>
      <dgm:t>
        <a:bodyPr/>
        <a:lstStyle/>
        <a:p>
          <a:endParaRPr lang="zh-CN" altLang="en-US"/>
        </a:p>
      </dgm:t>
    </dgm:pt>
    <dgm:pt modelId="{A2CD7B22-281A-42AC-B04B-8D96B5DA4912}">
      <dgm:prSet phldrT="[文本]"/>
      <dgm:spPr>
        <a:solidFill>
          <a:schemeClr val="accent1">
            <a:lumMod val="40000"/>
            <a:lumOff val="60000"/>
            <a:alpha val="90000"/>
          </a:schemeClr>
        </a:solidFill>
      </dgm:spPr>
      <dgm:t>
        <a:bodyPr/>
        <a:lstStyle/>
        <a:p>
          <a:r>
            <a:rPr lang="gsw-FR" altLang="zh-CN" dirty="0" smtClean="0"/>
            <a:t>Telecommand</a:t>
          </a:r>
          <a:r>
            <a:rPr lang="en-US" altLang="zh-CN" dirty="0" smtClean="0"/>
            <a:t> and telemetry of DTS  </a:t>
          </a:r>
          <a:endParaRPr lang="zh-CN" altLang="en-US" dirty="0"/>
        </a:p>
      </dgm:t>
    </dgm:pt>
    <dgm:pt modelId="{77516C5C-6419-4207-84B2-04C2E449C422}" type="parTrans" cxnId="{F85DE6D9-F06E-444A-BBB5-0A786E906FCD}">
      <dgm:prSet/>
      <dgm:spPr/>
      <dgm:t>
        <a:bodyPr/>
        <a:lstStyle/>
        <a:p>
          <a:endParaRPr lang="zh-CN" altLang="en-US"/>
        </a:p>
      </dgm:t>
    </dgm:pt>
    <dgm:pt modelId="{9AF01A24-E8C4-44CD-AFBA-12D59FB9B15E}" type="sibTrans" cxnId="{F85DE6D9-F06E-444A-BBB5-0A786E906FCD}">
      <dgm:prSet/>
      <dgm:spPr/>
      <dgm:t>
        <a:bodyPr/>
        <a:lstStyle/>
        <a:p>
          <a:endParaRPr lang="zh-CN" altLang="en-US"/>
        </a:p>
      </dgm:t>
    </dgm:pt>
    <dgm:pt modelId="{0B09DC13-473D-4488-9DFD-D1019D4293D3}">
      <dgm:prSet phldrT="[文本]"/>
      <dgm:spPr/>
      <dgm:t>
        <a:bodyPr/>
        <a:lstStyle/>
        <a:p>
          <a:r>
            <a:rPr lang="en-US" altLang="zh-CN" dirty="0" smtClean="0"/>
            <a:t>4</a:t>
          </a:r>
          <a:endParaRPr lang="zh-CN" altLang="en-US" dirty="0"/>
        </a:p>
      </dgm:t>
    </dgm:pt>
    <dgm:pt modelId="{379066A5-28CF-4386-8317-C0A1AAF0305B}" type="parTrans" cxnId="{3101C400-6691-4D8B-B1A6-BCC867D89ABC}">
      <dgm:prSet/>
      <dgm:spPr/>
      <dgm:t>
        <a:bodyPr/>
        <a:lstStyle/>
        <a:p>
          <a:endParaRPr lang="zh-CN" altLang="en-US"/>
        </a:p>
      </dgm:t>
    </dgm:pt>
    <dgm:pt modelId="{A03BAD12-1B55-4F4F-BFFB-30C52F582150}" type="sibTrans" cxnId="{3101C400-6691-4D8B-B1A6-BCC867D89ABC}">
      <dgm:prSet/>
      <dgm:spPr/>
      <dgm:t>
        <a:bodyPr/>
        <a:lstStyle/>
        <a:p>
          <a:endParaRPr lang="zh-CN" altLang="en-US"/>
        </a:p>
      </dgm:t>
    </dgm:pt>
    <dgm:pt modelId="{C537F16C-9AE4-49DF-88D9-83D1EA60AF84}">
      <dgm:prSet phldrT="[文本]"/>
      <dgm:spPr>
        <a:solidFill>
          <a:schemeClr val="accent1">
            <a:lumMod val="40000"/>
            <a:lumOff val="60000"/>
            <a:alpha val="90000"/>
          </a:schemeClr>
        </a:solidFill>
      </dgm:spPr>
      <dgm:t>
        <a:bodyPr/>
        <a:lstStyle/>
        <a:p>
          <a:r>
            <a:rPr lang="en-US" altLang="zh-CN" dirty="0" smtClean="0"/>
            <a:t>Order </a:t>
          </a:r>
          <a:r>
            <a:rPr lang="en-US" altLang="zh-CN" baseline="0" dirty="0" smtClean="0"/>
            <a:t>of operation</a:t>
          </a:r>
          <a:endParaRPr lang="zh-CN" altLang="en-US" dirty="0"/>
        </a:p>
      </dgm:t>
    </dgm:pt>
    <dgm:pt modelId="{B09C7336-A3E0-46E8-A2C2-9198BDB1C125}" type="parTrans" cxnId="{76BE74A9-36CF-4FA1-8308-9707BA4D2C2A}">
      <dgm:prSet/>
      <dgm:spPr/>
      <dgm:t>
        <a:bodyPr/>
        <a:lstStyle/>
        <a:p>
          <a:endParaRPr lang="zh-CN" altLang="en-US"/>
        </a:p>
      </dgm:t>
    </dgm:pt>
    <dgm:pt modelId="{AAC9993E-110E-4423-BE31-10413F32F3D6}" type="sibTrans" cxnId="{76BE74A9-36CF-4FA1-8308-9707BA4D2C2A}">
      <dgm:prSet/>
      <dgm:spPr/>
      <dgm:t>
        <a:bodyPr/>
        <a:lstStyle/>
        <a:p>
          <a:endParaRPr lang="zh-CN" altLang="en-US"/>
        </a:p>
      </dgm:t>
    </dgm:pt>
    <dgm:pt modelId="{A16277F7-55F5-4900-A577-3C17ADF60620}">
      <dgm:prSet phldrT="[文本]"/>
      <dgm:spPr/>
      <dgm:t>
        <a:bodyPr/>
        <a:lstStyle/>
        <a:p>
          <a:r>
            <a:rPr lang="en-US" altLang="zh-CN" dirty="0" smtClean="0"/>
            <a:t>5</a:t>
          </a:r>
          <a:endParaRPr lang="zh-CN" altLang="en-US" dirty="0"/>
        </a:p>
      </dgm:t>
    </dgm:pt>
    <dgm:pt modelId="{0A426471-5AE9-457A-BCB7-6A967E1C3098}" type="parTrans" cxnId="{3A333A89-4D64-4C6A-B6B9-67DE646FC35C}">
      <dgm:prSet/>
      <dgm:spPr/>
      <dgm:t>
        <a:bodyPr/>
        <a:lstStyle/>
        <a:p>
          <a:endParaRPr lang="zh-CN" altLang="en-US"/>
        </a:p>
      </dgm:t>
    </dgm:pt>
    <dgm:pt modelId="{1E2DC076-F51A-468A-94CD-60497E00188B}" type="sibTrans" cxnId="{3A333A89-4D64-4C6A-B6B9-67DE646FC35C}">
      <dgm:prSet/>
      <dgm:spPr/>
      <dgm:t>
        <a:bodyPr/>
        <a:lstStyle/>
        <a:p>
          <a:endParaRPr lang="zh-CN" altLang="en-US"/>
        </a:p>
      </dgm:t>
    </dgm:pt>
    <dgm:pt modelId="{3D9ED44B-F253-45E4-9F05-3A0F0A362EC2}">
      <dgm:prSet phldrT="[文本]"/>
      <dgm:spPr>
        <a:solidFill>
          <a:schemeClr val="accent1">
            <a:lumMod val="40000"/>
            <a:lumOff val="60000"/>
            <a:alpha val="90000"/>
          </a:schemeClr>
        </a:solidFill>
      </dgm:spPr>
      <dgm:t>
        <a:bodyPr/>
        <a:lstStyle/>
        <a:p>
          <a:r>
            <a:rPr lang="en-US" altLang="zh-CN" dirty="0" smtClean="0"/>
            <a:t>Important Notice</a:t>
          </a:r>
          <a:endParaRPr lang="zh-CN" altLang="en-US" dirty="0"/>
        </a:p>
      </dgm:t>
    </dgm:pt>
    <dgm:pt modelId="{E71ECAFA-9DF1-4015-881C-6CF953EC2F69}" type="parTrans" cxnId="{51D5845F-7B21-4379-A0C9-B696E140B391}">
      <dgm:prSet/>
      <dgm:spPr/>
      <dgm:t>
        <a:bodyPr/>
        <a:lstStyle/>
        <a:p>
          <a:endParaRPr lang="zh-CN" altLang="en-US"/>
        </a:p>
      </dgm:t>
    </dgm:pt>
    <dgm:pt modelId="{2611CBD1-1827-4BF5-AE0C-48E29B97859D}" type="sibTrans" cxnId="{51D5845F-7B21-4379-A0C9-B696E140B391}">
      <dgm:prSet/>
      <dgm:spPr/>
      <dgm:t>
        <a:bodyPr/>
        <a:lstStyle/>
        <a:p>
          <a:endParaRPr lang="zh-CN" altLang="en-US"/>
        </a:p>
      </dgm:t>
    </dgm:pt>
    <dgm:pt modelId="{B6E66D6F-58E7-41FE-9C39-3789866D2ADE}">
      <dgm:prSet phldrT="[文本]"/>
      <dgm:spPr/>
      <dgm:t>
        <a:bodyPr/>
        <a:lstStyle/>
        <a:p>
          <a:r>
            <a:rPr lang="en-US" altLang="zh-CN" dirty="0" smtClean="0"/>
            <a:t>6</a:t>
          </a:r>
          <a:endParaRPr lang="zh-CN" altLang="en-US" dirty="0"/>
        </a:p>
      </dgm:t>
    </dgm:pt>
    <dgm:pt modelId="{45DFF80D-70E5-4961-98E6-803E89BF6C69}" type="parTrans" cxnId="{4A53A962-8350-483E-A79F-43B50694A5DA}">
      <dgm:prSet/>
      <dgm:spPr/>
      <dgm:t>
        <a:bodyPr/>
        <a:lstStyle/>
        <a:p>
          <a:endParaRPr lang="zh-CN" altLang="en-US"/>
        </a:p>
      </dgm:t>
    </dgm:pt>
    <dgm:pt modelId="{F701EBE9-E03D-47EF-B774-D79FFF1F6318}" type="sibTrans" cxnId="{4A53A962-8350-483E-A79F-43B50694A5DA}">
      <dgm:prSet/>
      <dgm:spPr/>
      <dgm:t>
        <a:bodyPr/>
        <a:lstStyle/>
        <a:p>
          <a:endParaRPr lang="zh-CN" altLang="en-US"/>
        </a:p>
      </dgm:t>
    </dgm:pt>
    <dgm:pt modelId="{23FC3643-A601-4369-B27F-46344EE05CAB}">
      <dgm:prSet phldrT="[文本]"/>
      <dgm:spPr>
        <a:solidFill>
          <a:schemeClr val="accent2">
            <a:lumMod val="40000"/>
            <a:lumOff val="60000"/>
            <a:alpha val="90000"/>
          </a:schemeClr>
        </a:solidFill>
      </dgm:spPr>
      <dgm:t>
        <a:bodyPr/>
        <a:lstStyle/>
        <a:p>
          <a:r>
            <a:rPr lang="en-US" dirty="0" smtClean="0"/>
            <a:t>The Anomaly Operation </a:t>
          </a:r>
          <a:r>
            <a:rPr lang="en-US" altLang="zh-CN" dirty="0" smtClean="0"/>
            <a:t>in orbit</a:t>
          </a:r>
          <a:endParaRPr lang="zh-CN" altLang="en-US" dirty="0"/>
        </a:p>
      </dgm:t>
    </dgm:pt>
    <dgm:pt modelId="{5DE4F113-43EF-4E68-8A6C-58C5499EDF88}" type="parTrans" cxnId="{3540D398-50DA-47F5-A79C-1BA590C8E9F1}">
      <dgm:prSet/>
      <dgm:spPr/>
      <dgm:t>
        <a:bodyPr/>
        <a:lstStyle/>
        <a:p>
          <a:endParaRPr lang="zh-CN" altLang="en-US"/>
        </a:p>
      </dgm:t>
    </dgm:pt>
    <dgm:pt modelId="{A1CB317C-73FA-463D-AD06-AA26BB04CE07}" type="sibTrans" cxnId="{3540D398-50DA-47F5-A79C-1BA590C8E9F1}">
      <dgm:prSet/>
      <dgm:spPr/>
      <dgm:t>
        <a:bodyPr/>
        <a:lstStyle/>
        <a:p>
          <a:endParaRPr lang="zh-CN" altLang="en-US"/>
        </a:p>
      </dgm:t>
    </dgm:pt>
    <dgm:pt modelId="{46BEA991-5658-48FC-B01F-DE47F40EE891}" type="pres">
      <dgm:prSet presAssocID="{55C9BC06-27E7-4506-9472-91BB7936D53F}" presName="Name0" presStyleCnt="0">
        <dgm:presLayoutVars>
          <dgm:dir/>
          <dgm:animLvl val="lvl"/>
          <dgm:resizeHandles val="exact"/>
        </dgm:presLayoutVars>
      </dgm:prSet>
      <dgm:spPr/>
      <dgm:t>
        <a:bodyPr/>
        <a:lstStyle/>
        <a:p>
          <a:endParaRPr lang="zh-CN" altLang="en-US"/>
        </a:p>
      </dgm:t>
    </dgm:pt>
    <dgm:pt modelId="{573CA7B6-2C62-4154-A1DC-DBDF6376DC61}" type="pres">
      <dgm:prSet presAssocID="{E9229D8E-C2A5-4E6F-89DF-DC6CBABFD904}" presName="linNode" presStyleCnt="0"/>
      <dgm:spPr/>
    </dgm:pt>
    <dgm:pt modelId="{21337BD4-EAE7-4FC6-8B68-510B5313E295}" type="pres">
      <dgm:prSet presAssocID="{E9229D8E-C2A5-4E6F-89DF-DC6CBABFD904}" presName="parentText" presStyleLbl="node1" presStyleIdx="0" presStyleCnt="6" custScaleX="52391">
        <dgm:presLayoutVars>
          <dgm:chMax val="1"/>
          <dgm:bulletEnabled val="1"/>
        </dgm:presLayoutVars>
      </dgm:prSet>
      <dgm:spPr/>
      <dgm:t>
        <a:bodyPr/>
        <a:lstStyle/>
        <a:p>
          <a:endParaRPr lang="zh-CN" altLang="en-US"/>
        </a:p>
      </dgm:t>
    </dgm:pt>
    <dgm:pt modelId="{FCD21A22-F86A-4BAD-AD4E-1381AF126862}" type="pres">
      <dgm:prSet presAssocID="{E9229D8E-C2A5-4E6F-89DF-DC6CBABFD904}" presName="descendantText" presStyleLbl="alignAccFollowNode1" presStyleIdx="0" presStyleCnt="6">
        <dgm:presLayoutVars>
          <dgm:bulletEnabled val="1"/>
        </dgm:presLayoutVars>
      </dgm:prSet>
      <dgm:spPr/>
      <dgm:t>
        <a:bodyPr/>
        <a:lstStyle/>
        <a:p>
          <a:endParaRPr lang="zh-CN" altLang="en-US"/>
        </a:p>
      </dgm:t>
    </dgm:pt>
    <dgm:pt modelId="{486E8B6A-812D-474D-BFAE-A24B4FBF7FD7}" type="pres">
      <dgm:prSet presAssocID="{71070190-0D03-460E-866E-F12F077467BF}" presName="sp" presStyleCnt="0"/>
      <dgm:spPr/>
    </dgm:pt>
    <dgm:pt modelId="{CD376536-94F0-4622-BCCC-F50FF21A6330}" type="pres">
      <dgm:prSet presAssocID="{FCB48F7E-A893-4B46-A152-00F0D2CE3D6C}" presName="linNode" presStyleCnt="0"/>
      <dgm:spPr/>
    </dgm:pt>
    <dgm:pt modelId="{876019AC-F2D3-4140-9E13-8C4A1F228582}" type="pres">
      <dgm:prSet presAssocID="{FCB48F7E-A893-4B46-A152-00F0D2CE3D6C}" presName="parentText" presStyleLbl="node1" presStyleIdx="1" presStyleCnt="6" custScaleX="51774">
        <dgm:presLayoutVars>
          <dgm:chMax val="1"/>
          <dgm:bulletEnabled val="1"/>
        </dgm:presLayoutVars>
      </dgm:prSet>
      <dgm:spPr/>
      <dgm:t>
        <a:bodyPr/>
        <a:lstStyle/>
        <a:p>
          <a:endParaRPr lang="zh-CN" altLang="en-US"/>
        </a:p>
      </dgm:t>
    </dgm:pt>
    <dgm:pt modelId="{187EE60B-D6ED-4EB5-900F-3927531DD5F8}" type="pres">
      <dgm:prSet presAssocID="{FCB48F7E-A893-4B46-A152-00F0D2CE3D6C}" presName="descendantText" presStyleLbl="alignAccFollowNode1" presStyleIdx="1" presStyleCnt="6" custScaleX="99608">
        <dgm:presLayoutVars>
          <dgm:bulletEnabled val="1"/>
        </dgm:presLayoutVars>
      </dgm:prSet>
      <dgm:spPr/>
      <dgm:t>
        <a:bodyPr/>
        <a:lstStyle/>
        <a:p>
          <a:endParaRPr lang="zh-CN" altLang="en-US"/>
        </a:p>
      </dgm:t>
    </dgm:pt>
    <dgm:pt modelId="{3C398523-6CAF-43A2-B99D-7F77DD2840A2}" type="pres">
      <dgm:prSet presAssocID="{203D411F-6584-442B-9DB5-E9A2FA9A530A}" presName="sp" presStyleCnt="0"/>
      <dgm:spPr/>
    </dgm:pt>
    <dgm:pt modelId="{FC0A0AFD-DC5C-4BA9-B5C3-8747221866DD}" type="pres">
      <dgm:prSet presAssocID="{30CE7ABA-6626-478D-82A9-0C6F5A441960}" presName="linNode" presStyleCnt="0"/>
      <dgm:spPr/>
    </dgm:pt>
    <dgm:pt modelId="{B6BC8131-068C-422E-BD0A-743D184796A9}" type="pres">
      <dgm:prSet presAssocID="{30CE7ABA-6626-478D-82A9-0C6F5A441960}" presName="parentText" presStyleLbl="node1" presStyleIdx="2" presStyleCnt="6" custScaleX="51774">
        <dgm:presLayoutVars>
          <dgm:chMax val="1"/>
          <dgm:bulletEnabled val="1"/>
        </dgm:presLayoutVars>
      </dgm:prSet>
      <dgm:spPr/>
      <dgm:t>
        <a:bodyPr/>
        <a:lstStyle/>
        <a:p>
          <a:endParaRPr lang="zh-CN" altLang="en-US"/>
        </a:p>
      </dgm:t>
    </dgm:pt>
    <dgm:pt modelId="{FB2A164C-6E98-42E2-A967-46CEE9E3ABD3}" type="pres">
      <dgm:prSet presAssocID="{30CE7ABA-6626-478D-82A9-0C6F5A441960}" presName="descendantText" presStyleLbl="alignAccFollowNode1" presStyleIdx="2" presStyleCnt="6">
        <dgm:presLayoutVars>
          <dgm:bulletEnabled val="1"/>
        </dgm:presLayoutVars>
      </dgm:prSet>
      <dgm:spPr/>
      <dgm:t>
        <a:bodyPr/>
        <a:lstStyle/>
        <a:p>
          <a:endParaRPr lang="zh-CN" altLang="en-US"/>
        </a:p>
      </dgm:t>
    </dgm:pt>
    <dgm:pt modelId="{4EAF4BBB-ACD2-43B0-87FE-CFE4354A1F96}" type="pres">
      <dgm:prSet presAssocID="{1BF39F7E-1541-45A1-987F-F0F485FB198C}" presName="sp" presStyleCnt="0"/>
      <dgm:spPr/>
    </dgm:pt>
    <dgm:pt modelId="{77B8CD79-1759-42CB-B486-E339EBF21246}" type="pres">
      <dgm:prSet presAssocID="{0B09DC13-473D-4488-9DFD-D1019D4293D3}" presName="linNode" presStyleCnt="0"/>
      <dgm:spPr/>
    </dgm:pt>
    <dgm:pt modelId="{47F8267F-713F-4C7A-9053-6A592A3FC3C6}" type="pres">
      <dgm:prSet presAssocID="{0B09DC13-473D-4488-9DFD-D1019D4293D3}" presName="parentText" presStyleLbl="node1" presStyleIdx="3" presStyleCnt="6" custScaleX="51774">
        <dgm:presLayoutVars>
          <dgm:chMax val="1"/>
          <dgm:bulletEnabled val="1"/>
        </dgm:presLayoutVars>
      </dgm:prSet>
      <dgm:spPr/>
      <dgm:t>
        <a:bodyPr/>
        <a:lstStyle/>
        <a:p>
          <a:endParaRPr lang="zh-CN" altLang="en-US"/>
        </a:p>
      </dgm:t>
    </dgm:pt>
    <dgm:pt modelId="{899E2C62-6850-483D-B87D-80F915B765B5}" type="pres">
      <dgm:prSet presAssocID="{0B09DC13-473D-4488-9DFD-D1019D4293D3}" presName="descendantText" presStyleLbl="alignAccFollowNode1" presStyleIdx="3" presStyleCnt="6">
        <dgm:presLayoutVars>
          <dgm:bulletEnabled val="1"/>
        </dgm:presLayoutVars>
      </dgm:prSet>
      <dgm:spPr/>
      <dgm:t>
        <a:bodyPr/>
        <a:lstStyle/>
        <a:p>
          <a:endParaRPr lang="zh-CN" altLang="en-US"/>
        </a:p>
      </dgm:t>
    </dgm:pt>
    <dgm:pt modelId="{841A090A-3BD5-4321-A774-D111CAB1FB3E}" type="pres">
      <dgm:prSet presAssocID="{A03BAD12-1B55-4F4F-BFFB-30C52F582150}" presName="sp" presStyleCnt="0"/>
      <dgm:spPr/>
    </dgm:pt>
    <dgm:pt modelId="{9964F3AB-36EA-4D74-91CB-FC633CB34A3F}" type="pres">
      <dgm:prSet presAssocID="{A16277F7-55F5-4900-A577-3C17ADF60620}" presName="linNode" presStyleCnt="0"/>
      <dgm:spPr/>
    </dgm:pt>
    <dgm:pt modelId="{8D471BB1-EE3C-48B2-9A4F-A473204E59F7}" type="pres">
      <dgm:prSet presAssocID="{A16277F7-55F5-4900-A577-3C17ADF60620}" presName="parentText" presStyleLbl="node1" presStyleIdx="4" presStyleCnt="6" custScaleX="51774">
        <dgm:presLayoutVars>
          <dgm:chMax val="1"/>
          <dgm:bulletEnabled val="1"/>
        </dgm:presLayoutVars>
      </dgm:prSet>
      <dgm:spPr/>
      <dgm:t>
        <a:bodyPr/>
        <a:lstStyle/>
        <a:p>
          <a:endParaRPr lang="zh-CN" altLang="en-US"/>
        </a:p>
      </dgm:t>
    </dgm:pt>
    <dgm:pt modelId="{9FA51810-A896-42F0-8549-217654593014}" type="pres">
      <dgm:prSet presAssocID="{A16277F7-55F5-4900-A577-3C17ADF60620}" presName="descendantText" presStyleLbl="alignAccFollowNode1" presStyleIdx="4" presStyleCnt="6">
        <dgm:presLayoutVars>
          <dgm:bulletEnabled val="1"/>
        </dgm:presLayoutVars>
      </dgm:prSet>
      <dgm:spPr/>
      <dgm:t>
        <a:bodyPr/>
        <a:lstStyle/>
        <a:p>
          <a:endParaRPr lang="zh-CN" altLang="en-US"/>
        </a:p>
      </dgm:t>
    </dgm:pt>
    <dgm:pt modelId="{73B3BB89-DC4D-4690-8527-1745292288C2}" type="pres">
      <dgm:prSet presAssocID="{1E2DC076-F51A-468A-94CD-60497E00188B}" presName="sp" presStyleCnt="0"/>
      <dgm:spPr/>
    </dgm:pt>
    <dgm:pt modelId="{4B5B66F6-9C2C-4BC5-ACDC-B9EFB9211393}" type="pres">
      <dgm:prSet presAssocID="{B6E66D6F-58E7-41FE-9C39-3789866D2ADE}" presName="linNode" presStyleCnt="0"/>
      <dgm:spPr/>
    </dgm:pt>
    <dgm:pt modelId="{F1C0A150-5B65-409D-938A-4B749D41A0C9}" type="pres">
      <dgm:prSet presAssocID="{B6E66D6F-58E7-41FE-9C39-3789866D2ADE}" presName="parentText" presStyleLbl="node1" presStyleIdx="5" presStyleCnt="6" custScaleX="52391">
        <dgm:presLayoutVars>
          <dgm:chMax val="1"/>
          <dgm:bulletEnabled val="1"/>
        </dgm:presLayoutVars>
      </dgm:prSet>
      <dgm:spPr/>
      <dgm:t>
        <a:bodyPr/>
        <a:lstStyle/>
        <a:p>
          <a:endParaRPr lang="zh-CN" altLang="en-US"/>
        </a:p>
      </dgm:t>
    </dgm:pt>
    <dgm:pt modelId="{8D1B5D78-6BCA-4BFE-A54A-3FBFC91E4964}" type="pres">
      <dgm:prSet presAssocID="{B6E66D6F-58E7-41FE-9C39-3789866D2ADE}" presName="descendantText" presStyleLbl="alignAccFollowNode1" presStyleIdx="5" presStyleCnt="6" custScaleX="100000">
        <dgm:presLayoutVars>
          <dgm:bulletEnabled val="1"/>
        </dgm:presLayoutVars>
      </dgm:prSet>
      <dgm:spPr/>
      <dgm:t>
        <a:bodyPr/>
        <a:lstStyle/>
        <a:p>
          <a:endParaRPr lang="zh-CN" altLang="en-US"/>
        </a:p>
      </dgm:t>
    </dgm:pt>
  </dgm:ptLst>
  <dgm:cxnLst>
    <dgm:cxn modelId="{76BE74A9-36CF-4FA1-8308-9707BA4D2C2A}" srcId="{0B09DC13-473D-4488-9DFD-D1019D4293D3}" destId="{C537F16C-9AE4-49DF-88D9-83D1EA60AF84}" srcOrd="0" destOrd="0" parTransId="{B09C7336-A3E0-46E8-A2C2-9198BDB1C125}" sibTransId="{AAC9993E-110E-4423-BE31-10413F32F3D6}"/>
    <dgm:cxn modelId="{7CE1E71C-2598-4422-BED1-B1EF9D627320}" type="presOf" srcId="{A16277F7-55F5-4900-A577-3C17ADF60620}" destId="{8D471BB1-EE3C-48B2-9A4F-A473204E59F7}" srcOrd="0" destOrd="0" presId="urn:microsoft.com/office/officeart/2005/8/layout/vList5"/>
    <dgm:cxn modelId="{42ED4CE6-8C2A-4212-A488-DF2467C147E1}" srcId="{55C9BC06-27E7-4506-9472-91BB7936D53F}" destId="{E9229D8E-C2A5-4E6F-89DF-DC6CBABFD904}" srcOrd="0" destOrd="0" parTransId="{6E3661AD-60B8-4885-BCD4-99865D4EF71F}" sibTransId="{71070190-0D03-460E-866E-F12F077467BF}"/>
    <dgm:cxn modelId="{AE43FB5A-4EE0-48D2-8538-D9432961BFCE}" type="presOf" srcId="{55C9BC06-27E7-4506-9472-91BB7936D53F}" destId="{46BEA991-5658-48FC-B01F-DE47F40EE891}" srcOrd="0" destOrd="0" presId="urn:microsoft.com/office/officeart/2005/8/layout/vList5"/>
    <dgm:cxn modelId="{16E16E9B-9A99-434C-AE8B-B40255ED59E1}" type="presOf" srcId="{25EFCECE-795F-46E2-AEEC-D58F529B723F}" destId="{FCD21A22-F86A-4BAD-AD4E-1381AF126862}" srcOrd="0" destOrd="0" presId="urn:microsoft.com/office/officeart/2005/8/layout/vList5"/>
    <dgm:cxn modelId="{B5635467-6E8A-49B8-BF3D-D0C68E2A3860}" srcId="{55C9BC06-27E7-4506-9472-91BB7936D53F}" destId="{FCB48F7E-A893-4B46-A152-00F0D2CE3D6C}" srcOrd="1" destOrd="0" parTransId="{D2962C4C-674E-40A4-8ECD-1374BD924862}" sibTransId="{203D411F-6584-442B-9DB5-E9A2FA9A530A}"/>
    <dgm:cxn modelId="{E482531B-9255-45EA-B441-B409354AB91C}" type="presOf" srcId="{0B09DC13-473D-4488-9DFD-D1019D4293D3}" destId="{47F8267F-713F-4C7A-9053-6A592A3FC3C6}" srcOrd="0" destOrd="0" presId="urn:microsoft.com/office/officeart/2005/8/layout/vList5"/>
    <dgm:cxn modelId="{83EDD32B-8027-40D1-A62F-C1F0145A66AC}" srcId="{55C9BC06-27E7-4506-9472-91BB7936D53F}" destId="{30CE7ABA-6626-478D-82A9-0C6F5A441960}" srcOrd="2" destOrd="0" parTransId="{F01FF562-F0D6-4FB2-878C-11E70070A6AE}" sibTransId="{1BF39F7E-1541-45A1-987F-F0F485FB198C}"/>
    <dgm:cxn modelId="{D7334E65-82AE-4223-BC3E-215DEDB37DA8}" type="presOf" srcId="{C537F16C-9AE4-49DF-88D9-83D1EA60AF84}" destId="{899E2C62-6850-483D-B87D-80F915B765B5}" srcOrd="0" destOrd="0" presId="urn:microsoft.com/office/officeart/2005/8/layout/vList5"/>
    <dgm:cxn modelId="{51D5845F-7B21-4379-A0C9-B696E140B391}" srcId="{A16277F7-55F5-4900-A577-3C17ADF60620}" destId="{3D9ED44B-F253-45E4-9F05-3A0F0A362EC2}" srcOrd="0" destOrd="0" parTransId="{E71ECAFA-9DF1-4015-881C-6CF953EC2F69}" sibTransId="{2611CBD1-1827-4BF5-AE0C-48E29B97859D}"/>
    <dgm:cxn modelId="{B6326B85-3C03-449D-A95B-3381AF708B92}" srcId="{FCB48F7E-A893-4B46-A152-00F0D2CE3D6C}" destId="{EEA89238-AAB7-4900-A354-12FF59C6B067}" srcOrd="0" destOrd="0" parTransId="{F5D7C2F8-0416-429A-882B-F5A68BCBC2D0}" sibTransId="{C03A2A1A-81AE-4EF6-ACAB-8BDEA2A495A8}"/>
    <dgm:cxn modelId="{373060AB-EE07-41BF-AEFA-EE453F0EECEF}" type="presOf" srcId="{23FC3643-A601-4369-B27F-46344EE05CAB}" destId="{8D1B5D78-6BCA-4BFE-A54A-3FBFC91E4964}" srcOrd="0" destOrd="0" presId="urn:microsoft.com/office/officeart/2005/8/layout/vList5"/>
    <dgm:cxn modelId="{0B12229E-BC30-482D-AF70-49826B088587}" type="presOf" srcId="{EEA89238-AAB7-4900-A354-12FF59C6B067}" destId="{187EE60B-D6ED-4EB5-900F-3927531DD5F8}" srcOrd="0" destOrd="0" presId="urn:microsoft.com/office/officeart/2005/8/layout/vList5"/>
    <dgm:cxn modelId="{B4181348-83BF-43D3-A746-E1DF54D464E1}" type="presOf" srcId="{E9229D8E-C2A5-4E6F-89DF-DC6CBABFD904}" destId="{21337BD4-EAE7-4FC6-8B68-510B5313E295}" srcOrd="0" destOrd="0" presId="urn:microsoft.com/office/officeart/2005/8/layout/vList5"/>
    <dgm:cxn modelId="{146325BD-7648-4EFB-94BE-872CAE6C826F}" srcId="{E9229D8E-C2A5-4E6F-89DF-DC6CBABFD904}" destId="{25EFCECE-795F-46E2-AEEC-D58F529B723F}" srcOrd="0" destOrd="0" parTransId="{7B257960-7809-45BA-9FA1-10809E88E5A3}" sibTransId="{B6A9F054-806F-47F8-8E0C-895742E158A2}"/>
    <dgm:cxn modelId="{3A333A89-4D64-4C6A-B6B9-67DE646FC35C}" srcId="{55C9BC06-27E7-4506-9472-91BB7936D53F}" destId="{A16277F7-55F5-4900-A577-3C17ADF60620}" srcOrd="4" destOrd="0" parTransId="{0A426471-5AE9-457A-BCB7-6A967E1C3098}" sibTransId="{1E2DC076-F51A-468A-94CD-60497E00188B}"/>
    <dgm:cxn modelId="{A14A06ED-5993-4964-8AA9-3D6A2BA5286C}" type="presOf" srcId="{B6E66D6F-58E7-41FE-9C39-3789866D2ADE}" destId="{F1C0A150-5B65-409D-938A-4B749D41A0C9}" srcOrd="0" destOrd="0" presId="urn:microsoft.com/office/officeart/2005/8/layout/vList5"/>
    <dgm:cxn modelId="{601626A1-CD4A-44BF-B94A-82097D080C83}" type="presOf" srcId="{30CE7ABA-6626-478D-82A9-0C6F5A441960}" destId="{B6BC8131-068C-422E-BD0A-743D184796A9}" srcOrd="0" destOrd="0" presId="urn:microsoft.com/office/officeart/2005/8/layout/vList5"/>
    <dgm:cxn modelId="{4A53A962-8350-483E-A79F-43B50694A5DA}" srcId="{55C9BC06-27E7-4506-9472-91BB7936D53F}" destId="{B6E66D6F-58E7-41FE-9C39-3789866D2ADE}" srcOrd="5" destOrd="0" parTransId="{45DFF80D-70E5-4961-98E6-803E89BF6C69}" sibTransId="{F701EBE9-E03D-47EF-B774-D79FFF1F6318}"/>
    <dgm:cxn modelId="{3101C400-6691-4D8B-B1A6-BCC867D89ABC}" srcId="{55C9BC06-27E7-4506-9472-91BB7936D53F}" destId="{0B09DC13-473D-4488-9DFD-D1019D4293D3}" srcOrd="3" destOrd="0" parTransId="{379066A5-28CF-4386-8317-C0A1AAF0305B}" sibTransId="{A03BAD12-1B55-4F4F-BFFB-30C52F582150}"/>
    <dgm:cxn modelId="{F85DE6D9-F06E-444A-BBB5-0A786E906FCD}" srcId="{30CE7ABA-6626-478D-82A9-0C6F5A441960}" destId="{A2CD7B22-281A-42AC-B04B-8D96B5DA4912}" srcOrd="0" destOrd="0" parTransId="{77516C5C-6419-4207-84B2-04C2E449C422}" sibTransId="{9AF01A24-E8C4-44CD-AFBA-12D59FB9B15E}"/>
    <dgm:cxn modelId="{CCC4FE97-AC64-4E08-B7A4-A3AB22C68A01}" type="presOf" srcId="{3D9ED44B-F253-45E4-9F05-3A0F0A362EC2}" destId="{9FA51810-A896-42F0-8549-217654593014}" srcOrd="0" destOrd="0" presId="urn:microsoft.com/office/officeart/2005/8/layout/vList5"/>
    <dgm:cxn modelId="{3540D398-50DA-47F5-A79C-1BA590C8E9F1}" srcId="{B6E66D6F-58E7-41FE-9C39-3789866D2ADE}" destId="{23FC3643-A601-4369-B27F-46344EE05CAB}" srcOrd="0" destOrd="0" parTransId="{5DE4F113-43EF-4E68-8A6C-58C5499EDF88}" sibTransId="{A1CB317C-73FA-463D-AD06-AA26BB04CE07}"/>
    <dgm:cxn modelId="{543D010B-C447-4E83-BE50-000E6E70C164}" type="presOf" srcId="{A2CD7B22-281A-42AC-B04B-8D96B5DA4912}" destId="{FB2A164C-6E98-42E2-A967-46CEE9E3ABD3}" srcOrd="0" destOrd="0" presId="urn:microsoft.com/office/officeart/2005/8/layout/vList5"/>
    <dgm:cxn modelId="{7048EC23-8136-4E1B-8822-2123C237ECB5}" type="presOf" srcId="{FCB48F7E-A893-4B46-A152-00F0D2CE3D6C}" destId="{876019AC-F2D3-4140-9E13-8C4A1F228582}" srcOrd="0" destOrd="0" presId="urn:microsoft.com/office/officeart/2005/8/layout/vList5"/>
    <dgm:cxn modelId="{BAB3460C-84D8-49D3-8F56-ECB711866A81}" type="presParOf" srcId="{46BEA991-5658-48FC-B01F-DE47F40EE891}" destId="{573CA7B6-2C62-4154-A1DC-DBDF6376DC61}" srcOrd="0" destOrd="0" presId="urn:microsoft.com/office/officeart/2005/8/layout/vList5"/>
    <dgm:cxn modelId="{5B39E2E1-1C1A-4D0E-8C4D-C5ECF8EFABD0}" type="presParOf" srcId="{573CA7B6-2C62-4154-A1DC-DBDF6376DC61}" destId="{21337BD4-EAE7-4FC6-8B68-510B5313E295}" srcOrd="0" destOrd="0" presId="urn:microsoft.com/office/officeart/2005/8/layout/vList5"/>
    <dgm:cxn modelId="{1697AC5B-3A17-4EF8-BC28-B2DE49D4EA25}" type="presParOf" srcId="{573CA7B6-2C62-4154-A1DC-DBDF6376DC61}" destId="{FCD21A22-F86A-4BAD-AD4E-1381AF126862}" srcOrd="1" destOrd="0" presId="urn:microsoft.com/office/officeart/2005/8/layout/vList5"/>
    <dgm:cxn modelId="{F27E3F36-3A7B-49A2-93E0-44E515EA16F0}" type="presParOf" srcId="{46BEA991-5658-48FC-B01F-DE47F40EE891}" destId="{486E8B6A-812D-474D-BFAE-A24B4FBF7FD7}" srcOrd="1" destOrd="0" presId="urn:microsoft.com/office/officeart/2005/8/layout/vList5"/>
    <dgm:cxn modelId="{D2A89EF9-A179-4E6E-9E15-21AC4A940BDF}" type="presParOf" srcId="{46BEA991-5658-48FC-B01F-DE47F40EE891}" destId="{CD376536-94F0-4622-BCCC-F50FF21A6330}" srcOrd="2" destOrd="0" presId="urn:microsoft.com/office/officeart/2005/8/layout/vList5"/>
    <dgm:cxn modelId="{12305E13-7A10-4AAF-BC3E-399A69A867D1}" type="presParOf" srcId="{CD376536-94F0-4622-BCCC-F50FF21A6330}" destId="{876019AC-F2D3-4140-9E13-8C4A1F228582}" srcOrd="0" destOrd="0" presId="urn:microsoft.com/office/officeart/2005/8/layout/vList5"/>
    <dgm:cxn modelId="{7F2C23D7-9A21-4D56-8306-EAB2A7941DB9}" type="presParOf" srcId="{CD376536-94F0-4622-BCCC-F50FF21A6330}" destId="{187EE60B-D6ED-4EB5-900F-3927531DD5F8}" srcOrd="1" destOrd="0" presId="urn:microsoft.com/office/officeart/2005/8/layout/vList5"/>
    <dgm:cxn modelId="{65E6F4AA-E697-4EDE-A8D3-F75179304CDC}" type="presParOf" srcId="{46BEA991-5658-48FC-B01F-DE47F40EE891}" destId="{3C398523-6CAF-43A2-B99D-7F77DD2840A2}" srcOrd="3" destOrd="0" presId="urn:microsoft.com/office/officeart/2005/8/layout/vList5"/>
    <dgm:cxn modelId="{B4B023FF-7ADC-4A95-8902-668172B2C7D4}" type="presParOf" srcId="{46BEA991-5658-48FC-B01F-DE47F40EE891}" destId="{FC0A0AFD-DC5C-4BA9-B5C3-8747221866DD}" srcOrd="4" destOrd="0" presId="urn:microsoft.com/office/officeart/2005/8/layout/vList5"/>
    <dgm:cxn modelId="{B5D9C392-897D-4E5A-A8A0-AC326B2A69E0}" type="presParOf" srcId="{FC0A0AFD-DC5C-4BA9-B5C3-8747221866DD}" destId="{B6BC8131-068C-422E-BD0A-743D184796A9}" srcOrd="0" destOrd="0" presId="urn:microsoft.com/office/officeart/2005/8/layout/vList5"/>
    <dgm:cxn modelId="{D40A1409-B8CD-472C-9C55-25A74602938C}" type="presParOf" srcId="{FC0A0AFD-DC5C-4BA9-B5C3-8747221866DD}" destId="{FB2A164C-6E98-42E2-A967-46CEE9E3ABD3}" srcOrd="1" destOrd="0" presId="urn:microsoft.com/office/officeart/2005/8/layout/vList5"/>
    <dgm:cxn modelId="{739E47CF-DE4D-4CC5-AA7D-80ED9257A1EE}" type="presParOf" srcId="{46BEA991-5658-48FC-B01F-DE47F40EE891}" destId="{4EAF4BBB-ACD2-43B0-87FE-CFE4354A1F96}" srcOrd="5" destOrd="0" presId="urn:microsoft.com/office/officeart/2005/8/layout/vList5"/>
    <dgm:cxn modelId="{13AE946A-4985-4704-A4BA-DBC695C5C1BA}" type="presParOf" srcId="{46BEA991-5658-48FC-B01F-DE47F40EE891}" destId="{77B8CD79-1759-42CB-B486-E339EBF21246}" srcOrd="6" destOrd="0" presId="urn:microsoft.com/office/officeart/2005/8/layout/vList5"/>
    <dgm:cxn modelId="{C86332BD-C40D-40C1-AA3C-7BD2EA6672D3}" type="presParOf" srcId="{77B8CD79-1759-42CB-B486-E339EBF21246}" destId="{47F8267F-713F-4C7A-9053-6A592A3FC3C6}" srcOrd="0" destOrd="0" presId="urn:microsoft.com/office/officeart/2005/8/layout/vList5"/>
    <dgm:cxn modelId="{BE99784F-6771-4A3F-97E1-35351613CA8F}" type="presParOf" srcId="{77B8CD79-1759-42CB-B486-E339EBF21246}" destId="{899E2C62-6850-483D-B87D-80F915B765B5}" srcOrd="1" destOrd="0" presId="urn:microsoft.com/office/officeart/2005/8/layout/vList5"/>
    <dgm:cxn modelId="{F1BE28A9-34B1-44F0-95E8-7E529CBC8E60}" type="presParOf" srcId="{46BEA991-5658-48FC-B01F-DE47F40EE891}" destId="{841A090A-3BD5-4321-A774-D111CAB1FB3E}" srcOrd="7" destOrd="0" presId="urn:microsoft.com/office/officeart/2005/8/layout/vList5"/>
    <dgm:cxn modelId="{D0DFD343-4AF4-4101-8212-4E3157E8A594}" type="presParOf" srcId="{46BEA991-5658-48FC-B01F-DE47F40EE891}" destId="{9964F3AB-36EA-4D74-91CB-FC633CB34A3F}" srcOrd="8" destOrd="0" presId="urn:microsoft.com/office/officeart/2005/8/layout/vList5"/>
    <dgm:cxn modelId="{0DB1577A-279C-4E5B-AC66-381CA2D842A5}" type="presParOf" srcId="{9964F3AB-36EA-4D74-91CB-FC633CB34A3F}" destId="{8D471BB1-EE3C-48B2-9A4F-A473204E59F7}" srcOrd="0" destOrd="0" presId="urn:microsoft.com/office/officeart/2005/8/layout/vList5"/>
    <dgm:cxn modelId="{5ECC862D-3CB2-4D48-A4BD-D85F1D4F9139}" type="presParOf" srcId="{9964F3AB-36EA-4D74-91CB-FC633CB34A3F}" destId="{9FA51810-A896-42F0-8549-217654593014}" srcOrd="1" destOrd="0" presId="urn:microsoft.com/office/officeart/2005/8/layout/vList5"/>
    <dgm:cxn modelId="{C7261F1C-4965-4301-A8E7-1219D88DED7E}" type="presParOf" srcId="{46BEA991-5658-48FC-B01F-DE47F40EE891}" destId="{73B3BB89-DC4D-4690-8527-1745292288C2}" srcOrd="9" destOrd="0" presId="urn:microsoft.com/office/officeart/2005/8/layout/vList5"/>
    <dgm:cxn modelId="{3A5E9B06-D7CA-4463-AD57-6158E41FD4BF}" type="presParOf" srcId="{46BEA991-5658-48FC-B01F-DE47F40EE891}" destId="{4B5B66F6-9C2C-4BC5-ACDC-B9EFB9211393}" srcOrd="10" destOrd="0" presId="urn:microsoft.com/office/officeart/2005/8/layout/vList5"/>
    <dgm:cxn modelId="{02A75323-3CC7-49B3-B6AE-2B4EE78A436D}" type="presParOf" srcId="{4B5B66F6-9C2C-4BC5-ACDC-B9EFB9211393}" destId="{F1C0A150-5B65-409D-938A-4B749D41A0C9}" srcOrd="0" destOrd="0" presId="urn:microsoft.com/office/officeart/2005/8/layout/vList5"/>
    <dgm:cxn modelId="{DA1CC9EC-964F-43C5-B2C4-E12B7A60D58C}" type="presParOf" srcId="{4B5B66F6-9C2C-4BC5-ACDC-B9EFB9211393}" destId="{8D1B5D78-6BCA-4BFE-A54A-3FBFC91E496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D21A22-F86A-4BAD-AD4E-1381AF126862}">
      <dsp:nvSpPr>
        <dsp:cNvPr id="0" name=""/>
        <dsp:cNvSpPr/>
      </dsp:nvSpPr>
      <dsp:spPr>
        <a:xfrm rot="5400000">
          <a:off x="4422643" y="-2234370"/>
          <a:ext cx="410647" cy="4983813"/>
        </a:xfrm>
        <a:prstGeom prst="round2SameRect">
          <a:avLst/>
        </a:prstGeom>
        <a:solidFill>
          <a:schemeClr val="accent2">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gsw-FR" altLang="zh-CN" sz="2000" kern="1200" dirty="0" smtClean="0"/>
            <a:t>Composition</a:t>
          </a:r>
          <a:r>
            <a:rPr lang="en-US" altLang="zh-CN" sz="2000" kern="1200" dirty="0" smtClean="0"/>
            <a:t> and function of DTS in orbit</a:t>
          </a:r>
          <a:r>
            <a:rPr lang="en-US" altLang="zh-CN" sz="2000" kern="1200" baseline="0" dirty="0" smtClean="0"/>
            <a:t> </a:t>
          </a:r>
          <a:endParaRPr lang="zh-CN" altLang="en-US" sz="2000" kern="1200" dirty="0"/>
        </a:p>
      </dsp:txBody>
      <dsp:txXfrm rot="-5400000">
        <a:off x="2136060" y="72259"/>
        <a:ext cx="4963767" cy="370555"/>
      </dsp:txXfrm>
    </dsp:sp>
    <dsp:sp modelId="{21337BD4-EAE7-4FC6-8B68-510B5313E295}">
      <dsp:nvSpPr>
        <dsp:cNvPr id="0" name=""/>
        <dsp:cNvSpPr/>
      </dsp:nvSpPr>
      <dsp:spPr>
        <a:xfrm>
          <a:off x="667334" y="881"/>
          <a:ext cx="1468726" cy="51330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lvl="0" algn="ctr" defTabSz="1155700">
            <a:lnSpc>
              <a:spcPct val="90000"/>
            </a:lnSpc>
            <a:spcBef>
              <a:spcPct val="0"/>
            </a:spcBef>
            <a:spcAft>
              <a:spcPct val="35000"/>
            </a:spcAft>
          </a:pPr>
          <a:r>
            <a:rPr lang="en-US" altLang="zh-CN" sz="2600" kern="1200" dirty="0" smtClean="0"/>
            <a:t>1</a:t>
          </a:r>
          <a:endParaRPr lang="zh-CN" altLang="en-US" sz="2600" kern="1200" dirty="0"/>
        </a:p>
      </dsp:txBody>
      <dsp:txXfrm>
        <a:off x="692392" y="25939"/>
        <a:ext cx="1418610" cy="463193"/>
      </dsp:txXfrm>
    </dsp:sp>
    <dsp:sp modelId="{187EE60B-D6ED-4EB5-900F-3927531DD5F8}">
      <dsp:nvSpPr>
        <dsp:cNvPr id="0" name=""/>
        <dsp:cNvSpPr/>
      </dsp:nvSpPr>
      <dsp:spPr>
        <a:xfrm rot="5400000">
          <a:off x="4395578" y="-1685626"/>
          <a:ext cx="410647" cy="496427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altLang="zh-CN" sz="2000" kern="1200" dirty="0" smtClean="0"/>
            <a:t>Working mode</a:t>
          </a:r>
          <a:r>
            <a:rPr lang="en-US" altLang="en-US" sz="2000" kern="1200" dirty="0" smtClean="0"/>
            <a:t> of DTS in orbit</a:t>
          </a:r>
          <a:endParaRPr lang="zh-CN" altLang="en-US" sz="2000" kern="1200" dirty="0"/>
        </a:p>
      </dsp:txBody>
      <dsp:txXfrm rot="-5400000">
        <a:off x="2118764" y="611234"/>
        <a:ext cx="4944230" cy="370555"/>
      </dsp:txXfrm>
    </dsp:sp>
    <dsp:sp modelId="{876019AC-F2D3-4140-9E13-8C4A1F228582}">
      <dsp:nvSpPr>
        <dsp:cNvPr id="0" name=""/>
        <dsp:cNvSpPr/>
      </dsp:nvSpPr>
      <dsp:spPr>
        <a:xfrm>
          <a:off x="667334" y="539856"/>
          <a:ext cx="1451429" cy="51330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lvl="0" algn="ctr" defTabSz="1155700">
            <a:lnSpc>
              <a:spcPct val="90000"/>
            </a:lnSpc>
            <a:spcBef>
              <a:spcPct val="0"/>
            </a:spcBef>
            <a:spcAft>
              <a:spcPct val="35000"/>
            </a:spcAft>
          </a:pPr>
          <a:r>
            <a:rPr lang="en-US" altLang="zh-CN" sz="2600" kern="1200" dirty="0" smtClean="0"/>
            <a:t>2</a:t>
          </a:r>
          <a:endParaRPr lang="zh-CN" altLang="en-US" sz="2600" kern="1200" dirty="0"/>
        </a:p>
      </dsp:txBody>
      <dsp:txXfrm>
        <a:off x="692392" y="564914"/>
        <a:ext cx="1401313" cy="463193"/>
      </dsp:txXfrm>
    </dsp:sp>
    <dsp:sp modelId="{FB2A164C-6E98-42E2-A967-46CEE9E3ABD3}">
      <dsp:nvSpPr>
        <dsp:cNvPr id="0" name=""/>
        <dsp:cNvSpPr/>
      </dsp:nvSpPr>
      <dsp:spPr>
        <a:xfrm rot="5400000">
          <a:off x="4405346" y="-1156419"/>
          <a:ext cx="410647" cy="4983813"/>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gsw-FR" altLang="zh-CN" sz="2000" kern="1200" dirty="0" smtClean="0"/>
            <a:t>Telecommand</a:t>
          </a:r>
          <a:r>
            <a:rPr lang="en-US" altLang="zh-CN" sz="2000" kern="1200" dirty="0" smtClean="0"/>
            <a:t> and telemetry of DTS  </a:t>
          </a:r>
          <a:endParaRPr lang="zh-CN" altLang="en-US" sz="2000" kern="1200" dirty="0"/>
        </a:p>
      </dsp:txBody>
      <dsp:txXfrm rot="-5400000">
        <a:off x="2118763" y="1150210"/>
        <a:ext cx="4963767" cy="370555"/>
      </dsp:txXfrm>
    </dsp:sp>
    <dsp:sp modelId="{B6BC8131-068C-422E-BD0A-743D184796A9}">
      <dsp:nvSpPr>
        <dsp:cNvPr id="0" name=""/>
        <dsp:cNvSpPr/>
      </dsp:nvSpPr>
      <dsp:spPr>
        <a:xfrm>
          <a:off x="667334" y="1078832"/>
          <a:ext cx="1451429" cy="51330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lvl="0" algn="ctr" defTabSz="1155700">
            <a:lnSpc>
              <a:spcPct val="90000"/>
            </a:lnSpc>
            <a:spcBef>
              <a:spcPct val="0"/>
            </a:spcBef>
            <a:spcAft>
              <a:spcPct val="35000"/>
            </a:spcAft>
          </a:pPr>
          <a:r>
            <a:rPr lang="en-US" altLang="zh-CN" sz="2600" kern="1200" dirty="0" smtClean="0"/>
            <a:t>3</a:t>
          </a:r>
          <a:endParaRPr lang="zh-CN" altLang="en-US" sz="2600" kern="1200" dirty="0"/>
        </a:p>
      </dsp:txBody>
      <dsp:txXfrm>
        <a:off x="692392" y="1103890"/>
        <a:ext cx="1401313" cy="463193"/>
      </dsp:txXfrm>
    </dsp:sp>
    <dsp:sp modelId="{899E2C62-6850-483D-B87D-80F915B765B5}">
      <dsp:nvSpPr>
        <dsp:cNvPr id="0" name=""/>
        <dsp:cNvSpPr/>
      </dsp:nvSpPr>
      <dsp:spPr>
        <a:xfrm rot="5400000">
          <a:off x="4405346" y="-617444"/>
          <a:ext cx="410647" cy="4983813"/>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altLang="zh-CN" sz="2000" kern="1200" dirty="0" smtClean="0"/>
            <a:t>Sequence </a:t>
          </a:r>
          <a:r>
            <a:rPr lang="en-US" altLang="zh-CN" sz="2000" kern="1200" baseline="0" dirty="0" smtClean="0"/>
            <a:t>of operation</a:t>
          </a:r>
          <a:endParaRPr lang="zh-CN" altLang="en-US" sz="2000" kern="1200" dirty="0"/>
        </a:p>
      </dsp:txBody>
      <dsp:txXfrm rot="-5400000">
        <a:off x="2118763" y="1689185"/>
        <a:ext cx="4963767" cy="370555"/>
      </dsp:txXfrm>
    </dsp:sp>
    <dsp:sp modelId="{47F8267F-713F-4C7A-9053-6A592A3FC3C6}">
      <dsp:nvSpPr>
        <dsp:cNvPr id="0" name=""/>
        <dsp:cNvSpPr/>
      </dsp:nvSpPr>
      <dsp:spPr>
        <a:xfrm>
          <a:off x="667334" y="1617807"/>
          <a:ext cx="1451429" cy="51330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lvl="0" algn="ctr" defTabSz="1155700">
            <a:lnSpc>
              <a:spcPct val="90000"/>
            </a:lnSpc>
            <a:spcBef>
              <a:spcPct val="0"/>
            </a:spcBef>
            <a:spcAft>
              <a:spcPct val="35000"/>
            </a:spcAft>
          </a:pPr>
          <a:r>
            <a:rPr lang="en-US" altLang="zh-CN" sz="2600" kern="1200" dirty="0" smtClean="0"/>
            <a:t>4</a:t>
          </a:r>
          <a:endParaRPr lang="zh-CN" altLang="en-US" sz="2600" kern="1200" dirty="0"/>
        </a:p>
      </dsp:txBody>
      <dsp:txXfrm>
        <a:off x="692392" y="1642865"/>
        <a:ext cx="1401313" cy="463193"/>
      </dsp:txXfrm>
    </dsp:sp>
    <dsp:sp modelId="{9FA51810-A896-42F0-8549-217654593014}">
      <dsp:nvSpPr>
        <dsp:cNvPr id="0" name=""/>
        <dsp:cNvSpPr/>
      </dsp:nvSpPr>
      <dsp:spPr>
        <a:xfrm rot="5400000">
          <a:off x="4405346" y="-78469"/>
          <a:ext cx="410647" cy="4983813"/>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altLang="zh-CN" sz="2000" kern="1200" dirty="0" smtClean="0"/>
            <a:t>Important Notice</a:t>
          </a:r>
          <a:endParaRPr lang="zh-CN" altLang="en-US" sz="2000" kern="1200" dirty="0"/>
        </a:p>
      </dsp:txBody>
      <dsp:txXfrm rot="-5400000">
        <a:off x="2118763" y="2228160"/>
        <a:ext cx="4963767" cy="370555"/>
      </dsp:txXfrm>
    </dsp:sp>
    <dsp:sp modelId="{8D471BB1-EE3C-48B2-9A4F-A473204E59F7}">
      <dsp:nvSpPr>
        <dsp:cNvPr id="0" name=""/>
        <dsp:cNvSpPr/>
      </dsp:nvSpPr>
      <dsp:spPr>
        <a:xfrm>
          <a:off x="667334" y="2156782"/>
          <a:ext cx="1451429" cy="51330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lvl="0" algn="ctr" defTabSz="1155700">
            <a:lnSpc>
              <a:spcPct val="90000"/>
            </a:lnSpc>
            <a:spcBef>
              <a:spcPct val="0"/>
            </a:spcBef>
            <a:spcAft>
              <a:spcPct val="35000"/>
            </a:spcAft>
          </a:pPr>
          <a:r>
            <a:rPr lang="en-US" altLang="zh-CN" sz="2600" kern="1200" dirty="0" smtClean="0"/>
            <a:t>5</a:t>
          </a:r>
          <a:endParaRPr lang="zh-CN" altLang="en-US" sz="2600" kern="1200" dirty="0"/>
        </a:p>
      </dsp:txBody>
      <dsp:txXfrm>
        <a:off x="692392" y="2181840"/>
        <a:ext cx="1401313" cy="463193"/>
      </dsp:txXfrm>
    </dsp:sp>
    <dsp:sp modelId="{8D1B5D78-6BCA-4BFE-A54A-3FBFC91E4964}">
      <dsp:nvSpPr>
        <dsp:cNvPr id="0" name=""/>
        <dsp:cNvSpPr/>
      </dsp:nvSpPr>
      <dsp:spPr>
        <a:xfrm rot="5400000">
          <a:off x="4422643" y="460505"/>
          <a:ext cx="410647" cy="4983813"/>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smtClean="0"/>
            <a:t>The Anomaly Operation </a:t>
          </a:r>
          <a:r>
            <a:rPr lang="en-US" altLang="zh-CN" sz="2000" kern="1200" dirty="0" smtClean="0"/>
            <a:t>in orbit</a:t>
          </a:r>
          <a:endParaRPr lang="zh-CN" altLang="en-US" sz="2000" kern="1200" dirty="0"/>
        </a:p>
      </dsp:txBody>
      <dsp:txXfrm rot="-5400000">
        <a:off x="2136060" y="2767134"/>
        <a:ext cx="4963767" cy="370555"/>
      </dsp:txXfrm>
    </dsp:sp>
    <dsp:sp modelId="{F1C0A150-5B65-409D-938A-4B749D41A0C9}">
      <dsp:nvSpPr>
        <dsp:cNvPr id="0" name=""/>
        <dsp:cNvSpPr/>
      </dsp:nvSpPr>
      <dsp:spPr>
        <a:xfrm>
          <a:off x="667334" y="2695757"/>
          <a:ext cx="1468726" cy="51330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lvl="0" algn="ctr" defTabSz="1155700">
            <a:lnSpc>
              <a:spcPct val="90000"/>
            </a:lnSpc>
            <a:spcBef>
              <a:spcPct val="0"/>
            </a:spcBef>
            <a:spcAft>
              <a:spcPct val="35000"/>
            </a:spcAft>
          </a:pPr>
          <a:r>
            <a:rPr lang="en-US" altLang="zh-CN" sz="2600" kern="1200" dirty="0" smtClean="0"/>
            <a:t>6</a:t>
          </a:r>
          <a:endParaRPr lang="zh-CN" altLang="en-US" sz="2600" kern="1200" dirty="0"/>
        </a:p>
      </dsp:txBody>
      <dsp:txXfrm>
        <a:off x="692392" y="2720815"/>
        <a:ext cx="1418610" cy="4631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D21A22-F86A-4BAD-AD4E-1381AF126862}">
      <dsp:nvSpPr>
        <dsp:cNvPr id="0" name=""/>
        <dsp:cNvSpPr/>
      </dsp:nvSpPr>
      <dsp:spPr>
        <a:xfrm rot="5400000">
          <a:off x="4512838" y="-2286232"/>
          <a:ext cx="401435" cy="5075983"/>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gsw-FR" altLang="zh-CN" sz="2000" kern="1200" dirty="0" smtClean="0"/>
            <a:t>Composition</a:t>
          </a:r>
          <a:r>
            <a:rPr lang="en-US" altLang="zh-CN" sz="2000" kern="1200" dirty="0" smtClean="0"/>
            <a:t> and status of DTS in orbit</a:t>
          </a:r>
          <a:r>
            <a:rPr lang="en-US" altLang="zh-CN" sz="2000" kern="1200" baseline="0" dirty="0" smtClean="0"/>
            <a:t> </a:t>
          </a:r>
          <a:endParaRPr lang="zh-CN" altLang="en-US" sz="2000" kern="1200" dirty="0"/>
        </a:p>
      </dsp:txBody>
      <dsp:txXfrm rot="-5400000">
        <a:off x="2175564" y="70638"/>
        <a:ext cx="5056387" cy="362243"/>
      </dsp:txXfrm>
    </dsp:sp>
    <dsp:sp modelId="{21337BD4-EAE7-4FC6-8B68-510B5313E295}">
      <dsp:nvSpPr>
        <dsp:cNvPr id="0" name=""/>
        <dsp:cNvSpPr/>
      </dsp:nvSpPr>
      <dsp:spPr>
        <a:xfrm>
          <a:off x="679675" y="861"/>
          <a:ext cx="1495889" cy="50179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lvl="0" algn="ctr" defTabSz="1111250">
            <a:lnSpc>
              <a:spcPct val="90000"/>
            </a:lnSpc>
            <a:spcBef>
              <a:spcPct val="0"/>
            </a:spcBef>
            <a:spcAft>
              <a:spcPct val="35000"/>
            </a:spcAft>
          </a:pPr>
          <a:r>
            <a:rPr lang="en-US" altLang="zh-CN" sz="2500" kern="1200" dirty="0" smtClean="0"/>
            <a:t>1</a:t>
          </a:r>
          <a:endParaRPr lang="zh-CN" altLang="en-US" sz="2500" kern="1200" dirty="0"/>
        </a:p>
      </dsp:txBody>
      <dsp:txXfrm>
        <a:off x="704171" y="25357"/>
        <a:ext cx="1446897" cy="452802"/>
      </dsp:txXfrm>
    </dsp:sp>
    <dsp:sp modelId="{187EE60B-D6ED-4EB5-900F-3927531DD5F8}">
      <dsp:nvSpPr>
        <dsp:cNvPr id="0" name=""/>
        <dsp:cNvSpPr/>
      </dsp:nvSpPr>
      <dsp:spPr>
        <a:xfrm rot="5400000">
          <a:off x="4485272" y="-1749399"/>
          <a:ext cx="401435" cy="5056085"/>
        </a:xfrm>
        <a:prstGeom prst="round2SameRect">
          <a:avLst/>
        </a:prstGeom>
        <a:solidFill>
          <a:schemeClr val="accent2">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altLang="zh-CN" sz="2000" kern="1200" dirty="0" smtClean="0"/>
            <a:t>Working mode</a:t>
          </a:r>
          <a:r>
            <a:rPr lang="en-US" altLang="en-US" sz="2000" kern="1200" dirty="0" smtClean="0"/>
            <a:t> of DTS in orbit</a:t>
          </a:r>
          <a:endParaRPr lang="zh-CN" altLang="en-US" sz="2000" kern="1200" dirty="0"/>
        </a:p>
      </dsp:txBody>
      <dsp:txXfrm rot="-5400000">
        <a:off x="2157947" y="597522"/>
        <a:ext cx="5036489" cy="362243"/>
      </dsp:txXfrm>
    </dsp:sp>
    <dsp:sp modelId="{876019AC-F2D3-4140-9E13-8C4A1F228582}">
      <dsp:nvSpPr>
        <dsp:cNvPr id="0" name=""/>
        <dsp:cNvSpPr/>
      </dsp:nvSpPr>
      <dsp:spPr>
        <a:xfrm>
          <a:off x="679675" y="527746"/>
          <a:ext cx="1478272" cy="50179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lvl="0" algn="ctr" defTabSz="1111250">
            <a:lnSpc>
              <a:spcPct val="90000"/>
            </a:lnSpc>
            <a:spcBef>
              <a:spcPct val="0"/>
            </a:spcBef>
            <a:spcAft>
              <a:spcPct val="35000"/>
            </a:spcAft>
          </a:pPr>
          <a:r>
            <a:rPr lang="en-US" altLang="zh-CN" sz="2500" kern="1200" dirty="0" smtClean="0"/>
            <a:t>2</a:t>
          </a:r>
          <a:endParaRPr lang="zh-CN" altLang="en-US" sz="2500" kern="1200" dirty="0"/>
        </a:p>
      </dsp:txBody>
      <dsp:txXfrm>
        <a:off x="704171" y="552242"/>
        <a:ext cx="1429280" cy="452802"/>
      </dsp:txXfrm>
    </dsp:sp>
    <dsp:sp modelId="{FB2A164C-6E98-42E2-A967-46CEE9E3ABD3}">
      <dsp:nvSpPr>
        <dsp:cNvPr id="0" name=""/>
        <dsp:cNvSpPr/>
      </dsp:nvSpPr>
      <dsp:spPr>
        <a:xfrm rot="5400000">
          <a:off x="4495221" y="-1232463"/>
          <a:ext cx="401435" cy="5075983"/>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gsw-FR" altLang="zh-CN" sz="2000" kern="1200" dirty="0" smtClean="0"/>
            <a:t>Telecommand</a:t>
          </a:r>
          <a:r>
            <a:rPr lang="en-US" altLang="zh-CN" sz="2000" kern="1200" dirty="0" smtClean="0"/>
            <a:t> and telemetry of DTS  </a:t>
          </a:r>
          <a:endParaRPr lang="zh-CN" altLang="en-US" sz="2000" kern="1200" dirty="0"/>
        </a:p>
      </dsp:txBody>
      <dsp:txXfrm rot="-5400000">
        <a:off x="2157947" y="1124407"/>
        <a:ext cx="5056387" cy="362243"/>
      </dsp:txXfrm>
    </dsp:sp>
    <dsp:sp modelId="{B6BC8131-068C-422E-BD0A-743D184796A9}">
      <dsp:nvSpPr>
        <dsp:cNvPr id="0" name=""/>
        <dsp:cNvSpPr/>
      </dsp:nvSpPr>
      <dsp:spPr>
        <a:xfrm>
          <a:off x="679675" y="1054630"/>
          <a:ext cx="1478272" cy="50179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lvl="0" algn="ctr" defTabSz="1111250">
            <a:lnSpc>
              <a:spcPct val="90000"/>
            </a:lnSpc>
            <a:spcBef>
              <a:spcPct val="0"/>
            </a:spcBef>
            <a:spcAft>
              <a:spcPct val="35000"/>
            </a:spcAft>
          </a:pPr>
          <a:r>
            <a:rPr lang="en-US" altLang="zh-CN" sz="2500" kern="1200" dirty="0" smtClean="0"/>
            <a:t>3</a:t>
          </a:r>
          <a:endParaRPr lang="zh-CN" altLang="en-US" sz="2500" kern="1200" dirty="0"/>
        </a:p>
      </dsp:txBody>
      <dsp:txXfrm>
        <a:off x="704171" y="1079126"/>
        <a:ext cx="1429280" cy="452802"/>
      </dsp:txXfrm>
    </dsp:sp>
    <dsp:sp modelId="{899E2C62-6850-483D-B87D-80F915B765B5}">
      <dsp:nvSpPr>
        <dsp:cNvPr id="0" name=""/>
        <dsp:cNvSpPr/>
      </dsp:nvSpPr>
      <dsp:spPr>
        <a:xfrm rot="5400000">
          <a:off x="4495221" y="-705578"/>
          <a:ext cx="401435" cy="5075983"/>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altLang="zh-CN" sz="2000" kern="1200" dirty="0" smtClean="0"/>
            <a:t>Sequence </a:t>
          </a:r>
          <a:r>
            <a:rPr lang="en-US" altLang="zh-CN" sz="2000" kern="1200" baseline="0" dirty="0" smtClean="0"/>
            <a:t>of operation</a:t>
          </a:r>
          <a:endParaRPr lang="zh-CN" altLang="en-US" sz="2000" kern="1200" dirty="0"/>
        </a:p>
      </dsp:txBody>
      <dsp:txXfrm rot="-5400000">
        <a:off x="2157947" y="1651292"/>
        <a:ext cx="5056387" cy="362243"/>
      </dsp:txXfrm>
    </dsp:sp>
    <dsp:sp modelId="{47F8267F-713F-4C7A-9053-6A592A3FC3C6}">
      <dsp:nvSpPr>
        <dsp:cNvPr id="0" name=""/>
        <dsp:cNvSpPr/>
      </dsp:nvSpPr>
      <dsp:spPr>
        <a:xfrm>
          <a:off x="679675" y="1581515"/>
          <a:ext cx="1478272" cy="50179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lvl="0" algn="ctr" defTabSz="1111250">
            <a:lnSpc>
              <a:spcPct val="90000"/>
            </a:lnSpc>
            <a:spcBef>
              <a:spcPct val="0"/>
            </a:spcBef>
            <a:spcAft>
              <a:spcPct val="35000"/>
            </a:spcAft>
          </a:pPr>
          <a:r>
            <a:rPr lang="en-US" altLang="zh-CN" sz="2500" kern="1200" dirty="0" smtClean="0"/>
            <a:t>4</a:t>
          </a:r>
          <a:endParaRPr lang="zh-CN" altLang="en-US" sz="2500" kern="1200" dirty="0"/>
        </a:p>
      </dsp:txBody>
      <dsp:txXfrm>
        <a:off x="704171" y="1606011"/>
        <a:ext cx="1429280" cy="452802"/>
      </dsp:txXfrm>
    </dsp:sp>
    <dsp:sp modelId="{9FA51810-A896-42F0-8549-217654593014}">
      <dsp:nvSpPr>
        <dsp:cNvPr id="0" name=""/>
        <dsp:cNvSpPr/>
      </dsp:nvSpPr>
      <dsp:spPr>
        <a:xfrm rot="5400000">
          <a:off x="4495221" y="-178694"/>
          <a:ext cx="401435" cy="5075983"/>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altLang="zh-CN" sz="2000" kern="1200" dirty="0" smtClean="0"/>
            <a:t>Important Notice</a:t>
          </a:r>
          <a:endParaRPr lang="zh-CN" altLang="en-US" sz="2000" kern="1200" dirty="0"/>
        </a:p>
      </dsp:txBody>
      <dsp:txXfrm rot="-5400000">
        <a:off x="2157947" y="2178176"/>
        <a:ext cx="5056387" cy="362243"/>
      </dsp:txXfrm>
    </dsp:sp>
    <dsp:sp modelId="{8D471BB1-EE3C-48B2-9A4F-A473204E59F7}">
      <dsp:nvSpPr>
        <dsp:cNvPr id="0" name=""/>
        <dsp:cNvSpPr/>
      </dsp:nvSpPr>
      <dsp:spPr>
        <a:xfrm>
          <a:off x="679675" y="2108399"/>
          <a:ext cx="1478272" cy="50179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lvl="0" algn="ctr" defTabSz="1111250">
            <a:lnSpc>
              <a:spcPct val="90000"/>
            </a:lnSpc>
            <a:spcBef>
              <a:spcPct val="0"/>
            </a:spcBef>
            <a:spcAft>
              <a:spcPct val="35000"/>
            </a:spcAft>
          </a:pPr>
          <a:r>
            <a:rPr lang="en-US" altLang="zh-CN" sz="2500" kern="1200" dirty="0" smtClean="0"/>
            <a:t>5</a:t>
          </a:r>
          <a:endParaRPr lang="zh-CN" altLang="en-US" sz="2500" kern="1200" dirty="0"/>
        </a:p>
      </dsp:txBody>
      <dsp:txXfrm>
        <a:off x="704171" y="2132895"/>
        <a:ext cx="1429280" cy="452802"/>
      </dsp:txXfrm>
    </dsp:sp>
    <dsp:sp modelId="{8D1B5D78-6BCA-4BFE-A54A-3FBFC91E4964}">
      <dsp:nvSpPr>
        <dsp:cNvPr id="0" name=""/>
        <dsp:cNvSpPr/>
      </dsp:nvSpPr>
      <dsp:spPr>
        <a:xfrm rot="5400000">
          <a:off x="4512838" y="348190"/>
          <a:ext cx="401435" cy="5075983"/>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smtClean="0"/>
            <a:t>The Anomaly Operation </a:t>
          </a:r>
          <a:r>
            <a:rPr lang="en-US" altLang="zh-CN" sz="2000" kern="1200" dirty="0" smtClean="0"/>
            <a:t>in orbit</a:t>
          </a:r>
          <a:endParaRPr lang="zh-CN" altLang="en-US" sz="2000" kern="1200" dirty="0"/>
        </a:p>
      </dsp:txBody>
      <dsp:txXfrm rot="-5400000">
        <a:off x="2175564" y="2705060"/>
        <a:ext cx="5056387" cy="362243"/>
      </dsp:txXfrm>
    </dsp:sp>
    <dsp:sp modelId="{F1C0A150-5B65-409D-938A-4B749D41A0C9}">
      <dsp:nvSpPr>
        <dsp:cNvPr id="0" name=""/>
        <dsp:cNvSpPr/>
      </dsp:nvSpPr>
      <dsp:spPr>
        <a:xfrm>
          <a:off x="679675" y="2635284"/>
          <a:ext cx="1495889" cy="50179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lvl="0" algn="ctr" defTabSz="1111250">
            <a:lnSpc>
              <a:spcPct val="90000"/>
            </a:lnSpc>
            <a:spcBef>
              <a:spcPct val="0"/>
            </a:spcBef>
            <a:spcAft>
              <a:spcPct val="35000"/>
            </a:spcAft>
          </a:pPr>
          <a:r>
            <a:rPr lang="en-US" altLang="zh-CN" sz="2500" kern="1200" dirty="0" smtClean="0"/>
            <a:t>6</a:t>
          </a:r>
          <a:endParaRPr lang="zh-CN" altLang="en-US" sz="2500" kern="1200" dirty="0"/>
        </a:p>
      </dsp:txBody>
      <dsp:txXfrm>
        <a:off x="704171" y="2659780"/>
        <a:ext cx="1446897" cy="4528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D21A22-F86A-4BAD-AD4E-1381AF126862}">
      <dsp:nvSpPr>
        <dsp:cNvPr id="0" name=""/>
        <dsp:cNvSpPr/>
      </dsp:nvSpPr>
      <dsp:spPr>
        <a:xfrm rot="5400000">
          <a:off x="4662103" y="-2346515"/>
          <a:ext cx="457558" cy="5266944"/>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gsw-FR" altLang="zh-CN" sz="2300" kern="1200" dirty="0" smtClean="0"/>
            <a:t>Composition</a:t>
          </a:r>
          <a:r>
            <a:rPr lang="en-US" altLang="zh-CN" sz="2300" kern="1200" dirty="0" smtClean="0"/>
            <a:t> and status of DTS in orbit</a:t>
          </a:r>
          <a:r>
            <a:rPr lang="en-US" altLang="zh-CN" sz="2300" kern="1200" baseline="0" dirty="0" smtClean="0"/>
            <a:t> </a:t>
          </a:r>
          <a:endParaRPr lang="zh-CN" altLang="en-US" sz="2300" kern="1200" dirty="0"/>
        </a:p>
      </dsp:txBody>
      <dsp:txXfrm rot="-5400000">
        <a:off x="2257410" y="80514"/>
        <a:ext cx="5244608" cy="412886"/>
      </dsp:txXfrm>
    </dsp:sp>
    <dsp:sp modelId="{21337BD4-EAE7-4FC6-8B68-510B5313E295}">
      <dsp:nvSpPr>
        <dsp:cNvPr id="0" name=""/>
        <dsp:cNvSpPr/>
      </dsp:nvSpPr>
      <dsp:spPr>
        <a:xfrm>
          <a:off x="705245" y="982"/>
          <a:ext cx="155216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1</a:t>
          </a:r>
          <a:endParaRPr lang="zh-CN" altLang="en-US" sz="2900" kern="1200" dirty="0"/>
        </a:p>
      </dsp:txBody>
      <dsp:txXfrm>
        <a:off x="733165" y="28902"/>
        <a:ext cx="1496325" cy="516107"/>
      </dsp:txXfrm>
    </dsp:sp>
    <dsp:sp modelId="{187EE60B-D6ED-4EB5-900F-3927531DD5F8}">
      <dsp:nvSpPr>
        <dsp:cNvPr id="0" name=""/>
        <dsp:cNvSpPr/>
      </dsp:nvSpPr>
      <dsp:spPr>
        <a:xfrm rot="5400000">
          <a:off x="4633500" y="-1735647"/>
          <a:ext cx="457558" cy="5246297"/>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altLang="zh-CN" sz="2300" kern="1200" dirty="0" smtClean="0"/>
            <a:t>Working mode</a:t>
          </a:r>
          <a:r>
            <a:rPr lang="en-US" altLang="en-US" sz="2300" kern="1200" dirty="0" smtClean="0"/>
            <a:t> of DTS in orbit</a:t>
          </a:r>
          <a:endParaRPr lang="zh-CN" altLang="en-US" sz="2300" kern="1200" dirty="0"/>
        </a:p>
      </dsp:txBody>
      <dsp:txXfrm rot="-5400000">
        <a:off x="2239131" y="681058"/>
        <a:ext cx="5223961" cy="412886"/>
      </dsp:txXfrm>
    </dsp:sp>
    <dsp:sp modelId="{876019AC-F2D3-4140-9E13-8C4A1F228582}">
      <dsp:nvSpPr>
        <dsp:cNvPr id="0" name=""/>
        <dsp:cNvSpPr/>
      </dsp:nvSpPr>
      <dsp:spPr>
        <a:xfrm>
          <a:off x="705245" y="601527"/>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2</a:t>
          </a:r>
          <a:endParaRPr lang="zh-CN" altLang="en-US" sz="2900" kern="1200" dirty="0"/>
        </a:p>
      </dsp:txBody>
      <dsp:txXfrm>
        <a:off x="733165" y="629447"/>
        <a:ext cx="1478045" cy="516107"/>
      </dsp:txXfrm>
    </dsp:sp>
    <dsp:sp modelId="{FB2A164C-6E98-42E2-A967-46CEE9E3ABD3}">
      <dsp:nvSpPr>
        <dsp:cNvPr id="0" name=""/>
        <dsp:cNvSpPr/>
      </dsp:nvSpPr>
      <dsp:spPr>
        <a:xfrm rot="5400000">
          <a:off x="4643823" y="-1145425"/>
          <a:ext cx="457558" cy="5266944"/>
        </a:xfrm>
        <a:prstGeom prst="round2SameRect">
          <a:avLst/>
        </a:prstGeom>
        <a:solidFill>
          <a:schemeClr val="accent2">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gsw-FR" altLang="zh-CN" sz="2300" kern="1200" dirty="0" smtClean="0"/>
            <a:t>Telecommand</a:t>
          </a:r>
          <a:r>
            <a:rPr lang="en-US" altLang="zh-CN" sz="2300" kern="1200" dirty="0" smtClean="0"/>
            <a:t> and telemetry of DTS  </a:t>
          </a:r>
          <a:endParaRPr lang="zh-CN" altLang="en-US" sz="2300" kern="1200" dirty="0"/>
        </a:p>
      </dsp:txBody>
      <dsp:txXfrm rot="-5400000">
        <a:off x="2239130" y="1281604"/>
        <a:ext cx="5244608" cy="412886"/>
      </dsp:txXfrm>
    </dsp:sp>
    <dsp:sp modelId="{B6BC8131-068C-422E-BD0A-743D184796A9}">
      <dsp:nvSpPr>
        <dsp:cNvPr id="0" name=""/>
        <dsp:cNvSpPr/>
      </dsp:nvSpPr>
      <dsp:spPr>
        <a:xfrm>
          <a:off x="705245" y="1202072"/>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3</a:t>
          </a:r>
          <a:endParaRPr lang="zh-CN" altLang="en-US" sz="2900" kern="1200" dirty="0"/>
        </a:p>
      </dsp:txBody>
      <dsp:txXfrm>
        <a:off x="733165" y="1229992"/>
        <a:ext cx="1478045" cy="516107"/>
      </dsp:txXfrm>
    </dsp:sp>
    <dsp:sp modelId="{899E2C62-6850-483D-B87D-80F915B765B5}">
      <dsp:nvSpPr>
        <dsp:cNvPr id="0" name=""/>
        <dsp:cNvSpPr/>
      </dsp:nvSpPr>
      <dsp:spPr>
        <a:xfrm rot="5400000">
          <a:off x="4643823" y="-544880"/>
          <a:ext cx="457558"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altLang="zh-CN" sz="2300" kern="1200" dirty="0" smtClean="0"/>
            <a:t>Sequence </a:t>
          </a:r>
          <a:r>
            <a:rPr lang="en-US" altLang="zh-CN" sz="2300" kern="1200" baseline="0" dirty="0" smtClean="0"/>
            <a:t>of operation</a:t>
          </a:r>
          <a:endParaRPr lang="zh-CN" altLang="en-US" sz="2300" kern="1200" dirty="0"/>
        </a:p>
      </dsp:txBody>
      <dsp:txXfrm rot="-5400000">
        <a:off x="2239130" y="1882149"/>
        <a:ext cx="5244608" cy="412886"/>
      </dsp:txXfrm>
    </dsp:sp>
    <dsp:sp modelId="{47F8267F-713F-4C7A-9053-6A592A3FC3C6}">
      <dsp:nvSpPr>
        <dsp:cNvPr id="0" name=""/>
        <dsp:cNvSpPr/>
      </dsp:nvSpPr>
      <dsp:spPr>
        <a:xfrm>
          <a:off x="705245" y="1802617"/>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4</a:t>
          </a:r>
          <a:endParaRPr lang="zh-CN" altLang="en-US" sz="2900" kern="1200" dirty="0"/>
        </a:p>
      </dsp:txBody>
      <dsp:txXfrm>
        <a:off x="733165" y="1830537"/>
        <a:ext cx="1478045" cy="516107"/>
      </dsp:txXfrm>
    </dsp:sp>
    <dsp:sp modelId="{9FA51810-A896-42F0-8549-217654593014}">
      <dsp:nvSpPr>
        <dsp:cNvPr id="0" name=""/>
        <dsp:cNvSpPr/>
      </dsp:nvSpPr>
      <dsp:spPr>
        <a:xfrm rot="5400000">
          <a:off x="4643823" y="55664"/>
          <a:ext cx="457558"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altLang="zh-CN" sz="2300" kern="1200" dirty="0" smtClean="0"/>
            <a:t>Important Notice</a:t>
          </a:r>
          <a:endParaRPr lang="zh-CN" altLang="en-US" sz="2300" kern="1200" dirty="0"/>
        </a:p>
      </dsp:txBody>
      <dsp:txXfrm rot="-5400000">
        <a:off x="2239130" y="2482693"/>
        <a:ext cx="5244608" cy="412886"/>
      </dsp:txXfrm>
    </dsp:sp>
    <dsp:sp modelId="{8D471BB1-EE3C-48B2-9A4F-A473204E59F7}">
      <dsp:nvSpPr>
        <dsp:cNvPr id="0" name=""/>
        <dsp:cNvSpPr/>
      </dsp:nvSpPr>
      <dsp:spPr>
        <a:xfrm>
          <a:off x="705245" y="2403162"/>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5</a:t>
          </a:r>
          <a:endParaRPr lang="zh-CN" altLang="en-US" sz="2900" kern="1200" dirty="0"/>
        </a:p>
      </dsp:txBody>
      <dsp:txXfrm>
        <a:off x="733165" y="2431082"/>
        <a:ext cx="1478045" cy="516107"/>
      </dsp:txXfrm>
    </dsp:sp>
    <dsp:sp modelId="{8D1B5D78-6BCA-4BFE-A54A-3FBFC91E4964}">
      <dsp:nvSpPr>
        <dsp:cNvPr id="0" name=""/>
        <dsp:cNvSpPr/>
      </dsp:nvSpPr>
      <dsp:spPr>
        <a:xfrm rot="5400000">
          <a:off x="4662103" y="656209"/>
          <a:ext cx="457558"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sz="2300" kern="1200" dirty="0" smtClean="0"/>
            <a:t>The Anomaly Operation </a:t>
          </a:r>
          <a:r>
            <a:rPr lang="en-US" altLang="zh-CN" sz="2300" kern="1200" dirty="0" smtClean="0"/>
            <a:t>in orbit</a:t>
          </a:r>
          <a:endParaRPr lang="zh-CN" altLang="en-US" sz="2300" kern="1200" dirty="0"/>
        </a:p>
      </dsp:txBody>
      <dsp:txXfrm rot="-5400000">
        <a:off x="2257410" y="3083238"/>
        <a:ext cx="5244608" cy="412886"/>
      </dsp:txXfrm>
    </dsp:sp>
    <dsp:sp modelId="{F1C0A150-5B65-409D-938A-4B749D41A0C9}">
      <dsp:nvSpPr>
        <dsp:cNvPr id="0" name=""/>
        <dsp:cNvSpPr/>
      </dsp:nvSpPr>
      <dsp:spPr>
        <a:xfrm>
          <a:off x="705245" y="3003707"/>
          <a:ext cx="155216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6</a:t>
          </a:r>
          <a:endParaRPr lang="zh-CN" altLang="en-US" sz="2900" kern="1200" dirty="0"/>
        </a:p>
      </dsp:txBody>
      <dsp:txXfrm>
        <a:off x="733165" y="3031627"/>
        <a:ext cx="1496325" cy="51610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D21A22-F86A-4BAD-AD4E-1381AF126862}">
      <dsp:nvSpPr>
        <dsp:cNvPr id="0" name=""/>
        <dsp:cNvSpPr/>
      </dsp:nvSpPr>
      <dsp:spPr>
        <a:xfrm rot="5400000">
          <a:off x="4662103" y="-2346515"/>
          <a:ext cx="457558" cy="5266944"/>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gsw-FR" altLang="zh-CN" sz="2300" kern="1200" dirty="0" smtClean="0"/>
            <a:t>Composition</a:t>
          </a:r>
          <a:r>
            <a:rPr lang="en-US" altLang="zh-CN" sz="2300" kern="1200" dirty="0" smtClean="0"/>
            <a:t> and status of DTS in orbit</a:t>
          </a:r>
          <a:r>
            <a:rPr lang="en-US" altLang="zh-CN" sz="2300" kern="1200" baseline="0" dirty="0" smtClean="0"/>
            <a:t> </a:t>
          </a:r>
          <a:endParaRPr lang="zh-CN" altLang="en-US" sz="2300" kern="1200" dirty="0"/>
        </a:p>
      </dsp:txBody>
      <dsp:txXfrm rot="-5400000">
        <a:off x="2257410" y="80514"/>
        <a:ext cx="5244608" cy="412886"/>
      </dsp:txXfrm>
    </dsp:sp>
    <dsp:sp modelId="{21337BD4-EAE7-4FC6-8B68-510B5313E295}">
      <dsp:nvSpPr>
        <dsp:cNvPr id="0" name=""/>
        <dsp:cNvSpPr/>
      </dsp:nvSpPr>
      <dsp:spPr>
        <a:xfrm>
          <a:off x="705245" y="982"/>
          <a:ext cx="155216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1</a:t>
          </a:r>
          <a:endParaRPr lang="zh-CN" altLang="en-US" sz="2900" kern="1200" dirty="0"/>
        </a:p>
      </dsp:txBody>
      <dsp:txXfrm>
        <a:off x="733165" y="28902"/>
        <a:ext cx="1496325" cy="516107"/>
      </dsp:txXfrm>
    </dsp:sp>
    <dsp:sp modelId="{187EE60B-D6ED-4EB5-900F-3927531DD5F8}">
      <dsp:nvSpPr>
        <dsp:cNvPr id="0" name=""/>
        <dsp:cNvSpPr/>
      </dsp:nvSpPr>
      <dsp:spPr>
        <a:xfrm rot="5400000">
          <a:off x="4633500" y="-1735647"/>
          <a:ext cx="457558" cy="5246297"/>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altLang="zh-CN" sz="2300" kern="1200" dirty="0" smtClean="0"/>
            <a:t>Working mode</a:t>
          </a:r>
          <a:r>
            <a:rPr lang="en-US" altLang="en-US" sz="2300" kern="1200" dirty="0" smtClean="0"/>
            <a:t> of DTS in orbit</a:t>
          </a:r>
          <a:endParaRPr lang="zh-CN" altLang="en-US" sz="2300" kern="1200" dirty="0"/>
        </a:p>
      </dsp:txBody>
      <dsp:txXfrm rot="-5400000">
        <a:off x="2239131" y="681058"/>
        <a:ext cx="5223961" cy="412886"/>
      </dsp:txXfrm>
    </dsp:sp>
    <dsp:sp modelId="{876019AC-F2D3-4140-9E13-8C4A1F228582}">
      <dsp:nvSpPr>
        <dsp:cNvPr id="0" name=""/>
        <dsp:cNvSpPr/>
      </dsp:nvSpPr>
      <dsp:spPr>
        <a:xfrm>
          <a:off x="705245" y="601527"/>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2</a:t>
          </a:r>
          <a:endParaRPr lang="zh-CN" altLang="en-US" sz="2900" kern="1200" dirty="0"/>
        </a:p>
      </dsp:txBody>
      <dsp:txXfrm>
        <a:off x="733165" y="629447"/>
        <a:ext cx="1478045" cy="516107"/>
      </dsp:txXfrm>
    </dsp:sp>
    <dsp:sp modelId="{FB2A164C-6E98-42E2-A967-46CEE9E3ABD3}">
      <dsp:nvSpPr>
        <dsp:cNvPr id="0" name=""/>
        <dsp:cNvSpPr/>
      </dsp:nvSpPr>
      <dsp:spPr>
        <a:xfrm rot="5400000">
          <a:off x="4643823" y="-1145425"/>
          <a:ext cx="457558" cy="5266944"/>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gsw-FR" altLang="zh-CN" sz="2300" kern="1200" dirty="0" smtClean="0"/>
            <a:t>Telecommand</a:t>
          </a:r>
          <a:r>
            <a:rPr lang="en-US" altLang="zh-CN" sz="2300" kern="1200" dirty="0" smtClean="0"/>
            <a:t> and telemetry of DTS  </a:t>
          </a:r>
          <a:endParaRPr lang="zh-CN" altLang="en-US" sz="2300" kern="1200" dirty="0"/>
        </a:p>
      </dsp:txBody>
      <dsp:txXfrm rot="-5400000">
        <a:off x="2239130" y="1281604"/>
        <a:ext cx="5244608" cy="412886"/>
      </dsp:txXfrm>
    </dsp:sp>
    <dsp:sp modelId="{B6BC8131-068C-422E-BD0A-743D184796A9}">
      <dsp:nvSpPr>
        <dsp:cNvPr id="0" name=""/>
        <dsp:cNvSpPr/>
      </dsp:nvSpPr>
      <dsp:spPr>
        <a:xfrm>
          <a:off x="705245" y="1202072"/>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3</a:t>
          </a:r>
          <a:endParaRPr lang="zh-CN" altLang="en-US" sz="2900" kern="1200" dirty="0"/>
        </a:p>
      </dsp:txBody>
      <dsp:txXfrm>
        <a:off x="733165" y="1229992"/>
        <a:ext cx="1478045" cy="516107"/>
      </dsp:txXfrm>
    </dsp:sp>
    <dsp:sp modelId="{899E2C62-6850-483D-B87D-80F915B765B5}">
      <dsp:nvSpPr>
        <dsp:cNvPr id="0" name=""/>
        <dsp:cNvSpPr/>
      </dsp:nvSpPr>
      <dsp:spPr>
        <a:xfrm rot="5400000">
          <a:off x="4643823" y="-544880"/>
          <a:ext cx="457558" cy="5266944"/>
        </a:xfrm>
        <a:prstGeom prst="round2SameRect">
          <a:avLst/>
        </a:prstGeom>
        <a:solidFill>
          <a:schemeClr val="accent2">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altLang="zh-CN" sz="2300" kern="1200" dirty="0" smtClean="0"/>
            <a:t>Sequence </a:t>
          </a:r>
          <a:r>
            <a:rPr lang="en-US" altLang="zh-CN" sz="2300" kern="1200" baseline="0" dirty="0" smtClean="0"/>
            <a:t>of operation</a:t>
          </a:r>
          <a:endParaRPr lang="zh-CN" altLang="en-US" sz="2300" kern="1200" dirty="0"/>
        </a:p>
      </dsp:txBody>
      <dsp:txXfrm rot="-5400000">
        <a:off x="2239130" y="1882149"/>
        <a:ext cx="5244608" cy="412886"/>
      </dsp:txXfrm>
    </dsp:sp>
    <dsp:sp modelId="{47F8267F-713F-4C7A-9053-6A592A3FC3C6}">
      <dsp:nvSpPr>
        <dsp:cNvPr id="0" name=""/>
        <dsp:cNvSpPr/>
      </dsp:nvSpPr>
      <dsp:spPr>
        <a:xfrm>
          <a:off x="705245" y="1802617"/>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4</a:t>
          </a:r>
          <a:endParaRPr lang="zh-CN" altLang="en-US" sz="2900" kern="1200" dirty="0"/>
        </a:p>
      </dsp:txBody>
      <dsp:txXfrm>
        <a:off x="733165" y="1830537"/>
        <a:ext cx="1478045" cy="516107"/>
      </dsp:txXfrm>
    </dsp:sp>
    <dsp:sp modelId="{9FA51810-A896-42F0-8549-217654593014}">
      <dsp:nvSpPr>
        <dsp:cNvPr id="0" name=""/>
        <dsp:cNvSpPr/>
      </dsp:nvSpPr>
      <dsp:spPr>
        <a:xfrm rot="5400000">
          <a:off x="4643823" y="55664"/>
          <a:ext cx="457558"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altLang="zh-CN" sz="2300" kern="1200" dirty="0" smtClean="0"/>
            <a:t>Important Notice</a:t>
          </a:r>
          <a:endParaRPr lang="zh-CN" altLang="en-US" sz="2300" kern="1200" dirty="0"/>
        </a:p>
      </dsp:txBody>
      <dsp:txXfrm rot="-5400000">
        <a:off x="2239130" y="2482693"/>
        <a:ext cx="5244608" cy="412886"/>
      </dsp:txXfrm>
    </dsp:sp>
    <dsp:sp modelId="{8D471BB1-EE3C-48B2-9A4F-A473204E59F7}">
      <dsp:nvSpPr>
        <dsp:cNvPr id="0" name=""/>
        <dsp:cNvSpPr/>
      </dsp:nvSpPr>
      <dsp:spPr>
        <a:xfrm>
          <a:off x="705245" y="2403162"/>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5</a:t>
          </a:r>
          <a:endParaRPr lang="zh-CN" altLang="en-US" sz="2900" kern="1200" dirty="0"/>
        </a:p>
      </dsp:txBody>
      <dsp:txXfrm>
        <a:off x="733165" y="2431082"/>
        <a:ext cx="1478045" cy="516107"/>
      </dsp:txXfrm>
    </dsp:sp>
    <dsp:sp modelId="{8D1B5D78-6BCA-4BFE-A54A-3FBFC91E4964}">
      <dsp:nvSpPr>
        <dsp:cNvPr id="0" name=""/>
        <dsp:cNvSpPr/>
      </dsp:nvSpPr>
      <dsp:spPr>
        <a:xfrm rot="5400000">
          <a:off x="4662103" y="656209"/>
          <a:ext cx="457558"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sz="2300" kern="1200" dirty="0" smtClean="0"/>
            <a:t>The Anomaly Operation </a:t>
          </a:r>
          <a:r>
            <a:rPr lang="en-US" altLang="zh-CN" sz="2300" kern="1200" dirty="0" smtClean="0"/>
            <a:t>in orbit</a:t>
          </a:r>
          <a:endParaRPr lang="zh-CN" altLang="en-US" sz="2300" kern="1200" dirty="0"/>
        </a:p>
      </dsp:txBody>
      <dsp:txXfrm rot="-5400000">
        <a:off x="2257410" y="3083238"/>
        <a:ext cx="5244608" cy="412886"/>
      </dsp:txXfrm>
    </dsp:sp>
    <dsp:sp modelId="{F1C0A150-5B65-409D-938A-4B749D41A0C9}">
      <dsp:nvSpPr>
        <dsp:cNvPr id="0" name=""/>
        <dsp:cNvSpPr/>
      </dsp:nvSpPr>
      <dsp:spPr>
        <a:xfrm>
          <a:off x="705245" y="3003707"/>
          <a:ext cx="155216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6</a:t>
          </a:r>
          <a:endParaRPr lang="zh-CN" altLang="en-US" sz="2900" kern="1200" dirty="0"/>
        </a:p>
      </dsp:txBody>
      <dsp:txXfrm>
        <a:off x="733165" y="3031627"/>
        <a:ext cx="1496325" cy="51610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F50191-6398-48CF-8E01-A565A12864B8}">
      <dsp:nvSpPr>
        <dsp:cNvPr id="0" name=""/>
        <dsp:cNvSpPr/>
      </dsp:nvSpPr>
      <dsp:spPr>
        <a:xfrm>
          <a:off x="3693" y="447217"/>
          <a:ext cx="3229530" cy="1291812"/>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66675" rIns="33338" bIns="66675" numCol="1" spcCol="1270" anchor="ctr" anchorCtr="0">
          <a:noAutofit/>
        </a:bodyPr>
        <a:lstStyle/>
        <a:p>
          <a:pPr lvl="0" algn="ctr" defTabSz="1111250">
            <a:lnSpc>
              <a:spcPct val="90000"/>
            </a:lnSpc>
            <a:spcBef>
              <a:spcPct val="0"/>
            </a:spcBef>
            <a:spcAft>
              <a:spcPct val="35000"/>
            </a:spcAft>
          </a:pPr>
          <a:r>
            <a:rPr lang="en-US" altLang="zh-CN" sz="2500" b="0" kern="1200" dirty="0" smtClean="0">
              <a:latin typeface="Calibri" pitchFamily="34" charset="0"/>
            </a:rPr>
            <a:t>Power on Integrated transmission machine</a:t>
          </a:r>
          <a:endParaRPr lang="zh-CN" altLang="en-US" sz="2500" b="0" kern="1200" dirty="0"/>
        </a:p>
      </dsp:txBody>
      <dsp:txXfrm>
        <a:off x="3693" y="447217"/>
        <a:ext cx="2906577" cy="1291812"/>
      </dsp:txXfrm>
    </dsp:sp>
    <dsp:sp modelId="{43944D78-DFF8-4FB7-8798-3BB0E87C63AA}">
      <dsp:nvSpPr>
        <dsp:cNvPr id="0" name=""/>
        <dsp:cNvSpPr/>
      </dsp:nvSpPr>
      <dsp:spPr>
        <a:xfrm>
          <a:off x="2587318" y="447217"/>
          <a:ext cx="3229530" cy="12918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0013" tIns="66675" rIns="33338" bIns="66675" numCol="1" spcCol="1270" anchor="ctr" anchorCtr="0">
          <a:noAutofit/>
        </a:bodyPr>
        <a:lstStyle/>
        <a:p>
          <a:pPr lvl="0" algn="ctr" defTabSz="1111250">
            <a:lnSpc>
              <a:spcPct val="90000"/>
            </a:lnSpc>
            <a:spcBef>
              <a:spcPct val="0"/>
            </a:spcBef>
            <a:spcAft>
              <a:spcPct val="35000"/>
            </a:spcAft>
          </a:pPr>
          <a:r>
            <a:rPr lang="en-US" altLang="zh-CN" sz="2500" kern="1200" dirty="0" smtClean="0"/>
            <a:t>Choosing SSM</a:t>
          </a:r>
          <a:endParaRPr lang="zh-CN" altLang="en-US" sz="2500" kern="1200" dirty="0"/>
        </a:p>
      </dsp:txBody>
      <dsp:txXfrm>
        <a:off x="3233224" y="447217"/>
        <a:ext cx="1937718" cy="1291812"/>
      </dsp:txXfrm>
    </dsp:sp>
    <dsp:sp modelId="{AE69B3D5-1B2E-4101-B83B-E9378ACC49FB}">
      <dsp:nvSpPr>
        <dsp:cNvPr id="0" name=""/>
        <dsp:cNvSpPr/>
      </dsp:nvSpPr>
      <dsp:spPr>
        <a:xfrm>
          <a:off x="5170942" y="447217"/>
          <a:ext cx="3229530" cy="12918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0013" tIns="66675" rIns="33338" bIns="66675" numCol="1" spcCol="1270" anchor="ctr" anchorCtr="0">
          <a:noAutofit/>
        </a:bodyPr>
        <a:lstStyle/>
        <a:p>
          <a:pPr lvl="0" algn="ctr" defTabSz="1111250">
            <a:lnSpc>
              <a:spcPct val="90000"/>
            </a:lnSpc>
            <a:spcBef>
              <a:spcPct val="0"/>
            </a:spcBef>
            <a:spcAft>
              <a:spcPct val="35000"/>
            </a:spcAft>
          </a:pPr>
          <a:r>
            <a:rPr lang="en-US" altLang="zh-CN" sz="2500" b="0" kern="1200" dirty="0" smtClean="0">
              <a:latin typeface="Calibri" pitchFamily="34" charset="0"/>
            </a:rPr>
            <a:t>Choosing of compression manner</a:t>
          </a:r>
          <a:endParaRPr lang="zh-CN" altLang="en-US" sz="2500" b="0" kern="1200" dirty="0"/>
        </a:p>
      </dsp:txBody>
      <dsp:txXfrm>
        <a:off x="5816848" y="447217"/>
        <a:ext cx="1937718" cy="129181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F50191-6398-48CF-8E01-A565A12864B8}">
      <dsp:nvSpPr>
        <dsp:cNvPr id="0" name=""/>
        <dsp:cNvSpPr/>
      </dsp:nvSpPr>
      <dsp:spPr>
        <a:xfrm>
          <a:off x="3693" y="447217"/>
          <a:ext cx="3229530" cy="1291812"/>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64008" rIns="32004" bIns="64008" numCol="1" spcCol="1270" anchor="ctr" anchorCtr="0">
          <a:noAutofit/>
        </a:bodyPr>
        <a:lstStyle/>
        <a:p>
          <a:pPr lvl="0" algn="ctr" defTabSz="1066800">
            <a:lnSpc>
              <a:spcPct val="90000"/>
            </a:lnSpc>
            <a:spcBef>
              <a:spcPct val="0"/>
            </a:spcBef>
            <a:spcAft>
              <a:spcPct val="35000"/>
            </a:spcAft>
          </a:pPr>
          <a:r>
            <a:rPr lang="en-US" altLang="zh-CN" sz="2400" kern="1200" dirty="0" smtClean="0"/>
            <a:t>Setting of recording manner</a:t>
          </a:r>
          <a:endParaRPr lang="zh-CN" altLang="en-US" sz="2400" b="0" kern="1200" dirty="0"/>
        </a:p>
      </dsp:txBody>
      <dsp:txXfrm>
        <a:off x="3693" y="447217"/>
        <a:ext cx="2906577" cy="1291812"/>
      </dsp:txXfrm>
    </dsp:sp>
    <dsp:sp modelId="{43944D78-DFF8-4FB7-8798-3BB0E87C63AA}">
      <dsp:nvSpPr>
        <dsp:cNvPr id="0" name=""/>
        <dsp:cNvSpPr/>
      </dsp:nvSpPr>
      <dsp:spPr>
        <a:xfrm>
          <a:off x="2587318" y="447217"/>
          <a:ext cx="3229530" cy="12918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lvl="0" algn="ctr" defTabSz="1066800">
            <a:lnSpc>
              <a:spcPct val="90000"/>
            </a:lnSpc>
            <a:spcBef>
              <a:spcPct val="0"/>
            </a:spcBef>
            <a:spcAft>
              <a:spcPct val="35000"/>
            </a:spcAft>
          </a:pPr>
          <a:r>
            <a:rPr lang="en-US" altLang="zh-CN" sz="2400" b="0" kern="1200" dirty="0" smtClean="0">
              <a:latin typeface="Calibri" pitchFamily="34" charset="0"/>
            </a:rPr>
            <a:t>Power on </a:t>
          </a:r>
          <a:r>
            <a:rPr lang="en-US" altLang="zh-CN" sz="2400" b="0" kern="1200" dirty="0" smtClean="0"/>
            <a:t>RF and antenna</a:t>
          </a:r>
          <a:endParaRPr lang="zh-CN" altLang="en-US" sz="2400" kern="1200" dirty="0"/>
        </a:p>
      </dsp:txBody>
      <dsp:txXfrm>
        <a:off x="3233224" y="447217"/>
        <a:ext cx="1937718" cy="1291812"/>
      </dsp:txXfrm>
    </dsp:sp>
    <dsp:sp modelId="{AE69B3D5-1B2E-4101-B83B-E9378ACC49FB}">
      <dsp:nvSpPr>
        <dsp:cNvPr id="0" name=""/>
        <dsp:cNvSpPr/>
      </dsp:nvSpPr>
      <dsp:spPr>
        <a:xfrm>
          <a:off x="5170942" y="447217"/>
          <a:ext cx="3229530" cy="12918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lvl="0" algn="ctr" defTabSz="1066800">
            <a:lnSpc>
              <a:spcPct val="90000"/>
            </a:lnSpc>
            <a:spcBef>
              <a:spcPct val="0"/>
            </a:spcBef>
            <a:spcAft>
              <a:spcPct val="35000"/>
            </a:spcAft>
          </a:pPr>
          <a:r>
            <a:rPr lang="en-US" altLang="zh-CN" sz="2400" kern="1200" dirty="0" smtClean="0"/>
            <a:t>Setting of antenna pointing mode</a:t>
          </a:r>
          <a:endParaRPr lang="zh-CN" altLang="en-US" sz="2400" b="0" kern="1200" dirty="0"/>
        </a:p>
      </dsp:txBody>
      <dsp:txXfrm>
        <a:off x="5816848" y="447217"/>
        <a:ext cx="1937718" cy="129181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F50191-6398-48CF-8E01-A565A12864B8}">
      <dsp:nvSpPr>
        <dsp:cNvPr id="0" name=""/>
        <dsp:cNvSpPr/>
      </dsp:nvSpPr>
      <dsp:spPr>
        <a:xfrm>
          <a:off x="3693" y="447217"/>
          <a:ext cx="3229530" cy="1291812"/>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56007" rIns="28004" bIns="56007" numCol="1" spcCol="1270" anchor="ctr" anchorCtr="0">
          <a:noAutofit/>
        </a:bodyPr>
        <a:lstStyle/>
        <a:p>
          <a:pPr lvl="0" algn="ctr" defTabSz="933450">
            <a:lnSpc>
              <a:spcPct val="90000"/>
            </a:lnSpc>
            <a:spcBef>
              <a:spcPct val="0"/>
            </a:spcBef>
            <a:spcAft>
              <a:spcPct val="35000"/>
            </a:spcAft>
          </a:pPr>
          <a:r>
            <a:rPr lang="en-US" altLang="zh-CN" sz="2100" b="1" kern="1200" dirty="0" smtClean="0"/>
            <a:t>Setting of replaying manner</a:t>
          </a:r>
          <a:endParaRPr lang="zh-CN" altLang="en-US" sz="2100" b="1" kern="1200" dirty="0"/>
        </a:p>
      </dsp:txBody>
      <dsp:txXfrm>
        <a:off x="3693" y="447217"/>
        <a:ext cx="2906577" cy="1291812"/>
      </dsp:txXfrm>
    </dsp:sp>
    <dsp:sp modelId="{43944D78-DFF8-4FB7-8798-3BB0E87C63AA}">
      <dsp:nvSpPr>
        <dsp:cNvPr id="0" name=""/>
        <dsp:cNvSpPr/>
      </dsp:nvSpPr>
      <dsp:spPr>
        <a:xfrm>
          <a:off x="2587318" y="447217"/>
          <a:ext cx="3229530" cy="12918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56007" rIns="28004" bIns="56007" numCol="1" spcCol="1270" anchor="ctr" anchorCtr="0">
          <a:noAutofit/>
        </a:bodyPr>
        <a:lstStyle/>
        <a:p>
          <a:pPr lvl="0" algn="ctr" defTabSz="933450">
            <a:lnSpc>
              <a:spcPct val="90000"/>
            </a:lnSpc>
            <a:spcBef>
              <a:spcPct val="0"/>
            </a:spcBef>
            <a:spcAft>
              <a:spcPct val="35000"/>
            </a:spcAft>
          </a:pPr>
          <a:r>
            <a:rPr lang="en-US" altLang="zh-CN" sz="2100" b="1" kern="1200" dirty="0" smtClean="0">
              <a:latin typeface="Calibri" pitchFamily="34" charset="0"/>
            </a:rPr>
            <a:t>Power off </a:t>
          </a:r>
          <a:r>
            <a:rPr lang="en-US" altLang="zh-CN" sz="2100" b="1" kern="1200" dirty="0" smtClean="0"/>
            <a:t>RF and antenna</a:t>
          </a:r>
          <a:endParaRPr lang="zh-CN" altLang="en-US" sz="2100" b="1" kern="1200" dirty="0"/>
        </a:p>
      </dsp:txBody>
      <dsp:txXfrm>
        <a:off x="3233224" y="447217"/>
        <a:ext cx="1937718" cy="1291812"/>
      </dsp:txXfrm>
    </dsp:sp>
    <dsp:sp modelId="{AE69B3D5-1B2E-4101-B83B-E9378ACC49FB}">
      <dsp:nvSpPr>
        <dsp:cNvPr id="0" name=""/>
        <dsp:cNvSpPr/>
      </dsp:nvSpPr>
      <dsp:spPr>
        <a:xfrm>
          <a:off x="5170942" y="447217"/>
          <a:ext cx="3229530" cy="12918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56007" rIns="28004" bIns="56007" numCol="1" spcCol="1270" anchor="ctr" anchorCtr="0">
          <a:noAutofit/>
        </a:bodyPr>
        <a:lstStyle/>
        <a:p>
          <a:pPr lvl="0" algn="ctr" defTabSz="933450">
            <a:lnSpc>
              <a:spcPct val="90000"/>
            </a:lnSpc>
            <a:spcBef>
              <a:spcPct val="0"/>
            </a:spcBef>
            <a:spcAft>
              <a:spcPct val="35000"/>
            </a:spcAft>
          </a:pPr>
          <a:r>
            <a:rPr lang="en-US" altLang="zh-CN" sz="2100" b="1" kern="1200" dirty="0" smtClean="0">
              <a:latin typeface="Calibri" pitchFamily="34" charset="0"/>
            </a:rPr>
            <a:t>Power off Integrated transmission machine</a:t>
          </a:r>
          <a:endParaRPr lang="zh-CN" altLang="en-US" sz="2100" b="1" kern="1200" dirty="0"/>
        </a:p>
      </dsp:txBody>
      <dsp:txXfrm>
        <a:off x="5816848" y="447217"/>
        <a:ext cx="1937718" cy="129181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D21A22-F86A-4BAD-AD4E-1381AF126862}">
      <dsp:nvSpPr>
        <dsp:cNvPr id="0" name=""/>
        <dsp:cNvSpPr/>
      </dsp:nvSpPr>
      <dsp:spPr>
        <a:xfrm rot="5400000">
          <a:off x="4662103" y="-2346515"/>
          <a:ext cx="457558" cy="5266944"/>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gsw-FR" altLang="zh-CN" sz="2300" kern="1200" dirty="0" smtClean="0"/>
            <a:t>Composition</a:t>
          </a:r>
          <a:r>
            <a:rPr lang="en-US" altLang="zh-CN" sz="2300" kern="1200" dirty="0" smtClean="0"/>
            <a:t> and status of DTS in orbit</a:t>
          </a:r>
          <a:r>
            <a:rPr lang="en-US" altLang="zh-CN" sz="2300" kern="1200" baseline="0" dirty="0" smtClean="0"/>
            <a:t> </a:t>
          </a:r>
          <a:endParaRPr lang="zh-CN" altLang="en-US" sz="2300" kern="1200" dirty="0"/>
        </a:p>
      </dsp:txBody>
      <dsp:txXfrm rot="-5400000">
        <a:off x="2257410" y="80514"/>
        <a:ext cx="5244608" cy="412886"/>
      </dsp:txXfrm>
    </dsp:sp>
    <dsp:sp modelId="{21337BD4-EAE7-4FC6-8B68-510B5313E295}">
      <dsp:nvSpPr>
        <dsp:cNvPr id="0" name=""/>
        <dsp:cNvSpPr/>
      </dsp:nvSpPr>
      <dsp:spPr>
        <a:xfrm>
          <a:off x="705245" y="982"/>
          <a:ext cx="155216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1</a:t>
          </a:r>
          <a:endParaRPr lang="zh-CN" altLang="en-US" sz="2900" kern="1200" dirty="0"/>
        </a:p>
      </dsp:txBody>
      <dsp:txXfrm>
        <a:off x="733165" y="28902"/>
        <a:ext cx="1496325" cy="516107"/>
      </dsp:txXfrm>
    </dsp:sp>
    <dsp:sp modelId="{187EE60B-D6ED-4EB5-900F-3927531DD5F8}">
      <dsp:nvSpPr>
        <dsp:cNvPr id="0" name=""/>
        <dsp:cNvSpPr/>
      </dsp:nvSpPr>
      <dsp:spPr>
        <a:xfrm rot="5400000">
          <a:off x="4633500" y="-1735647"/>
          <a:ext cx="457558" cy="5246297"/>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altLang="zh-CN" sz="2300" kern="1200" dirty="0" smtClean="0"/>
            <a:t>Working mode</a:t>
          </a:r>
          <a:r>
            <a:rPr lang="en-US" altLang="en-US" sz="2300" kern="1200" dirty="0" smtClean="0"/>
            <a:t> of DTS in orbit</a:t>
          </a:r>
          <a:endParaRPr lang="zh-CN" altLang="en-US" sz="2300" kern="1200" dirty="0"/>
        </a:p>
      </dsp:txBody>
      <dsp:txXfrm rot="-5400000">
        <a:off x="2239131" y="681058"/>
        <a:ext cx="5223961" cy="412886"/>
      </dsp:txXfrm>
    </dsp:sp>
    <dsp:sp modelId="{876019AC-F2D3-4140-9E13-8C4A1F228582}">
      <dsp:nvSpPr>
        <dsp:cNvPr id="0" name=""/>
        <dsp:cNvSpPr/>
      </dsp:nvSpPr>
      <dsp:spPr>
        <a:xfrm>
          <a:off x="705245" y="601527"/>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2</a:t>
          </a:r>
          <a:endParaRPr lang="zh-CN" altLang="en-US" sz="2900" kern="1200" dirty="0"/>
        </a:p>
      </dsp:txBody>
      <dsp:txXfrm>
        <a:off x="733165" y="629447"/>
        <a:ext cx="1478045" cy="516107"/>
      </dsp:txXfrm>
    </dsp:sp>
    <dsp:sp modelId="{FB2A164C-6E98-42E2-A967-46CEE9E3ABD3}">
      <dsp:nvSpPr>
        <dsp:cNvPr id="0" name=""/>
        <dsp:cNvSpPr/>
      </dsp:nvSpPr>
      <dsp:spPr>
        <a:xfrm rot="5400000">
          <a:off x="4643823" y="-1145425"/>
          <a:ext cx="457558" cy="5266944"/>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gsw-FR" altLang="zh-CN" sz="2300" kern="1200" dirty="0" smtClean="0"/>
            <a:t>Telecommand</a:t>
          </a:r>
          <a:r>
            <a:rPr lang="en-US" altLang="zh-CN" sz="2300" kern="1200" dirty="0" smtClean="0"/>
            <a:t> and telemetry of DTS  </a:t>
          </a:r>
          <a:endParaRPr lang="zh-CN" altLang="en-US" sz="2300" kern="1200" dirty="0"/>
        </a:p>
      </dsp:txBody>
      <dsp:txXfrm rot="-5400000">
        <a:off x="2239130" y="1281604"/>
        <a:ext cx="5244608" cy="412886"/>
      </dsp:txXfrm>
    </dsp:sp>
    <dsp:sp modelId="{B6BC8131-068C-422E-BD0A-743D184796A9}">
      <dsp:nvSpPr>
        <dsp:cNvPr id="0" name=""/>
        <dsp:cNvSpPr/>
      </dsp:nvSpPr>
      <dsp:spPr>
        <a:xfrm>
          <a:off x="705245" y="1202072"/>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3</a:t>
          </a:r>
          <a:endParaRPr lang="zh-CN" altLang="en-US" sz="2900" kern="1200" dirty="0"/>
        </a:p>
      </dsp:txBody>
      <dsp:txXfrm>
        <a:off x="733165" y="1229992"/>
        <a:ext cx="1478045" cy="516107"/>
      </dsp:txXfrm>
    </dsp:sp>
    <dsp:sp modelId="{899E2C62-6850-483D-B87D-80F915B765B5}">
      <dsp:nvSpPr>
        <dsp:cNvPr id="0" name=""/>
        <dsp:cNvSpPr/>
      </dsp:nvSpPr>
      <dsp:spPr>
        <a:xfrm rot="5400000">
          <a:off x="4643823" y="-544880"/>
          <a:ext cx="457558" cy="5266944"/>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altLang="zh-CN" sz="2300" kern="1200" dirty="0" smtClean="0"/>
            <a:t>Sequence </a:t>
          </a:r>
          <a:r>
            <a:rPr lang="en-US" altLang="zh-CN" sz="2300" kern="1200" baseline="0" dirty="0" smtClean="0"/>
            <a:t>of operation</a:t>
          </a:r>
          <a:endParaRPr lang="zh-CN" altLang="en-US" sz="2300" kern="1200" dirty="0"/>
        </a:p>
      </dsp:txBody>
      <dsp:txXfrm rot="-5400000">
        <a:off x="2239130" y="1882149"/>
        <a:ext cx="5244608" cy="412886"/>
      </dsp:txXfrm>
    </dsp:sp>
    <dsp:sp modelId="{47F8267F-713F-4C7A-9053-6A592A3FC3C6}">
      <dsp:nvSpPr>
        <dsp:cNvPr id="0" name=""/>
        <dsp:cNvSpPr/>
      </dsp:nvSpPr>
      <dsp:spPr>
        <a:xfrm>
          <a:off x="705245" y="1802617"/>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4</a:t>
          </a:r>
          <a:endParaRPr lang="zh-CN" altLang="en-US" sz="2900" kern="1200" dirty="0"/>
        </a:p>
      </dsp:txBody>
      <dsp:txXfrm>
        <a:off x="733165" y="1830537"/>
        <a:ext cx="1478045" cy="516107"/>
      </dsp:txXfrm>
    </dsp:sp>
    <dsp:sp modelId="{9FA51810-A896-42F0-8549-217654593014}">
      <dsp:nvSpPr>
        <dsp:cNvPr id="0" name=""/>
        <dsp:cNvSpPr/>
      </dsp:nvSpPr>
      <dsp:spPr>
        <a:xfrm rot="5400000">
          <a:off x="4643823" y="55664"/>
          <a:ext cx="457558" cy="5266944"/>
        </a:xfrm>
        <a:prstGeom prst="round2SameRect">
          <a:avLst/>
        </a:prstGeom>
        <a:solidFill>
          <a:schemeClr val="accent2">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altLang="zh-CN" sz="2300" kern="1200" dirty="0" smtClean="0"/>
            <a:t>Important Notice</a:t>
          </a:r>
          <a:endParaRPr lang="zh-CN" altLang="en-US" sz="2300" kern="1200" dirty="0"/>
        </a:p>
      </dsp:txBody>
      <dsp:txXfrm rot="-5400000">
        <a:off x="2239130" y="2482693"/>
        <a:ext cx="5244608" cy="412886"/>
      </dsp:txXfrm>
    </dsp:sp>
    <dsp:sp modelId="{8D471BB1-EE3C-48B2-9A4F-A473204E59F7}">
      <dsp:nvSpPr>
        <dsp:cNvPr id="0" name=""/>
        <dsp:cNvSpPr/>
      </dsp:nvSpPr>
      <dsp:spPr>
        <a:xfrm>
          <a:off x="705245" y="2403162"/>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5</a:t>
          </a:r>
          <a:endParaRPr lang="zh-CN" altLang="en-US" sz="2900" kern="1200" dirty="0"/>
        </a:p>
      </dsp:txBody>
      <dsp:txXfrm>
        <a:off x="733165" y="2431082"/>
        <a:ext cx="1478045" cy="516107"/>
      </dsp:txXfrm>
    </dsp:sp>
    <dsp:sp modelId="{8D1B5D78-6BCA-4BFE-A54A-3FBFC91E4964}">
      <dsp:nvSpPr>
        <dsp:cNvPr id="0" name=""/>
        <dsp:cNvSpPr/>
      </dsp:nvSpPr>
      <dsp:spPr>
        <a:xfrm rot="5400000">
          <a:off x="4662103" y="656209"/>
          <a:ext cx="457558"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sz="2300" kern="1200" dirty="0" smtClean="0"/>
            <a:t>The Anomaly Operation </a:t>
          </a:r>
          <a:r>
            <a:rPr lang="en-US" altLang="zh-CN" sz="2300" kern="1200" dirty="0" smtClean="0"/>
            <a:t>in orbit</a:t>
          </a:r>
          <a:endParaRPr lang="zh-CN" altLang="en-US" sz="2300" kern="1200" dirty="0"/>
        </a:p>
      </dsp:txBody>
      <dsp:txXfrm rot="-5400000">
        <a:off x="2257410" y="3083238"/>
        <a:ext cx="5244608" cy="412886"/>
      </dsp:txXfrm>
    </dsp:sp>
    <dsp:sp modelId="{F1C0A150-5B65-409D-938A-4B749D41A0C9}">
      <dsp:nvSpPr>
        <dsp:cNvPr id="0" name=""/>
        <dsp:cNvSpPr/>
      </dsp:nvSpPr>
      <dsp:spPr>
        <a:xfrm>
          <a:off x="705245" y="3003707"/>
          <a:ext cx="155216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6</a:t>
          </a:r>
          <a:endParaRPr lang="zh-CN" altLang="en-US" sz="2900" kern="1200" dirty="0"/>
        </a:p>
      </dsp:txBody>
      <dsp:txXfrm>
        <a:off x="733165" y="3031627"/>
        <a:ext cx="1496325" cy="51610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D21A22-F86A-4BAD-AD4E-1381AF126862}">
      <dsp:nvSpPr>
        <dsp:cNvPr id="0" name=""/>
        <dsp:cNvSpPr/>
      </dsp:nvSpPr>
      <dsp:spPr>
        <a:xfrm rot="5400000">
          <a:off x="4662103" y="-2346515"/>
          <a:ext cx="457558" cy="5266944"/>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gsw-FR" altLang="zh-CN" sz="2300" kern="1200" dirty="0" smtClean="0"/>
            <a:t>Composition</a:t>
          </a:r>
          <a:r>
            <a:rPr lang="en-US" altLang="zh-CN" sz="2300" kern="1200" dirty="0" smtClean="0"/>
            <a:t> and status of DTS in orbit</a:t>
          </a:r>
          <a:r>
            <a:rPr lang="en-US" altLang="zh-CN" sz="2300" kern="1200" baseline="0" dirty="0" smtClean="0"/>
            <a:t> </a:t>
          </a:r>
          <a:endParaRPr lang="zh-CN" altLang="en-US" sz="2300" kern="1200" dirty="0"/>
        </a:p>
      </dsp:txBody>
      <dsp:txXfrm rot="-5400000">
        <a:off x="2257410" y="80514"/>
        <a:ext cx="5244608" cy="412886"/>
      </dsp:txXfrm>
    </dsp:sp>
    <dsp:sp modelId="{21337BD4-EAE7-4FC6-8B68-510B5313E295}">
      <dsp:nvSpPr>
        <dsp:cNvPr id="0" name=""/>
        <dsp:cNvSpPr/>
      </dsp:nvSpPr>
      <dsp:spPr>
        <a:xfrm>
          <a:off x="705245" y="982"/>
          <a:ext cx="155216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1</a:t>
          </a:r>
          <a:endParaRPr lang="zh-CN" altLang="en-US" sz="2900" kern="1200" dirty="0"/>
        </a:p>
      </dsp:txBody>
      <dsp:txXfrm>
        <a:off x="733165" y="28902"/>
        <a:ext cx="1496325" cy="516107"/>
      </dsp:txXfrm>
    </dsp:sp>
    <dsp:sp modelId="{187EE60B-D6ED-4EB5-900F-3927531DD5F8}">
      <dsp:nvSpPr>
        <dsp:cNvPr id="0" name=""/>
        <dsp:cNvSpPr/>
      </dsp:nvSpPr>
      <dsp:spPr>
        <a:xfrm rot="5400000">
          <a:off x="4633500" y="-1735647"/>
          <a:ext cx="457558" cy="5246297"/>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altLang="zh-CN" sz="2300" kern="1200" dirty="0" smtClean="0"/>
            <a:t>Working mode</a:t>
          </a:r>
          <a:r>
            <a:rPr lang="en-US" altLang="en-US" sz="2300" kern="1200" dirty="0" smtClean="0"/>
            <a:t> of DTS in orbit</a:t>
          </a:r>
          <a:endParaRPr lang="zh-CN" altLang="en-US" sz="2300" kern="1200" dirty="0"/>
        </a:p>
      </dsp:txBody>
      <dsp:txXfrm rot="-5400000">
        <a:off x="2239131" y="681058"/>
        <a:ext cx="5223961" cy="412886"/>
      </dsp:txXfrm>
    </dsp:sp>
    <dsp:sp modelId="{876019AC-F2D3-4140-9E13-8C4A1F228582}">
      <dsp:nvSpPr>
        <dsp:cNvPr id="0" name=""/>
        <dsp:cNvSpPr/>
      </dsp:nvSpPr>
      <dsp:spPr>
        <a:xfrm>
          <a:off x="705245" y="601527"/>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2</a:t>
          </a:r>
          <a:endParaRPr lang="zh-CN" altLang="en-US" sz="2900" kern="1200" dirty="0"/>
        </a:p>
      </dsp:txBody>
      <dsp:txXfrm>
        <a:off x="733165" y="629447"/>
        <a:ext cx="1478045" cy="516107"/>
      </dsp:txXfrm>
    </dsp:sp>
    <dsp:sp modelId="{FB2A164C-6E98-42E2-A967-46CEE9E3ABD3}">
      <dsp:nvSpPr>
        <dsp:cNvPr id="0" name=""/>
        <dsp:cNvSpPr/>
      </dsp:nvSpPr>
      <dsp:spPr>
        <a:xfrm rot="5400000">
          <a:off x="4643823" y="-1145425"/>
          <a:ext cx="457558" cy="5266944"/>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gsw-FR" altLang="zh-CN" sz="2300" kern="1200" dirty="0" smtClean="0"/>
            <a:t>Telecommand</a:t>
          </a:r>
          <a:r>
            <a:rPr lang="en-US" altLang="zh-CN" sz="2300" kern="1200" dirty="0" smtClean="0"/>
            <a:t> and telemetry of DTS  </a:t>
          </a:r>
          <a:endParaRPr lang="zh-CN" altLang="en-US" sz="2300" kern="1200" dirty="0"/>
        </a:p>
      </dsp:txBody>
      <dsp:txXfrm rot="-5400000">
        <a:off x="2239130" y="1281604"/>
        <a:ext cx="5244608" cy="412886"/>
      </dsp:txXfrm>
    </dsp:sp>
    <dsp:sp modelId="{B6BC8131-068C-422E-BD0A-743D184796A9}">
      <dsp:nvSpPr>
        <dsp:cNvPr id="0" name=""/>
        <dsp:cNvSpPr/>
      </dsp:nvSpPr>
      <dsp:spPr>
        <a:xfrm>
          <a:off x="705245" y="1202072"/>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3</a:t>
          </a:r>
          <a:endParaRPr lang="zh-CN" altLang="en-US" sz="2900" kern="1200" dirty="0"/>
        </a:p>
      </dsp:txBody>
      <dsp:txXfrm>
        <a:off x="733165" y="1229992"/>
        <a:ext cx="1478045" cy="516107"/>
      </dsp:txXfrm>
    </dsp:sp>
    <dsp:sp modelId="{899E2C62-6850-483D-B87D-80F915B765B5}">
      <dsp:nvSpPr>
        <dsp:cNvPr id="0" name=""/>
        <dsp:cNvSpPr/>
      </dsp:nvSpPr>
      <dsp:spPr>
        <a:xfrm rot="5400000">
          <a:off x="4643823" y="-544880"/>
          <a:ext cx="457558" cy="5266944"/>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altLang="zh-CN" sz="2300" kern="1200" dirty="0" smtClean="0"/>
            <a:t>Order </a:t>
          </a:r>
          <a:r>
            <a:rPr lang="en-US" altLang="zh-CN" sz="2300" kern="1200" baseline="0" dirty="0" smtClean="0"/>
            <a:t>of operation</a:t>
          </a:r>
          <a:endParaRPr lang="zh-CN" altLang="en-US" sz="2300" kern="1200" dirty="0"/>
        </a:p>
      </dsp:txBody>
      <dsp:txXfrm rot="-5400000">
        <a:off x="2239130" y="1882149"/>
        <a:ext cx="5244608" cy="412886"/>
      </dsp:txXfrm>
    </dsp:sp>
    <dsp:sp modelId="{47F8267F-713F-4C7A-9053-6A592A3FC3C6}">
      <dsp:nvSpPr>
        <dsp:cNvPr id="0" name=""/>
        <dsp:cNvSpPr/>
      </dsp:nvSpPr>
      <dsp:spPr>
        <a:xfrm>
          <a:off x="705245" y="1802617"/>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4</a:t>
          </a:r>
          <a:endParaRPr lang="zh-CN" altLang="en-US" sz="2900" kern="1200" dirty="0"/>
        </a:p>
      </dsp:txBody>
      <dsp:txXfrm>
        <a:off x="733165" y="1830537"/>
        <a:ext cx="1478045" cy="516107"/>
      </dsp:txXfrm>
    </dsp:sp>
    <dsp:sp modelId="{9FA51810-A896-42F0-8549-217654593014}">
      <dsp:nvSpPr>
        <dsp:cNvPr id="0" name=""/>
        <dsp:cNvSpPr/>
      </dsp:nvSpPr>
      <dsp:spPr>
        <a:xfrm rot="5400000">
          <a:off x="4643823" y="55664"/>
          <a:ext cx="457558" cy="5266944"/>
        </a:xfrm>
        <a:prstGeom prst="round2SameRect">
          <a:avLst/>
        </a:prstGeom>
        <a:solidFill>
          <a:schemeClr val="accent1">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altLang="zh-CN" sz="2300" kern="1200" dirty="0" smtClean="0"/>
            <a:t>Important Notice</a:t>
          </a:r>
          <a:endParaRPr lang="zh-CN" altLang="en-US" sz="2300" kern="1200" dirty="0"/>
        </a:p>
      </dsp:txBody>
      <dsp:txXfrm rot="-5400000">
        <a:off x="2239130" y="2482693"/>
        <a:ext cx="5244608" cy="412886"/>
      </dsp:txXfrm>
    </dsp:sp>
    <dsp:sp modelId="{8D471BB1-EE3C-48B2-9A4F-A473204E59F7}">
      <dsp:nvSpPr>
        <dsp:cNvPr id="0" name=""/>
        <dsp:cNvSpPr/>
      </dsp:nvSpPr>
      <dsp:spPr>
        <a:xfrm>
          <a:off x="705245" y="2403162"/>
          <a:ext cx="153388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5</a:t>
          </a:r>
          <a:endParaRPr lang="zh-CN" altLang="en-US" sz="2900" kern="1200" dirty="0"/>
        </a:p>
      </dsp:txBody>
      <dsp:txXfrm>
        <a:off x="733165" y="2431082"/>
        <a:ext cx="1478045" cy="516107"/>
      </dsp:txXfrm>
    </dsp:sp>
    <dsp:sp modelId="{8D1B5D78-6BCA-4BFE-A54A-3FBFC91E4964}">
      <dsp:nvSpPr>
        <dsp:cNvPr id="0" name=""/>
        <dsp:cNvSpPr/>
      </dsp:nvSpPr>
      <dsp:spPr>
        <a:xfrm rot="5400000">
          <a:off x="4662103" y="656209"/>
          <a:ext cx="457558" cy="5266944"/>
        </a:xfrm>
        <a:prstGeom prst="round2SameRect">
          <a:avLst/>
        </a:prstGeom>
        <a:solidFill>
          <a:schemeClr val="accent2">
            <a:lumMod val="40000"/>
            <a:lumOff val="6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630" tIns="43815" rIns="87630" bIns="43815" numCol="1" spcCol="1270" anchor="ctr" anchorCtr="0">
          <a:noAutofit/>
        </a:bodyPr>
        <a:lstStyle/>
        <a:p>
          <a:pPr marL="228600" lvl="1" indent="-228600" algn="l" defTabSz="1022350">
            <a:lnSpc>
              <a:spcPct val="90000"/>
            </a:lnSpc>
            <a:spcBef>
              <a:spcPct val="0"/>
            </a:spcBef>
            <a:spcAft>
              <a:spcPct val="15000"/>
            </a:spcAft>
            <a:buChar char="••"/>
          </a:pPr>
          <a:r>
            <a:rPr lang="en-US" sz="2300" kern="1200" dirty="0" smtClean="0"/>
            <a:t>The Anomaly Operation </a:t>
          </a:r>
          <a:r>
            <a:rPr lang="en-US" altLang="zh-CN" sz="2300" kern="1200" dirty="0" smtClean="0"/>
            <a:t>in orbit</a:t>
          </a:r>
          <a:endParaRPr lang="zh-CN" altLang="en-US" sz="2300" kern="1200" dirty="0"/>
        </a:p>
      </dsp:txBody>
      <dsp:txXfrm rot="-5400000">
        <a:off x="2257410" y="3083238"/>
        <a:ext cx="5244608" cy="412886"/>
      </dsp:txXfrm>
    </dsp:sp>
    <dsp:sp modelId="{F1C0A150-5B65-409D-938A-4B749D41A0C9}">
      <dsp:nvSpPr>
        <dsp:cNvPr id="0" name=""/>
        <dsp:cNvSpPr/>
      </dsp:nvSpPr>
      <dsp:spPr>
        <a:xfrm>
          <a:off x="705245" y="3003707"/>
          <a:ext cx="1552165" cy="57194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lvl="0" algn="ctr" defTabSz="1289050">
            <a:lnSpc>
              <a:spcPct val="90000"/>
            </a:lnSpc>
            <a:spcBef>
              <a:spcPct val="0"/>
            </a:spcBef>
            <a:spcAft>
              <a:spcPct val="35000"/>
            </a:spcAft>
          </a:pPr>
          <a:r>
            <a:rPr lang="en-US" altLang="zh-CN" sz="2900" kern="1200" dirty="0" smtClean="0"/>
            <a:t>6</a:t>
          </a:r>
          <a:endParaRPr lang="zh-CN" altLang="en-US" sz="2900" kern="1200" dirty="0"/>
        </a:p>
      </dsp:txBody>
      <dsp:txXfrm>
        <a:off x="733165" y="3031627"/>
        <a:ext cx="1496325" cy="516107"/>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A22DA29-CCC5-4846-9B28-545A914610E2}" type="datetimeFigureOut">
              <a:rPr lang="zh-CN" altLang="en-US" smtClean="0"/>
              <a:pPr/>
              <a:t>2019/10/16</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A860109-53DF-457F-AED6-1BA9F3CD28FC}" type="slidenum">
              <a:rPr lang="zh-CN" altLang="en-US" smtClean="0"/>
              <a:pPr/>
              <a:t>‹#›</a:t>
            </a:fld>
            <a:endParaRPr lang="zh-CN" altLang="en-US"/>
          </a:p>
        </p:txBody>
      </p:sp>
    </p:spTree>
    <p:extLst>
      <p:ext uri="{BB962C8B-B14F-4D97-AF65-F5344CB8AC3E}">
        <p14:creationId xmlns:p14="http://schemas.microsoft.com/office/powerpoint/2010/main" val="3041589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D8E1AA-0947-4ECF-BF79-B825971169E5}" type="datetimeFigureOut">
              <a:rPr lang="zh-CN" altLang="en-US" smtClean="0"/>
              <a:pPr/>
              <a:t>2019/10/16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935D53-AD83-4E32-86F2-0C01B0AFA71E}" type="slidenum">
              <a:rPr lang="zh-CN" altLang="en-US" smtClean="0"/>
              <a:pPr/>
              <a:t>‹#›</a:t>
            </a:fld>
            <a:endParaRPr lang="zh-CN" altLang="en-US"/>
          </a:p>
        </p:txBody>
      </p:sp>
    </p:spTree>
    <p:extLst>
      <p:ext uri="{BB962C8B-B14F-4D97-AF65-F5344CB8AC3E}">
        <p14:creationId xmlns:p14="http://schemas.microsoft.com/office/powerpoint/2010/main" val="2124609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2"/>
          <a:srcRect b="4167"/>
          <a:stretch>
            <a:fillRect/>
          </a:stretch>
        </p:blipFill>
        <p:spPr>
          <a:xfrm>
            <a:off x="0" y="0"/>
            <a:ext cx="9144000" cy="5143500"/>
          </a:xfrm>
          <a:prstGeom prst="rect">
            <a:avLst/>
          </a:prstGeom>
        </p:spPr>
      </p:pic>
      <p:sp>
        <p:nvSpPr>
          <p:cNvPr id="3" name="副标题 2"/>
          <p:cNvSpPr>
            <a:spLocks noGrp="1"/>
          </p:cNvSpPr>
          <p:nvPr>
            <p:ph type="subTitle" idx="1" hasCustomPrompt="1"/>
          </p:nvPr>
        </p:nvSpPr>
        <p:spPr>
          <a:xfrm>
            <a:off x="2195736" y="3813888"/>
            <a:ext cx="4914912" cy="514356"/>
          </a:xfrm>
        </p:spPr>
        <p:txBody>
          <a:bodyPr>
            <a:noAutofit/>
          </a:bodyPr>
          <a:lstStyle>
            <a:lvl1pPr marL="0" indent="0" algn="ctr">
              <a:buNone/>
              <a:defRPr sz="3200" b="1" cap="none" spc="0">
                <a:ln>
                  <a:noFill/>
                </a:ln>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smtClean="0"/>
              <a:t>DFH SATELLITE </a:t>
            </a:r>
            <a:r>
              <a:rPr lang="en-US" altLang="zh-CN" dirty="0" err="1" smtClean="0"/>
              <a:t>Co.,Ltd</a:t>
            </a:r>
            <a:endParaRPr lang="zh-CN" altLang="en-US" dirty="0"/>
          </a:p>
        </p:txBody>
      </p:sp>
      <p:sp>
        <p:nvSpPr>
          <p:cNvPr id="15" name="标题 14"/>
          <p:cNvSpPr>
            <a:spLocks noGrp="1"/>
          </p:cNvSpPr>
          <p:nvPr>
            <p:ph type="title"/>
          </p:nvPr>
        </p:nvSpPr>
        <p:spPr>
          <a:xfrm>
            <a:off x="714348" y="1806936"/>
            <a:ext cx="7586658" cy="811995"/>
          </a:xfrm>
        </p:spPr>
        <p:txBody>
          <a:bodyPr>
            <a:normAutofit/>
          </a:bodyPr>
          <a:lstStyle>
            <a:lvl1pPr>
              <a:defRPr sz="4800">
                <a:solidFill>
                  <a:srgbClr val="002060"/>
                </a:solidFill>
                <a:effectLst>
                  <a:outerShdw blurRad="38100" dist="38100" dir="2700000" algn="tl">
                    <a:srgbClr val="000000">
                      <a:alpha val="43137"/>
                    </a:srgbClr>
                  </a:outerShdw>
                </a:effectLst>
              </a:defRPr>
            </a:lvl1pPr>
          </a:lstStyle>
          <a:p>
            <a:r>
              <a:rPr lang="zh-CN" altLang="en-US" dirty="0" smtClean="0"/>
              <a:t>单击此处编辑母版标题样式</a:t>
            </a:r>
            <a:endParaRPr lang="zh-CN" altLang="en-US" dirty="0"/>
          </a:p>
        </p:txBody>
      </p:sp>
      <p:pic>
        <p:nvPicPr>
          <p:cNvPr id="6" name="图片 5" descr="小卫星.gif"/>
          <p:cNvPicPr>
            <a:picLocks noChangeAspect="1"/>
          </p:cNvPicPr>
          <p:nvPr userDrawn="1"/>
        </p:nvPicPr>
        <p:blipFill>
          <a:blip r:embed="rId3"/>
          <a:stretch>
            <a:fillRect/>
          </a:stretch>
        </p:blipFill>
        <p:spPr>
          <a:xfrm rot="2940000">
            <a:off x="6740036" y="251736"/>
            <a:ext cx="1471124" cy="1231277"/>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6" name="页脚占位符 5"/>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7" name="灯片编号占位符 6"/>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pic>
        <p:nvPicPr>
          <p:cNvPr id="6" name="图片 5" descr="2938668_150805002142_2.jpg"/>
          <p:cNvPicPr>
            <a:picLocks noChangeAspect="1"/>
          </p:cNvPicPr>
          <p:nvPr userDrawn="1"/>
        </p:nvPicPr>
        <p:blipFill>
          <a:blip r:embed="rId2"/>
          <a:srcRect b="4167"/>
          <a:stretch>
            <a:fillRect/>
          </a:stretch>
        </p:blipFill>
        <p:spPr>
          <a:xfrm>
            <a:off x="0" y="0"/>
            <a:ext cx="9144000" cy="5143500"/>
          </a:xfrm>
          <a:prstGeom prst="rect">
            <a:avLst/>
          </a:prstGeom>
        </p:spPr>
      </p:pic>
      <p:pic>
        <p:nvPicPr>
          <p:cNvPr id="13" name="图片 12" descr="小卫星.gif"/>
          <p:cNvPicPr>
            <a:picLocks noChangeAspect="1"/>
          </p:cNvPicPr>
          <p:nvPr userDrawn="1"/>
        </p:nvPicPr>
        <p:blipFill>
          <a:blip r:embed="rId3"/>
          <a:stretch>
            <a:fillRect/>
          </a:stretch>
        </p:blipFill>
        <p:spPr>
          <a:xfrm rot="2940000">
            <a:off x="6740036" y="251736"/>
            <a:ext cx="1471124" cy="1231277"/>
          </a:xfrm>
          <a:prstGeom prst="rect">
            <a:avLst/>
          </a:prstGeom>
        </p:spPr>
      </p:pic>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7"/>
          <a:srcRect t="10773" b="69020"/>
          <a:stretch>
            <a:fillRect/>
          </a:stretch>
        </p:blipFill>
        <p:spPr>
          <a:xfrm>
            <a:off x="0" y="0"/>
            <a:ext cx="9144000" cy="910817"/>
          </a:xfrm>
          <a:prstGeom prst="rect">
            <a:avLst/>
          </a:prstGeom>
        </p:spPr>
      </p:pic>
      <p:sp>
        <p:nvSpPr>
          <p:cNvPr id="2" name="标题占位符 1"/>
          <p:cNvSpPr>
            <a:spLocks noGrp="1"/>
          </p:cNvSpPr>
          <p:nvPr>
            <p:ph type="title"/>
          </p:nvPr>
        </p:nvSpPr>
        <p:spPr>
          <a:xfrm>
            <a:off x="457200" y="205979"/>
            <a:ext cx="8229600" cy="811995"/>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017974"/>
            <a:ext cx="8229600" cy="3576649"/>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5" name="页脚占位符 4"/>
          <p:cNvSpPr>
            <a:spLocks noGrp="1"/>
          </p:cNvSpPr>
          <p:nvPr>
            <p:ph type="ftr" sz="quarter" idx="3"/>
          </p:nvPr>
        </p:nvSpPr>
        <p:spPr>
          <a:xfrm>
            <a:off x="971600" y="4769644"/>
            <a:ext cx="6480720" cy="272669"/>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4"/>
          </p:nvPr>
        </p:nvSpPr>
        <p:spPr>
          <a:xfrm>
            <a:off x="7884368" y="4767263"/>
            <a:ext cx="802432" cy="273844"/>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latin typeface="微软雅黑" pitchFamily="34" charset="-122"/>
                <a:ea typeface="微软雅黑" pitchFamily="34" charset="-122"/>
              </a:rPr>
              <a:t>PAGE</a:t>
            </a:r>
            <a:r>
              <a:rPr lang="zh-CN" altLang="en-US" sz="1050" dirty="0" smtClean="0"/>
              <a:t> </a:t>
            </a:r>
            <a:fld id="{E1EFCB46-C834-4067-A327-0EA79FD50686}" type="slidenum">
              <a:rPr lang="zh-CN" altLang="en-US" sz="1050" smtClean="0"/>
              <a:pPr/>
              <a:t>‹#›</a:t>
            </a:fld>
            <a:r>
              <a:rPr lang="zh-CN" altLang="en-US" dirty="0" smtClean="0"/>
              <a:t> </a:t>
            </a:r>
            <a:endParaRPr lang="zh-CN" altLang="en-US" dirty="0">
              <a:latin typeface="微软雅黑" pitchFamily="34" charset="-122"/>
              <a:ea typeface="微软雅黑" pitchFamily="34" charset="-122"/>
            </a:endParaRPr>
          </a:p>
        </p:txBody>
      </p:sp>
      <p:pic>
        <p:nvPicPr>
          <p:cNvPr id="8" name="图片 7" descr="2938668_150805002142_2.jpg"/>
          <p:cNvPicPr>
            <a:picLocks noChangeAspect="1"/>
          </p:cNvPicPr>
          <p:nvPr userDrawn="1"/>
        </p:nvPicPr>
        <p:blipFill>
          <a:blip r:embed="rId7"/>
          <a:srcRect t="52304" b="41753"/>
          <a:stretch>
            <a:fillRect/>
          </a:stretch>
        </p:blipFill>
        <p:spPr>
          <a:xfrm>
            <a:off x="0" y="5036361"/>
            <a:ext cx="9144000" cy="241094"/>
          </a:xfrm>
          <a:prstGeom prst="rect">
            <a:avLst/>
          </a:prstGeom>
        </p:spPr>
      </p:pic>
      <p:pic>
        <p:nvPicPr>
          <p:cNvPr id="12" name="图片 11" descr="小卫星.gif"/>
          <p:cNvPicPr>
            <a:picLocks noChangeAspect="1"/>
          </p:cNvPicPr>
          <p:nvPr userDrawn="1"/>
        </p:nvPicPr>
        <p:blipFill>
          <a:blip r:embed="rId8"/>
          <a:stretch>
            <a:fillRect/>
          </a:stretch>
        </p:blipFill>
        <p:spPr>
          <a:xfrm rot="2940000">
            <a:off x="7901405" y="67538"/>
            <a:ext cx="735105" cy="615256"/>
          </a:xfrm>
          <a:prstGeom prst="rect">
            <a:avLst/>
          </a:prstGeom>
        </p:spPr>
      </p:pic>
      <p:pic>
        <p:nvPicPr>
          <p:cNvPr id="16" name="图片 15"/>
          <p:cNvPicPr>
            <a:picLocks noChangeAspect="1"/>
          </p:cNvPicPr>
          <p:nvPr userDrawn="1"/>
        </p:nvPicPr>
        <p:blipFill rotWithShape="1">
          <a:blip r:embed="rId9" cstate="print">
            <a:extLst>
              <a:ext uri="{28A0092B-C50C-407E-A947-70E740481C1C}">
                <a14:useLocalDpi xmlns:a14="http://schemas.microsoft.com/office/drawing/2010/main" val="0"/>
              </a:ext>
            </a:extLst>
          </a:blip>
          <a:srcRect b="34726"/>
          <a:stretch/>
        </p:blipFill>
        <p:spPr>
          <a:xfrm>
            <a:off x="171892" y="4754850"/>
            <a:ext cx="432048" cy="25898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7" r:id="rId4"/>
    <p:sldLayoutId id="2147483654" r:id="rId5"/>
  </p:sldLayoutIdLst>
  <p:timing>
    <p:tnLst>
      <p:par>
        <p:cTn id="1" dur="indefinite" restart="never" nodeType="tmRoot"/>
      </p:par>
    </p:tnLst>
  </p:timing>
  <p:hf hdr="0"/>
  <p:txStyles>
    <p:title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p:titleStyle>
    <p:bodyStyle>
      <a:lvl1pPr marL="342900" indent="-342900" algn="l" defTabSz="914400" rtl="0" eaLnBrk="1" latinLnBrk="0" hangingPunct="1">
        <a:lnSpc>
          <a:spcPct val="150000"/>
        </a:lnSpc>
        <a:spcBef>
          <a:spcPts val="0"/>
        </a:spcBef>
        <a:buFont typeface="Arial" pitchFamily="34" charset="0"/>
        <a:buChar char="•"/>
        <a:defRPr sz="3200" b="1" kern="1200">
          <a:solidFill>
            <a:schemeClr val="tx1">
              <a:lumMod val="75000"/>
              <a:lumOff val="25000"/>
            </a:schemeClr>
          </a:solidFill>
          <a:latin typeface="微软雅黑" pitchFamily="34" charset="-122"/>
          <a:ea typeface="微软雅黑" pitchFamily="34" charset="-122"/>
          <a:cs typeface="+mn-cs"/>
        </a:defRPr>
      </a:lvl1pPr>
      <a:lvl2pPr marL="742950" indent="-285750" algn="l" defTabSz="914400" rtl="0" eaLnBrk="1" latinLnBrk="0" hangingPunct="1">
        <a:lnSpc>
          <a:spcPct val="150000"/>
        </a:lnSpc>
        <a:spcBef>
          <a:spcPts val="0"/>
        </a:spcBef>
        <a:buFont typeface="Arial" pitchFamily="34" charset="0"/>
        <a:buChar char="–"/>
        <a:defRPr sz="2800" b="1" kern="1200">
          <a:solidFill>
            <a:schemeClr val="tx1">
              <a:lumMod val="75000"/>
              <a:lumOff val="25000"/>
            </a:schemeClr>
          </a:solidFill>
          <a:latin typeface="微软雅黑" pitchFamily="34" charset="-122"/>
          <a:ea typeface="微软雅黑" pitchFamily="34" charset="-122"/>
          <a:cs typeface="+mn-cs"/>
        </a:defRPr>
      </a:lvl2pPr>
      <a:lvl3pPr marL="1143000" indent="-228600" algn="l" defTabSz="914400" rtl="0" eaLnBrk="1" latinLnBrk="0" hangingPunct="1">
        <a:lnSpc>
          <a:spcPct val="150000"/>
        </a:lnSpc>
        <a:spcBef>
          <a:spcPts val="0"/>
        </a:spcBef>
        <a:buFont typeface="Arial" pitchFamily="34" charset="0"/>
        <a:buChar char="•"/>
        <a:defRPr sz="2400" b="1" kern="1200">
          <a:solidFill>
            <a:schemeClr val="tx1">
              <a:lumMod val="75000"/>
              <a:lumOff val="25000"/>
            </a:schemeClr>
          </a:solidFill>
          <a:latin typeface="微软雅黑" pitchFamily="34" charset="-122"/>
          <a:ea typeface="微软雅黑" pitchFamily="34" charset="-122"/>
          <a:cs typeface="+mn-cs"/>
        </a:defRPr>
      </a:lvl3pPr>
      <a:lvl4pPr marL="16002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4pPr>
      <a:lvl5pPr marL="20574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2.xml.rels><?xml version="1.0" encoding="UTF-8" standalone="yes"?>
<Relationships xmlns="http://schemas.openxmlformats.org/package/2006/relationships"><Relationship Id="rId8" Type="http://schemas.openxmlformats.org/officeDocument/2006/relationships/diagramLayout" Target="../diagrams/layout6.xml"/><Relationship Id="rId13" Type="http://schemas.openxmlformats.org/officeDocument/2006/relationships/diagramLayout" Target="../diagrams/layout7.xml"/><Relationship Id="rId3" Type="http://schemas.openxmlformats.org/officeDocument/2006/relationships/diagramLayout" Target="../diagrams/layout5.xml"/><Relationship Id="rId7" Type="http://schemas.openxmlformats.org/officeDocument/2006/relationships/diagramData" Target="../diagrams/data6.xml"/><Relationship Id="rId12" Type="http://schemas.openxmlformats.org/officeDocument/2006/relationships/diagramData" Target="../diagrams/data7.xml"/><Relationship Id="rId2" Type="http://schemas.openxmlformats.org/officeDocument/2006/relationships/diagramData" Target="../diagrams/data5.xml"/><Relationship Id="rId16" Type="http://schemas.microsoft.com/office/2007/relationships/diagramDrawing" Target="../diagrams/drawing7.xml"/><Relationship Id="rId1" Type="http://schemas.openxmlformats.org/officeDocument/2006/relationships/slideLayout" Target="../slideLayouts/slideLayout2.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5" Type="http://schemas.openxmlformats.org/officeDocument/2006/relationships/diagramColors" Target="../diagrams/colors7.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 Id="rId14" Type="http://schemas.openxmlformats.org/officeDocument/2006/relationships/diagramQuickStyle" Target="../diagrams/quickStyle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195736" y="3597864"/>
            <a:ext cx="4914912" cy="1134126"/>
          </a:xfrm>
        </p:spPr>
        <p:txBody>
          <a:bodyPr/>
          <a:lstStyle/>
          <a:p>
            <a:r>
              <a:rPr lang="en-US" altLang="zh-CN" sz="2000" dirty="0" smtClean="0">
                <a:solidFill>
                  <a:schemeClr val="bg1"/>
                </a:solidFill>
                <a:effectLst>
                  <a:outerShdw blurRad="38100" dist="38100" dir="2700000" algn="tl">
                    <a:srgbClr val="000000">
                      <a:alpha val="43137"/>
                    </a:srgbClr>
                  </a:outerShdw>
                </a:effectLst>
              </a:rPr>
              <a:t>    DFH </a:t>
            </a:r>
            <a:r>
              <a:rPr lang="en-US" altLang="zh-CN" sz="2000" dirty="0">
                <a:solidFill>
                  <a:schemeClr val="bg1"/>
                </a:solidFill>
                <a:effectLst>
                  <a:outerShdw blurRad="38100" dist="38100" dir="2700000" algn="tl">
                    <a:srgbClr val="000000">
                      <a:alpha val="43137"/>
                    </a:srgbClr>
                  </a:outerShdw>
                </a:effectLst>
              </a:rPr>
              <a:t>SATELLITE </a:t>
            </a:r>
            <a:r>
              <a:rPr lang="en-US" altLang="zh-CN" sz="2000" dirty="0" smtClean="0">
                <a:solidFill>
                  <a:schemeClr val="bg1"/>
                </a:solidFill>
                <a:effectLst>
                  <a:outerShdw blurRad="38100" dist="38100" dir="2700000" algn="tl">
                    <a:srgbClr val="000000">
                      <a:alpha val="43137"/>
                    </a:srgbClr>
                  </a:outerShdw>
                </a:effectLst>
              </a:rPr>
              <a:t>CO., LTD.</a:t>
            </a:r>
          </a:p>
          <a:p>
            <a:r>
              <a:rPr lang="en-US" altLang="zh-CN" sz="2000" dirty="0" smtClean="0"/>
              <a:t>     Oct, </a:t>
            </a:r>
            <a:r>
              <a:rPr lang="en-US" altLang="zh-CN" sz="2000" dirty="0" smtClean="0">
                <a:solidFill>
                  <a:schemeClr val="bg1"/>
                </a:solidFill>
                <a:effectLst>
                  <a:outerShdw blurRad="38100" dist="38100" dir="2700000" algn="tl">
                    <a:srgbClr val="000000">
                      <a:alpha val="43137"/>
                    </a:srgbClr>
                  </a:outerShdw>
                </a:effectLst>
              </a:rPr>
              <a:t>2019</a:t>
            </a:r>
          </a:p>
          <a:p>
            <a:endParaRPr lang="zh-CN" altLang="en-US" dirty="0"/>
          </a:p>
          <a:p>
            <a:endParaRPr lang="zh-CN" altLang="en-US" dirty="0"/>
          </a:p>
        </p:txBody>
      </p:sp>
      <p:sp>
        <p:nvSpPr>
          <p:cNvPr id="3" name="标题 2"/>
          <p:cNvSpPr>
            <a:spLocks noGrp="1"/>
          </p:cNvSpPr>
          <p:nvPr>
            <p:ph type="title"/>
          </p:nvPr>
        </p:nvSpPr>
        <p:spPr>
          <a:xfrm>
            <a:off x="714348" y="1329612"/>
            <a:ext cx="7586658" cy="1566174"/>
          </a:xfrm>
        </p:spPr>
        <p:txBody>
          <a:bodyPr>
            <a:normAutofit/>
          </a:bodyPr>
          <a:lstStyle/>
          <a:p>
            <a:r>
              <a:rPr lang="en-US" altLang="zh-CN" sz="4000" dirty="0" smtClean="0">
                <a:solidFill>
                  <a:srgbClr val="002060"/>
                </a:solidFill>
                <a:effectLst>
                  <a:outerShdw blurRad="38100" dist="38100" dir="2700000" algn="tl">
                    <a:srgbClr val="000000">
                      <a:alpha val="43137"/>
                    </a:srgbClr>
                  </a:outerShdw>
                </a:effectLst>
              </a:rPr>
              <a:t>ETRSS-1 </a:t>
            </a:r>
            <a:r>
              <a:rPr lang="en-US" sz="4000" dirty="0" smtClean="0"/>
              <a:t>DTS In orbit operation instructions</a:t>
            </a:r>
            <a:endParaRPr lang="zh-CN" altLang="en-US" sz="4000"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52973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solidFill>
                  <a:schemeClr val="bg1">
                    <a:lumMod val="65000"/>
                  </a:schemeClr>
                </a:solidFill>
              </a:rPr>
              <a:t>CONTENTS</a:t>
            </a:r>
            <a:r>
              <a:rPr lang="zh-CN" altLang="en-US" dirty="0" smtClean="0"/>
              <a:t/>
            </a:r>
            <a:br>
              <a:rPr lang="zh-CN" altLang="en-US" dirty="0" smtClean="0"/>
            </a:br>
            <a:endParaRPr lang="zh-CN" altLang="en-US" dirty="0"/>
          </a:p>
        </p:txBody>
      </p:sp>
      <p:graphicFrame>
        <p:nvGraphicFramePr>
          <p:cNvPr id="6" name="内容占位符 5"/>
          <p:cNvGraphicFramePr>
            <a:graphicFrameLocks noGrp="1"/>
          </p:cNvGraphicFramePr>
          <p:nvPr>
            <p:ph idx="1"/>
            <p:extLst>
              <p:ext uri="{D42A27DB-BD31-4B8C-83A1-F6EECF244321}">
                <p14:modId xmlns:p14="http://schemas.microsoft.com/office/powerpoint/2010/main" val="1214922822"/>
              </p:ext>
            </p:extLst>
          </p:nvPr>
        </p:nvGraphicFramePr>
        <p:xfrm>
          <a:off x="457200" y="1234009"/>
          <a:ext cx="7787208" cy="32099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866183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a:t>
            </a:fld>
            <a:r>
              <a:rPr lang="zh-CN" altLang="en-US" smtClean="0"/>
              <a:t> </a:t>
            </a:r>
            <a:endParaRPr lang="zh-CN" altLang="en-US" dirty="0">
              <a:latin typeface="微软雅黑" pitchFamily="34" charset="-122"/>
              <a:ea typeface="微软雅黑" pitchFamily="34" charset="-122"/>
            </a:endParaRPr>
          </a:p>
        </p:txBody>
      </p:sp>
      <p:sp>
        <p:nvSpPr>
          <p:cNvPr id="6" name="标题 1"/>
          <p:cNvSpPr>
            <a:spLocks noGrp="1"/>
          </p:cNvSpPr>
          <p:nvPr>
            <p:ph type="title"/>
          </p:nvPr>
        </p:nvSpPr>
        <p:spPr>
          <a:xfrm>
            <a:off x="-142908" y="53561"/>
            <a:ext cx="8229600" cy="811995"/>
          </a:xfrm>
        </p:spPr>
        <p:txBody>
          <a:bodyPr>
            <a:normAutofit/>
          </a:bodyPr>
          <a:lstStyle/>
          <a:p>
            <a:pPr lvl="0"/>
            <a:r>
              <a:rPr lang="en-US" altLang="zh-CN" sz="3200" dirty="0" smtClean="0"/>
              <a:t>1 </a:t>
            </a:r>
            <a:r>
              <a:rPr lang="gsw-FR" altLang="zh-CN" sz="3200" dirty="0" smtClean="0"/>
              <a:t>Composition</a:t>
            </a:r>
            <a:r>
              <a:rPr lang="en-US" altLang="zh-CN" sz="3200" dirty="0" smtClean="0"/>
              <a:t> and function of DTS</a:t>
            </a:r>
            <a:endParaRPr lang="zh-CN" altLang="en-US" sz="3200" dirty="0"/>
          </a:p>
        </p:txBody>
      </p:sp>
      <p:sp>
        <p:nvSpPr>
          <p:cNvPr id="7" name="内容占位符 2"/>
          <p:cNvSpPr>
            <a:spLocks noGrp="1"/>
          </p:cNvSpPr>
          <p:nvPr>
            <p:ph idx="1"/>
          </p:nvPr>
        </p:nvSpPr>
        <p:spPr/>
        <p:txBody>
          <a:bodyPr>
            <a:normAutofit/>
          </a:bodyPr>
          <a:lstStyle/>
          <a:p>
            <a:pPr algn="just">
              <a:buFont typeface="Wingdings" pitchFamily="2" charset="2"/>
              <a:buChar char="u"/>
            </a:pPr>
            <a:r>
              <a:rPr lang="en-US" altLang="zh-CN" sz="2400" b="0" dirty="0" smtClean="0">
                <a:latin typeface="Times New Roman" pitchFamily="18" charset="0"/>
                <a:cs typeface="Times New Roman" pitchFamily="18" charset="0"/>
              </a:rPr>
              <a:t>Data Transmission Subsystem is an important subsystem of ETRSS-1 satellite. It receives and processes data from camera, then transmitting the data to ground station. The transmission mate is up to 100Mbps. </a:t>
            </a:r>
          </a:p>
          <a:p>
            <a:pPr algn="just">
              <a:buFont typeface="Wingdings" pitchFamily="2" charset="2"/>
              <a:buChar char="u"/>
            </a:pPr>
            <a:r>
              <a:rPr lang="en-US" altLang="zh-CN" sz="2400" b="0" dirty="0" smtClean="0">
                <a:latin typeface="Times New Roman" pitchFamily="18" charset="0"/>
                <a:cs typeface="Times New Roman" pitchFamily="18" charset="0"/>
              </a:rPr>
              <a:t>The DTS is composed of the three parts:</a:t>
            </a:r>
            <a:r>
              <a:rPr lang="en-US" sz="2400" b="0" dirty="0" smtClean="0"/>
              <a:t> </a:t>
            </a:r>
            <a:r>
              <a:rPr lang="en-US" altLang="zh-CN" sz="2400" b="0" dirty="0" smtClean="0">
                <a:latin typeface="Times New Roman" pitchFamily="18" charset="0"/>
                <a:cs typeface="Times New Roman" pitchFamily="18" charset="0"/>
              </a:rPr>
              <a:t>DTS integrated transmission machine, phased-array antenna and coaxial cable.</a:t>
            </a:r>
          </a:p>
          <a:p>
            <a:pPr algn="just">
              <a:buFont typeface="Wingdings" pitchFamily="2" charset="2"/>
              <a:buChar char="u"/>
            </a:pPr>
            <a:endParaRPr lang="zh-CN" altLang="en-US" sz="20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内容占位符 5"/>
          <p:cNvGraphicFramePr>
            <a:graphicFrameLocks noGrp="1"/>
          </p:cNvGraphicFramePr>
          <p:nvPr>
            <p:ph idx="1"/>
          </p:nvPr>
        </p:nvGraphicFramePr>
        <p:xfrm>
          <a:off x="1071538" y="1071552"/>
          <a:ext cx="7072362" cy="1615868"/>
        </p:xfrm>
        <a:graphic>
          <a:graphicData uri="http://schemas.openxmlformats.org/drawingml/2006/table">
            <a:tbl>
              <a:tblPr firstRow="1" bandRow="1">
                <a:tableStyleId>{5C22544A-7EE6-4342-B048-85BDC9FD1C3A}</a:tableStyleId>
              </a:tblPr>
              <a:tblGrid>
                <a:gridCol w="723481">
                  <a:extLst>
                    <a:ext uri="{9D8B030D-6E8A-4147-A177-3AD203B41FA5}">
                      <a16:colId xmlns:a16="http://schemas.microsoft.com/office/drawing/2014/main" val="20000"/>
                    </a:ext>
                  </a:extLst>
                </a:gridCol>
                <a:gridCol w="2608969">
                  <a:extLst>
                    <a:ext uri="{9D8B030D-6E8A-4147-A177-3AD203B41FA5}">
                      <a16:colId xmlns:a16="http://schemas.microsoft.com/office/drawing/2014/main" val="20001"/>
                    </a:ext>
                  </a:extLst>
                </a:gridCol>
                <a:gridCol w="1869956">
                  <a:extLst>
                    <a:ext uri="{9D8B030D-6E8A-4147-A177-3AD203B41FA5}">
                      <a16:colId xmlns:a16="http://schemas.microsoft.com/office/drawing/2014/main" val="20002"/>
                    </a:ext>
                  </a:extLst>
                </a:gridCol>
                <a:gridCol w="1869956">
                  <a:extLst>
                    <a:ext uri="{9D8B030D-6E8A-4147-A177-3AD203B41FA5}">
                      <a16:colId xmlns:a16="http://schemas.microsoft.com/office/drawing/2014/main" val="20003"/>
                    </a:ext>
                  </a:extLst>
                </a:gridCol>
              </a:tblGrid>
              <a:tr h="570852">
                <a:tc>
                  <a:txBody>
                    <a:bodyPr/>
                    <a:lstStyle/>
                    <a:p>
                      <a:pPr algn="ctr">
                        <a:spcAft>
                          <a:spcPts val="0"/>
                        </a:spcAft>
                      </a:pPr>
                      <a:r>
                        <a:rPr lang="x-none" sz="1200" b="1" kern="100" dirty="0">
                          <a:latin typeface="Times New Roman"/>
                          <a:ea typeface="宋体"/>
                          <a:cs typeface="Times New Roman"/>
                        </a:rPr>
                        <a:t>No</a:t>
                      </a:r>
                      <a:endParaRPr lang="zh-CN" sz="1200" b="1" kern="100" dirty="0">
                        <a:latin typeface="Times New Roman"/>
                        <a:ea typeface="宋体"/>
                        <a:cs typeface="Times New Roman"/>
                      </a:endParaRPr>
                    </a:p>
                  </a:txBody>
                  <a:tcPr marL="68580" marR="68580" marT="0" marB="0" anchor="ctr"/>
                </a:tc>
                <a:tc>
                  <a:txBody>
                    <a:bodyPr/>
                    <a:lstStyle/>
                    <a:p>
                      <a:pPr algn="ctr">
                        <a:spcAft>
                          <a:spcPts val="0"/>
                        </a:spcAft>
                      </a:pPr>
                      <a:r>
                        <a:rPr lang="x-none" sz="1200" b="1" kern="100">
                          <a:latin typeface="Times New Roman"/>
                          <a:ea typeface="宋体"/>
                          <a:cs typeface="Times New Roman"/>
                        </a:rPr>
                        <a:t>Device Name</a:t>
                      </a:r>
                      <a:endParaRPr lang="zh-CN" sz="1200" b="1" kern="100">
                        <a:latin typeface="Times New Roman"/>
                        <a:ea typeface="宋体"/>
                        <a:cs typeface="Times New Roman"/>
                      </a:endParaRPr>
                    </a:p>
                  </a:txBody>
                  <a:tcPr marL="68580" marR="68580" marT="0" marB="0" anchor="ctr"/>
                </a:tc>
                <a:tc>
                  <a:txBody>
                    <a:bodyPr/>
                    <a:lstStyle/>
                    <a:p>
                      <a:pPr algn="ctr">
                        <a:spcAft>
                          <a:spcPts val="0"/>
                        </a:spcAft>
                      </a:pPr>
                      <a:r>
                        <a:rPr lang="en-US" sz="1200" b="1" kern="100">
                          <a:latin typeface="Times New Roman"/>
                          <a:ea typeface="宋体"/>
                          <a:cs typeface="Times New Roman"/>
                        </a:rPr>
                        <a:t>Device</a:t>
                      </a:r>
                      <a:r>
                        <a:rPr lang="x-none" sz="1200" b="1" kern="100">
                          <a:latin typeface="Times New Roman"/>
                          <a:ea typeface="宋体"/>
                          <a:cs typeface="Times New Roman"/>
                        </a:rPr>
                        <a:t> Number</a:t>
                      </a:r>
                      <a:endParaRPr lang="zh-CN" sz="1200" b="1" kern="100">
                        <a:latin typeface="Times New Roman"/>
                        <a:ea typeface="宋体"/>
                        <a:cs typeface="Times New Roman"/>
                      </a:endParaRPr>
                    </a:p>
                  </a:txBody>
                  <a:tcPr marL="68580" marR="68580" marT="0" marB="0" anchor="ctr"/>
                </a:tc>
                <a:tc>
                  <a:txBody>
                    <a:bodyPr/>
                    <a:lstStyle/>
                    <a:p>
                      <a:pPr algn="ctr">
                        <a:spcAft>
                          <a:spcPts val="0"/>
                        </a:spcAft>
                      </a:pPr>
                      <a:r>
                        <a:rPr lang="x-none" sz="1200" b="1" kern="100" dirty="0">
                          <a:latin typeface="Times New Roman"/>
                          <a:ea typeface="宋体"/>
                          <a:cs typeface="Times New Roman"/>
                        </a:rPr>
                        <a:t>Quantity of FM (piece/set)</a:t>
                      </a:r>
                      <a:endParaRPr lang="zh-CN" sz="1200" b="1" kern="100" dirty="0">
                        <a:latin typeface="Times New Roman"/>
                        <a:ea typeface="宋体"/>
                        <a:cs typeface="Times New Roman"/>
                      </a:endParaRPr>
                    </a:p>
                  </a:txBody>
                  <a:tcPr marL="68580" marR="68580" marT="0" marB="0" anchor="ctr"/>
                </a:tc>
                <a:extLst>
                  <a:ext uri="{0D108BD9-81ED-4DB2-BD59-A6C34878D82A}">
                    <a16:rowId xmlns:a16="http://schemas.microsoft.com/office/drawing/2014/main" val="10000"/>
                  </a:ext>
                </a:extLst>
              </a:tr>
              <a:tr h="365760">
                <a:tc>
                  <a:txBody>
                    <a:bodyPr/>
                    <a:lstStyle/>
                    <a:p>
                      <a:pPr marL="0" algn="ctr" defTabSz="914400" rtl="0" eaLnBrk="1" latinLnBrk="0" hangingPunct="1">
                        <a:spcAft>
                          <a:spcPts val="0"/>
                        </a:spcAft>
                      </a:pPr>
                      <a:r>
                        <a:rPr lang="x-none" sz="1200" b="1" kern="100" dirty="0">
                          <a:solidFill>
                            <a:srgbClr val="000000"/>
                          </a:solidFill>
                          <a:latin typeface="Times New Roman"/>
                          <a:ea typeface="宋体"/>
                          <a:cs typeface="Times New Roman"/>
                        </a:rPr>
                        <a:t> </a:t>
                      </a:r>
                      <a:r>
                        <a:rPr lang="en-US" sz="1200" b="1" kern="100" dirty="0" smtClean="0">
                          <a:solidFill>
                            <a:srgbClr val="000000"/>
                          </a:solidFill>
                          <a:latin typeface="Times New Roman"/>
                          <a:ea typeface="宋体"/>
                          <a:cs typeface="Times New Roman"/>
                        </a:rPr>
                        <a:t>1</a:t>
                      </a:r>
                      <a:endParaRPr lang="zh-CN" sz="1200" b="1" kern="100" dirty="0">
                        <a:solidFill>
                          <a:srgbClr val="000000"/>
                        </a:solidFill>
                        <a:latin typeface="Times New Roman"/>
                        <a:ea typeface="宋体"/>
                        <a:cs typeface="Times New Roman"/>
                      </a:endParaRPr>
                    </a:p>
                  </a:txBody>
                  <a:tcPr marL="68580" marR="68580" marT="0" marB="0" anchor="ctr"/>
                </a:tc>
                <a:tc>
                  <a:txBody>
                    <a:bodyPr/>
                    <a:lstStyle/>
                    <a:p>
                      <a:pPr marL="0" algn="ctr" defTabSz="914400" rtl="0" eaLnBrk="1" latinLnBrk="0" hangingPunct="1">
                        <a:spcAft>
                          <a:spcPts val="0"/>
                        </a:spcAft>
                      </a:pPr>
                      <a:r>
                        <a:rPr lang="en-US" altLang="zh-CN" sz="1200" b="1" kern="100" dirty="0" smtClean="0">
                          <a:solidFill>
                            <a:srgbClr val="000000"/>
                          </a:solidFill>
                          <a:latin typeface="Times New Roman"/>
                          <a:ea typeface="宋体"/>
                          <a:cs typeface="Times New Roman"/>
                        </a:rPr>
                        <a:t>Integrated transmission machine</a:t>
                      </a:r>
                      <a:endParaRPr lang="zh-CN" sz="1200" b="1" kern="100" dirty="0">
                        <a:solidFill>
                          <a:srgbClr val="000000"/>
                        </a:solidFill>
                        <a:latin typeface="Times New Roman"/>
                        <a:ea typeface="宋体"/>
                        <a:cs typeface="Times New Roman"/>
                      </a:endParaRPr>
                    </a:p>
                  </a:txBody>
                  <a:tcPr marL="68580" marR="68580" marT="0" marB="0" anchor="ctr"/>
                </a:tc>
                <a:tc>
                  <a:txBody>
                    <a:bodyPr/>
                    <a:lstStyle/>
                    <a:p>
                      <a:pPr algn="ctr">
                        <a:spcAft>
                          <a:spcPts val="0"/>
                        </a:spcAft>
                      </a:pPr>
                      <a:r>
                        <a:rPr lang="en-US" sz="1200" b="1" kern="0" dirty="0">
                          <a:solidFill>
                            <a:srgbClr val="000000"/>
                          </a:solidFill>
                          <a:latin typeface="Times New Roman"/>
                          <a:ea typeface="宋体"/>
                          <a:cs typeface="Times New Roman"/>
                        </a:rPr>
                        <a:t>ETRSSA01-1</a:t>
                      </a:r>
                      <a:endParaRPr lang="zh-CN" sz="1200" b="1" kern="100" dirty="0">
                        <a:latin typeface="Times New Roman"/>
                        <a:ea typeface="宋体"/>
                        <a:cs typeface="Times New Roman"/>
                      </a:endParaRPr>
                    </a:p>
                  </a:txBody>
                  <a:tcPr marL="68580" marR="68580" marT="0" marB="0" anchor="ctr"/>
                </a:tc>
                <a:tc>
                  <a:txBody>
                    <a:bodyPr/>
                    <a:lstStyle/>
                    <a:p>
                      <a:pPr algn="ctr">
                        <a:spcAft>
                          <a:spcPts val="0"/>
                        </a:spcAft>
                      </a:pPr>
                      <a:r>
                        <a:rPr lang="en-US" sz="1200" b="1" kern="100" dirty="0">
                          <a:solidFill>
                            <a:srgbClr val="000000"/>
                          </a:solidFill>
                          <a:latin typeface="Times New Roman"/>
                          <a:ea typeface="宋体"/>
                          <a:cs typeface="Times New Roman"/>
                        </a:rPr>
                        <a:t>1</a:t>
                      </a:r>
                      <a:endParaRPr lang="zh-CN" sz="1200" b="1" kern="100" dirty="0">
                        <a:latin typeface="Times New Roman"/>
                        <a:ea typeface="宋体"/>
                        <a:cs typeface="Times New Roman"/>
                      </a:endParaRPr>
                    </a:p>
                  </a:txBody>
                  <a:tcPr marL="68580" marR="68580" marT="0" marB="0" anchor="ctr"/>
                </a:tc>
                <a:extLst>
                  <a:ext uri="{0D108BD9-81ED-4DB2-BD59-A6C34878D82A}">
                    <a16:rowId xmlns:a16="http://schemas.microsoft.com/office/drawing/2014/main" val="10001"/>
                  </a:ext>
                </a:extLst>
              </a:tr>
              <a:tr h="339628">
                <a:tc>
                  <a:txBody>
                    <a:bodyPr/>
                    <a:lstStyle/>
                    <a:p>
                      <a:pPr marL="0" algn="ctr" defTabSz="914400" rtl="0" eaLnBrk="1" latinLnBrk="0" hangingPunct="1">
                        <a:spcAft>
                          <a:spcPts val="0"/>
                        </a:spcAft>
                      </a:pPr>
                      <a:r>
                        <a:rPr lang="en-US" sz="1200" b="1" kern="100" dirty="0" smtClean="0">
                          <a:solidFill>
                            <a:srgbClr val="000000"/>
                          </a:solidFill>
                          <a:latin typeface="Times New Roman"/>
                          <a:ea typeface="宋体"/>
                          <a:cs typeface="Times New Roman"/>
                        </a:rPr>
                        <a:t>2</a:t>
                      </a:r>
                      <a:endParaRPr lang="zh-CN" sz="1200" b="1" kern="100" dirty="0">
                        <a:solidFill>
                          <a:srgbClr val="000000"/>
                        </a:solidFill>
                        <a:latin typeface="Times New Roman"/>
                        <a:ea typeface="宋体"/>
                        <a:cs typeface="Times New Roman"/>
                      </a:endParaRPr>
                    </a:p>
                  </a:txBody>
                  <a:tcPr marL="68580" marR="68580" marT="0" marB="0" anchor="ctr"/>
                </a:tc>
                <a:tc>
                  <a:txBody>
                    <a:bodyPr/>
                    <a:lstStyle/>
                    <a:p>
                      <a:pPr marL="0" algn="ctr" defTabSz="914400" rtl="0" eaLnBrk="1" latinLnBrk="0" hangingPunct="1">
                        <a:spcAft>
                          <a:spcPts val="0"/>
                        </a:spcAft>
                      </a:pPr>
                      <a:r>
                        <a:rPr lang="en-US" sz="1200" b="1" kern="100" dirty="0" smtClean="0">
                          <a:solidFill>
                            <a:srgbClr val="000000"/>
                          </a:solidFill>
                          <a:latin typeface="Times New Roman"/>
                          <a:ea typeface="宋体"/>
                          <a:cs typeface="Times New Roman"/>
                        </a:rPr>
                        <a:t>Phased-array antenna</a:t>
                      </a:r>
                      <a:endParaRPr lang="zh-CN" sz="1200" b="1" kern="100" dirty="0">
                        <a:solidFill>
                          <a:srgbClr val="000000"/>
                        </a:solidFill>
                        <a:latin typeface="Times New Roman"/>
                        <a:ea typeface="宋体"/>
                        <a:cs typeface="Times New Roman"/>
                      </a:endParaRPr>
                    </a:p>
                  </a:txBody>
                  <a:tcPr marL="68580" marR="68580" marT="0" marB="0" anchor="ctr"/>
                </a:tc>
                <a:tc>
                  <a:txBody>
                    <a:bodyPr/>
                    <a:lstStyle/>
                    <a:p>
                      <a:pPr algn="ctr">
                        <a:spcAft>
                          <a:spcPts val="0"/>
                        </a:spcAft>
                      </a:pPr>
                      <a:r>
                        <a:rPr lang="en-US" sz="1200" b="1" kern="0" dirty="0">
                          <a:solidFill>
                            <a:srgbClr val="000000"/>
                          </a:solidFill>
                          <a:latin typeface="Times New Roman"/>
                          <a:ea typeface="宋体"/>
                          <a:cs typeface="Times New Roman"/>
                        </a:rPr>
                        <a:t>ETRSSA02-1</a:t>
                      </a:r>
                      <a:endParaRPr lang="zh-CN" sz="1200" b="1" kern="100" dirty="0">
                        <a:latin typeface="Times New Roman"/>
                        <a:ea typeface="宋体"/>
                        <a:cs typeface="Times New Roman"/>
                      </a:endParaRPr>
                    </a:p>
                  </a:txBody>
                  <a:tcPr marL="68580" marR="68580" marT="0" marB="0" anchor="ctr"/>
                </a:tc>
                <a:tc>
                  <a:txBody>
                    <a:bodyPr/>
                    <a:lstStyle/>
                    <a:p>
                      <a:pPr algn="ctr">
                        <a:spcAft>
                          <a:spcPts val="0"/>
                        </a:spcAft>
                      </a:pPr>
                      <a:r>
                        <a:rPr lang="en-US" sz="1200" b="1" kern="100" dirty="0">
                          <a:solidFill>
                            <a:srgbClr val="000000"/>
                          </a:solidFill>
                          <a:latin typeface="Times New Roman"/>
                          <a:ea typeface="宋体"/>
                          <a:cs typeface="Times New Roman"/>
                        </a:rPr>
                        <a:t>1</a:t>
                      </a:r>
                      <a:endParaRPr lang="zh-CN" sz="1200" b="1" kern="100" dirty="0">
                        <a:latin typeface="Times New Roman"/>
                        <a:ea typeface="宋体"/>
                        <a:cs typeface="Times New Roman"/>
                      </a:endParaRPr>
                    </a:p>
                  </a:txBody>
                  <a:tcPr marL="68580" marR="68580" marT="0" marB="0" anchor="ctr"/>
                </a:tc>
                <a:extLst>
                  <a:ext uri="{0D108BD9-81ED-4DB2-BD59-A6C34878D82A}">
                    <a16:rowId xmlns:a16="http://schemas.microsoft.com/office/drawing/2014/main" val="10002"/>
                  </a:ext>
                </a:extLst>
              </a:tr>
              <a:tr h="339628">
                <a:tc>
                  <a:txBody>
                    <a:bodyPr/>
                    <a:lstStyle/>
                    <a:p>
                      <a:pPr marL="0" algn="ctr" defTabSz="914400" rtl="0" eaLnBrk="1" latinLnBrk="0" hangingPunct="1">
                        <a:spcAft>
                          <a:spcPts val="0"/>
                        </a:spcAft>
                      </a:pPr>
                      <a:r>
                        <a:rPr lang="en-US" sz="1200" b="1" kern="100" dirty="0" smtClean="0">
                          <a:solidFill>
                            <a:srgbClr val="000000"/>
                          </a:solidFill>
                          <a:latin typeface="Times New Roman"/>
                          <a:ea typeface="宋体"/>
                          <a:cs typeface="Times New Roman"/>
                        </a:rPr>
                        <a:t>3</a:t>
                      </a:r>
                      <a:endParaRPr lang="zh-CN" sz="1200" b="1" kern="100" dirty="0">
                        <a:solidFill>
                          <a:srgbClr val="000000"/>
                        </a:solidFill>
                        <a:latin typeface="Times New Roman"/>
                        <a:ea typeface="宋体"/>
                        <a:cs typeface="Times New Roman"/>
                      </a:endParaRPr>
                    </a:p>
                  </a:txBody>
                  <a:tcPr marL="68580" marR="68580" marT="0" marB="0" anchor="ctr"/>
                </a:tc>
                <a:tc>
                  <a:txBody>
                    <a:bodyPr/>
                    <a:lstStyle/>
                    <a:p>
                      <a:pPr marL="0" algn="ctr" defTabSz="914400" rtl="0" eaLnBrk="1" latinLnBrk="0" hangingPunct="1">
                        <a:spcAft>
                          <a:spcPts val="0"/>
                        </a:spcAft>
                      </a:pPr>
                      <a:r>
                        <a:rPr lang="en-US" sz="1200" b="1" kern="100" dirty="0" smtClean="0">
                          <a:solidFill>
                            <a:srgbClr val="000000"/>
                          </a:solidFill>
                          <a:latin typeface="Times New Roman"/>
                          <a:ea typeface="宋体"/>
                          <a:cs typeface="Times New Roman"/>
                        </a:rPr>
                        <a:t>Coaxial cable</a:t>
                      </a:r>
                      <a:endParaRPr lang="zh-CN" sz="1200" b="1" kern="100" dirty="0">
                        <a:solidFill>
                          <a:srgbClr val="000000"/>
                        </a:solidFill>
                        <a:latin typeface="Times New Roman"/>
                        <a:ea typeface="宋体"/>
                        <a:cs typeface="Times New Roman"/>
                      </a:endParaRPr>
                    </a:p>
                  </a:txBody>
                  <a:tcPr marL="68580" marR="68580" marT="0" marB="0" anchor="ctr"/>
                </a:tc>
                <a:tc>
                  <a:txBody>
                    <a:bodyPr/>
                    <a:lstStyle/>
                    <a:p>
                      <a:pPr algn="ctr">
                        <a:spcAft>
                          <a:spcPts val="0"/>
                        </a:spcAft>
                      </a:pPr>
                      <a:r>
                        <a:rPr lang="en-US" sz="1200" b="1" kern="0" dirty="0">
                          <a:solidFill>
                            <a:srgbClr val="000000"/>
                          </a:solidFill>
                          <a:latin typeface="Times New Roman"/>
                          <a:ea typeface="宋体"/>
                          <a:cs typeface="Times New Roman"/>
                        </a:rPr>
                        <a:t>ETRSSA03-1</a:t>
                      </a:r>
                      <a:endParaRPr lang="zh-CN" sz="1200" b="1" kern="100" dirty="0">
                        <a:latin typeface="Times New Roman"/>
                        <a:ea typeface="宋体"/>
                        <a:cs typeface="Times New Roman"/>
                      </a:endParaRPr>
                    </a:p>
                  </a:txBody>
                  <a:tcPr marL="68580" marR="68580" marT="0" marB="0" anchor="ctr"/>
                </a:tc>
                <a:tc>
                  <a:txBody>
                    <a:bodyPr/>
                    <a:lstStyle/>
                    <a:p>
                      <a:pPr algn="ctr">
                        <a:spcAft>
                          <a:spcPts val="0"/>
                        </a:spcAft>
                      </a:pPr>
                      <a:r>
                        <a:rPr lang="en-US" sz="1200" b="1" kern="100" dirty="0">
                          <a:solidFill>
                            <a:srgbClr val="000000"/>
                          </a:solidFill>
                          <a:latin typeface="Times New Roman"/>
                          <a:ea typeface="宋体"/>
                          <a:cs typeface="Times New Roman"/>
                        </a:rPr>
                        <a:t>1</a:t>
                      </a:r>
                      <a:endParaRPr lang="zh-CN" sz="1200" b="1" kern="100" dirty="0">
                        <a:latin typeface="Times New Roman"/>
                        <a:ea typeface="宋体"/>
                        <a:cs typeface="Times New Roman"/>
                      </a:endParaRPr>
                    </a:p>
                  </a:txBody>
                  <a:tcPr marL="68580" marR="68580" marT="0" marB="0" anchor="ctr"/>
                </a:tc>
                <a:extLst>
                  <a:ext uri="{0D108BD9-81ED-4DB2-BD59-A6C34878D82A}">
                    <a16:rowId xmlns:a16="http://schemas.microsoft.com/office/drawing/2014/main" val="10003"/>
                  </a:ext>
                </a:extLst>
              </a:tr>
            </a:tbl>
          </a:graphicData>
        </a:graphic>
      </p:graphicFrame>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a:t>
            </a:fld>
            <a:r>
              <a:rPr lang="zh-CN" altLang="en-US" smtClean="0"/>
              <a:t> </a:t>
            </a:r>
            <a:endParaRPr lang="zh-CN" altLang="en-US" dirty="0">
              <a:latin typeface="微软雅黑" pitchFamily="34" charset="-122"/>
              <a:ea typeface="微软雅黑" pitchFamily="34" charset="-122"/>
            </a:endParaRPr>
          </a:p>
        </p:txBody>
      </p:sp>
      <p:sp>
        <p:nvSpPr>
          <p:cNvPr id="8" name="标题 1"/>
          <p:cNvSpPr>
            <a:spLocks noGrp="1"/>
          </p:cNvSpPr>
          <p:nvPr>
            <p:ph type="title"/>
          </p:nvPr>
        </p:nvSpPr>
        <p:spPr>
          <a:xfrm>
            <a:off x="-142908" y="53561"/>
            <a:ext cx="8229600" cy="811995"/>
          </a:xfrm>
        </p:spPr>
        <p:txBody>
          <a:bodyPr>
            <a:normAutofit/>
          </a:bodyPr>
          <a:lstStyle/>
          <a:p>
            <a:pPr lvl="0"/>
            <a:r>
              <a:rPr lang="en-US" altLang="zh-CN" sz="3200" dirty="0" smtClean="0"/>
              <a:t>1 </a:t>
            </a:r>
            <a:r>
              <a:rPr lang="gsw-FR" altLang="zh-CN" sz="3200" dirty="0" smtClean="0"/>
              <a:t>Composition</a:t>
            </a:r>
            <a:r>
              <a:rPr lang="en-US" altLang="zh-CN" sz="3200" dirty="0" smtClean="0"/>
              <a:t> and function of DTS</a:t>
            </a:r>
            <a:endParaRPr lang="zh-CN" altLang="en-US" sz="3200" dirty="0"/>
          </a:p>
        </p:txBody>
      </p:sp>
      <p:sp>
        <p:nvSpPr>
          <p:cNvPr id="10" name="矩形 9"/>
          <p:cNvSpPr/>
          <p:nvPr/>
        </p:nvSpPr>
        <p:spPr>
          <a:xfrm>
            <a:off x="1214414" y="2625329"/>
            <a:ext cx="6858048" cy="1992661"/>
          </a:xfrm>
          <a:prstGeom prst="rect">
            <a:avLst/>
          </a:prstGeom>
        </p:spPr>
        <p:txBody>
          <a:bodyPr wrap="square">
            <a:spAutoFit/>
          </a:bodyPr>
          <a:lstStyle/>
          <a:p>
            <a:pPr marL="449263" indent="-449263" algn="just">
              <a:lnSpc>
                <a:spcPct val="150000"/>
              </a:lnSpc>
              <a:buFont typeface="Wingdings" pitchFamily="2" charset="2"/>
              <a:buChar char="Ø"/>
            </a:pPr>
            <a:r>
              <a:rPr lang="en-US" altLang="zh-CN" sz="1400" b="1" dirty="0" smtClean="0">
                <a:latin typeface="Times New Roman" pitchFamily="18" charset="0"/>
                <a:cs typeface="Times New Roman" pitchFamily="18" charset="0"/>
              </a:rPr>
              <a:t>Integrated transmission machine: including base band processing segment, RF processing segment and power source segment;</a:t>
            </a:r>
            <a:endParaRPr lang="zh-CN" altLang="en-US" sz="1400" b="1" dirty="0" smtClean="0">
              <a:latin typeface="Times New Roman" pitchFamily="18" charset="0"/>
              <a:cs typeface="Times New Roman" pitchFamily="18" charset="0"/>
            </a:endParaRPr>
          </a:p>
          <a:p>
            <a:pPr marL="449263" indent="-449263" algn="just">
              <a:lnSpc>
                <a:spcPct val="150000"/>
              </a:lnSpc>
              <a:buFont typeface="Wingdings" pitchFamily="2" charset="2"/>
              <a:buChar char="Ø"/>
            </a:pPr>
            <a:r>
              <a:rPr lang="en-US" altLang="zh-CN" sz="1400" b="1" dirty="0" smtClean="0">
                <a:latin typeface="Times New Roman" pitchFamily="18" charset="0"/>
                <a:cs typeface="Times New Roman" pitchFamily="18" charset="0"/>
              </a:rPr>
              <a:t>Phased-array antenna: receiving signal form integrated transmission machine and transmitting to ground system;</a:t>
            </a:r>
            <a:endParaRPr lang="zh-CN" altLang="en-US" sz="1400" b="1" dirty="0" smtClean="0">
              <a:latin typeface="Times New Roman" pitchFamily="18" charset="0"/>
              <a:cs typeface="Times New Roman" pitchFamily="18" charset="0"/>
            </a:endParaRPr>
          </a:p>
          <a:p>
            <a:pPr marL="449263" indent="-449263" algn="just">
              <a:lnSpc>
                <a:spcPct val="150000"/>
              </a:lnSpc>
              <a:buFont typeface="Wingdings" pitchFamily="2" charset="2"/>
              <a:buChar char="Ø"/>
            </a:pPr>
            <a:r>
              <a:rPr lang="en-US" altLang="zh-CN" sz="1400" b="1" dirty="0" smtClean="0">
                <a:latin typeface="Times New Roman" pitchFamily="18" charset="0"/>
                <a:cs typeface="Times New Roman" pitchFamily="18" charset="0"/>
              </a:rPr>
              <a:t>Coaxial cable: the channel to transfer the RF signal from integrated transmission machine to phased-array antenna.</a:t>
            </a:r>
          </a:p>
        </p:txBody>
      </p:sp>
    </p:spTree>
    <p:extLst>
      <p:ext uri="{BB962C8B-B14F-4D97-AF65-F5344CB8AC3E}">
        <p14:creationId xmlns:p14="http://schemas.microsoft.com/office/powerpoint/2010/main" val="18661834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928926" y="4500576"/>
            <a:ext cx="3643338" cy="321471"/>
          </a:xfrm>
        </p:spPr>
        <p:txBody>
          <a:bodyPr>
            <a:normAutofit fontScale="62500" lnSpcReduction="20000"/>
          </a:bodyPr>
          <a:lstStyle/>
          <a:p>
            <a:pPr>
              <a:buNone/>
            </a:pPr>
            <a:r>
              <a:rPr lang="en-US" sz="1800" dirty="0" smtClean="0"/>
              <a:t>DTS Block Diagram</a:t>
            </a:r>
            <a:endParaRPr lang="zh-CN" altLang="en-US" sz="1800"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a:t>
            </a:fld>
            <a:r>
              <a:rPr lang="zh-CN" altLang="en-US" smtClean="0"/>
              <a:t> </a:t>
            </a:r>
            <a:endParaRPr lang="zh-CN" altLang="en-US" dirty="0">
              <a:latin typeface="微软雅黑" pitchFamily="34" charset="-122"/>
              <a:ea typeface="微软雅黑" pitchFamily="34" charset="-122"/>
            </a:endParaRPr>
          </a:p>
        </p:txBody>
      </p:sp>
      <p:sp>
        <p:nvSpPr>
          <p:cNvPr id="2050" name="Rectangle 2"/>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标题 1"/>
          <p:cNvSpPr txBox="1">
            <a:spLocks/>
          </p:cNvSpPr>
          <p:nvPr/>
        </p:nvSpPr>
        <p:spPr>
          <a:xfrm>
            <a:off x="-142908" y="53561"/>
            <a:ext cx="8229600" cy="811995"/>
          </a:xfrm>
          <a:prstGeom prst="rect">
            <a:avLst/>
          </a:prstGeom>
        </p:spPr>
        <p:txBody>
          <a:bodyPr vert="horz" lIns="91440" tIns="45720" rIns="91440" bIns="45720" rtlCol="0" anchor="ctr">
            <a:normAutofit fontScale="97500"/>
          </a:bodyPr>
          <a:lstStyle/>
          <a:p>
            <a:pPr lvl="0" algn="ctr">
              <a:spcBef>
                <a:spcPct val="0"/>
              </a:spcBef>
              <a:defRPr/>
            </a:pPr>
            <a:r>
              <a:rPr kumimoji="0" lang="en-US" altLang="zh-CN" sz="3200" b="1" i="0" u="none" strike="noStrike" kern="1200" cap="none" spc="0" normalizeH="0" baseline="0" noProof="0" dirty="0" smtClean="0">
                <a:ln>
                  <a:noFill/>
                </a:ln>
                <a:solidFill>
                  <a:schemeClr val="bg1"/>
                </a:solidFill>
                <a:effectLst/>
                <a:uLnTx/>
                <a:uFillTx/>
                <a:latin typeface="微软雅黑" pitchFamily="34" charset="-122"/>
                <a:ea typeface="微软雅黑" pitchFamily="34" charset="-122"/>
                <a:cs typeface="+mj-cs"/>
              </a:rPr>
              <a:t>1 </a:t>
            </a:r>
            <a:r>
              <a:rPr kumimoji="0" lang="gsw-FR" altLang="zh-CN" sz="3200" b="1" i="0" u="none" strike="noStrike" kern="1200" cap="none" spc="0" normalizeH="0" baseline="0" noProof="0" dirty="0" smtClean="0">
                <a:ln>
                  <a:noFill/>
                </a:ln>
                <a:solidFill>
                  <a:schemeClr val="bg1"/>
                </a:solidFill>
                <a:effectLst/>
                <a:uLnTx/>
                <a:uFillTx/>
                <a:latin typeface="微软雅黑" pitchFamily="34" charset="-122"/>
                <a:ea typeface="微软雅黑" pitchFamily="34" charset="-122"/>
                <a:cs typeface="+mj-cs"/>
              </a:rPr>
              <a:t>Composition</a:t>
            </a:r>
            <a:r>
              <a:rPr kumimoji="0" lang="en-US" altLang="zh-CN" sz="3200" b="1" i="0" u="none" strike="noStrike" kern="1200" cap="none" spc="0" normalizeH="0" baseline="0" noProof="0" dirty="0" smtClean="0">
                <a:ln>
                  <a:noFill/>
                </a:ln>
                <a:solidFill>
                  <a:schemeClr val="bg1"/>
                </a:solidFill>
                <a:effectLst/>
                <a:uLnTx/>
                <a:uFillTx/>
                <a:latin typeface="微软雅黑" pitchFamily="34" charset="-122"/>
                <a:ea typeface="微软雅黑" pitchFamily="34" charset="-122"/>
                <a:cs typeface="+mj-cs"/>
              </a:rPr>
              <a:t> and</a:t>
            </a:r>
            <a:r>
              <a:rPr lang="en-US" altLang="zh-CN" sz="3200" b="1" dirty="0" smtClean="0">
                <a:solidFill>
                  <a:schemeClr val="bg1"/>
                </a:solidFill>
                <a:latin typeface="微软雅黑" pitchFamily="34" charset="-122"/>
                <a:ea typeface="微软雅黑" pitchFamily="34" charset="-122"/>
                <a:cs typeface="+mj-cs"/>
              </a:rPr>
              <a:t> function </a:t>
            </a:r>
            <a:r>
              <a:rPr kumimoji="0" lang="en-US" altLang="zh-CN" sz="3200" b="1" i="0" u="none" strike="noStrike" kern="1200" cap="none" spc="0" normalizeH="0" baseline="0" noProof="0" dirty="0" smtClean="0">
                <a:ln>
                  <a:noFill/>
                </a:ln>
                <a:solidFill>
                  <a:schemeClr val="bg1"/>
                </a:solidFill>
                <a:effectLst/>
                <a:uLnTx/>
                <a:uFillTx/>
                <a:latin typeface="微软雅黑" pitchFamily="34" charset="-122"/>
                <a:ea typeface="微软雅黑" pitchFamily="34" charset="-122"/>
                <a:cs typeface="+mj-cs"/>
              </a:rPr>
              <a:t>of DTS</a:t>
            </a:r>
            <a:endParaRPr kumimoji="0" lang="zh-CN" altLang="en-US" sz="3200" b="1" i="0" u="none" strike="noStrike" kern="1200" cap="none" spc="0" normalizeH="0" baseline="0" noProof="0" dirty="0">
              <a:ln>
                <a:noFill/>
              </a:ln>
              <a:solidFill>
                <a:schemeClr val="bg1"/>
              </a:solidFill>
              <a:effectLst/>
              <a:uLnTx/>
              <a:uFillTx/>
              <a:latin typeface="微软雅黑" pitchFamily="34" charset="-122"/>
              <a:ea typeface="微软雅黑" pitchFamily="34" charset="-122"/>
              <a:cs typeface="+mj-cs"/>
            </a:endParaRPr>
          </a:p>
        </p:txBody>
      </p:sp>
      <p:sp>
        <p:nvSpPr>
          <p:cNvPr id="30722" name="Rectangle 2"/>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0721" name="Object 1"/>
          <p:cNvGraphicFramePr>
            <a:graphicFrameLocks noChangeAspect="1"/>
          </p:cNvGraphicFramePr>
          <p:nvPr/>
        </p:nvGraphicFramePr>
        <p:xfrm>
          <a:off x="857224" y="964396"/>
          <a:ext cx="7286676" cy="3633218"/>
        </p:xfrm>
        <a:graphic>
          <a:graphicData uri="http://schemas.openxmlformats.org/presentationml/2006/ole">
            <mc:AlternateContent xmlns:mc="http://schemas.openxmlformats.org/markup-compatibility/2006">
              <mc:Choice xmlns:v="urn:schemas-microsoft-com:vml" Requires="v">
                <p:oleObj spid="_x0000_s30725" name="Visio" r:id="rId3" imgW="10082174" imgH="4930140" progId="Visio.Drawing.11">
                  <p:embed/>
                </p:oleObj>
              </mc:Choice>
              <mc:Fallback>
                <p:oleObj name="Visio" r:id="rId3" imgW="10082174" imgH="4930140" progId="Visio.Drawing.11">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224" y="964396"/>
                        <a:ext cx="7286676" cy="36332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661834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17973"/>
            <a:ext cx="8401080" cy="3589760"/>
          </a:xfrm>
        </p:spPr>
        <p:txBody>
          <a:bodyPr>
            <a:normAutofit fontScale="55000" lnSpcReduction="20000"/>
          </a:bodyPr>
          <a:lstStyle/>
          <a:p>
            <a:pPr marL="0" indent="0">
              <a:buNone/>
            </a:pPr>
            <a:r>
              <a:rPr lang="en-GB" sz="3800" dirty="0" smtClean="0"/>
              <a:t>The functions of DTS are described as following:</a:t>
            </a:r>
            <a:endParaRPr lang="zh-CN" altLang="en-US" sz="3800" dirty="0" smtClean="0"/>
          </a:p>
          <a:p>
            <a:pPr marL="449263" indent="-449263">
              <a:spcBef>
                <a:spcPts val="600"/>
              </a:spcBef>
              <a:buFont typeface="+mj-ea"/>
              <a:buAutoNum type="circleNumDbPlain"/>
            </a:pPr>
            <a:r>
              <a:rPr lang="en-US" altLang="zh-CN" sz="3600" b="0" dirty="0" smtClean="0">
                <a:latin typeface="Times New Roman" pitchFamily="18" charset="0"/>
                <a:cs typeface="Times New Roman" pitchFamily="18" charset="0"/>
              </a:rPr>
              <a:t>DTS has the function of compressing the data of the Multi-spectrum Camera, collecting the compressed MSC data and transferring them to the GS. </a:t>
            </a:r>
          </a:p>
          <a:p>
            <a:pPr marL="449263" indent="-449263">
              <a:spcBef>
                <a:spcPts val="600"/>
              </a:spcBef>
              <a:buFont typeface="+mj-ea"/>
              <a:buAutoNum type="circleNumDbPlain"/>
            </a:pPr>
            <a:r>
              <a:rPr lang="en-US" altLang="zh-CN" sz="3600" b="0" dirty="0" smtClean="0">
                <a:latin typeface="Times New Roman" pitchFamily="18" charset="0"/>
                <a:cs typeface="Times New Roman" pitchFamily="18" charset="0"/>
              </a:rPr>
              <a:t>DTS also possesses the functions of data formatting, data recording, modulating, and data transmission.</a:t>
            </a:r>
          </a:p>
          <a:p>
            <a:pPr marL="449263" indent="-449263">
              <a:spcBef>
                <a:spcPts val="600"/>
              </a:spcBef>
              <a:buFont typeface="+mj-ea"/>
              <a:buAutoNum type="circleNumDbPlain"/>
            </a:pPr>
            <a:r>
              <a:rPr lang="en-US" altLang="zh-CN" sz="3600" b="0" dirty="0" smtClean="0">
                <a:latin typeface="Times New Roman" pitchFamily="18" charset="0"/>
                <a:cs typeface="Times New Roman" pitchFamily="18" charset="0"/>
              </a:rPr>
              <a:t>SSM has the function of erasing all, sequential record, sequential replay, recording by file address and replay by address. </a:t>
            </a:r>
            <a:endParaRPr lang="zh-CN" altLang="en-US" sz="3600" b="0" dirty="0" smtClean="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6</a:t>
            </a:fld>
            <a:r>
              <a:rPr lang="zh-CN" altLang="en-US" smtClean="0"/>
              <a:t> </a:t>
            </a:r>
            <a:endParaRPr lang="zh-CN" altLang="en-US" dirty="0">
              <a:latin typeface="微软雅黑" pitchFamily="34" charset="-122"/>
              <a:ea typeface="微软雅黑" pitchFamily="34" charset="-122"/>
            </a:endParaRPr>
          </a:p>
        </p:txBody>
      </p:sp>
      <p:sp>
        <p:nvSpPr>
          <p:cNvPr id="7" name="标题 1"/>
          <p:cNvSpPr>
            <a:spLocks noGrp="1"/>
          </p:cNvSpPr>
          <p:nvPr>
            <p:ph type="title"/>
          </p:nvPr>
        </p:nvSpPr>
        <p:spPr>
          <a:xfrm>
            <a:off x="-142908" y="53561"/>
            <a:ext cx="8229600" cy="811995"/>
          </a:xfrm>
        </p:spPr>
        <p:txBody>
          <a:bodyPr>
            <a:normAutofit/>
          </a:bodyPr>
          <a:lstStyle/>
          <a:p>
            <a:pPr lvl="0"/>
            <a:r>
              <a:rPr lang="en-US" altLang="zh-CN" sz="3200" dirty="0" smtClean="0"/>
              <a:t>1 </a:t>
            </a:r>
            <a:r>
              <a:rPr lang="gsw-FR" altLang="zh-CN" sz="3200" dirty="0" smtClean="0"/>
              <a:t>Composition</a:t>
            </a:r>
            <a:r>
              <a:rPr lang="en-US" altLang="zh-CN" sz="3200" dirty="0" smtClean="0"/>
              <a:t> and function of DTS</a:t>
            </a:r>
            <a:endParaRPr lang="zh-CN" altLang="en-US" sz="32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solidFill>
                  <a:schemeClr val="bg1">
                    <a:lumMod val="65000"/>
                  </a:schemeClr>
                </a:solidFill>
              </a:rPr>
              <a:t>CONTENTS</a:t>
            </a:r>
            <a:r>
              <a:rPr lang="zh-CN" altLang="en-US" dirty="0" smtClean="0"/>
              <a:t/>
            </a:r>
            <a:br>
              <a:rPr lang="zh-CN" altLang="en-US" dirty="0" smtClean="0"/>
            </a:br>
            <a:endParaRPr lang="zh-CN" altLang="en-US" dirty="0"/>
          </a:p>
        </p:txBody>
      </p:sp>
      <p:graphicFrame>
        <p:nvGraphicFramePr>
          <p:cNvPr id="6" name="内容占位符 5"/>
          <p:cNvGraphicFramePr>
            <a:graphicFrameLocks noGrp="1"/>
          </p:cNvGraphicFramePr>
          <p:nvPr>
            <p:ph idx="1"/>
            <p:extLst>
              <p:ext uri="{D42A27DB-BD31-4B8C-83A1-F6EECF244321}">
                <p14:modId xmlns:p14="http://schemas.microsoft.com/office/powerpoint/2010/main" val="2436388535"/>
              </p:ext>
            </p:extLst>
          </p:nvPr>
        </p:nvGraphicFramePr>
        <p:xfrm>
          <a:off x="601216" y="1378025"/>
          <a:ext cx="7931224" cy="31379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7</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8661834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8614" y="107139"/>
            <a:ext cx="8229600" cy="811995"/>
          </a:xfrm>
        </p:spPr>
        <p:txBody>
          <a:bodyPr>
            <a:normAutofit/>
          </a:bodyPr>
          <a:lstStyle/>
          <a:p>
            <a:pPr lvl="0"/>
            <a:r>
              <a:rPr lang="en-US" altLang="en-US" sz="3200" dirty="0" smtClean="0"/>
              <a:t>2 working </a:t>
            </a:r>
            <a:r>
              <a:rPr lang="en-US" altLang="zh-CN" sz="3200" dirty="0" smtClean="0"/>
              <a:t>mode </a:t>
            </a:r>
            <a:r>
              <a:rPr lang="en-US" altLang="en-US" sz="3200" dirty="0" smtClean="0"/>
              <a:t>of DTS in orbit</a:t>
            </a:r>
            <a:endParaRPr lang="zh-CN" altLang="en-US" sz="3200" dirty="0"/>
          </a:p>
        </p:txBody>
      </p:sp>
      <p:sp>
        <p:nvSpPr>
          <p:cNvPr id="3" name="内容占位符 2"/>
          <p:cNvSpPr>
            <a:spLocks noGrp="1"/>
          </p:cNvSpPr>
          <p:nvPr>
            <p:ph idx="1"/>
          </p:nvPr>
        </p:nvSpPr>
        <p:spPr/>
        <p:txBody>
          <a:bodyPr>
            <a:normAutofit fontScale="40000" lnSpcReduction="20000"/>
          </a:bodyPr>
          <a:lstStyle/>
          <a:p>
            <a:pPr>
              <a:lnSpc>
                <a:spcPct val="170000"/>
              </a:lnSpc>
              <a:buNone/>
            </a:pPr>
            <a:r>
              <a:rPr lang="en-US" altLang="zh-CN" sz="3800" dirty="0" smtClean="0"/>
              <a:t>There are three working modes:</a:t>
            </a:r>
          </a:p>
          <a:p>
            <a:pPr>
              <a:buFont typeface="Wingdings" pitchFamily="2" charset="2"/>
              <a:buChar char="Ø"/>
            </a:pPr>
            <a:r>
              <a:rPr lang="en-US" sz="3800" dirty="0" smtClean="0"/>
              <a:t>Record mode</a:t>
            </a:r>
            <a:endParaRPr lang="zh-CN" altLang="en-US" sz="3800" dirty="0" smtClean="0"/>
          </a:p>
          <a:p>
            <a:pPr>
              <a:buNone/>
            </a:pPr>
            <a:r>
              <a:rPr lang="en-US" sz="3800" dirty="0" smtClean="0"/>
              <a:t>    </a:t>
            </a:r>
            <a:r>
              <a:rPr lang="en-US" altLang="zh-CN" sz="4000" b="0" dirty="0" smtClean="0">
                <a:latin typeface="Times New Roman" pitchFamily="18" charset="0"/>
                <a:cs typeface="Times New Roman" pitchFamily="18" charset="0"/>
              </a:rPr>
              <a:t>When the satellite is not being accessible to GS, DTS receives the real-time data of cameras, after digital signal processing, SSM records the processed data. </a:t>
            </a:r>
            <a:endParaRPr lang="zh-CN" altLang="en-US" sz="3800" b="0" dirty="0" smtClean="0">
              <a:latin typeface="Times New Roman" pitchFamily="18" charset="0"/>
              <a:cs typeface="Times New Roman" pitchFamily="18" charset="0"/>
            </a:endParaRPr>
          </a:p>
          <a:p>
            <a:pPr>
              <a:buFont typeface="Wingdings" pitchFamily="2" charset="2"/>
              <a:buChar char="Ø"/>
            </a:pPr>
            <a:r>
              <a:rPr lang="en-US" sz="3800" dirty="0" smtClean="0"/>
              <a:t>replay mode</a:t>
            </a:r>
            <a:endParaRPr lang="zh-CN" altLang="en-US" sz="3800" dirty="0" smtClean="0"/>
          </a:p>
          <a:p>
            <a:pPr>
              <a:buNone/>
            </a:pPr>
            <a:r>
              <a:rPr lang="en-US" altLang="zh-CN" sz="4000" b="0" dirty="0" smtClean="0">
                <a:latin typeface="Times New Roman" pitchFamily="18" charset="0"/>
                <a:cs typeface="Times New Roman" pitchFamily="18" charset="0"/>
              </a:rPr>
              <a:t>     When the satellite is accessible to GS, DTS transmits the data recorded in storage device to the ground station after digital signal processing, modulating and amplifying.</a:t>
            </a:r>
          </a:p>
          <a:p>
            <a:pPr>
              <a:buFont typeface="Wingdings" pitchFamily="2" charset="2"/>
              <a:buChar char="Ø"/>
            </a:pPr>
            <a:r>
              <a:rPr lang="en-US" sz="4000" dirty="0" smtClean="0"/>
              <a:t> Real-time mode</a:t>
            </a:r>
            <a:endParaRPr lang="zh-CN" altLang="en-US" sz="4000" dirty="0" smtClean="0"/>
          </a:p>
          <a:p>
            <a:pPr>
              <a:buNone/>
            </a:pPr>
            <a:r>
              <a:rPr lang="en-US" altLang="zh-CN" sz="4000" b="0" dirty="0" smtClean="0">
                <a:latin typeface="Times New Roman" pitchFamily="18" charset="0"/>
                <a:cs typeface="Times New Roman" pitchFamily="18" charset="0"/>
              </a:rPr>
              <a:t>     When the satellite is accessible to ground station, MSC are imaging and DTS receives the data of cameras. After digital signal processing, modulating, amplifying, DTS sends RF signals to ground station  in real-time .</a:t>
            </a:r>
            <a:endParaRPr lang="zh-CN" altLang="en-US" sz="4000" b="0" dirty="0" smtClean="0">
              <a:latin typeface="Times New Roman" pitchFamily="18" charset="0"/>
              <a:cs typeface="Times New Roman" pitchFamily="18" charset="0"/>
            </a:endParaRPr>
          </a:p>
          <a:p>
            <a:pPr>
              <a:buNone/>
            </a:pPr>
            <a:endParaRPr lang="en-US" altLang="zh-CN" sz="4000" b="0" dirty="0" smtClean="0">
              <a:latin typeface="Times New Roman" pitchFamily="18" charset="0"/>
              <a:cs typeface="Times New Roman" pitchFamily="18" charset="0"/>
            </a:endParaRPr>
          </a:p>
          <a:p>
            <a:pPr>
              <a:buNone/>
            </a:pPr>
            <a:endParaRPr lang="zh-CN" altLang="en-US" sz="3800" b="0" dirty="0" smtClean="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8</a:t>
            </a:fld>
            <a:r>
              <a:rPr lang="zh-CN" altLang="en-US"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8614" y="107139"/>
            <a:ext cx="8229600" cy="811995"/>
          </a:xfrm>
        </p:spPr>
        <p:txBody>
          <a:bodyPr>
            <a:normAutofit/>
          </a:bodyPr>
          <a:lstStyle/>
          <a:p>
            <a:pPr lvl="0"/>
            <a:r>
              <a:rPr lang="en-US" altLang="en-US" sz="3200" dirty="0" smtClean="0"/>
              <a:t>2 working </a:t>
            </a:r>
            <a:r>
              <a:rPr lang="en-US" altLang="zh-CN" sz="3200" dirty="0" smtClean="0"/>
              <a:t>mode </a:t>
            </a:r>
            <a:r>
              <a:rPr lang="en-US" altLang="en-US" sz="3200" dirty="0" smtClean="0"/>
              <a:t>of DTS in orbit</a:t>
            </a:r>
            <a:endParaRPr lang="zh-CN" altLang="en-US" sz="3200" dirty="0"/>
          </a:p>
        </p:txBody>
      </p:sp>
      <p:sp>
        <p:nvSpPr>
          <p:cNvPr id="3" name="内容占位符 2"/>
          <p:cNvSpPr>
            <a:spLocks noGrp="1"/>
          </p:cNvSpPr>
          <p:nvPr>
            <p:ph idx="1"/>
          </p:nvPr>
        </p:nvSpPr>
        <p:spPr/>
        <p:txBody>
          <a:bodyPr>
            <a:normAutofit/>
          </a:bodyPr>
          <a:lstStyle/>
          <a:p>
            <a:pPr marL="0" indent="0">
              <a:lnSpc>
                <a:spcPct val="100000"/>
              </a:lnSpc>
              <a:buNone/>
            </a:pPr>
            <a:r>
              <a:rPr lang="en-US" altLang="zh-CN" sz="1900" dirty="0" smtClean="0">
                <a:latin typeface="Times New Roman" pitchFamily="18" charset="0"/>
                <a:cs typeface="Times New Roman" pitchFamily="18" charset="0"/>
              </a:rPr>
              <a:t>Considering backup of SSM, ratio of compression, record and play by sequence or address, there are 9 kinds of working combined mode.</a:t>
            </a:r>
          </a:p>
          <a:p>
            <a:pPr>
              <a:lnSpc>
                <a:spcPct val="100000"/>
              </a:lnSpc>
            </a:pPr>
            <a:endParaRPr lang="en-US" altLang="zh-CN" sz="1900" b="0" dirty="0" smtClean="0">
              <a:latin typeface="Times New Roman" pitchFamily="18" charset="0"/>
              <a:cs typeface="Times New Roman" pitchFamily="18" charset="0"/>
            </a:endParaRP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9</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nvGraphicFramePr>
        <p:xfrm>
          <a:off x="0" y="1455175"/>
          <a:ext cx="9144002" cy="3427832"/>
        </p:xfrm>
        <a:graphic>
          <a:graphicData uri="http://schemas.openxmlformats.org/drawingml/2006/table">
            <a:tbl>
              <a:tblPr firstRow="1" bandRow="1">
                <a:tableStyleId>{5C22544A-7EE6-4342-B048-85BDC9FD1C3A}</a:tableStyleId>
              </a:tblPr>
              <a:tblGrid>
                <a:gridCol w="1000100">
                  <a:extLst>
                    <a:ext uri="{9D8B030D-6E8A-4147-A177-3AD203B41FA5}">
                      <a16:colId xmlns:a16="http://schemas.microsoft.com/office/drawing/2014/main" val="20000"/>
                    </a:ext>
                  </a:extLst>
                </a:gridCol>
                <a:gridCol w="1071570">
                  <a:extLst>
                    <a:ext uri="{9D8B030D-6E8A-4147-A177-3AD203B41FA5}">
                      <a16:colId xmlns:a16="http://schemas.microsoft.com/office/drawing/2014/main" val="20001"/>
                    </a:ext>
                  </a:extLst>
                </a:gridCol>
                <a:gridCol w="1214446">
                  <a:extLst>
                    <a:ext uri="{9D8B030D-6E8A-4147-A177-3AD203B41FA5}">
                      <a16:colId xmlns:a16="http://schemas.microsoft.com/office/drawing/2014/main" val="20002"/>
                    </a:ext>
                  </a:extLst>
                </a:gridCol>
                <a:gridCol w="1285884">
                  <a:extLst>
                    <a:ext uri="{9D8B030D-6E8A-4147-A177-3AD203B41FA5}">
                      <a16:colId xmlns:a16="http://schemas.microsoft.com/office/drawing/2014/main" val="20003"/>
                    </a:ext>
                  </a:extLst>
                </a:gridCol>
                <a:gridCol w="1500198">
                  <a:extLst>
                    <a:ext uri="{9D8B030D-6E8A-4147-A177-3AD203B41FA5}">
                      <a16:colId xmlns:a16="http://schemas.microsoft.com/office/drawing/2014/main" val="20004"/>
                    </a:ext>
                  </a:extLst>
                </a:gridCol>
                <a:gridCol w="1571636">
                  <a:extLst>
                    <a:ext uri="{9D8B030D-6E8A-4147-A177-3AD203B41FA5}">
                      <a16:colId xmlns:a16="http://schemas.microsoft.com/office/drawing/2014/main" val="20005"/>
                    </a:ext>
                  </a:extLst>
                </a:gridCol>
                <a:gridCol w="1500168">
                  <a:extLst>
                    <a:ext uri="{9D8B030D-6E8A-4147-A177-3AD203B41FA5}">
                      <a16:colId xmlns:a16="http://schemas.microsoft.com/office/drawing/2014/main" val="20006"/>
                    </a:ext>
                  </a:extLst>
                </a:gridCol>
              </a:tblGrid>
              <a:tr h="692252">
                <a:tc>
                  <a:txBody>
                    <a:bodyPr/>
                    <a:lstStyle/>
                    <a:p>
                      <a:pPr marL="0" algn="ctr" defTabSz="914400" rtl="0" eaLnBrk="1" latinLnBrk="0" hangingPunct="1">
                        <a:spcAft>
                          <a:spcPts val="0"/>
                        </a:spcAft>
                      </a:pPr>
                      <a:r>
                        <a:rPr lang="en-US" altLang="zh-CN" sz="1200" b="1" kern="100" dirty="0" smtClean="0">
                          <a:solidFill>
                            <a:schemeClr val="lt1"/>
                          </a:solidFill>
                          <a:latin typeface="Times New Roman"/>
                          <a:ea typeface="宋体"/>
                          <a:cs typeface="Times New Roman"/>
                        </a:rPr>
                        <a:t>mode</a:t>
                      </a:r>
                      <a:endParaRPr lang="zh-CN" altLang="en-US" sz="1200" b="1" kern="100" dirty="0">
                        <a:solidFill>
                          <a:schemeClr val="lt1"/>
                        </a:solidFill>
                        <a:latin typeface="Times New Roman"/>
                        <a:ea typeface="宋体"/>
                        <a:cs typeface="Times New Roman"/>
                      </a:endParaRPr>
                    </a:p>
                  </a:txBody>
                  <a:tcPr marT="34290" marB="34290" anchor="ctr" anchorCtr="1"/>
                </a:tc>
                <a:tc>
                  <a:txBody>
                    <a:bodyPr/>
                    <a:lstStyle/>
                    <a:p>
                      <a:pPr marL="0" algn="ctr" defTabSz="914400" rtl="0" eaLnBrk="1" latinLnBrk="0" hangingPunct="1">
                        <a:spcAft>
                          <a:spcPts val="0"/>
                        </a:spcAft>
                      </a:pPr>
                      <a:r>
                        <a:rPr lang="en-US" altLang="zh-CN" sz="1200" b="1" kern="100" dirty="0" smtClean="0">
                          <a:solidFill>
                            <a:schemeClr val="lt1"/>
                          </a:solidFill>
                          <a:latin typeface="Times New Roman"/>
                          <a:ea typeface="宋体"/>
                          <a:cs typeface="Times New Roman"/>
                        </a:rPr>
                        <a:t>Main SSM</a:t>
                      </a:r>
                      <a:endParaRPr lang="zh-CN" altLang="en-US" sz="1200" b="1" kern="100" dirty="0">
                        <a:solidFill>
                          <a:schemeClr val="lt1"/>
                        </a:solidFill>
                        <a:latin typeface="Times New Roman"/>
                        <a:ea typeface="宋体"/>
                        <a:cs typeface="Times New Roman"/>
                      </a:endParaRPr>
                    </a:p>
                  </a:txBody>
                  <a:tcPr marT="34290" marB="34290" anchor="ctr" anchorCtr="1"/>
                </a:tc>
                <a:tc>
                  <a:txBody>
                    <a:bodyPr/>
                    <a:lstStyle/>
                    <a:p>
                      <a:pPr marL="0" algn="ctr" defTabSz="914400" rtl="0" eaLnBrk="1" latinLnBrk="0" hangingPunct="1">
                        <a:spcAft>
                          <a:spcPts val="0"/>
                        </a:spcAft>
                      </a:pPr>
                      <a:r>
                        <a:rPr lang="en-US" altLang="zh-CN" sz="1200" b="1" kern="100" dirty="0" smtClean="0">
                          <a:solidFill>
                            <a:schemeClr val="lt1"/>
                          </a:solidFill>
                          <a:latin typeface="Times New Roman"/>
                          <a:ea typeface="宋体"/>
                          <a:cs typeface="Times New Roman"/>
                        </a:rPr>
                        <a:t>Backup</a:t>
                      </a:r>
                      <a:r>
                        <a:rPr lang="en-US" altLang="zh-CN" sz="1200" b="1" kern="100" baseline="0" dirty="0" smtClean="0">
                          <a:solidFill>
                            <a:schemeClr val="lt1"/>
                          </a:solidFill>
                          <a:latin typeface="Times New Roman"/>
                          <a:ea typeface="宋体"/>
                          <a:cs typeface="Times New Roman"/>
                        </a:rPr>
                        <a:t> SSM</a:t>
                      </a:r>
                      <a:endParaRPr lang="zh-CN" altLang="en-US" sz="1200" b="1" kern="100" dirty="0">
                        <a:solidFill>
                          <a:schemeClr val="lt1"/>
                        </a:solidFill>
                        <a:latin typeface="Times New Roman"/>
                        <a:ea typeface="宋体"/>
                        <a:cs typeface="Times New Roman"/>
                      </a:endParaRPr>
                    </a:p>
                  </a:txBody>
                  <a:tcPr marT="34290" marB="34290" anchor="ctr" anchorCtr="1"/>
                </a:tc>
                <a:tc>
                  <a:txBody>
                    <a:bodyPr/>
                    <a:lstStyle/>
                    <a:p>
                      <a:pPr marL="0" algn="ctr" defTabSz="914400" rtl="0" eaLnBrk="1" latinLnBrk="0" hangingPunct="1">
                        <a:spcAft>
                          <a:spcPts val="0"/>
                        </a:spcAft>
                      </a:pPr>
                      <a:r>
                        <a:rPr lang="en-US" altLang="zh-CN" sz="1200" b="1" kern="100" dirty="0" smtClean="0">
                          <a:solidFill>
                            <a:schemeClr val="lt1"/>
                          </a:solidFill>
                          <a:latin typeface="Times New Roman"/>
                          <a:ea typeface="宋体"/>
                          <a:cs typeface="Times New Roman"/>
                        </a:rPr>
                        <a:t>2:1 compression</a:t>
                      </a:r>
                      <a:endParaRPr lang="zh-CN" altLang="en-US" sz="1200" b="1" kern="100" dirty="0">
                        <a:solidFill>
                          <a:schemeClr val="lt1"/>
                        </a:solidFill>
                        <a:latin typeface="Times New Roman"/>
                        <a:ea typeface="宋体"/>
                        <a:cs typeface="Times New Roman"/>
                      </a:endParaRPr>
                    </a:p>
                  </a:txBody>
                  <a:tcPr marT="34290" marB="34290" anchor="ctr" anchorCtr="1"/>
                </a:tc>
                <a:tc>
                  <a:txBody>
                    <a:bodyPr/>
                    <a:lstStyle/>
                    <a:p>
                      <a:pPr marL="0" algn="ctr" defTabSz="914400" rtl="0" eaLnBrk="1" latinLnBrk="0" hangingPunct="1">
                        <a:spcAft>
                          <a:spcPts val="0"/>
                        </a:spcAft>
                      </a:pPr>
                      <a:r>
                        <a:rPr lang="en-US" altLang="zh-CN" sz="1200" b="1" kern="100" dirty="0" smtClean="0">
                          <a:solidFill>
                            <a:schemeClr val="lt1"/>
                          </a:solidFill>
                          <a:latin typeface="Times New Roman"/>
                          <a:ea typeface="宋体"/>
                          <a:cs typeface="Times New Roman"/>
                        </a:rPr>
                        <a:t>Lossless</a:t>
                      </a:r>
                    </a:p>
                    <a:p>
                      <a:pPr marL="0" algn="ctr" defTabSz="914400" rtl="0" eaLnBrk="1" latinLnBrk="0" hangingPunct="1">
                        <a:spcAft>
                          <a:spcPts val="0"/>
                        </a:spcAft>
                      </a:pPr>
                      <a:r>
                        <a:rPr lang="en-US" altLang="zh-CN" sz="1200" b="1" kern="100" dirty="0" smtClean="0">
                          <a:solidFill>
                            <a:schemeClr val="lt1"/>
                          </a:solidFill>
                          <a:latin typeface="Times New Roman"/>
                          <a:ea typeface="宋体"/>
                          <a:cs typeface="Times New Roman"/>
                        </a:rPr>
                        <a:t>compression</a:t>
                      </a:r>
                      <a:endParaRPr lang="zh-CN" altLang="en-US" sz="1200" b="1" kern="100" dirty="0">
                        <a:solidFill>
                          <a:schemeClr val="lt1"/>
                        </a:solidFill>
                        <a:latin typeface="Times New Roman"/>
                        <a:ea typeface="宋体"/>
                        <a:cs typeface="Times New Roman"/>
                      </a:endParaRPr>
                    </a:p>
                  </a:txBody>
                  <a:tcPr marT="34290" marB="34290" anchor="ctr" anchorCtr="1"/>
                </a:tc>
                <a:tc>
                  <a:txBody>
                    <a:bodyPr/>
                    <a:lstStyle/>
                    <a:p>
                      <a:pPr marL="0" algn="ctr" defTabSz="914400" rtl="0" eaLnBrk="1" latinLnBrk="0" hangingPunct="1">
                        <a:spcAft>
                          <a:spcPts val="0"/>
                        </a:spcAft>
                      </a:pPr>
                      <a:r>
                        <a:rPr lang="en-US" altLang="zh-CN" sz="1200" b="1" kern="100" dirty="0" smtClean="0">
                          <a:solidFill>
                            <a:schemeClr val="lt1"/>
                          </a:solidFill>
                          <a:latin typeface="Times New Roman"/>
                          <a:ea typeface="宋体"/>
                          <a:cs typeface="Times New Roman"/>
                        </a:rPr>
                        <a:t>Record and replay</a:t>
                      </a:r>
                      <a:r>
                        <a:rPr lang="en-US" altLang="zh-CN" sz="1200" b="1" kern="100" baseline="0" dirty="0" smtClean="0">
                          <a:solidFill>
                            <a:schemeClr val="lt1"/>
                          </a:solidFill>
                          <a:latin typeface="Times New Roman"/>
                          <a:ea typeface="宋体"/>
                          <a:cs typeface="Times New Roman"/>
                        </a:rPr>
                        <a:t> by sequence</a:t>
                      </a:r>
                      <a:endParaRPr lang="zh-CN" altLang="en-US" sz="1200" b="1" kern="100" dirty="0">
                        <a:solidFill>
                          <a:schemeClr val="lt1"/>
                        </a:solidFill>
                        <a:latin typeface="Times New Roman"/>
                        <a:ea typeface="宋体"/>
                        <a:cs typeface="Times New Roman"/>
                      </a:endParaRPr>
                    </a:p>
                  </a:txBody>
                  <a:tcPr marT="34290" marB="34290" anchor="ctr" anchorCtr="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b="1" kern="100" dirty="0" smtClean="0">
                          <a:solidFill>
                            <a:schemeClr val="lt1"/>
                          </a:solidFill>
                          <a:latin typeface="Times New Roman"/>
                          <a:ea typeface="+mn-ea"/>
                          <a:cs typeface="Times New Roman"/>
                        </a:rPr>
                        <a:t>Record and replay</a:t>
                      </a:r>
                      <a:r>
                        <a:rPr lang="en-US" altLang="zh-CN" sz="1200" b="1" kern="100" baseline="0" dirty="0" smtClean="0">
                          <a:solidFill>
                            <a:schemeClr val="lt1"/>
                          </a:solidFill>
                          <a:latin typeface="Times New Roman"/>
                          <a:ea typeface="+mn-ea"/>
                          <a:cs typeface="Times New Roman"/>
                        </a:rPr>
                        <a:t> by address</a:t>
                      </a:r>
                      <a:endParaRPr lang="zh-CN" altLang="en-US" sz="1200" b="1" kern="100" dirty="0">
                        <a:solidFill>
                          <a:schemeClr val="lt1"/>
                        </a:solidFill>
                        <a:latin typeface="Times New Roman"/>
                        <a:ea typeface="宋体"/>
                        <a:cs typeface="Times New Roman"/>
                      </a:endParaRPr>
                    </a:p>
                  </a:txBody>
                  <a:tcPr marT="34290" marB="34290" anchor="ctr" anchorCtr="1"/>
                </a:tc>
                <a:extLst>
                  <a:ext uri="{0D108BD9-81ED-4DB2-BD59-A6C34878D82A}">
                    <a16:rowId xmlns:a16="http://schemas.microsoft.com/office/drawing/2014/main" val="10000"/>
                  </a:ext>
                </a:extLst>
              </a:tr>
              <a:tr h="274320">
                <a:tc rowSpan="8">
                  <a:txBody>
                    <a:bodyPr/>
                    <a:lstStyle/>
                    <a:p>
                      <a:r>
                        <a:rPr lang="en-US" altLang="zh-CN" sz="1400" dirty="0" smtClean="0"/>
                        <a:t>Record</a:t>
                      </a:r>
                      <a:r>
                        <a:rPr lang="en-US" altLang="zh-CN" sz="1400" baseline="0" dirty="0" smtClean="0"/>
                        <a:t> and replay</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extLst>
                  <a:ext uri="{0D108BD9-81ED-4DB2-BD59-A6C34878D82A}">
                    <a16:rowId xmlns:a16="http://schemas.microsoft.com/office/drawing/2014/main" val="10001"/>
                  </a:ext>
                </a:extLst>
              </a:tr>
              <a:tr h="274320">
                <a:tc vMerge="1">
                  <a:txBody>
                    <a:bodyPr/>
                    <a:lstStyle/>
                    <a:p>
                      <a:endParaRPr lang="zh-CN" altLang="en-US" dirty="0"/>
                    </a:p>
                  </a:txBody>
                  <a:tcPr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extLst>
                  <a:ext uri="{0D108BD9-81ED-4DB2-BD59-A6C34878D82A}">
                    <a16:rowId xmlns:a16="http://schemas.microsoft.com/office/drawing/2014/main" val="10002"/>
                  </a:ext>
                </a:extLst>
              </a:tr>
              <a:tr h="274320">
                <a:tc vMerge="1">
                  <a:txBody>
                    <a:bodyPr/>
                    <a:lstStyle/>
                    <a:p>
                      <a:endParaRPr lang="zh-CN" altLang="en-US" dirty="0"/>
                    </a:p>
                  </a:txBody>
                  <a:tcPr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extLst>
                  <a:ext uri="{0D108BD9-81ED-4DB2-BD59-A6C34878D82A}">
                    <a16:rowId xmlns:a16="http://schemas.microsoft.com/office/drawing/2014/main" val="10003"/>
                  </a:ext>
                </a:extLst>
              </a:tr>
              <a:tr h="274320">
                <a:tc vMerge="1">
                  <a:txBody>
                    <a:bodyPr/>
                    <a:lstStyle/>
                    <a:p>
                      <a:endParaRPr lang="zh-CN" altLang="en-US" dirty="0"/>
                    </a:p>
                  </a:txBody>
                  <a:tcPr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extLst>
                  <a:ext uri="{0D108BD9-81ED-4DB2-BD59-A6C34878D82A}">
                    <a16:rowId xmlns:a16="http://schemas.microsoft.com/office/drawing/2014/main" val="10004"/>
                  </a:ext>
                </a:extLst>
              </a:tr>
              <a:tr h="274320">
                <a:tc vMerge="1">
                  <a:txBody>
                    <a:bodyPr/>
                    <a:lstStyle/>
                    <a:p>
                      <a:endParaRPr lang="zh-CN" altLang="en-US" dirty="0"/>
                    </a:p>
                  </a:txBody>
                  <a:tcPr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extLst>
                  <a:ext uri="{0D108BD9-81ED-4DB2-BD59-A6C34878D82A}">
                    <a16:rowId xmlns:a16="http://schemas.microsoft.com/office/drawing/2014/main" val="10005"/>
                  </a:ext>
                </a:extLst>
              </a:tr>
              <a:tr h="274320">
                <a:tc vMerge="1">
                  <a:txBody>
                    <a:bodyPr/>
                    <a:lstStyle/>
                    <a:p>
                      <a:endParaRPr lang="zh-CN" altLang="en-US" dirty="0"/>
                    </a:p>
                  </a:txBody>
                  <a:tcPr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extLst>
                  <a:ext uri="{0D108BD9-81ED-4DB2-BD59-A6C34878D82A}">
                    <a16:rowId xmlns:a16="http://schemas.microsoft.com/office/drawing/2014/main" val="10006"/>
                  </a:ext>
                </a:extLst>
              </a:tr>
              <a:tr h="274320">
                <a:tc vMerge="1">
                  <a:txBody>
                    <a:bodyPr/>
                    <a:lstStyle/>
                    <a:p>
                      <a:endParaRPr lang="zh-CN" altLang="en-US" dirty="0"/>
                    </a:p>
                  </a:txBody>
                  <a:tcPr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extLst>
                  <a:ext uri="{0D108BD9-81ED-4DB2-BD59-A6C34878D82A}">
                    <a16:rowId xmlns:a16="http://schemas.microsoft.com/office/drawing/2014/main" val="10007"/>
                  </a:ext>
                </a:extLst>
              </a:tr>
              <a:tr h="274320">
                <a:tc vMerge="1">
                  <a:txBody>
                    <a:bodyPr/>
                    <a:lstStyle/>
                    <a:p>
                      <a:endParaRPr lang="zh-CN" altLang="en-US" dirty="0"/>
                    </a:p>
                  </a:txBody>
                  <a:tcPr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extLst>
                  <a:ext uri="{0D108BD9-81ED-4DB2-BD59-A6C34878D82A}">
                    <a16:rowId xmlns:a16="http://schemas.microsoft.com/office/drawing/2014/main" val="10008"/>
                  </a:ext>
                </a:extLst>
              </a:tr>
              <a:tr h="480060">
                <a:tc>
                  <a:txBody>
                    <a:bodyPr/>
                    <a:lstStyle/>
                    <a:p>
                      <a:r>
                        <a:rPr lang="en-US" altLang="zh-CN" sz="1400" dirty="0" smtClean="0"/>
                        <a:t>Real-time</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tc>
                  <a:txBody>
                    <a:bodyPr/>
                    <a:lstStyle/>
                    <a:p>
                      <a:r>
                        <a:rPr lang="en-US" altLang="zh-CN" sz="1400" dirty="0" smtClean="0"/>
                        <a:t>/</a:t>
                      </a:r>
                      <a:endParaRPr lang="zh-CN" altLang="en-US" sz="1400" dirty="0"/>
                    </a:p>
                  </a:txBody>
                  <a:tcPr marT="34290" marB="34290" anchor="ctr" anchorCtr="1"/>
                </a:tc>
                <a:extLst>
                  <a:ext uri="{0D108BD9-81ED-4DB2-BD59-A6C34878D82A}">
                    <a16:rowId xmlns:a16="http://schemas.microsoft.com/office/drawing/2014/main" val="10009"/>
                  </a:ext>
                </a:extLst>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solidFill>
                  <a:schemeClr val="bg1">
                    <a:lumMod val="65000"/>
                  </a:schemeClr>
                </a:solidFill>
              </a:rPr>
              <a:t>CONTENTS</a:t>
            </a:r>
            <a:r>
              <a:rPr lang="zh-CN" altLang="en-US" dirty="0" smtClean="0"/>
              <a:t/>
            </a:r>
            <a:br>
              <a:rPr lang="zh-CN" altLang="en-US" dirty="0" smtClean="0"/>
            </a:br>
            <a:endParaRPr lang="zh-CN" altLang="en-US" dirty="0"/>
          </a:p>
        </p:txBody>
      </p:sp>
      <p:graphicFrame>
        <p:nvGraphicFramePr>
          <p:cNvPr id="6" name="内容占位符 5"/>
          <p:cNvGraphicFramePr>
            <a:graphicFrameLocks noGrp="1"/>
          </p:cNvGraphicFramePr>
          <p:nvPr>
            <p:ph idx="1"/>
          </p:nvPr>
        </p:nvGraphicFramePr>
        <p:xfrm>
          <a:off x="457200" y="1017985"/>
          <a:ext cx="8229600" cy="357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10</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8661834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8614"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p:txBody>
          <a:bodyPr>
            <a:normAutofit/>
          </a:bodyPr>
          <a:lstStyle/>
          <a:p>
            <a:r>
              <a:rPr lang="en-US" altLang="zh-CN" sz="2800" dirty="0" smtClean="0"/>
              <a:t>3.1 There are three kinds of telecommand</a:t>
            </a:r>
            <a:r>
              <a:rPr lang="zh-CN" altLang="en-US" sz="2800" dirty="0" smtClean="0"/>
              <a:t>：</a:t>
            </a:r>
            <a:endParaRPr lang="en-US" altLang="zh-CN" sz="2800" dirty="0" smtClean="0"/>
          </a:p>
          <a:p>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11</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nvGraphicFramePr>
        <p:xfrm>
          <a:off x="1000100" y="1768072"/>
          <a:ext cx="6715172" cy="2303876"/>
        </p:xfrm>
        <a:graphic>
          <a:graphicData uri="http://schemas.openxmlformats.org/drawingml/2006/table">
            <a:tbl>
              <a:tblPr firstRow="1" bandRow="1">
                <a:tableStyleId>{5C22544A-7EE6-4342-B048-85BDC9FD1C3A}</a:tableStyleId>
              </a:tblPr>
              <a:tblGrid>
                <a:gridCol w="1678793">
                  <a:extLst>
                    <a:ext uri="{9D8B030D-6E8A-4147-A177-3AD203B41FA5}">
                      <a16:colId xmlns:a16="http://schemas.microsoft.com/office/drawing/2014/main" val="20000"/>
                    </a:ext>
                  </a:extLst>
                </a:gridCol>
                <a:gridCol w="1678793">
                  <a:extLst>
                    <a:ext uri="{9D8B030D-6E8A-4147-A177-3AD203B41FA5}">
                      <a16:colId xmlns:a16="http://schemas.microsoft.com/office/drawing/2014/main" val="20001"/>
                    </a:ext>
                  </a:extLst>
                </a:gridCol>
                <a:gridCol w="1678793">
                  <a:extLst>
                    <a:ext uri="{9D8B030D-6E8A-4147-A177-3AD203B41FA5}">
                      <a16:colId xmlns:a16="http://schemas.microsoft.com/office/drawing/2014/main" val="20002"/>
                    </a:ext>
                  </a:extLst>
                </a:gridCol>
                <a:gridCol w="1678793">
                  <a:extLst>
                    <a:ext uri="{9D8B030D-6E8A-4147-A177-3AD203B41FA5}">
                      <a16:colId xmlns:a16="http://schemas.microsoft.com/office/drawing/2014/main" val="20003"/>
                    </a:ext>
                  </a:extLst>
                </a:gridCol>
              </a:tblGrid>
              <a:tr h="1151938">
                <a:tc>
                  <a:txBody>
                    <a:bodyPr/>
                    <a:lstStyle/>
                    <a:p>
                      <a:pPr algn="l"/>
                      <a:r>
                        <a:rPr lang="en-US" altLang="zh-CN" sz="1500" dirty="0" smtClean="0"/>
                        <a:t>Telecommand type</a:t>
                      </a:r>
                      <a:endParaRPr lang="zh-CN" altLang="en-US" sz="1500" dirty="0"/>
                    </a:p>
                  </a:txBody>
                  <a:tcPr marT="34290" marB="34290" anchor="ctr" anchorCtr="1"/>
                </a:tc>
                <a:tc>
                  <a:txBody>
                    <a:bodyPr/>
                    <a:lstStyle/>
                    <a:p>
                      <a:pPr algn="ctr"/>
                      <a:r>
                        <a:rPr lang="en-US" altLang="zh-CN" sz="1500" dirty="0" smtClean="0"/>
                        <a:t>OC  telecommand </a:t>
                      </a:r>
                      <a:endParaRPr lang="zh-CN" altLang="en-US" sz="1500" dirty="0"/>
                    </a:p>
                  </a:txBody>
                  <a:tcPr marT="34290" marB="34290" anchor="ctr" anchorCtr="1"/>
                </a:tc>
                <a:tc>
                  <a:txBody>
                    <a:bodyPr/>
                    <a:lstStyle/>
                    <a:p>
                      <a:pPr algn="ctr"/>
                      <a:r>
                        <a:rPr lang="en-US" altLang="zh-CN" sz="1500" dirty="0" smtClean="0"/>
                        <a:t>Data telecommand </a:t>
                      </a:r>
                      <a:endParaRPr lang="zh-CN" altLang="en-US" sz="1500" dirty="0"/>
                    </a:p>
                  </a:txBody>
                  <a:tcPr marT="34290" marB="34290" anchor="ctr" anchorCtr="1"/>
                </a:tc>
                <a:tc>
                  <a:txBody>
                    <a:bodyPr/>
                    <a:lstStyle/>
                    <a:p>
                      <a:pPr algn="ctr"/>
                      <a:r>
                        <a:rPr lang="en-US" altLang="zh-CN" sz="1500" dirty="0" smtClean="0"/>
                        <a:t>Data block</a:t>
                      </a:r>
                      <a:endParaRPr lang="zh-CN" altLang="en-US" sz="1500" dirty="0"/>
                    </a:p>
                  </a:txBody>
                  <a:tcPr marT="34290" marB="34290" anchor="ctr" anchorCtr="1"/>
                </a:tc>
                <a:extLst>
                  <a:ext uri="{0D108BD9-81ED-4DB2-BD59-A6C34878D82A}">
                    <a16:rowId xmlns:a16="http://schemas.microsoft.com/office/drawing/2014/main" val="10000"/>
                  </a:ext>
                </a:extLst>
              </a:tr>
              <a:tr h="1151938">
                <a:tc>
                  <a:txBody>
                    <a:bodyPr/>
                    <a:lstStyle/>
                    <a:p>
                      <a:pPr algn="l"/>
                      <a:r>
                        <a:rPr lang="en-US" altLang="zh-CN" sz="1500" b="1" dirty="0" smtClean="0"/>
                        <a:t>Telecommand number</a:t>
                      </a:r>
                      <a:endParaRPr lang="zh-CN" altLang="en-US" sz="1500" b="1" dirty="0"/>
                    </a:p>
                  </a:txBody>
                  <a:tcPr marT="34290" marB="34290" anchor="ctr" anchorCtr="1">
                    <a:solidFill>
                      <a:schemeClr val="accent2">
                        <a:lumMod val="40000"/>
                        <a:lumOff val="60000"/>
                      </a:schemeClr>
                    </a:solidFill>
                  </a:tcPr>
                </a:tc>
                <a:tc>
                  <a:txBody>
                    <a:bodyPr/>
                    <a:lstStyle/>
                    <a:p>
                      <a:pPr algn="ctr"/>
                      <a:r>
                        <a:rPr lang="en-US" altLang="zh-CN" sz="1500" b="1" dirty="0" smtClean="0"/>
                        <a:t>2</a:t>
                      </a:r>
                      <a:endParaRPr lang="zh-CN" altLang="en-US" sz="1500" b="1" dirty="0"/>
                    </a:p>
                  </a:txBody>
                  <a:tcPr marT="34290" marB="34290" anchor="ctr" anchorCtr="1">
                    <a:solidFill>
                      <a:schemeClr val="accent2">
                        <a:lumMod val="40000"/>
                        <a:lumOff val="60000"/>
                      </a:schemeClr>
                    </a:solidFill>
                  </a:tcPr>
                </a:tc>
                <a:tc>
                  <a:txBody>
                    <a:bodyPr/>
                    <a:lstStyle/>
                    <a:p>
                      <a:pPr algn="ctr"/>
                      <a:r>
                        <a:rPr lang="en-US" altLang="zh-CN" sz="1500" b="1" dirty="0" smtClean="0"/>
                        <a:t>35</a:t>
                      </a:r>
                      <a:endParaRPr lang="zh-CN" altLang="en-US" sz="1500" b="1" dirty="0"/>
                    </a:p>
                  </a:txBody>
                  <a:tcPr marT="34290" marB="34290" anchor="ctr" anchorCtr="1">
                    <a:solidFill>
                      <a:schemeClr val="accent2">
                        <a:lumMod val="40000"/>
                        <a:lumOff val="60000"/>
                      </a:schemeClr>
                    </a:solidFill>
                  </a:tcPr>
                </a:tc>
                <a:tc>
                  <a:txBody>
                    <a:bodyPr/>
                    <a:lstStyle/>
                    <a:p>
                      <a:pPr algn="ctr"/>
                      <a:r>
                        <a:rPr lang="en-US" altLang="zh-CN" sz="1500" b="1" dirty="0" smtClean="0"/>
                        <a:t>4</a:t>
                      </a:r>
                      <a:endParaRPr lang="zh-CN" altLang="en-US" sz="1500" b="1" dirty="0"/>
                    </a:p>
                  </a:txBody>
                  <a:tcPr marT="34290" marB="34290" anchor="ctr" anchorCtr="1">
                    <a:solidFill>
                      <a:schemeClr val="accent2">
                        <a:lumMod val="40000"/>
                        <a:lumOff val="60000"/>
                      </a:schemeClr>
                    </a:solidFill>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p:txBody>
          <a:bodyPr>
            <a:normAutofit/>
          </a:bodyPr>
          <a:lstStyle/>
          <a:p>
            <a:r>
              <a:rPr lang="en-US" sz="2800" dirty="0" smtClean="0"/>
              <a:t>3.1.1 DTS OC </a:t>
            </a:r>
            <a:r>
              <a:rPr lang="en-US" sz="2800" dirty="0" smtClean="0"/>
              <a:t>tele command</a:t>
            </a:r>
            <a:endParaRPr lang="zh-CN" altLang="en-US" sz="28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12</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2683762650"/>
              </p:ext>
            </p:extLst>
          </p:nvPr>
        </p:nvGraphicFramePr>
        <p:xfrm>
          <a:off x="1242349" y="1768073"/>
          <a:ext cx="6570011" cy="2678926"/>
        </p:xfrm>
        <a:graphic>
          <a:graphicData uri="http://schemas.openxmlformats.org/drawingml/2006/table">
            <a:tbl>
              <a:tblPr/>
              <a:tblGrid>
                <a:gridCol w="743093">
                  <a:extLst>
                    <a:ext uri="{9D8B030D-6E8A-4147-A177-3AD203B41FA5}">
                      <a16:colId xmlns:a16="http://schemas.microsoft.com/office/drawing/2014/main" val="20000"/>
                    </a:ext>
                  </a:extLst>
                </a:gridCol>
                <a:gridCol w="1302823">
                  <a:extLst>
                    <a:ext uri="{9D8B030D-6E8A-4147-A177-3AD203B41FA5}">
                      <a16:colId xmlns:a16="http://schemas.microsoft.com/office/drawing/2014/main" val="20001"/>
                    </a:ext>
                  </a:extLst>
                </a:gridCol>
                <a:gridCol w="1439718">
                  <a:extLst>
                    <a:ext uri="{9D8B030D-6E8A-4147-A177-3AD203B41FA5}">
                      <a16:colId xmlns:a16="http://schemas.microsoft.com/office/drawing/2014/main" val="20002"/>
                    </a:ext>
                  </a:extLst>
                </a:gridCol>
                <a:gridCol w="3084377">
                  <a:extLst>
                    <a:ext uri="{9D8B030D-6E8A-4147-A177-3AD203B41FA5}">
                      <a16:colId xmlns:a16="http://schemas.microsoft.com/office/drawing/2014/main" val="20003"/>
                    </a:ext>
                  </a:extLst>
                </a:gridCol>
              </a:tblGrid>
              <a:tr h="892975">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NO</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TC </a:t>
                      </a:r>
                      <a:r>
                        <a:rPr lang="en-US" sz="1200" kern="1200" dirty="0" smtClean="0">
                          <a:solidFill>
                            <a:schemeClr val="tx1"/>
                          </a:solidFill>
                          <a:effectLst/>
                          <a:latin typeface="Times New Roman" pitchFamily="18" charset="0"/>
                          <a:ea typeface="+mn-ea"/>
                          <a:cs typeface="Times New Roman" pitchFamily="18" charset="0"/>
                        </a:rPr>
                        <a:t>Number</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smtClean="0">
                          <a:solidFill>
                            <a:schemeClr val="tx1"/>
                          </a:solidFill>
                          <a:effectLst/>
                          <a:latin typeface="Times New Roman" pitchFamily="18" charset="0"/>
                          <a:ea typeface="+mn-ea"/>
                          <a:cs typeface="Times New Roman" pitchFamily="18" charset="0"/>
                        </a:rPr>
                        <a:t>TC name</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dirty="0" smtClean="0">
                          <a:effectLst/>
                          <a:latin typeface="Times New Roman" pitchFamily="18" charset="0"/>
                          <a:cs typeface="Times New Roman" pitchFamily="18" charset="0"/>
                        </a:rPr>
                        <a:t>Application &amp; Description</a:t>
                      </a:r>
                      <a:endParaRPr lang="zh-CN" altLang="en-US" sz="1200" dirty="0">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952507">
                <a:tc>
                  <a:txBody>
                    <a:bodyPr/>
                    <a:lstStyle/>
                    <a:p>
                      <a:pPr marL="342900" lvl="0" indent="-342900" algn="l" fontAlgn="base">
                        <a:spcAft>
                          <a:spcPts val="0"/>
                        </a:spcAft>
                        <a:buFont typeface="+mj-lt"/>
                        <a:buNone/>
                        <a:tabLst>
                          <a:tab pos="266700" algn="l"/>
                        </a:tabLst>
                      </a:pPr>
                      <a:r>
                        <a:rPr lang="en-US" sz="1200" kern="100" dirty="0" smtClean="0">
                          <a:latin typeface="Times New Roman"/>
                          <a:ea typeface="宋体"/>
                        </a:rPr>
                        <a:t>   1</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en-US" altLang="zh-CN" sz="1200" kern="100" baseline="0" dirty="0" smtClean="0">
                          <a:solidFill>
                            <a:schemeClr val="tx1"/>
                          </a:solidFill>
                          <a:latin typeface="Times New Roman"/>
                          <a:ea typeface="宋体"/>
                          <a:cs typeface="+mn-cs"/>
                        </a:rPr>
                        <a:t>KSM112-19</a:t>
                      </a:r>
                      <a:endParaRPr lang="zh-CN" altLang="zh-CN" sz="1200" kern="100" baseline="0" dirty="0">
                        <a:solidFill>
                          <a:schemeClr val="tx1"/>
                        </a:solidFill>
                        <a:latin typeface="Times New Roman"/>
                        <a:ea typeface="宋体"/>
                        <a:cs typeface="+mn-cs"/>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baseline="0" dirty="0" smtClean="0">
                          <a:solidFill>
                            <a:schemeClr val="tx1"/>
                          </a:solidFill>
                          <a:latin typeface="Times New Roman"/>
                          <a:ea typeface="宋体"/>
                          <a:cs typeface="+mn-cs"/>
                        </a:rPr>
                        <a:t>DTS  turn on</a:t>
                      </a:r>
                      <a:endParaRPr lang="zh-CN" altLang="zh-CN" sz="1200" kern="100" baseline="0" dirty="0">
                        <a:solidFill>
                          <a:schemeClr val="tx1"/>
                        </a:solidFill>
                        <a:latin typeface="Times New Roman"/>
                        <a:ea typeface="宋体"/>
                        <a:cs typeface="+mn-cs"/>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宋体"/>
                          <a:cs typeface="+mn-cs"/>
                        </a:rPr>
                        <a:t>NS006</a:t>
                      </a:r>
                    </a:p>
                    <a:p>
                      <a:pPr marL="0" algn="just" defTabSz="914400" rtl="0" eaLnBrk="1" latinLnBrk="0" hangingPunct="1">
                        <a:spcAft>
                          <a:spcPts val="0"/>
                        </a:spcAft>
                      </a:pPr>
                      <a:r>
                        <a:rPr lang="en-US" altLang="zh-CN" sz="1200" kern="100" dirty="0" smtClean="0">
                          <a:solidFill>
                            <a:schemeClr val="tx1"/>
                          </a:solidFill>
                          <a:latin typeface="Times New Roman"/>
                          <a:ea typeface="宋体"/>
                          <a:cs typeface="+mn-cs"/>
                        </a:rPr>
                        <a:t>Load current increase 0.2~0.25A;</a:t>
                      </a:r>
                    </a:p>
                    <a:p>
                      <a:pPr marL="0" algn="just" defTabSz="914400" rtl="0" eaLnBrk="1" latinLnBrk="0" hangingPunct="1">
                        <a:spcAft>
                          <a:spcPts val="0"/>
                        </a:spcAft>
                      </a:pPr>
                      <a:r>
                        <a:rPr lang="en-US" altLang="zh-CN" sz="1200" kern="100" dirty="0" smtClean="0">
                          <a:solidFill>
                            <a:schemeClr val="tx1"/>
                          </a:solidFill>
                          <a:latin typeface="Times New Roman"/>
                          <a:ea typeface="宋体"/>
                          <a:cs typeface="+mn-cs"/>
                        </a:rPr>
                        <a:t>TMYA002</a:t>
                      </a:r>
                    </a:p>
                    <a:p>
                      <a:pPr marL="0" algn="just" defTabSz="914400" rtl="0" eaLnBrk="1" latinLnBrk="0" hangingPunct="1">
                        <a:spcAft>
                          <a:spcPts val="0"/>
                        </a:spcAft>
                      </a:pPr>
                      <a:r>
                        <a:rPr lang="en-US" altLang="zh-CN" sz="1200" kern="100" dirty="0" smtClean="0">
                          <a:solidFill>
                            <a:schemeClr val="tx1"/>
                          </a:solidFill>
                          <a:latin typeface="Times New Roman"/>
                          <a:ea typeface="宋体"/>
                          <a:cs typeface="+mn-cs"/>
                        </a:rPr>
                        <a:t>FPGA</a:t>
                      </a:r>
                      <a:r>
                        <a:rPr lang="en-US" altLang="zh-CN" sz="1200" kern="100" baseline="0" dirty="0" smtClean="0">
                          <a:solidFill>
                            <a:schemeClr val="tx1"/>
                          </a:solidFill>
                          <a:latin typeface="Times New Roman"/>
                          <a:ea typeface="宋体"/>
                          <a:cs typeface="+mn-cs"/>
                        </a:rPr>
                        <a:t> Load state: 1=Load success</a:t>
                      </a:r>
                      <a:endParaRPr lang="zh-CN" altLang="zh-CN" sz="1200" kern="100" dirty="0">
                        <a:solidFill>
                          <a:schemeClr val="tx1"/>
                        </a:solidFill>
                        <a:latin typeface="Times New Roman"/>
                        <a:ea typeface="宋体"/>
                        <a:cs typeface="+mn-cs"/>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33444">
                <a:tc>
                  <a:txBody>
                    <a:bodyPr/>
                    <a:lstStyle/>
                    <a:p>
                      <a:pPr marL="342900" lvl="0" indent="-342900" algn="l" fontAlgn="base">
                        <a:spcAft>
                          <a:spcPts val="0"/>
                        </a:spcAft>
                        <a:buFont typeface="+mj-lt"/>
                        <a:buNone/>
                        <a:tabLst>
                          <a:tab pos="266700" algn="l"/>
                        </a:tabLst>
                      </a:pPr>
                      <a:r>
                        <a:rPr lang="en-US" sz="1200" kern="100" dirty="0" smtClean="0">
                          <a:latin typeface="Times New Roman"/>
                          <a:ea typeface="宋体"/>
                        </a:rPr>
                        <a:t>   2</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en-US" sz="1400" kern="1200" dirty="0" smtClean="0">
                          <a:solidFill>
                            <a:schemeClr val="tx1"/>
                          </a:solidFill>
                          <a:latin typeface="+mn-lt"/>
                          <a:ea typeface="+mn-ea"/>
                          <a:cs typeface="+mn-cs"/>
                        </a:rPr>
                        <a:t>KSM112-1A</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baseline="0" dirty="0" smtClean="0">
                          <a:solidFill>
                            <a:schemeClr val="tx1"/>
                          </a:solidFill>
                          <a:latin typeface="Times New Roman"/>
                          <a:ea typeface="+mn-ea"/>
                          <a:cs typeface="+mn-cs"/>
                        </a:rPr>
                        <a:t>DTS  turn off</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NS006</a:t>
                      </a:r>
                    </a:p>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Load current decrease 0.2~0.25A;</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400" dirty="0" smtClean="0"/>
              <a:t>3.1.2 DTS data telecommand</a:t>
            </a:r>
            <a:endParaRPr lang="zh-CN" altLang="en-US" sz="24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13</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935757104"/>
              </p:ext>
            </p:extLst>
          </p:nvPr>
        </p:nvGraphicFramePr>
        <p:xfrm>
          <a:off x="1370967" y="1393023"/>
          <a:ext cx="6513401" cy="3312403"/>
        </p:xfrm>
        <a:graphic>
          <a:graphicData uri="http://schemas.openxmlformats.org/drawingml/2006/table">
            <a:tbl>
              <a:tblPr/>
              <a:tblGrid>
                <a:gridCol w="743093">
                  <a:extLst>
                    <a:ext uri="{9D8B030D-6E8A-4147-A177-3AD203B41FA5}">
                      <a16:colId xmlns:a16="http://schemas.microsoft.com/office/drawing/2014/main" val="20000"/>
                    </a:ext>
                  </a:extLst>
                </a:gridCol>
                <a:gridCol w="1114295">
                  <a:extLst>
                    <a:ext uri="{9D8B030D-6E8A-4147-A177-3AD203B41FA5}">
                      <a16:colId xmlns:a16="http://schemas.microsoft.com/office/drawing/2014/main" val="20001"/>
                    </a:ext>
                  </a:extLst>
                </a:gridCol>
                <a:gridCol w="1571636">
                  <a:extLst>
                    <a:ext uri="{9D8B030D-6E8A-4147-A177-3AD203B41FA5}">
                      <a16:colId xmlns:a16="http://schemas.microsoft.com/office/drawing/2014/main" val="20002"/>
                    </a:ext>
                  </a:extLst>
                </a:gridCol>
                <a:gridCol w="3084377">
                  <a:extLst>
                    <a:ext uri="{9D8B030D-6E8A-4147-A177-3AD203B41FA5}">
                      <a16:colId xmlns:a16="http://schemas.microsoft.com/office/drawing/2014/main" val="20003"/>
                    </a:ext>
                  </a:extLst>
                </a:gridCol>
              </a:tblGrid>
              <a:tr h="375050">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NO</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TC </a:t>
                      </a:r>
                      <a:r>
                        <a:rPr lang="en-US" sz="1200" kern="1200" dirty="0" smtClean="0">
                          <a:solidFill>
                            <a:schemeClr val="tx1"/>
                          </a:solidFill>
                          <a:effectLst/>
                          <a:latin typeface="Times New Roman" pitchFamily="18" charset="0"/>
                          <a:ea typeface="+mn-ea"/>
                          <a:cs typeface="Times New Roman" pitchFamily="18" charset="0"/>
                        </a:rPr>
                        <a:t>Number</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smtClean="0">
                          <a:solidFill>
                            <a:schemeClr val="tx1"/>
                          </a:solidFill>
                          <a:effectLst/>
                          <a:latin typeface="Times New Roman" pitchFamily="18" charset="0"/>
                          <a:ea typeface="+mn-ea"/>
                          <a:cs typeface="Times New Roman" pitchFamily="18" charset="0"/>
                        </a:rPr>
                        <a:t>TC name</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dirty="0" smtClean="0">
                          <a:effectLst/>
                          <a:latin typeface="Times New Roman" pitchFamily="18" charset="0"/>
                          <a:cs typeface="Times New Roman" pitchFamily="18" charset="0"/>
                        </a:rPr>
                        <a:t>Application &amp; Description</a:t>
                      </a:r>
                      <a:endParaRPr lang="zh-CN" altLang="en-US" sz="1200" dirty="0">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742793">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a:latin typeface="Times New Roman"/>
                          <a:ea typeface="宋体"/>
                        </a:rPr>
                        <a:t>KYA001</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baseline="0" dirty="0" smtClean="0">
                          <a:solidFill>
                            <a:schemeClr val="tx1"/>
                          </a:solidFill>
                          <a:latin typeface="Times New Roman"/>
                          <a:ea typeface="宋体"/>
                          <a:cs typeface="+mn-cs"/>
                        </a:rPr>
                        <a:t>Modulation mode</a:t>
                      </a:r>
                      <a:endParaRPr lang="zh-CN" altLang="zh-CN" sz="1200" kern="100" baseline="0" dirty="0">
                        <a:solidFill>
                          <a:schemeClr val="tx1"/>
                        </a:solidFill>
                        <a:latin typeface="Times New Roman"/>
                        <a:ea typeface="宋体"/>
                        <a:cs typeface="+mn-cs"/>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宋体"/>
                          <a:cs typeface="+mn-cs"/>
                        </a:rPr>
                        <a:t>TMYA005</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宋体"/>
                          <a:cs typeface="+mn-cs"/>
                        </a:rPr>
                        <a:t>RF modulation state</a:t>
                      </a:r>
                      <a:r>
                        <a:rPr lang="en-US" altLang="zh-CN" sz="1200" kern="100" baseline="0" dirty="0" smtClean="0">
                          <a:solidFill>
                            <a:schemeClr val="tx1"/>
                          </a:solidFill>
                          <a:latin typeface="Times New Roman"/>
                          <a:ea typeface="+mn-ea"/>
                          <a:cs typeface="+mn-cs"/>
                        </a:rPr>
                        <a:t>: 0=Modulation state</a:t>
                      </a:r>
                      <a:endParaRPr lang="zh-CN" altLang="zh-CN" sz="1200" kern="10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2</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a:latin typeface="Times New Roman"/>
                          <a:ea typeface="宋体"/>
                        </a:rPr>
                        <a:t>KYA002</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Carrier mode</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TMYA005</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mn-ea"/>
                          <a:cs typeface="+mn-cs"/>
                        </a:rPr>
                        <a:t>RF modulation state: 1=Carrier state</a:t>
                      </a:r>
                      <a:endParaRPr lang="zh-CN" altLang="zh-CN" sz="1200" kern="100" dirty="0">
                        <a:solidFill>
                          <a:schemeClr val="tx1"/>
                        </a:solidFill>
                        <a:latin typeface="Times New Roman"/>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3</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a:latin typeface="Times New Roman"/>
                          <a:ea typeface="宋体"/>
                        </a:rPr>
                        <a:t>KYA003</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RF and antenna turn on</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latinLnBrk="0" hangingPunct="1">
                        <a:spcAft>
                          <a:spcPts val="0"/>
                        </a:spcAft>
                      </a:pPr>
                      <a:r>
                        <a:rPr lang="en-US" altLang="zh-CN" sz="1200" kern="100" dirty="0" smtClean="0">
                          <a:latin typeface="Times New Roman"/>
                          <a:ea typeface="宋体"/>
                        </a:rPr>
                        <a:t>TMYA003</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宋体"/>
                        </a:rPr>
                        <a:t>RF and antenna</a:t>
                      </a:r>
                      <a:r>
                        <a:rPr lang="en-US" altLang="zh-CN" sz="1200" kern="100" baseline="0" dirty="0" smtClean="0">
                          <a:latin typeface="Times New Roman"/>
                          <a:ea typeface="宋体"/>
                        </a:rPr>
                        <a:t> state: 1= </a:t>
                      </a:r>
                      <a:r>
                        <a:rPr lang="en-US" altLang="zh-CN" sz="1200" kern="100" dirty="0" smtClean="0">
                          <a:latin typeface="Times New Roman"/>
                          <a:ea typeface="+mn-ea"/>
                        </a:rPr>
                        <a:t>RF and antenna  turned</a:t>
                      </a:r>
                      <a:r>
                        <a:rPr lang="en-US" altLang="zh-CN" sz="1200" kern="100" baseline="0" dirty="0" smtClean="0">
                          <a:latin typeface="Times New Roman"/>
                          <a:ea typeface="+mn-ea"/>
                        </a:rPr>
                        <a:t> </a:t>
                      </a:r>
                      <a:r>
                        <a:rPr lang="en-US" altLang="zh-CN" sz="1200" kern="100" dirty="0" smtClean="0">
                          <a:latin typeface="Times New Roman"/>
                          <a:ea typeface="+mn-ea"/>
                        </a:rPr>
                        <a:t>on</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4</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a:latin typeface="Times New Roman"/>
                          <a:ea typeface="宋体"/>
                        </a:rPr>
                        <a:t>KYA004</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RF and antenna turn off</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latinLnBrk="0" hangingPunct="1">
                        <a:spcAft>
                          <a:spcPts val="0"/>
                        </a:spcAft>
                      </a:pPr>
                      <a:r>
                        <a:rPr lang="en-US" altLang="zh-CN" sz="1200" kern="100" dirty="0" smtClean="0">
                          <a:latin typeface="Times New Roman"/>
                          <a:ea typeface="+mn-ea"/>
                        </a:rPr>
                        <a:t>TMYA003</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RF and antenna</a:t>
                      </a:r>
                      <a:r>
                        <a:rPr lang="en-US" altLang="zh-CN" sz="1200" kern="100" baseline="0" dirty="0" smtClean="0">
                          <a:latin typeface="Times New Roman"/>
                          <a:ea typeface="+mn-ea"/>
                        </a:rPr>
                        <a:t> state: 1= </a:t>
                      </a:r>
                      <a:r>
                        <a:rPr lang="en-US" altLang="zh-CN" sz="1200" kern="100" dirty="0" smtClean="0">
                          <a:latin typeface="Times New Roman"/>
                          <a:ea typeface="+mn-ea"/>
                        </a:rPr>
                        <a:t>RF and antenna  turned</a:t>
                      </a:r>
                      <a:r>
                        <a:rPr lang="en-US" altLang="zh-CN" sz="1200" kern="100" baseline="0" dirty="0" smtClean="0">
                          <a:latin typeface="Times New Roman"/>
                          <a:ea typeface="+mn-ea"/>
                        </a:rPr>
                        <a:t> </a:t>
                      </a:r>
                      <a:r>
                        <a:rPr lang="en-US" altLang="zh-CN" sz="1200" kern="100" dirty="0" smtClean="0">
                          <a:latin typeface="Times New Roman"/>
                          <a:ea typeface="+mn-ea"/>
                        </a:rPr>
                        <a:t>off</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5</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a:latin typeface="Times New Roman"/>
                          <a:ea typeface="宋体"/>
                        </a:rPr>
                        <a:t>KYA005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Real-time transmit on</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TMYA004</a:t>
                      </a:r>
                    </a:p>
                    <a:p>
                      <a:pPr marL="0" algn="just" defTabSz="914400" rtl="0" eaLnBrk="1" latinLnBrk="0" hangingPunct="1">
                        <a:spcAft>
                          <a:spcPts val="0"/>
                        </a:spcAft>
                      </a:pPr>
                      <a:r>
                        <a:rPr lang="en-US" altLang="zh-CN" sz="1200" kern="100" dirty="0" smtClean="0">
                          <a:latin typeface="Times New Roman"/>
                          <a:ea typeface="+mn-ea"/>
                        </a:rPr>
                        <a:t>Real-time transmit state:0=real-time transmit  on</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800" dirty="0" smtClean="0"/>
              <a:t>3.1.2 DTS data telecommand</a:t>
            </a:r>
            <a:endParaRPr lang="zh-CN" altLang="en-US" sz="28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14</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176228484"/>
              </p:ext>
            </p:extLst>
          </p:nvPr>
        </p:nvGraphicFramePr>
        <p:xfrm>
          <a:off x="1442975" y="1393023"/>
          <a:ext cx="6513401" cy="3312403"/>
        </p:xfrm>
        <a:graphic>
          <a:graphicData uri="http://schemas.openxmlformats.org/drawingml/2006/table">
            <a:tbl>
              <a:tblPr/>
              <a:tblGrid>
                <a:gridCol w="743093">
                  <a:extLst>
                    <a:ext uri="{9D8B030D-6E8A-4147-A177-3AD203B41FA5}">
                      <a16:colId xmlns:a16="http://schemas.microsoft.com/office/drawing/2014/main" val="20000"/>
                    </a:ext>
                  </a:extLst>
                </a:gridCol>
                <a:gridCol w="1042857">
                  <a:extLst>
                    <a:ext uri="{9D8B030D-6E8A-4147-A177-3AD203B41FA5}">
                      <a16:colId xmlns:a16="http://schemas.microsoft.com/office/drawing/2014/main" val="20001"/>
                    </a:ext>
                  </a:extLst>
                </a:gridCol>
                <a:gridCol w="1643074">
                  <a:extLst>
                    <a:ext uri="{9D8B030D-6E8A-4147-A177-3AD203B41FA5}">
                      <a16:colId xmlns:a16="http://schemas.microsoft.com/office/drawing/2014/main" val="20002"/>
                    </a:ext>
                  </a:extLst>
                </a:gridCol>
                <a:gridCol w="3084377">
                  <a:extLst>
                    <a:ext uri="{9D8B030D-6E8A-4147-A177-3AD203B41FA5}">
                      <a16:colId xmlns:a16="http://schemas.microsoft.com/office/drawing/2014/main" val="20003"/>
                    </a:ext>
                  </a:extLst>
                </a:gridCol>
              </a:tblGrid>
              <a:tr h="375050">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NO</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TC </a:t>
                      </a:r>
                      <a:r>
                        <a:rPr lang="en-US" sz="1200" kern="1200" dirty="0" smtClean="0">
                          <a:solidFill>
                            <a:schemeClr val="tx1"/>
                          </a:solidFill>
                          <a:effectLst/>
                          <a:latin typeface="Times New Roman" pitchFamily="18" charset="0"/>
                          <a:ea typeface="+mn-ea"/>
                          <a:cs typeface="Times New Roman" pitchFamily="18" charset="0"/>
                        </a:rPr>
                        <a:t>Number</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smtClean="0">
                          <a:solidFill>
                            <a:schemeClr val="tx1"/>
                          </a:solidFill>
                          <a:effectLst/>
                          <a:latin typeface="Times New Roman" pitchFamily="18" charset="0"/>
                          <a:ea typeface="+mn-ea"/>
                          <a:cs typeface="Times New Roman" pitchFamily="18" charset="0"/>
                        </a:rPr>
                        <a:t>TC name</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dirty="0" smtClean="0">
                          <a:effectLst/>
                          <a:latin typeface="Times New Roman" pitchFamily="18" charset="0"/>
                          <a:cs typeface="Times New Roman" pitchFamily="18" charset="0"/>
                        </a:rPr>
                        <a:t>Application &amp; Description</a:t>
                      </a:r>
                      <a:endParaRPr lang="zh-CN" altLang="en-US" sz="1200" dirty="0">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742793">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6</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KYA006</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Real-time transmit off</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TMYA004</a:t>
                      </a:r>
                    </a:p>
                    <a:p>
                      <a:pPr marL="0" algn="just" defTabSz="914400" rtl="0" eaLnBrk="1" latinLnBrk="0" hangingPunct="1">
                        <a:spcAft>
                          <a:spcPts val="0"/>
                        </a:spcAft>
                      </a:pPr>
                      <a:r>
                        <a:rPr lang="en-US" altLang="zh-CN" sz="1200" kern="100" dirty="0" smtClean="0">
                          <a:latin typeface="Times New Roman"/>
                          <a:ea typeface="+mn-ea"/>
                        </a:rPr>
                        <a:t>Real-time transmit state:0=real-time transmit  off</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7</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KYA007</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Lossless compression</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TMYA008</a:t>
                      </a:r>
                    </a:p>
                    <a:p>
                      <a:pPr marL="0" algn="just" defTabSz="914400" rtl="0" eaLnBrk="1" latinLnBrk="0" hangingPunct="1">
                        <a:spcAft>
                          <a:spcPts val="0"/>
                        </a:spcAft>
                      </a:pPr>
                      <a:r>
                        <a:rPr lang="en-US" altLang="zh-CN" sz="1200" kern="100" dirty="0" smtClean="0">
                          <a:latin typeface="Times New Roman"/>
                          <a:ea typeface="宋体"/>
                        </a:rPr>
                        <a:t>Compression</a:t>
                      </a:r>
                      <a:r>
                        <a:rPr lang="en-US" altLang="zh-CN" sz="1200" kern="100" baseline="0" dirty="0" smtClean="0">
                          <a:latin typeface="Times New Roman"/>
                          <a:ea typeface="宋体"/>
                        </a:rPr>
                        <a:t> state: 1=lossless compression</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8</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KYA008</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2:1 compression</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TMYA008</a:t>
                      </a:r>
                    </a:p>
                    <a:p>
                      <a:pPr marL="0" algn="just" defTabSz="914400" rtl="0" eaLnBrk="1" latinLnBrk="0" hangingPunct="1">
                        <a:spcAft>
                          <a:spcPts val="0"/>
                        </a:spcAft>
                      </a:pPr>
                      <a:r>
                        <a:rPr lang="en-US" altLang="zh-CN" sz="1200" kern="100" dirty="0" smtClean="0">
                          <a:latin typeface="Times New Roman"/>
                          <a:ea typeface="+mn-ea"/>
                        </a:rPr>
                        <a:t>Compression</a:t>
                      </a:r>
                      <a:r>
                        <a:rPr lang="en-US" altLang="zh-CN" sz="1200" kern="100" baseline="0" dirty="0" smtClean="0">
                          <a:latin typeface="Times New Roman"/>
                          <a:ea typeface="+mn-ea"/>
                        </a:rPr>
                        <a:t> state: 1=2:1 compression </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9</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KYA009</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宋体"/>
                        </a:rPr>
                        <a:t>main SSM working</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TMYA010</a:t>
                      </a:r>
                    </a:p>
                    <a:p>
                      <a:pPr marL="0" algn="just" defTabSz="914400" rtl="0" eaLnBrk="1" latinLnBrk="0" hangingPunct="1">
                        <a:spcAft>
                          <a:spcPts val="0"/>
                        </a:spcAft>
                      </a:pPr>
                      <a:r>
                        <a:rPr lang="en-US" altLang="zh-CN" sz="1200" kern="100" dirty="0" smtClean="0">
                          <a:latin typeface="Times New Roman"/>
                          <a:ea typeface="宋体"/>
                        </a:rPr>
                        <a:t>SSM backup state: 0000=main SSM in use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10</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KYA010</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spare SSM working</a:t>
                      </a:r>
                      <a:endParaRPr lang="zh-CN" altLang="en-US" sz="1200" kern="100" dirty="0" smtClean="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TMYA010</a:t>
                      </a:r>
                    </a:p>
                    <a:p>
                      <a:pPr marL="0" algn="just" defTabSz="914400" rtl="0" eaLnBrk="1" latinLnBrk="0" hangingPunct="1">
                        <a:spcAft>
                          <a:spcPts val="0"/>
                        </a:spcAft>
                      </a:pPr>
                      <a:r>
                        <a:rPr lang="en-US" altLang="zh-CN" sz="1200" kern="100" dirty="0" smtClean="0">
                          <a:latin typeface="Times New Roman"/>
                          <a:ea typeface="+mn-ea"/>
                        </a:rPr>
                        <a:t>SSM backup state: 0000=spare SSM in use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800" dirty="0" smtClean="0"/>
              <a:t>3.1.2 DTS data telecommand</a:t>
            </a:r>
            <a:endParaRPr lang="zh-CN" altLang="en-US" sz="28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15</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2061856002"/>
              </p:ext>
            </p:extLst>
          </p:nvPr>
        </p:nvGraphicFramePr>
        <p:xfrm>
          <a:off x="1514413" y="1393023"/>
          <a:ext cx="6441963" cy="3258958"/>
        </p:xfrm>
        <a:graphic>
          <a:graphicData uri="http://schemas.openxmlformats.org/drawingml/2006/table">
            <a:tbl>
              <a:tblPr/>
              <a:tblGrid>
                <a:gridCol w="743093">
                  <a:extLst>
                    <a:ext uri="{9D8B030D-6E8A-4147-A177-3AD203B41FA5}">
                      <a16:colId xmlns:a16="http://schemas.microsoft.com/office/drawing/2014/main" val="20000"/>
                    </a:ext>
                  </a:extLst>
                </a:gridCol>
                <a:gridCol w="1042857">
                  <a:extLst>
                    <a:ext uri="{9D8B030D-6E8A-4147-A177-3AD203B41FA5}">
                      <a16:colId xmlns:a16="http://schemas.microsoft.com/office/drawing/2014/main" val="20001"/>
                    </a:ext>
                  </a:extLst>
                </a:gridCol>
                <a:gridCol w="1571636">
                  <a:extLst>
                    <a:ext uri="{9D8B030D-6E8A-4147-A177-3AD203B41FA5}">
                      <a16:colId xmlns:a16="http://schemas.microsoft.com/office/drawing/2014/main" val="20002"/>
                    </a:ext>
                  </a:extLst>
                </a:gridCol>
                <a:gridCol w="3084377">
                  <a:extLst>
                    <a:ext uri="{9D8B030D-6E8A-4147-A177-3AD203B41FA5}">
                      <a16:colId xmlns:a16="http://schemas.microsoft.com/office/drawing/2014/main" val="20003"/>
                    </a:ext>
                  </a:extLst>
                </a:gridCol>
              </a:tblGrid>
              <a:tr h="375050">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NO</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TC </a:t>
                      </a:r>
                      <a:r>
                        <a:rPr lang="en-US" sz="1200" kern="1200" dirty="0" smtClean="0">
                          <a:solidFill>
                            <a:schemeClr val="tx1"/>
                          </a:solidFill>
                          <a:effectLst/>
                          <a:latin typeface="Times New Roman" pitchFamily="18" charset="0"/>
                          <a:ea typeface="+mn-ea"/>
                          <a:cs typeface="Times New Roman" pitchFamily="18" charset="0"/>
                        </a:rPr>
                        <a:t>Number</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smtClean="0">
                          <a:solidFill>
                            <a:schemeClr val="tx1"/>
                          </a:solidFill>
                          <a:effectLst/>
                          <a:latin typeface="Times New Roman" pitchFamily="18" charset="0"/>
                          <a:ea typeface="+mn-ea"/>
                          <a:cs typeface="Times New Roman" pitchFamily="18" charset="0"/>
                        </a:rPr>
                        <a:t>TC name</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dirty="0" smtClean="0">
                          <a:effectLst/>
                          <a:latin typeface="Times New Roman" pitchFamily="18" charset="0"/>
                          <a:cs typeface="Times New Roman" pitchFamily="18" charset="0"/>
                        </a:rPr>
                        <a:t>Application &amp; Description</a:t>
                      </a:r>
                      <a:endParaRPr lang="zh-CN" altLang="en-US" sz="1200" dirty="0">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742793">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11</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KYA011</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dirty="0" smtClean="0">
                          <a:latin typeface="Times New Roman"/>
                          <a:ea typeface="+mn-ea"/>
                        </a:rPr>
                        <a:t>SSM</a:t>
                      </a:r>
                      <a:r>
                        <a:rPr lang="en-US" altLang="zh-CN" sz="1200" kern="100" baseline="0" dirty="0" smtClean="0">
                          <a:latin typeface="Times New Roman"/>
                          <a:ea typeface="+mn-ea"/>
                        </a:rPr>
                        <a:t> pointer saving</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宋体"/>
                          <a:cs typeface="+mn-cs"/>
                        </a:rPr>
                        <a:t>TMYA017</a:t>
                      </a:r>
                    </a:p>
                    <a:p>
                      <a:pPr marL="0" algn="just" defTabSz="914400" rtl="0" eaLnBrk="1" latinLnBrk="0" hangingPunct="1">
                        <a:spcAft>
                          <a:spcPts val="0"/>
                        </a:spcAft>
                      </a:pPr>
                      <a:r>
                        <a:rPr lang="en-US" altLang="zh-CN" sz="1200" kern="100" dirty="0" smtClean="0">
                          <a:latin typeface="Times New Roman"/>
                          <a:ea typeface="+mn-ea"/>
                        </a:rPr>
                        <a:t>Pointer saving counter: plus 1</a:t>
                      </a:r>
                      <a:endParaRPr lang="zh-CN" altLang="en-US" sz="1200" kern="100" dirty="0">
                        <a:latin typeface="Times New Roman"/>
                        <a:ea typeface="+mn-ea"/>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12</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KYA012</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SSM</a:t>
                      </a:r>
                      <a:r>
                        <a:rPr lang="en-US" altLang="zh-CN" sz="1200" kern="100" baseline="0" dirty="0" smtClean="0">
                          <a:latin typeface="Times New Roman"/>
                          <a:ea typeface="+mn-ea"/>
                        </a:rPr>
                        <a:t> pointer restoring</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latin typeface="Times New Roman"/>
                          <a:ea typeface="宋体"/>
                        </a:rPr>
                        <a:t>TMYA018</a:t>
                      </a:r>
                    </a:p>
                    <a:p>
                      <a:pPr marL="0" algn="just" defTabSz="914400" rtl="0" eaLnBrk="1" latinLnBrk="0" hangingPunct="1">
                        <a:spcAft>
                          <a:spcPts val="0"/>
                        </a:spcAft>
                      </a:pPr>
                      <a:r>
                        <a:rPr lang="en-US" altLang="zh-CN" sz="1200" kern="100" dirty="0" smtClean="0">
                          <a:latin typeface="Times New Roman"/>
                          <a:ea typeface="宋体"/>
                        </a:rPr>
                        <a:t>Pointer restoring counter: plus 1</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13</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KYA013</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dirty="0" smtClean="0">
                          <a:latin typeface="Times New Roman"/>
                          <a:ea typeface="宋体"/>
                        </a:rPr>
                        <a:t>SSM</a:t>
                      </a:r>
                      <a:r>
                        <a:rPr lang="en-US" altLang="zh-CN" sz="1200" kern="100" baseline="0" dirty="0" smtClean="0">
                          <a:latin typeface="Times New Roman"/>
                          <a:ea typeface="宋体"/>
                        </a:rPr>
                        <a:t> recoding by sequence</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TMYA011</a:t>
                      </a:r>
                    </a:p>
                    <a:p>
                      <a:pPr marL="0" algn="just" defTabSz="914400" rtl="0" eaLnBrk="1" latinLnBrk="0" hangingPunct="1">
                        <a:spcAft>
                          <a:spcPts val="0"/>
                        </a:spcAft>
                      </a:pPr>
                      <a:r>
                        <a:rPr lang="en-US" altLang="zh-CN" sz="1200" kern="100" dirty="0" smtClean="0">
                          <a:latin typeface="Times New Roman"/>
                          <a:ea typeface="宋体"/>
                        </a:rPr>
                        <a:t>SSM working state</a:t>
                      </a:r>
                      <a:r>
                        <a:rPr lang="en-US" altLang="zh-CN" sz="1200" kern="100" dirty="0" smtClean="0">
                          <a:latin typeface="Times New Roman"/>
                          <a:ea typeface="+mn-ea"/>
                        </a:rPr>
                        <a:t>: 0110=SSM</a:t>
                      </a:r>
                      <a:r>
                        <a:rPr lang="en-US" altLang="zh-CN" sz="1200" kern="100" baseline="0" dirty="0" smtClean="0">
                          <a:latin typeface="Times New Roman"/>
                          <a:ea typeface="+mn-ea"/>
                        </a:rPr>
                        <a:t> recoding by sequence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14</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KYA014</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SSM</a:t>
                      </a:r>
                      <a:r>
                        <a:rPr lang="en-US" altLang="zh-CN" sz="1200" kern="100" baseline="0" dirty="0" smtClean="0">
                          <a:latin typeface="Times New Roman"/>
                          <a:ea typeface="+mn-ea"/>
                        </a:rPr>
                        <a:t> recoding by address</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TMYA011</a:t>
                      </a:r>
                    </a:p>
                    <a:p>
                      <a:pPr marL="0" algn="just" defTabSz="914400" rtl="0" eaLnBrk="1" latinLnBrk="0" hangingPunct="1">
                        <a:spcAft>
                          <a:spcPts val="0"/>
                        </a:spcAft>
                      </a:pPr>
                      <a:r>
                        <a:rPr lang="en-US" altLang="zh-CN" sz="1200" kern="100" dirty="0" smtClean="0">
                          <a:latin typeface="Times New Roman"/>
                          <a:ea typeface="+mn-ea"/>
                        </a:rPr>
                        <a:t>SSM working state: 1001=SSM</a:t>
                      </a:r>
                      <a:r>
                        <a:rPr lang="en-US" altLang="zh-CN" sz="1200" kern="100" baseline="0" dirty="0" smtClean="0">
                          <a:latin typeface="Times New Roman"/>
                          <a:ea typeface="+mn-ea"/>
                        </a:rPr>
                        <a:t> recoding by address</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15</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KYA015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SSM</a:t>
                      </a:r>
                      <a:r>
                        <a:rPr lang="en-US" altLang="zh-CN" sz="1200" kern="100" baseline="0" dirty="0" smtClean="0">
                          <a:latin typeface="Times New Roman"/>
                          <a:ea typeface="+mn-ea"/>
                        </a:rPr>
                        <a:t> recording  stop</a:t>
                      </a:r>
                      <a:endParaRPr lang="zh-CN" altLang="en-US" sz="1200" kern="100" dirty="0" smtClean="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TMYA011</a:t>
                      </a:r>
                    </a:p>
                    <a:p>
                      <a:pPr marL="0" algn="just" defTabSz="914400" rtl="0" eaLnBrk="1" latinLnBrk="0" hangingPunct="1">
                        <a:spcAft>
                          <a:spcPts val="0"/>
                        </a:spcAft>
                      </a:pPr>
                      <a:r>
                        <a:rPr lang="en-US" altLang="zh-CN" sz="1200" kern="100" dirty="0" smtClean="0">
                          <a:latin typeface="Times New Roman"/>
                          <a:ea typeface="+mn-ea"/>
                        </a:rPr>
                        <a:t>SSM working state: 0111=SSM</a:t>
                      </a:r>
                      <a:r>
                        <a:rPr lang="en-US" altLang="zh-CN" sz="1200" kern="100" baseline="0" dirty="0" smtClean="0">
                          <a:latin typeface="Times New Roman"/>
                          <a:ea typeface="+mn-ea"/>
                        </a:rPr>
                        <a:t> recording over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400" dirty="0" smtClean="0"/>
              <a:t>3.1.2 DTS data telecommand</a:t>
            </a:r>
            <a:endParaRPr lang="zh-CN" altLang="en-US" sz="24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16</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865196110"/>
              </p:ext>
            </p:extLst>
          </p:nvPr>
        </p:nvGraphicFramePr>
        <p:xfrm>
          <a:off x="1382940" y="1404148"/>
          <a:ext cx="6141388" cy="3327842"/>
        </p:xfrm>
        <a:graphic>
          <a:graphicData uri="http://schemas.openxmlformats.org/drawingml/2006/table">
            <a:tbl>
              <a:tblPr/>
              <a:tblGrid>
                <a:gridCol w="709803">
                  <a:extLst>
                    <a:ext uri="{9D8B030D-6E8A-4147-A177-3AD203B41FA5}">
                      <a16:colId xmlns:a16="http://schemas.microsoft.com/office/drawing/2014/main" val="20000"/>
                    </a:ext>
                  </a:extLst>
                </a:gridCol>
                <a:gridCol w="927900">
                  <a:extLst>
                    <a:ext uri="{9D8B030D-6E8A-4147-A177-3AD203B41FA5}">
                      <a16:colId xmlns:a16="http://schemas.microsoft.com/office/drawing/2014/main" val="20001"/>
                    </a:ext>
                  </a:extLst>
                </a:gridCol>
                <a:gridCol w="1432991">
                  <a:extLst>
                    <a:ext uri="{9D8B030D-6E8A-4147-A177-3AD203B41FA5}">
                      <a16:colId xmlns:a16="http://schemas.microsoft.com/office/drawing/2014/main" val="20002"/>
                    </a:ext>
                  </a:extLst>
                </a:gridCol>
                <a:gridCol w="3070694">
                  <a:extLst>
                    <a:ext uri="{9D8B030D-6E8A-4147-A177-3AD203B41FA5}">
                      <a16:colId xmlns:a16="http://schemas.microsoft.com/office/drawing/2014/main" val="20003"/>
                    </a:ext>
                  </a:extLst>
                </a:gridCol>
              </a:tblGrid>
              <a:tr h="344860">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NO</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TC </a:t>
                      </a:r>
                      <a:r>
                        <a:rPr lang="en-US" sz="1200" kern="1200" dirty="0" smtClean="0">
                          <a:solidFill>
                            <a:schemeClr val="tx1"/>
                          </a:solidFill>
                          <a:effectLst/>
                          <a:latin typeface="Times New Roman" pitchFamily="18" charset="0"/>
                          <a:ea typeface="+mn-ea"/>
                          <a:cs typeface="Times New Roman" pitchFamily="18" charset="0"/>
                        </a:rPr>
                        <a:t>Number</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smtClean="0">
                          <a:solidFill>
                            <a:schemeClr val="tx1"/>
                          </a:solidFill>
                          <a:effectLst/>
                          <a:latin typeface="Times New Roman" pitchFamily="18" charset="0"/>
                          <a:ea typeface="+mn-ea"/>
                          <a:cs typeface="Times New Roman" pitchFamily="18" charset="0"/>
                        </a:rPr>
                        <a:t>TC name</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dirty="0" smtClean="0">
                          <a:effectLst/>
                          <a:latin typeface="Times New Roman" pitchFamily="18" charset="0"/>
                          <a:cs typeface="Times New Roman" pitchFamily="18" charset="0"/>
                        </a:rPr>
                        <a:t>Application &amp; Description</a:t>
                      </a:r>
                      <a:endParaRPr lang="zh-CN" altLang="en-US" sz="1200" dirty="0">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683001">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16</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KYA016</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dirty="0" smtClean="0">
                          <a:latin typeface="Times New Roman"/>
                          <a:ea typeface="+mn-ea"/>
                        </a:rPr>
                        <a:t>SSM replaying</a:t>
                      </a:r>
                      <a:r>
                        <a:rPr lang="en-US" altLang="zh-CN" sz="1200" kern="100" baseline="0" dirty="0" smtClean="0">
                          <a:latin typeface="Times New Roman"/>
                          <a:ea typeface="+mn-ea"/>
                        </a:rPr>
                        <a:t> by sequence</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TMYA011</a:t>
                      </a:r>
                    </a:p>
                    <a:p>
                      <a:pPr marL="0" algn="just" defTabSz="914400" rtl="0" eaLnBrk="1" latinLnBrk="0" hangingPunct="1">
                        <a:spcAft>
                          <a:spcPts val="0"/>
                        </a:spcAft>
                      </a:pPr>
                      <a:r>
                        <a:rPr lang="en-US" altLang="zh-CN" sz="1200" kern="100" dirty="0" smtClean="0">
                          <a:latin typeface="Times New Roman"/>
                          <a:ea typeface="+mn-ea"/>
                        </a:rPr>
                        <a:t>SSM working state: 1000=SSM</a:t>
                      </a:r>
                      <a:r>
                        <a:rPr lang="en-US" altLang="zh-CN" sz="1200" kern="100" baseline="0" dirty="0" smtClean="0">
                          <a:latin typeface="Times New Roman"/>
                          <a:ea typeface="+mn-ea"/>
                        </a:rPr>
                        <a:t> </a:t>
                      </a:r>
                      <a:r>
                        <a:rPr lang="en-US" altLang="zh-CN" sz="1200" kern="100" dirty="0" smtClean="0">
                          <a:latin typeface="Times New Roman"/>
                          <a:ea typeface="+mn-ea"/>
                        </a:rPr>
                        <a:t>replaying</a:t>
                      </a:r>
                      <a:r>
                        <a:rPr lang="en-US" altLang="zh-CN" sz="1200" kern="100" baseline="0" dirty="0" smtClean="0">
                          <a:latin typeface="Times New Roman"/>
                          <a:ea typeface="+mn-ea"/>
                        </a:rPr>
                        <a:t> by sequence</a:t>
                      </a:r>
                      <a:endParaRPr lang="zh-CN" altLang="zh-CN" sz="1200" kern="100" dirty="0">
                        <a:solidFill>
                          <a:schemeClr val="tx1"/>
                        </a:solidFill>
                        <a:latin typeface="Times New Roman"/>
                        <a:ea typeface="宋体"/>
                        <a:cs typeface="+mn-cs"/>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04477">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17</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KYA017</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SSM replaying</a:t>
                      </a:r>
                      <a:r>
                        <a:rPr lang="en-US" altLang="zh-CN" sz="1200" kern="100" baseline="0" dirty="0" smtClean="0">
                          <a:latin typeface="Times New Roman"/>
                          <a:ea typeface="+mn-ea"/>
                        </a:rPr>
                        <a:t> by address</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TMYA011</a:t>
                      </a:r>
                    </a:p>
                    <a:p>
                      <a:pPr marL="0" algn="just" defTabSz="914400" rtl="0" eaLnBrk="1" latinLnBrk="0" hangingPunct="1">
                        <a:spcAft>
                          <a:spcPts val="0"/>
                        </a:spcAft>
                      </a:pPr>
                      <a:r>
                        <a:rPr lang="en-US" altLang="zh-CN" sz="1200" kern="100" dirty="0" smtClean="0">
                          <a:latin typeface="Times New Roman"/>
                          <a:ea typeface="+mn-ea"/>
                        </a:rPr>
                        <a:t>SSM working state: 1010=SSM</a:t>
                      </a:r>
                      <a:r>
                        <a:rPr lang="en-US" altLang="zh-CN" sz="1200" kern="100" baseline="0" dirty="0" smtClean="0">
                          <a:latin typeface="Times New Roman"/>
                          <a:ea typeface="+mn-ea"/>
                        </a:rPr>
                        <a:t> </a:t>
                      </a:r>
                      <a:r>
                        <a:rPr lang="en-US" altLang="zh-CN" sz="1200" kern="100" dirty="0" smtClean="0">
                          <a:latin typeface="Times New Roman"/>
                          <a:ea typeface="+mn-ea"/>
                        </a:rPr>
                        <a:t>replaying</a:t>
                      </a:r>
                      <a:r>
                        <a:rPr lang="en-US" altLang="zh-CN" sz="1200" kern="100" baseline="0" dirty="0" smtClean="0">
                          <a:latin typeface="Times New Roman"/>
                          <a:ea typeface="+mn-ea"/>
                        </a:rPr>
                        <a:t> by address</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4477">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18</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KYA018</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SSM replaying</a:t>
                      </a:r>
                      <a:r>
                        <a:rPr lang="en-US" altLang="zh-CN" sz="1200" kern="100" baseline="0" dirty="0" smtClean="0">
                          <a:latin typeface="Times New Roman"/>
                          <a:ea typeface="+mn-ea"/>
                        </a:rPr>
                        <a:t> stop</a:t>
                      </a:r>
                      <a:endParaRPr lang="zh-CN" altLang="en-US" sz="1200" kern="100" dirty="0" smtClean="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TMYA011</a:t>
                      </a:r>
                    </a:p>
                    <a:p>
                      <a:pPr marL="0" algn="just" defTabSz="914400" rtl="0" eaLnBrk="1" latinLnBrk="0" hangingPunct="1">
                        <a:spcAft>
                          <a:spcPts val="0"/>
                        </a:spcAft>
                      </a:pPr>
                      <a:r>
                        <a:rPr lang="en-US" altLang="zh-CN" sz="1200" kern="100" dirty="0" smtClean="0">
                          <a:latin typeface="Times New Roman"/>
                          <a:ea typeface="+mn-ea"/>
                        </a:rPr>
                        <a:t>SSM working state: 1011=SSM</a:t>
                      </a:r>
                      <a:r>
                        <a:rPr lang="en-US" altLang="zh-CN" sz="1200" kern="100" baseline="0" dirty="0" smtClean="0">
                          <a:latin typeface="Times New Roman"/>
                          <a:ea typeface="+mn-ea"/>
                        </a:rPr>
                        <a:t> </a:t>
                      </a:r>
                      <a:r>
                        <a:rPr lang="en-US" altLang="zh-CN" sz="1200" kern="100" dirty="0" smtClean="0">
                          <a:latin typeface="Times New Roman"/>
                          <a:ea typeface="+mn-ea"/>
                        </a:rPr>
                        <a:t>replaying</a:t>
                      </a:r>
                      <a:r>
                        <a:rPr lang="en-US" altLang="zh-CN" sz="1200" kern="100" baseline="0" dirty="0" smtClean="0">
                          <a:latin typeface="Times New Roman"/>
                          <a:ea typeface="+mn-ea"/>
                        </a:rPr>
                        <a:t> over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55334">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19</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KYA019</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SSM resetting</a:t>
                      </a:r>
                      <a:endParaRPr lang="zh-CN" altLang="zh-CN" sz="1200" kern="100" dirty="0">
                        <a:solidFill>
                          <a:schemeClr val="tx1"/>
                        </a:solidFill>
                        <a:latin typeface="Times New Roman"/>
                        <a:ea typeface="+mn-ea"/>
                        <a:cs typeface="+mn-cs"/>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latin typeface="Times New Roman"/>
                          <a:ea typeface="+mn-ea"/>
                        </a:rPr>
                        <a:t>TMYA029</a:t>
                      </a:r>
                    </a:p>
                    <a:p>
                      <a:pPr marL="0" algn="just" defTabSz="914400" rtl="0" eaLnBrk="1" latinLnBrk="0" hangingPunct="1">
                        <a:spcAft>
                          <a:spcPts val="0"/>
                        </a:spcAft>
                      </a:pPr>
                      <a:r>
                        <a:rPr lang="en-US" altLang="zh-CN" sz="1200" kern="100" dirty="0" smtClean="0">
                          <a:latin typeface="Times New Roman"/>
                          <a:ea typeface="+mn-ea"/>
                        </a:rPr>
                        <a:t>SSM</a:t>
                      </a:r>
                      <a:r>
                        <a:rPr lang="en-US" altLang="zh-CN" sz="1200" kern="100" baseline="0" dirty="0" smtClean="0">
                          <a:latin typeface="Times New Roman"/>
                          <a:ea typeface="+mn-ea"/>
                        </a:rPr>
                        <a:t> replaying address: 0000H</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9153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20</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KYA020</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SSM </a:t>
                      </a:r>
                      <a:r>
                        <a:rPr lang="en-US" altLang="zh-CN" sz="1200" kern="100" baseline="0" dirty="0" smtClean="0">
                          <a:latin typeface="Times New Roman"/>
                          <a:ea typeface="+mn-ea"/>
                        </a:rPr>
                        <a:t> self detecting</a:t>
                      </a:r>
                      <a:endParaRPr lang="zh-CN" altLang="en-US" sz="1200" kern="100" dirty="0" smtClean="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TMYA011</a:t>
                      </a:r>
                    </a:p>
                    <a:p>
                      <a:pPr marL="0" algn="just" defTabSz="914400" rtl="0" eaLnBrk="1" latinLnBrk="0" hangingPunct="1">
                        <a:spcAft>
                          <a:spcPts val="0"/>
                        </a:spcAft>
                      </a:pPr>
                      <a:r>
                        <a:rPr lang="en-US" altLang="zh-CN" sz="1200" kern="100" dirty="0" smtClean="0">
                          <a:latin typeface="Times New Roman"/>
                          <a:ea typeface="+mn-ea"/>
                        </a:rPr>
                        <a:t>SSM working state: 0001=be </a:t>
                      </a:r>
                      <a:r>
                        <a:rPr lang="en-US" altLang="zh-CN" sz="1200" kern="100" baseline="0" dirty="0" smtClean="0">
                          <a:latin typeface="Times New Roman"/>
                          <a:ea typeface="+mn-ea"/>
                        </a:rPr>
                        <a:t>self detecting, after about 5 minutes, 1100= self detecting over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800" dirty="0" smtClean="0"/>
              <a:t>3.1.2 DTS data telecommand</a:t>
            </a:r>
            <a:endParaRPr lang="zh-CN" altLang="en-US" sz="28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17</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690975203"/>
              </p:ext>
            </p:extLst>
          </p:nvPr>
        </p:nvGraphicFramePr>
        <p:xfrm>
          <a:off x="1442405" y="1393023"/>
          <a:ext cx="6441963" cy="3312403"/>
        </p:xfrm>
        <a:graphic>
          <a:graphicData uri="http://schemas.openxmlformats.org/drawingml/2006/table">
            <a:tbl>
              <a:tblPr/>
              <a:tblGrid>
                <a:gridCol w="642942">
                  <a:extLst>
                    <a:ext uri="{9D8B030D-6E8A-4147-A177-3AD203B41FA5}">
                      <a16:colId xmlns:a16="http://schemas.microsoft.com/office/drawing/2014/main" val="20000"/>
                    </a:ext>
                  </a:extLst>
                </a:gridCol>
                <a:gridCol w="928694">
                  <a:extLst>
                    <a:ext uri="{9D8B030D-6E8A-4147-A177-3AD203B41FA5}">
                      <a16:colId xmlns:a16="http://schemas.microsoft.com/office/drawing/2014/main" val="20001"/>
                    </a:ext>
                  </a:extLst>
                </a:gridCol>
                <a:gridCol w="1785950">
                  <a:extLst>
                    <a:ext uri="{9D8B030D-6E8A-4147-A177-3AD203B41FA5}">
                      <a16:colId xmlns:a16="http://schemas.microsoft.com/office/drawing/2014/main" val="20002"/>
                    </a:ext>
                  </a:extLst>
                </a:gridCol>
                <a:gridCol w="3084377">
                  <a:extLst>
                    <a:ext uri="{9D8B030D-6E8A-4147-A177-3AD203B41FA5}">
                      <a16:colId xmlns:a16="http://schemas.microsoft.com/office/drawing/2014/main" val="20003"/>
                    </a:ext>
                  </a:extLst>
                </a:gridCol>
              </a:tblGrid>
              <a:tr h="375050">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NO</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TC </a:t>
                      </a:r>
                      <a:r>
                        <a:rPr lang="en-US" sz="1200" kern="1200" dirty="0" smtClean="0">
                          <a:solidFill>
                            <a:schemeClr val="tx1"/>
                          </a:solidFill>
                          <a:effectLst/>
                          <a:latin typeface="Times New Roman" pitchFamily="18" charset="0"/>
                          <a:ea typeface="+mn-ea"/>
                          <a:cs typeface="Times New Roman" pitchFamily="18" charset="0"/>
                        </a:rPr>
                        <a:t>Number</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smtClean="0">
                          <a:solidFill>
                            <a:schemeClr val="tx1"/>
                          </a:solidFill>
                          <a:effectLst/>
                          <a:latin typeface="Times New Roman" pitchFamily="18" charset="0"/>
                          <a:ea typeface="+mn-ea"/>
                          <a:cs typeface="Times New Roman" pitchFamily="18" charset="0"/>
                        </a:rPr>
                        <a:t>TC name</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dirty="0" smtClean="0">
                          <a:effectLst/>
                          <a:latin typeface="Times New Roman" pitchFamily="18" charset="0"/>
                          <a:cs typeface="Times New Roman" pitchFamily="18" charset="0"/>
                        </a:rPr>
                        <a:t>Application &amp; Description</a:t>
                      </a:r>
                      <a:endParaRPr lang="zh-CN" altLang="en-US" sz="1200" dirty="0">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742793">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21</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KYA021</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dirty="0" smtClean="0">
                          <a:latin typeface="Times New Roman"/>
                          <a:ea typeface="+mn-ea"/>
                        </a:rPr>
                        <a:t>SSM erasing</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TMYA011</a:t>
                      </a:r>
                    </a:p>
                    <a:p>
                      <a:pPr marL="0" algn="just" defTabSz="914400" rtl="0" eaLnBrk="1" latinLnBrk="0" hangingPunct="1">
                        <a:spcAft>
                          <a:spcPts val="0"/>
                        </a:spcAft>
                      </a:pPr>
                      <a:r>
                        <a:rPr lang="en-US" altLang="zh-CN" sz="1200" kern="100" dirty="0" smtClean="0">
                          <a:latin typeface="Times New Roman"/>
                          <a:ea typeface="+mn-ea"/>
                        </a:rPr>
                        <a:t>SSM working state: 0010=be</a:t>
                      </a:r>
                      <a:r>
                        <a:rPr lang="en-US" altLang="zh-CN" sz="1200" kern="100" baseline="0" dirty="0" smtClean="0">
                          <a:latin typeface="Times New Roman"/>
                          <a:ea typeface="+mn-ea"/>
                        </a:rPr>
                        <a:t> </a:t>
                      </a:r>
                      <a:r>
                        <a:rPr lang="en-US" altLang="zh-CN" sz="1200" kern="100" dirty="0" smtClean="0">
                          <a:latin typeface="Times New Roman"/>
                          <a:ea typeface="+mn-ea"/>
                        </a:rPr>
                        <a:t>erasing</a:t>
                      </a:r>
                      <a:r>
                        <a:rPr lang="en-US" altLang="zh-CN" sz="1200" kern="100" baseline="0" dirty="0" smtClean="0">
                          <a:latin typeface="Times New Roman"/>
                          <a:ea typeface="+mn-ea"/>
                        </a:rPr>
                        <a:t>, after about 4 minutes, 0011= erasing over</a:t>
                      </a:r>
                      <a:endParaRPr lang="zh-CN" altLang="zh-CN" sz="1200" kern="10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22</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KYA022</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宋体"/>
                        </a:rPr>
                        <a:t>Antenna calculation mode</a:t>
                      </a:r>
                      <a:r>
                        <a:rPr lang="en-US" altLang="zh-CN" sz="1200" kern="100" baseline="0" dirty="0" smtClean="0">
                          <a:latin typeface="Times New Roman"/>
                          <a:ea typeface="宋体"/>
                        </a:rPr>
                        <a:t> on</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TMYA037</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Antenna working mode: 01=</a:t>
                      </a:r>
                      <a:r>
                        <a:rPr lang="en-US" altLang="zh-CN" sz="1200" kern="100" dirty="0" smtClean="0">
                          <a:latin typeface="Times New Roman"/>
                          <a:ea typeface="+mn-ea"/>
                        </a:rPr>
                        <a:t> calculation mode</a:t>
                      </a:r>
                      <a:r>
                        <a:rPr lang="en-US" altLang="zh-CN" sz="1200" kern="100" baseline="0" dirty="0" smtClean="0">
                          <a:latin typeface="Times New Roman"/>
                          <a:ea typeface="+mn-ea"/>
                        </a:rPr>
                        <a:t> </a:t>
                      </a:r>
                      <a:endParaRPr lang="zh-CN" altLang="zh-CN" sz="1200" kern="100" dirty="0">
                        <a:solidFill>
                          <a:schemeClr val="tx1"/>
                        </a:solidFill>
                        <a:latin typeface="Times New Roman"/>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23</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KYA023</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Antenna calculation mode</a:t>
                      </a:r>
                      <a:r>
                        <a:rPr lang="en-US" altLang="zh-CN" sz="1200" kern="100" baseline="0" dirty="0" smtClean="0">
                          <a:latin typeface="Times New Roman"/>
                          <a:ea typeface="+mn-ea"/>
                        </a:rPr>
                        <a:t> off</a:t>
                      </a:r>
                      <a:endParaRPr lang="zh-CN" altLang="en-US" sz="1200" kern="100" dirty="0" smtClean="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TMYA037</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Antenna working mode: 00=idle mode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24</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KYA024</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Antenna injection</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Pointing mode on</a:t>
                      </a:r>
                      <a:endParaRPr lang="zh-CN"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TMYA037</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Antenna working mode: 10=</a:t>
                      </a:r>
                      <a:r>
                        <a:rPr lang="en-US" altLang="zh-CN" sz="1200" kern="100" dirty="0" smtClean="0">
                          <a:latin typeface="Times New Roman"/>
                          <a:ea typeface="+mn-ea"/>
                        </a:rPr>
                        <a:t>injection pointing mode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25</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KYA025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Antenna injection</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Pointing mode off</a:t>
                      </a:r>
                      <a:endParaRPr lang="zh-CN" altLang="en-US" sz="1200" kern="100" dirty="0" smtClean="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TMYA037</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Antenna working mode: 00=idle mode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800" dirty="0" smtClean="0"/>
              <a:t>3.1.2 DTS data telecommand</a:t>
            </a:r>
            <a:endParaRPr lang="zh-CN" altLang="en-US" sz="28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18</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659045861"/>
              </p:ext>
            </p:extLst>
          </p:nvPr>
        </p:nvGraphicFramePr>
        <p:xfrm>
          <a:off x="1514983" y="1489351"/>
          <a:ext cx="6513401" cy="3098623"/>
        </p:xfrm>
        <a:graphic>
          <a:graphicData uri="http://schemas.openxmlformats.org/drawingml/2006/table">
            <a:tbl>
              <a:tblPr/>
              <a:tblGrid>
                <a:gridCol w="743093">
                  <a:extLst>
                    <a:ext uri="{9D8B030D-6E8A-4147-A177-3AD203B41FA5}">
                      <a16:colId xmlns:a16="http://schemas.microsoft.com/office/drawing/2014/main" val="20000"/>
                    </a:ext>
                  </a:extLst>
                </a:gridCol>
                <a:gridCol w="899981">
                  <a:extLst>
                    <a:ext uri="{9D8B030D-6E8A-4147-A177-3AD203B41FA5}">
                      <a16:colId xmlns:a16="http://schemas.microsoft.com/office/drawing/2014/main" val="20001"/>
                    </a:ext>
                  </a:extLst>
                </a:gridCol>
                <a:gridCol w="1785950">
                  <a:extLst>
                    <a:ext uri="{9D8B030D-6E8A-4147-A177-3AD203B41FA5}">
                      <a16:colId xmlns:a16="http://schemas.microsoft.com/office/drawing/2014/main" val="20002"/>
                    </a:ext>
                  </a:extLst>
                </a:gridCol>
                <a:gridCol w="3084377">
                  <a:extLst>
                    <a:ext uri="{9D8B030D-6E8A-4147-A177-3AD203B41FA5}">
                      <a16:colId xmlns:a16="http://schemas.microsoft.com/office/drawing/2014/main" val="20003"/>
                    </a:ext>
                  </a:extLst>
                </a:gridCol>
              </a:tblGrid>
              <a:tr h="375050">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NO</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TC </a:t>
                      </a:r>
                      <a:r>
                        <a:rPr lang="en-US" sz="1200" kern="1200" dirty="0" smtClean="0">
                          <a:solidFill>
                            <a:schemeClr val="tx1"/>
                          </a:solidFill>
                          <a:effectLst/>
                          <a:latin typeface="Times New Roman" pitchFamily="18" charset="0"/>
                          <a:ea typeface="+mn-ea"/>
                          <a:cs typeface="Times New Roman" pitchFamily="18" charset="0"/>
                        </a:rPr>
                        <a:t>Number</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smtClean="0">
                          <a:solidFill>
                            <a:schemeClr val="tx1"/>
                          </a:solidFill>
                          <a:effectLst/>
                          <a:latin typeface="Times New Roman" pitchFamily="18" charset="0"/>
                          <a:ea typeface="+mn-ea"/>
                          <a:cs typeface="Times New Roman" pitchFamily="18" charset="0"/>
                        </a:rPr>
                        <a:t>TC name</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dirty="0" smtClean="0">
                          <a:effectLst/>
                          <a:latin typeface="Times New Roman" pitchFamily="18" charset="0"/>
                          <a:cs typeface="Times New Roman" pitchFamily="18" charset="0"/>
                        </a:rPr>
                        <a:t>Application &amp; Description</a:t>
                      </a:r>
                      <a:endParaRPr lang="zh-CN" altLang="en-US" sz="1200" dirty="0">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742793">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26</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KYA026</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dirty="0" smtClean="0">
                          <a:latin typeface="Times New Roman"/>
                          <a:ea typeface="+mn-ea"/>
                        </a:rPr>
                        <a:t>Switch to GS 1</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TMYA038</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Ground</a:t>
                      </a:r>
                      <a:r>
                        <a:rPr lang="en-US" altLang="zh-CN" sz="1200" kern="100" baseline="0" dirty="0" smtClean="0">
                          <a:solidFill>
                            <a:schemeClr val="tx1"/>
                          </a:solidFill>
                          <a:latin typeface="Times New Roman"/>
                          <a:ea typeface="+mn-ea"/>
                          <a:cs typeface="+mn-cs"/>
                        </a:rPr>
                        <a:t> station marking: </a:t>
                      </a:r>
                      <a:r>
                        <a:rPr lang="en-US" altLang="zh-CN" sz="1200" kern="100" dirty="0" smtClean="0">
                          <a:latin typeface="Times New Roman"/>
                          <a:ea typeface="+mn-ea"/>
                        </a:rPr>
                        <a:t>GS 1</a:t>
                      </a:r>
                      <a:endParaRPr lang="zh-CN" altLang="zh-CN" sz="1200" kern="10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27</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KYA027</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dirty="0" smtClean="0">
                          <a:latin typeface="Times New Roman"/>
                          <a:ea typeface="+mn-ea"/>
                        </a:rPr>
                        <a:t>Switch to GS 2</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TMYA038</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Ground</a:t>
                      </a:r>
                      <a:r>
                        <a:rPr lang="en-US" altLang="zh-CN" sz="1200" kern="100" baseline="0" dirty="0" smtClean="0">
                          <a:solidFill>
                            <a:schemeClr val="tx1"/>
                          </a:solidFill>
                          <a:latin typeface="Times New Roman"/>
                          <a:ea typeface="+mn-ea"/>
                          <a:cs typeface="+mn-cs"/>
                        </a:rPr>
                        <a:t> station marking: </a:t>
                      </a:r>
                      <a:r>
                        <a:rPr lang="en-US" altLang="zh-CN" sz="1200" kern="100" dirty="0" smtClean="0">
                          <a:latin typeface="Times New Roman"/>
                          <a:ea typeface="+mn-ea"/>
                        </a:rPr>
                        <a:t>GS 2</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28</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KYA028</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dirty="0" smtClean="0">
                          <a:latin typeface="Times New Roman"/>
                          <a:ea typeface="+mn-ea"/>
                        </a:rPr>
                        <a:t>Switch to GS 3</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TMYA038</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Ground</a:t>
                      </a:r>
                      <a:r>
                        <a:rPr lang="en-US" altLang="zh-CN" sz="1200" kern="100" baseline="0" dirty="0" smtClean="0">
                          <a:solidFill>
                            <a:schemeClr val="tx1"/>
                          </a:solidFill>
                          <a:latin typeface="Times New Roman"/>
                          <a:ea typeface="+mn-ea"/>
                          <a:cs typeface="+mn-cs"/>
                        </a:rPr>
                        <a:t> station marking: </a:t>
                      </a:r>
                      <a:r>
                        <a:rPr lang="en-US" altLang="zh-CN" sz="1200" kern="100" dirty="0" smtClean="0">
                          <a:latin typeface="Times New Roman"/>
                          <a:ea typeface="+mn-ea"/>
                        </a:rPr>
                        <a:t>GS 3</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29</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KYA029</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dirty="0" smtClean="0">
                          <a:latin typeface="Times New Roman"/>
                          <a:ea typeface="+mn-ea"/>
                        </a:rPr>
                        <a:t>Switch to GS 4</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TMYA038</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Ground</a:t>
                      </a:r>
                      <a:r>
                        <a:rPr lang="en-US" altLang="zh-CN" sz="1200" kern="100" baseline="0" dirty="0" smtClean="0">
                          <a:solidFill>
                            <a:schemeClr val="tx1"/>
                          </a:solidFill>
                          <a:latin typeface="Times New Roman"/>
                          <a:ea typeface="+mn-ea"/>
                          <a:cs typeface="+mn-cs"/>
                        </a:rPr>
                        <a:t> station marking: </a:t>
                      </a:r>
                      <a:r>
                        <a:rPr lang="en-US" altLang="zh-CN" sz="1200" kern="100" dirty="0" smtClean="0">
                          <a:latin typeface="Times New Roman"/>
                          <a:ea typeface="+mn-ea"/>
                        </a:rPr>
                        <a:t>GS 4</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30</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KYA030</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dirty="0" smtClean="0">
                          <a:latin typeface="Times New Roman"/>
                          <a:ea typeface="+mn-ea"/>
                        </a:rPr>
                        <a:t>Switch to GS 5</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TMYA038</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Ground</a:t>
                      </a:r>
                      <a:r>
                        <a:rPr lang="en-US" altLang="zh-CN" sz="1200" kern="100" baseline="0" dirty="0" smtClean="0">
                          <a:solidFill>
                            <a:schemeClr val="tx1"/>
                          </a:solidFill>
                          <a:latin typeface="Times New Roman"/>
                          <a:ea typeface="+mn-ea"/>
                          <a:cs typeface="+mn-cs"/>
                        </a:rPr>
                        <a:t> station marking: </a:t>
                      </a:r>
                      <a:r>
                        <a:rPr lang="en-US" altLang="zh-CN" sz="1200" kern="100" dirty="0" smtClean="0">
                          <a:latin typeface="Times New Roman"/>
                          <a:ea typeface="+mn-ea"/>
                        </a:rPr>
                        <a:t>GS 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800" dirty="0" smtClean="0"/>
              <a:t>3.1.2 DTS data telecommand</a:t>
            </a:r>
            <a:endParaRPr lang="zh-CN" altLang="en-US" sz="28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19</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2464928682"/>
              </p:ext>
            </p:extLst>
          </p:nvPr>
        </p:nvGraphicFramePr>
        <p:xfrm>
          <a:off x="1527526" y="1561359"/>
          <a:ext cx="6500858" cy="3098623"/>
        </p:xfrm>
        <a:graphic>
          <a:graphicData uri="http://schemas.openxmlformats.org/drawingml/2006/table">
            <a:tbl>
              <a:tblPr/>
              <a:tblGrid>
                <a:gridCol w="743093">
                  <a:extLst>
                    <a:ext uri="{9D8B030D-6E8A-4147-A177-3AD203B41FA5}">
                      <a16:colId xmlns:a16="http://schemas.microsoft.com/office/drawing/2014/main" val="20000"/>
                    </a:ext>
                  </a:extLst>
                </a:gridCol>
                <a:gridCol w="899981">
                  <a:extLst>
                    <a:ext uri="{9D8B030D-6E8A-4147-A177-3AD203B41FA5}">
                      <a16:colId xmlns:a16="http://schemas.microsoft.com/office/drawing/2014/main" val="20001"/>
                    </a:ext>
                  </a:extLst>
                </a:gridCol>
                <a:gridCol w="1643074">
                  <a:extLst>
                    <a:ext uri="{9D8B030D-6E8A-4147-A177-3AD203B41FA5}">
                      <a16:colId xmlns:a16="http://schemas.microsoft.com/office/drawing/2014/main" val="20002"/>
                    </a:ext>
                  </a:extLst>
                </a:gridCol>
                <a:gridCol w="3214710">
                  <a:extLst>
                    <a:ext uri="{9D8B030D-6E8A-4147-A177-3AD203B41FA5}">
                      <a16:colId xmlns:a16="http://schemas.microsoft.com/office/drawing/2014/main" val="20003"/>
                    </a:ext>
                  </a:extLst>
                </a:gridCol>
              </a:tblGrid>
              <a:tr h="375050">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NO</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a:solidFill>
                            <a:schemeClr val="tx1"/>
                          </a:solidFill>
                          <a:effectLst/>
                          <a:latin typeface="Times New Roman" pitchFamily="18" charset="0"/>
                          <a:ea typeface="+mn-ea"/>
                          <a:cs typeface="Times New Roman" pitchFamily="18" charset="0"/>
                        </a:rPr>
                        <a:t>TC </a:t>
                      </a:r>
                      <a:r>
                        <a:rPr lang="en-US" sz="1200" kern="1200" dirty="0" smtClean="0">
                          <a:solidFill>
                            <a:schemeClr val="tx1"/>
                          </a:solidFill>
                          <a:effectLst/>
                          <a:latin typeface="Times New Roman" pitchFamily="18" charset="0"/>
                          <a:ea typeface="+mn-ea"/>
                          <a:cs typeface="Times New Roman" pitchFamily="18" charset="0"/>
                        </a:rPr>
                        <a:t>Number</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kern="1200" dirty="0" smtClean="0">
                          <a:solidFill>
                            <a:schemeClr val="tx1"/>
                          </a:solidFill>
                          <a:effectLst/>
                          <a:latin typeface="Times New Roman" pitchFamily="18" charset="0"/>
                          <a:ea typeface="+mn-ea"/>
                          <a:cs typeface="Times New Roman" pitchFamily="18" charset="0"/>
                        </a:rPr>
                        <a:t>TC name</a:t>
                      </a:r>
                      <a:endParaRPr lang="zh-CN" sz="1200"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dirty="0" smtClean="0">
                          <a:effectLst/>
                          <a:latin typeface="Times New Roman" pitchFamily="18" charset="0"/>
                          <a:cs typeface="Times New Roman" pitchFamily="18" charset="0"/>
                        </a:rPr>
                        <a:t>Application &amp; Description</a:t>
                      </a:r>
                      <a:endParaRPr lang="zh-CN" altLang="en-US" sz="1200" dirty="0">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742793">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31</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KYA031</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Switch to GS 6</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TMYA038</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Ground</a:t>
                      </a:r>
                      <a:r>
                        <a:rPr lang="en-US" altLang="zh-CN" sz="1200" kern="100" baseline="0" dirty="0" smtClean="0">
                          <a:solidFill>
                            <a:schemeClr val="tx1"/>
                          </a:solidFill>
                          <a:latin typeface="Times New Roman"/>
                          <a:ea typeface="+mn-ea"/>
                          <a:cs typeface="+mn-cs"/>
                        </a:rPr>
                        <a:t> station marking: </a:t>
                      </a:r>
                      <a:r>
                        <a:rPr lang="en-US" altLang="zh-CN" sz="1200" kern="100" dirty="0" smtClean="0">
                          <a:latin typeface="Times New Roman"/>
                          <a:ea typeface="+mn-ea"/>
                        </a:rPr>
                        <a:t>GS 6</a:t>
                      </a:r>
                      <a:endParaRPr lang="zh-CN" altLang="zh-CN" sz="1200" kern="10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32</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KYA032</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Switch to GS 7</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TMYA038</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Ground</a:t>
                      </a:r>
                      <a:r>
                        <a:rPr lang="en-US" altLang="zh-CN" sz="1200" kern="100" baseline="0" dirty="0" smtClean="0">
                          <a:solidFill>
                            <a:schemeClr val="tx1"/>
                          </a:solidFill>
                          <a:latin typeface="Times New Roman"/>
                          <a:ea typeface="+mn-ea"/>
                          <a:cs typeface="+mn-cs"/>
                        </a:rPr>
                        <a:t> station marking: </a:t>
                      </a:r>
                      <a:r>
                        <a:rPr lang="en-US" altLang="zh-CN" sz="1200" kern="100" dirty="0" smtClean="0">
                          <a:latin typeface="Times New Roman"/>
                          <a:ea typeface="+mn-ea"/>
                        </a:rPr>
                        <a:t>GS 7</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33</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KYA033</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Switch to GS 8</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TMYA038</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Ground</a:t>
                      </a:r>
                      <a:r>
                        <a:rPr lang="en-US" altLang="zh-CN" sz="1200" kern="100" baseline="0" dirty="0" smtClean="0">
                          <a:solidFill>
                            <a:schemeClr val="tx1"/>
                          </a:solidFill>
                          <a:latin typeface="Times New Roman"/>
                          <a:ea typeface="+mn-ea"/>
                          <a:cs typeface="+mn-cs"/>
                        </a:rPr>
                        <a:t> station marking: </a:t>
                      </a:r>
                      <a:r>
                        <a:rPr lang="en-US" altLang="zh-CN" sz="1200" kern="100" dirty="0" smtClean="0">
                          <a:latin typeface="Times New Roman"/>
                          <a:ea typeface="+mn-ea"/>
                        </a:rPr>
                        <a:t>GS 8</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34</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KYA034</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dirty="0" smtClean="0">
                          <a:latin typeface="Times New Roman"/>
                          <a:ea typeface="+mn-ea"/>
                        </a:rPr>
                        <a:t>CAN A bus resetting</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TMYA012</a:t>
                      </a:r>
                    </a:p>
                    <a:p>
                      <a:pPr marL="0" algn="just" defTabSz="914400" rtl="0" eaLnBrk="1" latinLnBrk="0" hangingPunct="1">
                        <a:spcAft>
                          <a:spcPts val="0"/>
                        </a:spcAft>
                      </a:pPr>
                      <a:r>
                        <a:rPr lang="en-US" altLang="zh-CN" sz="1200" kern="100" dirty="0" smtClean="0">
                          <a:latin typeface="Times New Roman"/>
                          <a:ea typeface="+mn-ea"/>
                        </a:rPr>
                        <a:t>CAN A bus resetting counter: plus</a:t>
                      </a:r>
                      <a:r>
                        <a:rPr lang="en-US" altLang="zh-CN" sz="1200" kern="100" baseline="0" dirty="0" smtClean="0">
                          <a:latin typeface="Times New Roman"/>
                          <a:ea typeface="+mn-ea"/>
                        </a:rPr>
                        <a:t> 1</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35</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smtClean="0">
                          <a:latin typeface="Times New Roman"/>
                          <a:ea typeface="宋体"/>
                        </a:rPr>
                        <a:t>KYA035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CAN B bus resetting</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TMYA013</a:t>
                      </a:r>
                    </a:p>
                    <a:p>
                      <a:pPr marL="0" algn="just" defTabSz="914400" rtl="0" eaLnBrk="1" latinLnBrk="0" hangingPunct="1">
                        <a:spcAft>
                          <a:spcPts val="0"/>
                        </a:spcAft>
                      </a:pPr>
                      <a:r>
                        <a:rPr lang="en-US" altLang="zh-CN" sz="1200" kern="100" dirty="0" smtClean="0">
                          <a:latin typeface="Times New Roman"/>
                          <a:ea typeface="+mn-ea"/>
                        </a:rPr>
                        <a:t>CAN B bus resetting counter: plus</a:t>
                      </a:r>
                      <a:r>
                        <a:rPr lang="en-US" altLang="zh-CN" sz="1200" kern="100" baseline="0" dirty="0" smtClean="0">
                          <a:latin typeface="Times New Roman"/>
                          <a:ea typeface="+mn-ea"/>
                        </a:rPr>
                        <a:t> 1</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800" dirty="0" smtClean="0"/>
              <a:t>3.1.3 DTS data block— function</a:t>
            </a:r>
            <a:endParaRPr lang="zh-CN" altLang="en-US" sz="28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20</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2745459970"/>
              </p:ext>
            </p:extLst>
          </p:nvPr>
        </p:nvGraphicFramePr>
        <p:xfrm>
          <a:off x="785786" y="1393023"/>
          <a:ext cx="7500990" cy="3161133"/>
        </p:xfrm>
        <a:graphic>
          <a:graphicData uri="http://schemas.openxmlformats.org/drawingml/2006/table">
            <a:tbl>
              <a:tblPr/>
              <a:tblGrid>
                <a:gridCol w="2573869">
                  <a:extLst>
                    <a:ext uri="{9D8B030D-6E8A-4147-A177-3AD203B41FA5}">
                      <a16:colId xmlns:a16="http://schemas.microsoft.com/office/drawing/2014/main" val="20000"/>
                    </a:ext>
                  </a:extLst>
                </a:gridCol>
                <a:gridCol w="4927121">
                  <a:extLst>
                    <a:ext uri="{9D8B030D-6E8A-4147-A177-3AD203B41FA5}">
                      <a16:colId xmlns:a16="http://schemas.microsoft.com/office/drawing/2014/main" val="20001"/>
                    </a:ext>
                  </a:extLst>
                </a:gridCol>
              </a:tblGrid>
              <a:tr h="489351">
                <a:tc>
                  <a:txBody>
                    <a:bodyPr/>
                    <a:lstStyle/>
                    <a:p>
                      <a:pPr algn="ctr">
                        <a:spcAft>
                          <a:spcPts val="0"/>
                        </a:spcAft>
                      </a:pPr>
                      <a:r>
                        <a:rPr lang="en-US" altLang="zh-CN" sz="1200" b="1" kern="1200" dirty="0" smtClean="0">
                          <a:solidFill>
                            <a:schemeClr val="tx1"/>
                          </a:solidFill>
                          <a:effectLst/>
                          <a:latin typeface="Times New Roman" pitchFamily="18" charset="0"/>
                          <a:ea typeface="+mn-ea"/>
                          <a:cs typeface="Times New Roman" pitchFamily="18" charset="0"/>
                        </a:rPr>
                        <a:t>Block</a:t>
                      </a:r>
                      <a:r>
                        <a:rPr lang="en-US" altLang="zh-CN" sz="1200" b="1" kern="1200" baseline="0" dirty="0" smtClean="0">
                          <a:solidFill>
                            <a:schemeClr val="tx1"/>
                          </a:solidFill>
                          <a:effectLst/>
                          <a:latin typeface="Times New Roman" pitchFamily="18" charset="0"/>
                          <a:ea typeface="+mn-ea"/>
                          <a:cs typeface="Times New Roman" pitchFamily="18" charset="0"/>
                        </a:rPr>
                        <a:t> </a:t>
                      </a:r>
                      <a:endParaRPr lang="zh-CN" sz="1200" b="1" kern="1200" dirty="0">
                        <a:solidFill>
                          <a:schemeClr val="tx1"/>
                        </a:solidFill>
                        <a:effectLst/>
                        <a:latin typeface="Times New Roman" pitchFamily="18" charset="0"/>
                        <a:ea typeface="+mn-ea"/>
                        <a:cs typeface="Times New Roman" pitchFamily="18" charset="0"/>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spcAft>
                          <a:spcPts val="0"/>
                        </a:spcAft>
                      </a:pPr>
                      <a:r>
                        <a:rPr lang="en-US" sz="1200" b="1" kern="1200" dirty="0" smtClean="0">
                          <a:solidFill>
                            <a:schemeClr val="tx1"/>
                          </a:solidFill>
                          <a:effectLst/>
                          <a:latin typeface="Times New Roman" pitchFamily="18" charset="0"/>
                          <a:ea typeface="+mn-ea"/>
                          <a:cs typeface="Times New Roman" pitchFamily="18" charset="0"/>
                        </a:rPr>
                        <a:t>Function &amp; description</a:t>
                      </a:r>
                      <a:endParaRPr lang="zh-CN" sz="1200" b="1" kern="1200" dirty="0">
                        <a:solidFill>
                          <a:schemeClr val="tx1"/>
                        </a:solidFill>
                        <a:effectLst/>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733437">
                <a:tc>
                  <a:txBody>
                    <a:bodyPr/>
                    <a:lstStyle/>
                    <a:p>
                      <a:pPr marL="342900" lvl="0" indent="-342900" algn="l" fontAlgn="base">
                        <a:spcAft>
                          <a:spcPts val="0"/>
                        </a:spcAft>
                        <a:buFont typeface="+mj-lt"/>
                        <a:buNone/>
                        <a:tabLst>
                          <a:tab pos="266700" algn="l"/>
                        </a:tabLst>
                      </a:pPr>
                      <a:r>
                        <a:rPr lang="en-US" sz="1200" b="0" kern="100" dirty="0" smtClean="0">
                          <a:latin typeface="Times New Roman"/>
                          <a:ea typeface="宋体"/>
                        </a:rPr>
                        <a:t>Block1:</a:t>
                      </a:r>
                      <a:r>
                        <a:rPr lang="en-US" sz="1200" b="0" kern="1200" dirty="0" smtClean="0">
                          <a:solidFill>
                            <a:schemeClr val="tx1"/>
                          </a:solidFill>
                          <a:effectLst/>
                          <a:latin typeface="Times New Roman" pitchFamily="18" charset="0"/>
                          <a:ea typeface="+mn-ea"/>
                          <a:cs typeface="Times New Roman" pitchFamily="18" charset="0"/>
                        </a:rPr>
                        <a:t>Recording</a:t>
                      </a:r>
                      <a:r>
                        <a:rPr lang="en-US" sz="1200" b="0" kern="1200" baseline="0" dirty="0" smtClean="0">
                          <a:solidFill>
                            <a:schemeClr val="tx1"/>
                          </a:solidFill>
                          <a:effectLst/>
                          <a:latin typeface="Times New Roman" pitchFamily="18" charset="0"/>
                          <a:ea typeface="+mn-ea"/>
                          <a:cs typeface="Times New Roman" pitchFamily="18" charset="0"/>
                        </a:rPr>
                        <a:t>  address block</a:t>
                      </a:r>
                      <a:endParaRPr lang="en-US" sz="1200" b="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dirty="0" smtClean="0">
                          <a:latin typeface="Times New Roman" pitchFamily="18" charset="0"/>
                          <a:cs typeface="Times New Roman" pitchFamily="18" charset="0"/>
                        </a:rPr>
                        <a:t>When the SSM is recording by address, the data block1 injected designating the starting recording address of SSM</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46115">
                <a:tc>
                  <a:txBody>
                    <a:bodyPr/>
                    <a:lstStyle/>
                    <a:p>
                      <a:pPr marL="342900" marR="0" lvl="0" indent="-342900" algn="l" defTabSz="914400" rtl="0" eaLnBrk="1" fontAlgn="base" latinLnBrk="0" hangingPunct="1">
                        <a:lnSpc>
                          <a:spcPct val="100000"/>
                        </a:lnSpc>
                        <a:spcBef>
                          <a:spcPts val="0"/>
                        </a:spcBef>
                        <a:spcAft>
                          <a:spcPts val="0"/>
                        </a:spcAft>
                        <a:buClrTx/>
                        <a:buSzTx/>
                        <a:buFont typeface="+mj-lt"/>
                        <a:buNone/>
                        <a:tabLst>
                          <a:tab pos="266700" algn="l"/>
                        </a:tabLst>
                        <a:defRPr/>
                      </a:pPr>
                      <a:r>
                        <a:rPr lang="en-US" sz="1200" b="0" kern="100" dirty="0" smtClean="0">
                          <a:latin typeface="Times New Roman"/>
                          <a:ea typeface="宋体"/>
                        </a:rPr>
                        <a:t>Block2:</a:t>
                      </a:r>
                      <a:r>
                        <a:rPr lang="en-US" sz="1200" b="0" kern="1200" dirty="0" smtClean="0">
                          <a:solidFill>
                            <a:schemeClr val="tx1"/>
                          </a:solidFill>
                          <a:effectLst/>
                          <a:latin typeface="Times New Roman" pitchFamily="18" charset="0"/>
                          <a:ea typeface="+mn-ea"/>
                          <a:cs typeface="Times New Roman" pitchFamily="18" charset="0"/>
                        </a:rPr>
                        <a:t>Replaying</a:t>
                      </a:r>
                      <a:r>
                        <a:rPr lang="en-US" sz="1200" b="0" kern="1200" baseline="0" dirty="0" smtClean="0">
                          <a:solidFill>
                            <a:schemeClr val="tx1"/>
                          </a:solidFill>
                          <a:effectLst/>
                          <a:latin typeface="Times New Roman" pitchFamily="18" charset="0"/>
                          <a:ea typeface="+mn-ea"/>
                          <a:cs typeface="Times New Roman" pitchFamily="18" charset="0"/>
                        </a:rPr>
                        <a:t> address block</a:t>
                      </a:r>
                      <a:endParaRPr lang="en-US" sz="1200" b="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dirty="0" smtClean="0">
                          <a:latin typeface="Times New Roman" pitchFamily="18" charset="0"/>
                          <a:cs typeface="Times New Roman" pitchFamily="18" charset="0"/>
                        </a:rPr>
                        <a:t>When the SSM is replaying by address, the data block2 injected designating the starting and ending replaying address of SSM</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46115">
                <a:tc>
                  <a:txBody>
                    <a:bodyPr/>
                    <a:lstStyle/>
                    <a:p>
                      <a:pPr marL="342900" marR="0" lvl="0" indent="-342900" algn="l" defTabSz="914400" rtl="0" eaLnBrk="1" fontAlgn="base" latinLnBrk="0" hangingPunct="1">
                        <a:lnSpc>
                          <a:spcPct val="100000"/>
                        </a:lnSpc>
                        <a:spcBef>
                          <a:spcPts val="0"/>
                        </a:spcBef>
                        <a:spcAft>
                          <a:spcPts val="0"/>
                        </a:spcAft>
                        <a:buClrTx/>
                        <a:buSzTx/>
                        <a:buFont typeface="+mj-lt"/>
                        <a:buNone/>
                        <a:tabLst>
                          <a:tab pos="266700" algn="l"/>
                        </a:tabLst>
                        <a:defRPr/>
                      </a:pPr>
                      <a:r>
                        <a:rPr lang="en-US" sz="1200" b="0" kern="100" dirty="0" smtClean="0">
                          <a:solidFill>
                            <a:schemeClr val="tx1"/>
                          </a:solidFill>
                          <a:latin typeface="Times New Roman"/>
                          <a:ea typeface="宋体"/>
                          <a:cs typeface="+mn-cs"/>
                        </a:rPr>
                        <a:t>Block3:</a:t>
                      </a:r>
                      <a:r>
                        <a:rPr lang="en-US" altLang="zh-CN" sz="1200" b="0" kern="1200" dirty="0" smtClean="0">
                          <a:solidFill>
                            <a:schemeClr val="tx1"/>
                          </a:solidFill>
                          <a:effectLst/>
                          <a:latin typeface="Times New Roman" pitchFamily="18" charset="0"/>
                          <a:ea typeface="+mn-ea"/>
                          <a:cs typeface="Times New Roman" pitchFamily="18" charset="0"/>
                        </a:rPr>
                        <a:t>Pointing angle</a:t>
                      </a:r>
                      <a:r>
                        <a:rPr lang="en-US" altLang="zh-CN" sz="1200" b="0" kern="1200" baseline="0" dirty="0" smtClean="0">
                          <a:solidFill>
                            <a:schemeClr val="tx1"/>
                          </a:solidFill>
                          <a:effectLst/>
                          <a:latin typeface="Times New Roman" pitchFamily="18" charset="0"/>
                          <a:ea typeface="+mn-ea"/>
                          <a:cs typeface="Times New Roman" pitchFamily="18" charset="0"/>
                        </a:rPr>
                        <a:t> block</a:t>
                      </a:r>
                      <a:endParaRPr lang="en-US" sz="1200" b="0" kern="100" dirty="0">
                        <a:solidFill>
                          <a:schemeClr val="tx1"/>
                        </a:solidFill>
                        <a:latin typeface="Times New Roman"/>
                        <a:ea typeface="宋体"/>
                        <a:cs typeface="+mn-cs"/>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宋体"/>
                        </a:rPr>
                        <a:t>When the phased-array antenna is in </a:t>
                      </a:r>
                      <a:r>
                        <a:rPr lang="en-US" altLang="zh-CN" sz="1200" kern="100" dirty="0" smtClean="0">
                          <a:latin typeface="Times New Roman"/>
                          <a:ea typeface="+mn-ea"/>
                        </a:rPr>
                        <a:t>injection pointing mode, </a:t>
                      </a:r>
                      <a:r>
                        <a:rPr lang="en-US" altLang="zh-CN" sz="1200" dirty="0" smtClean="0">
                          <a:latin typeface="Times New Roman" pitchFamily="18" charset="0"/>
                          <a:cs typeface="Times New Roman" pitchFamily="18" charset="0"/>
                        </a:rPr>
                        <a:t>the data block3 injected designating the pointing angle of antenna at a persistent time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46115">
                <a:tc>
                  <a:txBody>
                    <a:bodyPr/>
                    <a:lstStyle/>
                    <a:p>
                      <a:pPr marL="342900" marR="0" lvl="0" indent="-342900" algn="l" defTabSz="914400" rtl="0" eaLnBrk="1" fontAlgn="base" latinLnBrk="0" hangingPunct="1">
                        <a:lnSpc>
                          <a:spcPct val="100000"/>
                        </a:lnSpc>
                        <a:spcBef>
                          <a:spcPts val="0"/>
                        </a:spcBef>
                        <a:spcAft>
                          <a:spcPts val="0"/>
                        </a:spcAft>
                        <a:buClrTx/>
                        <a:buSzTx/>
                        <a:buFont typeface="+mj-lt"/>
                        <a:buNone/>
                        <a:tabLst>
                          <a:tab pos="266700" algn="l"/>
                        </a:tabLst>
                        <a:defRPr/>
                      </a:pPr>
                      <a:r>
                        <a:rPr lang="en-US" sz="1200" b="0" kern="100" dirty="0" smtClean="0">
                          <a:solidFill>
                            <a:schemeClr val="tx1"/>
                          </a:solidFill>
                          <a:latin typeface="Times New Roman"/>
                          <a:ea typeface="宋体"/>
                          <a:cs typeface="+mn-cs"/>
                        </a:rPr>
                        <a:t>Block4:</a:t>
                      </a:r>
                      <a:r>
                        <a:rPr lang="en-US" altLang="zh-CN" sz="1200" b="0" kern="1200" dirty="0" smtClean="0">
                          <a:solidFill>
                            <a:schemeClr val="tx1"/>
                          </a:solidFill>
                          <a:effectLst/>
                          <a:latin typeface="Times New Roman" pitchFamily="18" charset="0"/>
                          <a:ea typeface="+mn-ea"/>
                          <a:cs typeface="Times New Roman" pitchFamily="18" charset="0"/>
                        </a:rPr>
                        <a:t>Ground parameter block</a:t>
                      </a:r>
                      <a:endParaRPr lang="en-US" sz="1200" b="0" kern="100" dirty="0">
                        <a:solidFill>
                          <a:schemeClr val="tx1"/>
                        </a:solidFill>
                        <a:latin typeface="Times New Roman"/>
                        <a:ea typeface="宋体"/>
                        <a:cs typeface="+mn-cs"/>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The data block4  </a:t>
                      </a:r>
                      <a:r>
                        <a:rPr lang="en-US" altLang="zh-CN" sz="1200" dirty="0" smtClean="0">
                          <a:latin typeface="Times New Roman" pitchFamily="18" charset="0"/>
                          <a:cs typeface="Times New Roman" pitchFamily="18" charset="0"/>
                        </a:rPr>
                        <a:t>designating the l</a:t>
                      </a:r>
                      <a:r>
                        <a:rPr lang="en-US" altLang="zh-CN" sz="1200" kern="100" dirty="0" smtClean="0">
                          <a:latin typeface="Times New Roman"/>
                          <a:ea typeface="+mn-ea"/>
                        </a:rPr>
                        <a:t>ongitude, altitude and </a:t>
                      </a:r>
                      <a:r>
                        <a:rPr lang="en-US" altLang="zh-CN" sz="1200" kern="100" dirty="0" err="1" smtClean="0">
                          <a:latin typeface="Times New Roman"/>
                          <a:ea typeface="+mn-ea"/>
                        </a:rPr>
                        <a:t>lattitude</a:t>
                      </a:r>
                      <a:r>
                        <a:rPr lang="en-US" altLang="zh-CN" sz="1200" kern="100" dirty="0" smtClean="0">
                          <a:latin typeface="Times New Roman"/>
                          <a:ea typeface="+mn-ea"/>
                        </a:rPr>
                        <a:t> </a:t>
                      </a:r>
                      <a:r>
                        <a:rPr lang="en-US" altLang="zh-CN" sz="1200" kern="100" dirty="0" smtClean="0">
                          <a:latin typeface="Times New Roman"/>
                          <a:ea typeface="+mn-ea"/>
                        </a:rPr>
                        <a:t>of eight</a:t>
                      </a:r>
                      <a:r>
                        <a:rPr lang="en-US" altLang="zh-CN" sz="1200" kern="100" baseline="0" dirty="0" smtClean="0">
                          <a:latin typeface="Times New Roman"/>
                          <a:ea typeface="+mn-ea"/>
                        </a:rPr>
                        <a:t> </a:t>
                      </a:r>
                      <a:r>
                        <a:rPr lang="en-US" altLang="zh-CN" sz="1200" kern="100" dirty="0" smtClean="0">
                          <a:latin typeface="Times New Roman"/>
                          <a:ea typeface="+mn-ea"/>
                        </a:rPr>
                        <a:t>ground stations.</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8614"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p:txBody>
          <a:bodyPr>
            <a:normAutofit/>
          </a:bodyPr>
          <a:lstStyle/>
          <a:p>
            <a:r>
              <a:rPr lang="en-US" altLang="zh-CN" sz="2800" dirty="0" smtClean="0"/>
              <a:t>There are two kinds of telemetry:</a:t>
            </a:r>
          </a:p>
          <a:p>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21</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2563550596"/>
              </p:ext>
            </p:extLst>
          </p:nvPr>
        </p:nvGraphicFramePr>
        <p:xfrm>
          <a:off x="1000101" y="1624437"/>
          <a:ext cx="6929485" cy="3107553"/>
        </p:xfrm>
        <a:graphic>
          <a:graphicData uri="http://schemas.openxmlformats.org/drawingml/2006/table">
            <a:tbl>
              <a:tblPr firstRow="1" bandRow="1">
                <a:tableStyleId>{5C22544A-7EE6-4342-B048-85BDC9FD1C3A}</a:tableStyleId>
              </a:tblPr>
              <a:tblGrid>
                <a:gridCol w="2545525">
                  <a:extLst>
                    <a:ext uri="{9D8B030D-6E8A-4147-A177-3AD203B41FA5}">
                      <a16:colId xmlns:a16="http://schemas.microsoft.com/office/drawing/2014/main" val="20000"/>
                    </a:ext>
                  </a:extLst>
                </a:gridCol>
                <a:gridCol w="1915924">
                  <a:extLst>
                    <a:ext uri="{9D8B030D-6E8A-4147-A177-3AD203B41FA5}">
                      <a16:colId xmlns:a16="http://schemas.microsoft.com/office/drawing/2014/main" val="20001"/>
                    </a:ext>
                  </a:extLst>
                </a:gridCol>
                <a:gridCol w="2468036">
                  <a:extLst>
                    <a:ext uri="{9D8B030D-6E8A-4147-A177-3AD203B41FA5}">
                      <a16:colId xmlns:a16="http://schemas.microsoft.com/office/drawing/2014/main" val="20002"/>
                    </a:ext>
                  </a:extLst>
                </a:gridCol>
              </a:tblGrid>
              <a:tr h="1035851">
                <a:tc>
                  <a:txBody>
                    <a:bodyPr/>
                    <a:lstStyle/>
                    <a:p>
                      <a:pPr algn="l"/>
                      <a:r>
                        <a:rPr lang="en-US" altLang="zh-CN" sz="1500" dirty="0" smtClean="0"/>
                        <a:t>Telemetry type</a:t>
                      </a:r>
                      <a:endParaRPr lang="zh-CN" altLang="en-US" sz="1500" dirty="0"/>
                    </a:p>
                  </a:txBody>
                  <a:tcPr marT="34290" marB="34290" anchor="ctr" anchorCtr="1"/>
                </a:tc>
                <a:tc>
                  <a:txBody>
                    <a:bodyPr/>
                    <a:lstStyle/>
                    <a:p>
                      <a:pPr algn="ctr"/>
                      <a:r>
                        <a:rPr lang="en-US" altLang="zh-CN" sz="1500" dirty="0" smtClean="0"/>
                        <a:t>Fast  changing telemetry </a:t>
                      </a:r>
                      <a:endParaRPr lang="zh-CN" altLang="en-US" sz="1500" dirty="0"/>
                    </a:p>
                  </a:txBody>
                  <a:tcPr marT="34290" marB="34290" anchor="ctr" anchorCtr="1"/>
                </a:tc>
                <a:tc>
                  <a:txBody>
                    <a:bodyPr/>
                    <a:lstStyle/>
                    <a:p>
                      <a:pPr algn="ctr"/>
                      <a:r>
                        <a:rPr lang="en-US" altLang="zh-CN" sz="1500" dirty="0" smtClean="0"/>
                        <a:t>Slowly  changing telemetry </a:t>
                      </a:r>
                      <a:endParaRPr lang="zh-CN" altLang="en-US" sz="1500" dirty="0"/>
                    </a:p>
                  </a:txBody>
                  <a:tcPr marT="34290" marB="34290" anchor="ctr" anchorCtr="1"/>
                </a:tc>
                <a:extLst>
                  <a:ext uri="{0D108BD9-81ED-4DB2-BD59-A6C34878D82A}">
                    <a16:rowId xmlns:a16="http://schemas.microsoft.com/office/drawing/2014/main" val="10000"/>
                  </a:ext>
                </a:extLst>
              </a:tr>
              <a:tr h="1035851">
                <a:tc>
                  <a:txBody>
                    <a:bodyPr/>
                    <a:lstStyle/>
                    <a:p>
                      <a:pPr algn="l"/>
                      <a:r>
                        <a:rPr lang="en-US" altLang="zh-CN" sz="1500" b="1" dirty="0" smtClean="0"/>
                        <a:t>Telemetry number</a:t>
                      </a:r>
                      <a:endParaRPr lang="zh-CN" altLang="en-US" sz="1500" b="1" dirty="0"/>
                    </a:p>
                  </a:txBody>
                  <a:tcPr marT="34290" marB="34290" anchor="ctr" anchorCtr="1">
                    <a:solidFill>
                      <a:schemeClr val="accent2">
                        <a:lumMod val="40000"/>
                        <a:lumOff val="60000"/>
                      </a:schemeClr>
                    </a:solidFill>
                  </a:tcPr>
                </a:tc>
                <a:tc>
                  <a:txBody>
                    <a:bodyPr/>
                    <a:lstStyle/>
                    <a:p>
                      <a:pPr algn="ctr"/>
                      <a:r>
                        <a:rPr lang="en-US" altLang="zh-CN" sz="1500" b="1" dirty="0" smtClean="0"/>
                        <a:t>19</a:t>
                      </a:r>
                      <a:endParaRPr lang="zh-CN" altLang="en-US" sz="1500" b="1" dirty="0"/>
                    </a:p>
                  </a:txBody>
                  <a:tcPr marT="34290" marB="34290" anchor="ctr" anchorCtr="1">
                    <a:solidFill>
                      <a:schemeClr val="accent2">
                        <a:lumMod val="40000"/>
                        <a:lumOff val="60000"/>
                      </a:schemeClr>
                    </a:solidFill>
                  </a:tcPr>
                </a:tc>
                <a:tc>
                  <a:txBody>
                    <a:bodyPr/>
                    <a:lstStyle/>
                    <a:p>
                      <a:pPr algn="ctr"/>
                      <a:r>
                        <a:rPr lang="en-US" altLang="zh-CN" sz="1500" b="1" dirty="0" smtClean="0"/>
                        <a:t>18</a:t>
                      </a:r>
                      <a:endParaRPr lang="zh-CN" altLang="en-US" sz="1500" b="1" dirty="0"/>
                    </a:p>
                  </a:txBody>
                  <a:tcPr marT="34290" marB="34290" anchor="ctr" anchorCtr="1">
                    <a:solidFill>
                      <a:schemeClr val="accent2">
                        <a:lumMod val="40000"/>
                        <a:lumOff val="60000"/>
                      </a:schemeClr>
                    </a:solidFill>
                  </a:tcPr>
                </a:tc>
                <a:extLst>
                  <a:ext uri="{0D108BD9-81ED-4DB2-BD59-A6C34878D82A}">
                    <a16:rowId xmlns:a16="http://schemas.microsoft.com/office/drawing/2014/main" val="10001"/>
                  </a:ext>
                </a:extLst>
              </a:tr>
              <a:tr h="1035851">
                <a:tc>
                  <a:txBody>
                    <a:bodyPr/>
                    <a:lstStyle/>
                    <a:p>
                      <a:pPr algn="l"/>
                      <a:r>
                        <a:rPr lang="en-US" altLang="zh-CN" sz="1500" b="1" dirty="0" smtClean="0"/>
                        <a:t>Period</a:t>
                      </a:r>
                      <a:endParaRPr lang="zh-CN" altLang="en-US" sz="1500" b="1" dirty="0"/>
                    </a:p>
                  </a:txBody>
                  <a:tcPr marT="34290" marB="34290" anchor="ctr" anchorCtr="1">
                    <a:solidFill>
                      <a:schemeClr val="accent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b="1" kern="1200" dirty="0" smtClean="0">
                          <a:solidFill>
                            <a:schemeClr val="dk1"/>
                          </a:solidFill>
                          <a:latin typeface="+mn-lt"/>
                          <a:ea typeface="+mn-ea"/>
                          <a:cs typeface="+mn-cs"/>
                        </a:rPr>
                        <a:t>1P/2s</a:t>
                      </a:r>
                      <a:endParaRPr lang="zh-CN" altLang="en-US" sz="1500" b="1" kern="1200" dirty="0">
                        <a:solidFill>
                          <a:schemeClr val="dk1"/>
                        </a:solidFill>
                        <a:latin typeface="+mn-lt"/>
                        <a:ea typeface="+mn-ea"/>
                        <a:cs typeface="+mn-cs"/>
                      </a:endParaRPr>
                    </a:p>
                  </a:txBody>
                  <a:tcPr marT="34290" marB="34290" anchor="ctr" anchorCtr="1">
                    <a:solidFill>
                      <a:schemeClr val="accent2">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500" b="1" kern="1200" dirty="0" smtClean="0">
                          <a:solidFill>
                            <a:schemeClr val="dk1"/>
                          </a:solidFill>
                          <a:latin typeface="+mn-lt"/>
                          <a:ea typeface="+mn-ea"/>
                          <a:cs typeface="+mn-cs"/>
                        </a:rPr>
                        <a:t>1P/16s</a:t>
                      </a:r>
                      <a:endParaRPr lang="zh-CN" altLang="en-US" sz="1500" b="1" kern="1200" dirty="0">
                        <a:solidFill>
                          <a:schemeClr val="dk1"/>
                        </a:solidFill>
                        <a:latin typeface="+mn-lt"/>
                        <a:ea typeface="+mn-ea"/>
                        <a:cs typeface="+mn-cs"/>
                      </a:endParaRPr>
                    </a:p>
                  </a:txBody>
                  <a:tcPr marT="34290" marB="34290" anchor="ctr" anchorCtr="1">
                    <a:solidFill>
                      <a:schemeClr val="accent2">
                        <a:lumMod val="40000"/>
                        <a:lumOff val="60000"/>
                      </a:scheme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800" dirty="0" smtClean="0"/>
              <a:t>DTS fast changing telemetry</a:t>
            </a:r>
            <a:endParaRPr lang="zh-CN" altLang="en-US" sz="28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22</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2428698997"/>
              </p:ext>
            </p:extLst>
          </p:nvPr>
        </p:nvGraphicFramePr>
        <p:xfrm>
          <a:off x="785787" y="1469050"/>
          <a:ext cx="7858181" cy="3334948"/>
        </p:xfrm>
        <a:graphic>
          <a:graphicData uri="http://schemas.openxmlformats.org/drawingml/2006/table">
            <a:tbl>
              <a:tblPr/>
              <a:tblGrid>
                <a:gridCol w="571504">
                  <a:extLst>
                    <a:ext uri="{9D8B030D-6E8A-4147-A177-3AD203B41FA5}">
                      <a16:colId xmlns:a16="http://schemas.microsoft.com/office/drawing/2014/main" val="20000"/>
                    </a:ext>
                  </a:extLst>
                </a:gridCol>
                <a:gridCol w="1314460">
                  <a:extLst>
                    <a:ext uri="{9D8B030D-6E8A-4147-A177-3AD203B41FA5}">
                      <a16:colId xmlns:a16="http://schemas.microsoft.com/office/drawing/2014/main" val="20001"/>
                    </a:ext>
                  </a:extLst>
                </a:gridCol>
                <a:gridCol w="1508771">
                  <a:extLst>
                    <a:ext uri="{9D8B030D-6E8A-4147-A177-3AD203B41FA5}">
                      <a16:colId xmlns:a16="http://schemas.microsoft.com/office/drawing/2014/main" val="20002"/>
                    </a:ext>
                  </a:extLst>
                </a:gridCol>
                <a:gridCol w="1131578">
                  <a:extLst>
                    <a:ext uri="{9D8B030D-6E8A-4147-A177-3AD203B41FA5}">
                      <a16:colId xmlns:a16="http://schemas.microsoft.com/office/drawing/2014/main" val="20003"/>
                    </a:ext>
                  </a:extLst>
                </a:gridCol>
                <a:gridCol w="880116">
                  <a:extLst>
                    <a:ext uri="{9D8B030D-6E8A-4147-A177-3AD203B41FA5}">
                      <a16:colId xmlns:a16="http://schemas.microsoft.com/office/drawing/2014/main" val="20004"/>
                    </a:ext>
                  </a:extLst>
                </a:gridCol>
                <a:gridCol w="2451752">
                  <a:extLst>
                    <a:ext uri="{9D8B030D-6E8A-4147-A177-3AD203B41FA5}">
                      <a16:colId xmlns:a16="http://schemas.microsoft.com/office/drawing/2014/main" val="20005"/>
                    </a:ext>
                  </a:extLst>
                </a:gridCol>
              </a:tblGrid>
              <a:tr h="375050">
                <a:tc>
                  <a:txBody>
                    <a:bodyPr/>
                    <a:lstStyle/>
                    <a:p>
                      <a:pPr algn="ctr">
                        <a:lnSpc>
                          <a:spcPct val="115000"/>
                        </a:lnSpc>
                        <a:spcAft>
                          <a:spcPts val="0"/>
                        </a:spcAft>
                      </a:pPr>
                      <a:r>
                        <a:rPr lang="en-US" altLang="zh-CN" sz="1200" b="1" dirty="0" smtClean="0">
                          <a:effectLst/>
                          <a:latin typeface="Times New Roman" pitchFamily="18" charset="0"/>
                          <a:ea typeface="+mn-ea"/>
                          <a:cs typeface="Times New Roman" pitchFamily="18" charset="0"/>
                        </a:rPr>
                        <a:t>NO</a:t>
                      </a:r>
                      <a:endParaRPr lang="zh-CN" altLang="en-US" sz="1200" b="1" dirty="0">
                        <a:effectLst/>
                        <a:latin typeface="Times New Roman" pitchFamily="18" charset="0"/>
                        <a:ea typeface="+mn-ea"/>
                        <a:cs typeface="Times New Roman" pitchFamily="18" charset="0"/>
                      </a:endParaRPr>
                    </a:p>
                  </a:txBody>
                  <a:tcPr marL="68585" marR="68585"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Description &amp; Processing</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742793">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sz="1200" kern="100" dirty="0" smtClean="0">
                          <a:latin typeface="Times New Roman"/>
                          <a:ea typeface="宋体"/>
                        </a:rPr>
                        <a:t>1</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solidFill>
                            <a:schemeClr val="tx1"/>
                          </a:solidFill>
                          <a:latin typeface="Times New Roman"/>
                          <a:ea typeface="+mn-ea"/>
                          <a:cs typeface="+mn-cs"/>
                        </a:rPr>
                        <a:t>TMYA002</a:t>
                      </a:r>
                      <a:endParaRPr lang="en-US"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solidFill>
                            <a:schemeClr val="tx1"/>
                          </a:solidFill>
                          <a:latin typeface="Times New Roman"/>
                          <a:ea typeface="+mn-ea"/>
                          <a:cs typeface="+mn-cs"/>
                        </a:rPr>
                        <a:t>FPGA</a:t>
                      </a:r>
                      <a:r>
                        <a:rPr lang="en-US" altLang="zh-CN" sz="1200" kern="100" baseline="0" dirty="0" smtClean="0">
                          <a:solidFill>
                            <a:schemeClr val="tx1"/>
                          </a:solidFill>
                          <a:latin typeface="Times New Roman"/>
                          <a:ea typeface="+mn-ea"/>
                          <a:cs typeface="+mn-cs"/>
                        </a:rPr>
                        <a:t> Load state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baseline="0" dirty="0" smtClean="0">
                          <a:solidFill>
                            <a:schemeClr val="tx1"/>
                          </a:solidFill>
                          <a:latin typeface="Times New Roman"/>
                          <a:ea typeface="+mn-ea"/>
                          <a:cs typeface="+mn-cs"/>
                        </a:rPr>
                        <a:t>1: Load success</a:t>
                      </a: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2</a:t>
                      </a:r>
                      <a:endParaRPr lang="en-US" altLang="zh-CN" sz="1200" kern="100" dirty="0">
                        <a:solidFill>
                          <a:schemeClr val="tx1"/>
                        </a:solidFill>
                        <a:latin typeface="Times New Roman"/>
                        <a:ea typeface="+mn-ea"/>
                        <a:cs typeface="+mn-cs"/>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TMYA003</a:t>
                      </a:r>
                      <a:endParaRPr lang="en-US" altLang="zh-CN" sz="1200" kern="100" dirty="0">
                        <a:solidFill>
                          <a:schemeClr val="tx1"/>
                        </a:solidFill>
                        <a:latin typeface="Times New Roman"/>
                        <a:ea typeface="+mn-ea"/>
                        <a:cs typeface="+mn-cs"/>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RF and antenna</a:t>
                      </a:r>
                      <a:r>
                        <a:rPr lang="en-US" altLang="zh-CN" sz="1200" kern="100" baseline="0" dirty="0" smtClean="0">
                          <a:latin typeface="Times New Roman"/>
                          <a:ea typeface="+mn-ea"/>
                        </a:rPr>
                        <a:t> state</a:t>
                      </a:r>
                      <a:endParaRPr lang="zh-CN" altLang="zh-CN" sz="1200" kern="100" dirty="0">
                        <a:solidFill>
                          <a:schemeClr val="tx1"/>
                        </a:solidFill>
                        <a:latin typeface="Times New Roman"/>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baseline="0" dirty="0" smtClean="0">
                          <a:latin typeface="Times New Roman"/>
                          <a:ea typeface="+mn-ea"/>
                        </a:rPr>
                        <a:t>1: </a:t>
                      </a:r>
                      <a:r>
                        <a:rPr lang="en-US" altLang="zh-CN" sz="1200" kern="100" dirty="0" smtClean="0">
                          <a:latin typeface="Times New Roman"/>
                          <a:ea typeface="+mn-ea"/>
                        </a:rPr>
                        <a:t>RF and antenna  turned</a:t>
                      </a:r>
                      <a:r>
                        <a:rPr lang="en-US" altLang="zh-CN" sz="1200" kern="100" baseline="0" dirty="0" smtClean="0">
                          <a:latin typeface="Times New Roman"/>
                          <a:ea typeface="+mn-ea"/>
                        </a:rPr>
                        <a:t> </a:t>
                      </a:r>
                      <a:r>
                        <a:rPr lang="en-US" altLang="zh-CN" sz="1200" kern="100" dirty="0" smtClean="0">
                          <a:latin typeface="Times New Roman"/>
                          <a:ea typeface="+mn-ea"/>
                        </a:rPr>
                        <a:t>on</a:t>
                      </a:r>
                    </a:p>
                    <a:p>
                      <a:pPr marL="0" algn="just" defTabSz="914400" rtl="0" eaLnBrk="1" latinLnBrk="0" hangingPunct="1">
                        <a:spcAft>
                          <a:spcPts val="0"/>
                        </a:spcAft>
                      </a:pPr>
                      <a:r>
                        <a:rPr lang="en-US" altLang="zh-CN" sz="1200" kern="100" baseline="0" dirty="0" smtClean="0">
                          <a:latin typeface="Times New Roman"/>
                          <a:ea typeface="+mn-ea"/>
                        </a:rPr>
                        <a:t>0: </a:t>
                      </a:r>
                      <a:r>
                        <a:rPr lang="en-US" altLang="zh-CN" sz="1200" kern="100" dirty="0" smtClean="0">
                          <a:latin typeface="Times New Roman"/>
                          <a:ea typeface="+mn-ea"/>
                        </a:rPr>
                        <a:t>RF and antenna  turned</a:t>
                      </a:r>
                      <a:r>
                        <a:rPr lang="en-US" altLang="zh-CN" sz="1200" kern="100" baseline="0" dirty="0" smtClean="0">
                          <a:latin typeface="Times New Roman"/>
                          <a:ea typeface="+mn-ea"/>
                        </a:rPr>
                        <a:t> </a:t>
                      </a:r>
                      <a:r>
                        <a:rPr lang="en-US" altLang="zh-CN" sz="1200" kern="100" dirty="0" smtClean="0">
                          <a:latin typeface="Times New Roman"/>
                          <a:ea typeface="+mn-ea"/>
                        </a:rPr>
                        <a:t>off</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9519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3</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TMYA004</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Real-time transmit state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latin typeface="Times New Roman"/>
                          <a:ea typeface="+mn-ea"/>
                        </a:rPr>
                        <a:t>0:</a:t>
                      </a:r>
                      <a:r>
                        <a:rPr lang="en-US" altLang="zh-CN" sz="1200" kern="100" baseline="0" dirty="0" smtClean="0">
                          <a:latin typeface="Times New Roman"/>
                          <a:ea typeface="+mn-ea"/>
                        </a:rPr>
                        <a:t> </a:t>
                      </a:r>
                      <a:r>
                        <a:rPr lang="en-US" altLang="zh-CN" sz="1200" kern="100" dirty="0" smtClean="0">
                          <a:latin typeface="Times New Roman"/>
                          <a:ea typeface="+mn-ea"/>
                        </a:rPr>
                        <a:t>Real-time transmit  on</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1:</a:t>
                      </a:r>
                      <a:r>
                        <a:rPr lang="en-US" altLang="zh-CN" sz="1200" kern="100" baseline="0" dirty="0" smtClean="0">
                          <a:latin typeface="Times New Roman"/>
                          <a:ea typeface="+mn-ea"/>
                        </a:rPr>
                        <a:t> R</a:t>
                      </a:r>
                      <a:r>
                        <a:rPr lang="en-US" altLang="zh-CN" sz="1200" kern="100" dirty="0" smtClean="0">
                          <a:latin typeface="Times New Roman"/>
                          <a:ea typeface="+mn-ea"/>
                        </a:rPr>
                        <a:t>eal-time transmit  off</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4</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TMYA005</a:t>
                      </a:r>
                      <a:endParaRPr lang="en-US"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baseline="0" dirty="0" smtClean="0">
                          <a:solidFill>
                            <a:schemeClr val="tx1"/>
                          </a:solidFill>
                          <a:latin typeface="Times New Roman"/>
                          <a:ea typeface="+mn-ea"/>
                          <a:cs typeface="+mn-cs"/>
                        </a:rPr>
                        <a:t>RF modulation state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altLang="zh-CN" sz="1200" kern="100" dirty="0" smtClean="0">
                          <a:latin typeface="Times New Roman"/>
                          <a:ea typeface="+mn-ea"/>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mn-ea"/>
                          <a:cs typeface="+mn-cs"/>
                        </a:rPr>
                        <a:t>0: Modulation state</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mn-ea"/>
                          <a:cs typeface="+mn-cs"/>
                        </a:rPr>
                        <a:t>1: Carrier state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5</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ctr" fontAlgn="base">
                        <a:spcAft>
                          <a:spcPts val="0"/>
                        </a:spcAft>
                        <a:buFont typeface="+mj-lt"/>
                        <a:buNone/>
                        <a:tabLst>
                          <a:tab pos="266700" algn="l"/>
                        </a:tabLst>
                      </a:pPr>
                      <a:r>
                        <a:rPr lang="en-US" altLang="zh-CN" sz="1200" kern="100" dirty="0" smtClean="0">
                          <a:latin typeface="Times New Roman"/>
                          <a:ea typeface="+mn-ea"/>
                        </a:rPr>
                        <a:t>TMYA008</a:t>
                      </a:r>
                      <a:endParaRPr lang="en-US"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Compression</a:t>
                      </a:r>
                      <a:r>
                        <a:rPr lang="en-US" altLang="zh-CN" sz="1200" kern="100" baseline="0" dirty="0" smtClean="0">
                          <a:latin typeface="Times New Roman"/>
                          <a:ea typeface="+mn-ea"/>
                        </a:rPr>
                        <a:t> state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mn-ea"/>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latin typeface="Times New Roman"/>
                          <a:ea typeface="+mn-ea"/>
                        </a:rPr>
                        <a:t>1: Lossless compression</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latin typeface="Times New Roman"/>
                          <a:ea typeface="+mn-ea"/>
                        </a:rPr>
                        <a:t>0: 2:1 compression </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400" dirty="0" smtClean="0"/>
              <a:t>DTS fast changing telemetry</a:t>
            </a:r>
            <a:endParaRPr lang="zh-CN" altLang="en-US" sz="24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23</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nvGraphicFramePr>
        <p:xfrm>
          <a:off x="785786" y="1393024"/>
          <a:ext cx="8001056" cy="3439302"/>
        </p:xfrm>
        <a:graphic>
          <a:graphicData uri="http://schemas.openxmlformats.org/drawingml/2006/table">
            <a:tbl>
              <a:tblPr/>
              <a:tblGrid>
                <a:gridCol w="571504">
                  <a:extLst>
                    <a:ext uri="{9D8B030D-6E8A-4147-A177-3AD203B41FA5}">
                      <a16:colId xmlns:a16="http://schemas.microsoft.com/office/drawing/2014/main" val="20000"/>
                    </a:ext>
                  </a:extLst>
                </a:gridCol>
                <a:gridCol w="1143008">
                  <a:extLst>
                    <a:ext uri="{9D8B030D-6E8A-4147-A177-3AD203B41FA5}">
                      <a16:colId xmlns:a16="http://schemas.microsoft.com/office/drawing/2014/main" val="20001"/>
                    </a:ext>
                  </a:extLst>
                </a:gridCol>
                <a:gridCol w="2000264">
                  <a:extLst>
                    <a:ext uri="{9D8B030D-6E8A-4147-A177-3AD203B41FA5}">
                      <a16:colId xmlns:a16="http://schemas.microsoft.com/office/drawing/2014/main" val="20002"/>
                    </a:ext>
                  </a:extLst>
                </a:gridCol>
                <a:gridCol w="928694">
                  <a:extLst>
                    <a:ext uri="{9D8B030D-6E8A-4147-A177-3AD203B41FA5}">
                      <a16:colId xmlns:a16="http://schemas.microsoft.com/office/drawing/2014/main" val="20003"/>
                    </a:ext>
                  </a:extLst>
                </a:gridCol>
                <a:gridCol w="571504">
                  <a:extLst>
                    <a:ext uri="{9D8B030D-6E8A-4147-A177-3AD203B41FA5}">
                      <a16:colId xmlns:a16="http://schemas.microsoft.com/office/drawing/2014/main" val="20004"/>
                    </a:ext>
                  </a:extLst>
                </a:gridCol>
                <a:gridCol w="2786082">
                  <a:extLst>
                    <a:ext uri="{9D8B030D-6E8A-4147-A177-3AD203B41FA5}">
                      <a16:colId xmlns:a16="http://schemas.microsoft.com/office/drawing/2014/main" val="20005"/>
                    </a:ext>
                  </a:extLst>
                </a:gridCol>
              </a:tblGrid>
              <a:tr h="420624">
                <a:tc>
                  <a:txBody>
                    <a:bodyPr/>
                    <a:lstStyle/>
                    <a:p>
                      <a:pPr algn="ctr">
                        <a:lnSpc>
                          <a:spcPct val="115000"/>
                        </a:lnSpc>
                        <a:spcAft>
                          <a:spcPts val="0"/>
                        </a:spcAft>
                      </a:pPr>
                      <a:r>
                        <a:rPr lang="en-US" altLang="zh-CN" sz="1200" b="1" dirty="0" smtClean="0">
                          <a:effectLst/>
                          <a:latin typeface="Times New Roman" pitchFamily="18" charset="0"/>
                          <a:ea typeface="+mn-ea"/>
                          <a:cs typeface="Times New Roman" pitchFamily="18" charset="0"/>
                        </a:rPr>
                        <a:t>NO</a:t>
                      </a:r>
                      <a:endParaRPr lang="zh-CN" altLang="en-US" sz="1200" b="1" dirty="0">
                        <a:effectLst/>
                        <a:latin typeface="Times New Roman" pitchFamily="18" charset="0"/>
                        <a:ea typeface="+mn-ea"/>
                        <a:cs typeface="Times New Roman" pitchFamily="18" charset="0"/>
                      </a:endParaRPr>
                    </a:p>
                  </a:txBody>
                  <a:tcPr marL="68585" marR="68585"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Description &amp; Processing</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635041">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sz="1200" kern="100" dirty="0" smtClean="0">
                          <a:latin typeface="Times New Roman"/>
                          <a:ea typeface="宋体"/>
                        </a:rPr>
                        <a:t>6</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solidFill>
                            <a:schemeClr val="tx1"/>
                          </a:solidFill>
                          <a:latin typeface="Times New Roman"/>
                          <a:ea typeface="+mn-ea"/>
                          <a:cs typeface="+mn-cs"/>
                        </a:rPr>
                        <a:t>TMYA010</a:t>
                      </a:r>
                      <a:endParaRPr lang="en-US"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SSM main/standby state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latin typeface="Times New Roman"/>
                          <a:ea typeface="+mn-ea"/>
                        </a:rPr>
                        <a:t>0000b: Main SSM in use</a:t>
                      </a:r>
                    </a:p>
                    <a:p>
                      <a:pPr marL="0" algn="just" defTabSz="914400" rtl="0" eaLnBrk="1" latinLnBrk="0" hangingPunct="1">
                        <a:spcAft>
                          <a:spcPts val="0"/>
                        </a:spcAft>
                      </a:pPr>
                      <a:r>
                        <a:rPr lang="en-US" altLang="zh-CN" sz="1200" kern="100" dirty="0" smtClean="0">
                          <a:latin typeface="Times New Roman"/>
                          <a:ea typeface="+mn-ea"/>
                        </a:rPr>
                        <a:t>1111b: Standby SSM in use</a:t>
                      </a:r>
                      <a:endParaRPr lang="en-US" altLang="zh-CN" sz="1200" kern="100" baseline="0" dirty="0" smtClean="0">
                        <a:solidFill>
                          <a:schemeClr val="tx1"/>
                        </a:solidFill>
                        <a:latin typeface="Times New Roman"/>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383637">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7</a:t>
                      </a:r>
                      <a:endParaRPr lang="en-US" altLang="zh-CN" sz="1200" kern="100" dirty="0">
                        <a:solidFill>
                          <a:schemeClr val="tx1"/>
                        </a:solidFill>
                        <a:latin typeface="Times New Roman"/>
                        <a:ea typeface="+mn-ea"/>
                        <a:cs typeface="+mn-cs"/>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TMYA011</a:t>
                      </a:r>
                      <a:endParaRPr lang="en-US" altLang="zh-CN" sz="1200" kern="100" dirty="0">
                        <a:solidFill>
                          <a:schemeClr val="tx1"/>
                        </a:solidFill>
                        <a:latin typeface="Times New Roman"/>
                        <a:ea typeface="+mn-ea"/>
                        <a:cs typeface="+mn-cs"/>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SSM working state</a:t>
                      </a:r>
                      <a:endParaRPr lang="zh-CN" altLang="zh-CN" sz="1200" kern="100" dirty="0">
                        <a:solidFill>
                          <a:schemeClr val="tx1"/>
                        </a:solidFill>
                        <a:latin typeface="Times New Roman"/>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just" defTabSz="914400" rtl="0" eaLnBrk="1" latinLnBrk="0" hangingPunct="1">
                        <a:spcAft>
                          <a:spcPts val="0"/>
                        </a:spcAft>
                      </a:pPr>
                      <a:r>
                        <a:rPr lang="en-US" altLang="zh-CN" sz="1200" kern="100" dirty="0" smtClean="0">
                          <a:latin typeface="Times New Roman"/>
                          <a:ea typeface="+mn-ea"/>
                        </a:rPr>
                        <a:t>0000b: SSM </a:t>
                      </a:r>
                      <a:r>
                        <a:rPr lang="en-US" altLang="zh-CN" sz="1200" kern="100" dirty="0" smtClean="0">
                          <a:solidFill>
                            <a:schemeClr val="tx1"/>
                          </a:solidFill>
                          <a:latin typeface="Times New Roman"/>
                          <a:ea typeface="+mn-ea"/>
                          <a:cs typeface="+mn-cs"/>
                        </a:rPr>
                        <a:t>idle</a:t>
                      </a:r>
                    </a:p>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0001b: Self detecting</a:t>
                      </a:r>
                    </a:p>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0010b: SSM erasing</a:t>
                      </a:r>
                    </a:p>
                    <a:p>
                      <a:pPr marL="0" algn="just" defTabSz="914400" rtl="0" eaLnBrk="1" latinLnBrk="0" hangingPunct="1">
                        <a:spcAft>
                          <a:spcPts val="0"/>
                        </a:spcAft>
                      </a:pPr>
                      <a:r>
                        <a:rPr lang="en-US" altLang="zh-CN" sz="1200" kern="100" dirty="0" smtClean="0">
                          <a:solidFill>
                            <a:schemeClr val="tx1"/>
                          </a:solidFill>
                          <a:latin typeface="Times New Roman"/>
                          <a:ea typeface="+mn-ea"/>
                          <a:cs typeface="+mn-cs"/>
                        </a:rPr>
                        <a:t>0011b:</a:t>
                      </a:r>
                      <a:r>
                        <a:rPr lang="en-US" altLang="zh-CN" sz="1200" kern="100" baseline="0" dirty="0" smtClean="0">
                          <a:solidFill>
                            <a:schemeClr val="tx1"/>
                          </a:solidFill>
                          <a:latin typeface="Times New Roman"/>
                          <a:ea typeface="+mn-ea"/>
                          <a:cs typeface="+mn-cs"/>
                        </a:rPr>
                        <a:t> E</a:t>
                      </a:r>
                      <a:r>
                        <a:rPr lang="en-US" altLang="zh-CN" sz="1200" kern="100" baseline="0" dirty="0" smtClean="0">
                          <a:latin typeface="Times New Roman"/>
                          <a:ea typeface="+mn-ea"/>
                        </a:rPr>
                        <a:t>rasing over</a:t>
                      </a:r>
                    </a:p>
                    <a:p>
                      <a:pPr marL="0" algn="just" defTabSz="914400" rtl="0" eaLnBrk="1" latinLnBrk="0" hangingPunct="1">
                        <a:spcAft>
                          <a:spcPts val="0"/>
                        </a:spcAft>
                      </a:pPr>
                      <a:r>
                        <a:rPr lang="en-US" altLang="zh-CN" sz="1200" kern="100" baseline="0" dirty="0" smtClean="0">
                          <a:latin typeface="Times New Roman"/>
                          <a:ea typeface="+mn-ea"/>
                        </a:rPr>
                        <a:t>0100b: Be resetting</a:t>
                      </a:r>
                    </a:p>
                    <a:p>
                      <a:pPr marL="0" algn="just" defTabSz="914400" rtl="0" eaLnBrk="1" latinLnBrk="0" hangingPunct="1">
                        <a:spcAft>
                          <a:spcPts val="0"/>
                        </a:spcAft>
                      </a:pPr>
                      <a:r>
                        <a:rPr lang="en-US" altLang="zh-CN" sz="1200" kern="100" baseline="0" dirty="0" smtClean="0">
                          <a:latin typeface="Times New Roman"/>
                          <a:ea typeface="+mn-ea"/>
                        </a:rPr>
                        <a:t>0101b: Resetting over</a:t>
                      </a:r>
                      <a:endParaRPr lang="en-US" altLang="zh-CN" sz="1200" kern="100" dirty="0" smtClean="0">
                        <a:latin typeface="Times New Roman"/>
                        <a:ea typeface="+mn-ea"/>
                      </a:endParaRPr>
                    </a:p>
                    <a:p>
                      <a:pPr marL="0" algn="just" defTabSz="914400" rtl="0" eaLnBrk="1" latinLnBrk="0" hangingPunct="1">
                        <a:spcAft>
                          <a:spcPts val="0"/>
                        </a:spcAft>
                      </a:pPr>
                      <a:r>
                        <a:rPr lang="en-US" altLang="zh-CN" sz="1200" kern="100" dirty="0" smtClean="0">
                          <a:latin typeface="Times New Roman"/>
                          <a:ea typeface="+mn-ea"/>
                        </a:rPr>
                        <a:t>0110b:</a:t>
                      </a:r>
                      <a:r>
                        <a:rPr lang="en-US" altLang="zh-CN" sz="1200" kern="100" baseline="0" dirty="0" smtClean="0">
                          <a:latin typeface="Times New Roman"/>
                          <a:ea typeface="+mn-ea"/>
                        </a:rPr>
                        <a:t> Recording by sequence</a:t>
                      </a:r>
                    </a:p>
                    <a:p>
                      <a:pPr marL="0" algn="just" defTabSz="914400" rtl="0" eaLnBrk="1" latinLnBrk="0" hangingPunct="1">
                        <a:spcAft>
                          <a:spcPts val="0"/>
                        </a:spcAft>
                      </a:pPr>
                      <a:r>
                        <a:rPr lang="en-US" altLang="zh-CN" sz="1200" kern="100" baseline="0" dirty="0" smtClean="0">
                          <a:latin typeface="Times New Roman"/>
                          <a:ea typeface="+mn-ea"/>
                        </a:rPr>
                        <a:t>0111b: Recording over</a:t>
                      </a:r>
                    </a:p>
                    <a:p>
                      <a:pPr marL="0" algn="just" defTabSz="914400" rtl="0" eaLnBrk="1" latinLnBrk="0" hangingPunct="1">
                        <a:spcAft>
                          <a:spcPts val="0"/>
                        </a:spcAft>
                      </a:pPr>
                      <a:r>
                        <a:rPr lang="en-US" altLang="zh-CN" sz="1200" kern="100" baseline="0" dirty="0" smtClean="0">
                          <a:latin typeface="Times New Roman"/>
                          <a:ea typeface="+mn-ea"/>
                        </a:rPr>
                        <a:t>1000b: Replaying by sequence</a:t>
                      </a:r>
                    </a:p>
                    <a:p>
                      <a:pPr marL="0" algn="just" defTabSz="914400" rtl="0" eaLnBrk="1" latinLnBrk="0" hangingPunct="1">
                        <a:spcAft>
                          <a:spcPts val="0"/>
                        </a:spcAft>
                      </a:pPr>
                      <a:r>
                        <a:rPr lang="en-US" altLang="zh-CN" sz="1200" kern="100" dirty="0" smtClean="0">
                          <a:latin typeface="Times New Roman"/>
                          <a:ea typeface="+mn-ea"/>
                        </a:rPr>
                        <a:t>1001b:</a:t>
                      </a:r>
                      <a:r>
                        <a:rPr lang="en-US" altLang="zh-CN" sz="1200" kern="100" baseline="0" dirty="0" smtClean="0">
                          <a:latin typeface="Times New Roman"/>
                          <a:ea typeface="+mn-ea"/>
                        </a:rPr>
                        <a:t> Recoding by address</a:t>
                      </a:r>
                    </a:p>
                    <a:p>
                      <a:pPr marL="0" algn="just" defTabSz="914400" rtl="0" eaLnBrk="1" latinLnBrk="0" hangingPunct="1">
                        <a:spcAft>
                          <a:spcPts val="0"/>
                        </a:spcAft>
                      </a:pPr>
                      <a:r>
                        <a:rPr lang="en-US" altLang="zh-CN" sz="1200" kern="100" dirty="0" smtClean="0">
                          <a:latin typeface="Times New Roman"/>
                          <a:ea typeface="宋体"/>
                        </a:rPr>
                        <a:t>1010b: Replaying by address</a:t>
                      </a:r>
                    </a:p>
                    <a:p>
                      <a:pPr marL="0" algn="just" defTabSz="914400" rtl="0" eaLnBrk="1" latinLnBrk="0" hangingPunct="1">
                        <a:spcAft>
                          <a:spcPts val="0"/>
                        </a:spcAft>
                      </a:pPr>
                      <a:r>
                        <a:rPr lang="en-US" altLang="zh-CN" sz="1200" kern="100" dirty="0" smtClean="0">
                          <a:latin typeface="Times New Roman"/>
                          <a:ea typeface="宋体"/>
                        </a:rPr>
                        <a:t>1011b: Replaying over</a:t>
                      </a:r>
                    </a:p>
                    <a:p>
                      <a:pPr marL="0" algn="just" defTabSz="914400" rtl="0" eaLnBrk="1" latinLnBrk="0" hangingPunct="1">
                        <a:spcAft>
                          <a:spcPts val="0"/>
                        </a:spcAft>
                      </a:pPr>
                      <a:r>
                        <a:rPr lang="en-US" altLang="zh-CN" sz="1200" kern="100" dirty="0" smtClean="0">
                          <a:latin typeface="Times New Roman"/>
                          <a:ea typeface="宋体"/>
                        </a:rPr>
                        <a:t>1100b: </a:t>
                      </a:r>
                      <a:r>
                        <a:rPr lang="en-US" altLang="zh-CN" sz="1200" kern="100" baseline="0" dirty="0" smtClean="0">
                          <a:latin typeface="Times New Roman"/>
                          <a:ea typeface="+mn-ea"/>
                        </a:rPr>
                        <a:t>Self detecting over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400" dirty="0" smtClean="0"/>
              <a:t>DTS fast changing telemetry</a:t>
            </a:r>
            <a:endParaRPr lang="zh-CN" altLang="en-US" sz="24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24</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260143416"/>
              </p:ext>
            </p:extLst>
          </p:nvPr>
        </p:nvGraphicFramePr>
        <p:xfrm>
          <a:off x="785787" y="1393023"/>
          <a:ext cx="7858181" cy="3349991"/>
        </p:xfrm>
        <a:graphic>
          <a:graphicData uri="http://schemas.openxmlformats.org/drawingml/2006/table">
            <a:tbl>
              <a:tblPr/>
              <a:tblGrid>
                <a:gridCol w="642942">
                  <a:extLst>
                    <a:ext uri="{9D8B030D-6E8A-4147-A177-3AD203B41FA5}">
                      <a16:colId xmlns:a16="http://schemas.microsoft.com/office/drawing/2014/main" val="20000"/>
                    </a:ext>
                  </a:extLst>
                </a:gridCol>
                <a:gridCol w="1357322">
                  <a:extLst>
                    <a:ext uri="{9D8B030D-6E8A-4147-A177-3AD203B41FA5}">
                      <a16:colId xmlns:a16="http://schemas.microsoft.com/office/drawing/2014/main" val="20001"/>
                    </a:ext>
                  </a:extLst>
                </a:gridCol>
                <a:gridCol w="1928827">
                  <a:extLst>
                    <a:ext uri="{9D8B030D-6E8A-4147-A177-3AD203B41FA5}">
                      <a16:colId xmlns:a16="http://schemas.microsoft.com/office/drawing/2014/main" val="20002"/>
                    </a:ext>
                  </a:extLst>
                </a:gridCol>
                <a:gridCol w="982273">
                  <a:extLst>
                    <a:ext uri="{9D8B030D-6E8A-4147-A177-3AD203B41FA5}">
                      <a16:colId xmlns:a16="http://schemas.microsoft.com/office/drawing/2014/main" val="20003"/>
                    </a:ext>
                  </a:extLst>
                </a:gridCol>
                <a:gridCol w="552528">
                  <a:extLst>
                    <a:ext uri="{9D8B030D-6E8A-4147-A177-3AD203B41FA5}">
                      <a16:colId xmlns:a16="http://schemas.microsoft.com/office/drawing/2014/main" val="20004"/>
                    </a:ext>
                  </a:extLst>
                </a:gridCol>
                <a:gridCol w="2394289">
                  <a:extLst>
                    <a:ext uri="{9D8B030D-6E8A-4147-A177-3AD203B41FA5}">
                      <a16:colId xmlns:a16="http://schemas.microsoft.com/office/drawing/2014/main" val="20005"/>
                    </a:ext>
                  </a:extLst>
                </a:gridCol>
              </a:tblGrid>
              <a:tr h="375050">
                <a:tc>
                  <a:txBody>
                    <a:bodyPr/>
                    <a:lstStyle/>
                    <a:p>
                      <a:pPr algn="ctr">
                        <a:lnSpc>
                          <a:spcPct val="115000"/>
                        </a:lnSpc>
                        <a:spcAft>
                          <a:spcPts val="0"/>
                        </a:spcAft>
                      </a:pPr>
                      <a:r>
                        <a:rPr lang="en-US" altLang="zh-CN" sz="1200" b="1" dirty="0" smtClean="0">
                          <a:effectLst/>
                          <a:latin typeface="Times New Roman" pitchFamily="18" charset="0"/>
                          <a:ea typeface="+mn-ea"/>
                          <a:cs typeface="Times New Roman" pitchFamily="18" charset="0"/>
                        </a:rPr>
                        <a:t>NO</a:t>
                      </a:r>
                      <a:endParaRPr lang="zh-CN" altLang="en-US" sz="1200" b="1" dirty="0">
                        <a:effectLst/>
                        <a:latin typeface="Times New Roman" pitchFamily="18" charset="0"/>
                        <a:ea typeface="+mn-ea"/>
                        <a:cs typeface="Times New Roman" pitchFamily="18" charset="0"/>
                      </a:endParaRPr>
                    </a:p>
                  </a:txBody>
                  <a:tcPr marL="68585" marR="68585"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Description &amp; Processing</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650946">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8</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TMYA012</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CAN A bus resetting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CAN A bus resetting counter</a:t>
                      </a:r>
                      <a:r>
                        <a:rPr lang="en-US" altLang="zh-CN" sz="1200" kern="100" baseline="0" dirty="0" smtClean="0">
                          <a:latin typeface="Times New Roman"/>
                          <a:ea typeface="+mn-ea"/>
                        </a:rPr>
                        <a:t>(0~15)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9519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9</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TMYA013</a:t>
                      </a:r>
                      <a:endParaRPr lang="en-US"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CAN B bus resetting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CAN B bus resetting counter</a:t>
                      </a:r>
                      <a:r>
                        <a:rPr lang="en-US" altLang="zh-CN" sz="1200" kern="100" baseline="0" dirty="0" smtClean="0">
                          <a:latin typeface="Times New Roman"/>
                          <a:ea typeface="+mn-ea"/>
                        </a:rPr>
                        <a:t>(0~15)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10</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ctr" fontAlgn="base">
                        <a:spcAft>
                          <a:spcPts val="0"/>
                        </a:spcAft>
                        <a:buFont typeface="+mj-lt"/>
                        <a:buNone/>
                        <a:tabLst>
                          <a:tab pos="266700" algn="l"/>
                        </a:tabLst>
                      </a:pPr>
                      <a:r>
                        <a:rPr lang="en-US" altLang="zh-CN" sz="1200" kern="100" dirty="0" smtClean="0">
                          <a:latin typeface="Times New Roman"/>
                          <a:ea typeface="+mn-ea"/>
                        </a:rPr>
                        <a:t>TMYA014</a:t>
                      </a:r>
                      <a:endParaRPr lang="en-US"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CAN A bus command implementing</a:t>
                      </a:r>
                      <a:r>
                        <a:rPr lang="en-US" altLang="zh-CN" sz="1200" kern="100" baseline="0" dirty="0" smtClean="0">
                          <a:latin typeface="Times New Roman"/>
                          <a:ea typeface="+mn-ea"/>
                        </a:rPr>
                        <a:t>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mn-ea"/>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CAN A bus command implementing</a:t>
                      </a:r>
                      <a:r>
                        <a:rPr lang="en-US" altLang="zh-CN" sz="1200" kern="100" baseline="0" dirty="0" smtClean="0">
                          <a:latin typeface="Times New Roman"/>
                          <a:ea typeface="+mn-ea"/>
                        </a:rPr>
                        <a:t> counter(0~15)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sz="1200" kern="100" dirty="0" smtClean="0">
                          <a:latin typeface="Times New Roman"/>
                          <a:ea typeface="宋体"/>
                        </a:rPr>
                        <a:t>11</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solidFill>
                            <a:schemeClr val="tx1"/>
                          </a:solidFill>
                          <a:latin typeface="Times New Roman"/>
                          <a:ea typeface="+mn-ea"/>
                          <a:cs typeface="+mn-cs"/>
                        </a:rPr>
                        <a:t>TMYA015</a:t>
                      </a:r>
                      <a:endParaRPr lang="en-US"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CAN </a:t>
                      </a:r>
                      <a:r>
                        <a:rPr lang="en-US" altLang="zh-CN" sz="1200" kern="100" dirty="0" smtClean="0">
                          <a:latin typeface="Times New Roman"/>
                          <a:ea typeface="+mn-ea"/>
                        </a:rPr>
                        <a:t>B </a:t>
                      </a:r>
                      <a:r>
                        <a:rPr lang="en-US" altLang="zh-CN" sz="1200" kern="100" dirty="0" smtClean="0">
                          <a:latin typeface="Times New Roman"/>
                          <a:ea typeface="+mn-ea"/>
                        </a:rPr>
                        <a:t>bus command implementing</a:t>
                      </a:r>
                      <a:r>
                        <a:rPr lang="en-US" altLang="zh-CN" sz="1200" kern="100" baseline="0" dirty="0" smtClean="0">
                          <a:latin typeface="Times New Roman"/>
                          <a:ea typeface="+mn-ea"/>
                        </a:rPr>
                        <a:t>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mn-ea"/>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smtClean="0">
                          <a:latin typeface="Times New Roman"/>
                          <a:ea typeface="+mn-ea"/>
                        </a:rPr>
                        <a:t>CAN </a:t>
                      </a:r>
                      <a:r>
                        <a:rPr lang="en-US" altLang="zh-CN" sz="1200" b="1" kern="100" smtClean="0">
                          <a:latin typeface="Times New Roman"/>
                          <a:ea typeface="+mn-ea"/>
                        </a:rPr>
                        <a:t>B</a:t>
                      </a:r>
                      <a:r>
                        <a:rPr lang="en-US" altLang="zh-CN" sz="1200" kern="100" smtClean="0">
                          <a:latin typeface="Times New Roman"/>
                          <a:ea typeface="+mn-ea"/>
                        </a:rPr>
                        <a:t> </a:t>
                      </a:r>
                      <a:r>
                        <a:rPr lang="en-US" altLang="zh-CN" sz="1200" kern="100" dirty="0" smtClean="0">
                          <a:latin typeface="Times New Roman"/>
                          <a:ea typeface="+mn-ea"/>
                        </a:rPr>
                        <a:t>bus command implementing</a:t>
                      </a:r>
                      <a:r>
                        <a:rPr lang="en-US" altLang="zh-CN" sz="1200" kern="100" baseline="0" dirty="0" smtClean="0">
                          <a:latin typeface="Times New Roman"/>
                          <a:ea typeface="+mn-ea"/>
                        </a:rPr>
                        <a:t> counter(0~15)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31520">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12</a:t>
                      </a:r>
                      <a:endParaRPr lang="en-US" altLang="zh-CN" sz="1200" kern="100" dirty="0">
                        <a:solidFill>
                          <a:schemeClr val="tx1"/>
                        </a:solidFill>
                        <a:latin typeface="Times New Roman"/>
                        <a:ea typeface="+mn-ea"/>
                        <a:cs typeface="+mn-cs"/>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TMYA016</a:t>
                      </a:r>
                      <a:endParaRPr lang="en-US" altLang="zh-CN" sz="1200" kern="100" dirty="0">
                        <a:solidFill>
                          <a:schemeClr val="tx1"/>
                        </a:solidFill>
                        <a:latin typeface="Times New Roman"/>
                        <a:ea typeface="+mn-ea"/>
                        <a:cs typeface="+mn-cs"/>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SSM room state</a:t>
                      </a:r>
                      <a:endParaRPr lang="zh-CN" altLang="zh-CN" sz="1200" kern="100" dirty="0">
                        <a:solidFill>
                          <a:schemeClr val="tx1"/>
                        </a:solidFill>
                        <a:latin typeface="Times New Roman"/>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altLang="zh-CN" sz="1200" kern="100" dirty="0" smtClean="0">
                          <a:solidFill>
                            <a:schemeClr val="tx1"/>
                          </a:solidFill>
                          <a:latin typeface="Times New Roman"/>
                          <a:ea typeface="+mn-ea"/>
                          <a:cs typeface="+mn-cs"/>
                        </a:rPr>
                        <a:t>0000b</a:t>
                      </a:r>
                      <a:r>
                        <a:rPr lang="zh-CN" altLang="en-US" sz="1200" kern="100" dirty="0" smtClean="0">
                          <a:solidFill>
                            <a:schemeClr val="tx1"/>
                          </a:solidFill>
                          <a:latin typeface="Times New Roman"/>
                          <a:ea typeface="+mn-ea"/>
                          <a:cs typeface="+mn-cs"/>
                        </a:rPr>
                        <a:t>：</a:t>
                      </a:r>
                      <a:r>
                        <a:rPr lang="en-US" altLang="zh-CN" sz="1200" kern="100" dirty="0" smtClean="0">
                          <a:solidFill>
                            <a:schemeClr val="tx1"/>
                          </a:solidFill>
                          <a:latin typeface="Times New Roman"/>
                          <a:ea typeface="+mn-ea"/>
                          <a:cs typeface="+mn-cs"/>
                        </a:rPr>
                        <a:t>Not</a:t>
                      </a:r>
                      <a:r>
                        <a:rPr lang="en-US" altLang="zh-CN" sz="1200" kern="100" baseline="0" dirty="0" smtClean="0">
                          <a:solidFill>
                            <a:schemeClr val="tx1"/>
                          </a:solidFill>
                          <a:latin typeface="Times New Roman"/>
                          <a:ea typeface="+mn-ea"/>
                          <a:cs typeface="+mn-cs"/>
                        </a:rPr>
                        <a:t> empty and not full</a:t>
                      </a:r>
                      <a:endParaRPr lang="zh-CN" altLang="en-US" sz="1200" kern="100" dirty="0" smtClean="0">
                        <a:solidFill>
                          <a:schemeClr val="tx1"/>
                        </a:solidFill>
                        <a:latin typeface="Times New Roman"/>
                        <a:ea typeface="+mn-ea"/>
                        <a:cs typeface="+mn-cs"/>
                      </a:endParaRPr>
                    </a:p>
                    <a:p>
                      <a:r>
                        <a:rPr lang="en-US" altLang="zh-CN" sz="1200" kern="100" dirty="0" smtClean="0">
                          <a:solidFill>
                            <a:schemeClr val="tx1"/>
                          </a:solidFill>
                          <a:latin typeface="Times New Roman"/>
                          <a:ea typeface="+mn-ea"/>
                          <a:cs typeface="+mn-cs"/>
                        </a:rPr>
                        <a:t>0011b</a:t>
                      </a:r>
                      <a:r>
                        <a:rPr lang="zh-CN" altLang="en-US" sz="1200" kern="100" dirty="0" smtClean="0">
                          <a:solidFill>
                            <a:schemeClr val="tx1"/>
                          </a:solidFill>
                          <a:latin typeface="Times New Roman"/>
                          <a:ea typeface="+mn-ea"/>
                          <a:cs typeface="+mn-cs"/>
                        </a:rPr>
                        <a:t>：</a:t>
                      </a:r>
                      <a:r>
                        <a:rPr lang="en-US" altLang="zh-CN" sz="1200" kern="100" dirty="0" smtClean="0">
                          <a:solidFill>
                            <a:schemeClr val="tx1"/>
                          </a:solidFill>
                          <a:latin typeface="Times New Roman"/>
                          <a:ea typeface="+mn-ea"/>
                          <a:cs typeface="+mn-cs"/>
                        </a:rPr>
                        <a:t>Empty</a:t>
                      </a:r>
                      <a:endParaRPr lang="zh-CN" altLang="en-US" sz="1200" kern="100" dirty="0" smtClean="0">
                        <a:solidFill>
                          <a:schemeClr val="tx1"/>
                        </a:solidFill>
                        <a:latin typeface="Times New Roman"/>
                        <a:ea typeface="+mn-ea"/>
                        <a:cs typeface="+mn-cs"/>
                      </a:endParaRPr>
                    </a:p>
                    <a:p>
                      <a:r>
                        <a:rPr lang="en-US" altLang="zh-CN" sz="1200" kern="100" dirty="0" smtClean="0">
                          <a:solidFill>
                            <a:schemeClr val="tx1"/>
                          </a:solidFill>
                          <a:latin typeface="Times New Roman"/>
                          <a:ea typeface="+mn-ea"/>
                          <a:cs typeface="+mn-cs"/>
                        </a:rPr>
                        <a:t>1100b</a:t>
                      </a:r>
                      <a:r>
                        <a:rPr lang="zh-CN" altLang="en-US" sz="1200" kern="100" dirty="0" smtClean="0">
                          <a:solidFill>
                            <a:schemeClr val="tx1"/>
                          </a:solidFill>
                          <a:latin typeface="Times New Roman"/>
                          <a:ea typeface="+mn-ea"/>
                          <a:cs typeface="+mn-cs"/>
                        </a:rPr>
                        <a:t>：</a:t>
                      </a:r>
                      <a:r>
                        <a:rPr lang="en-US" altLang="zh-CN" sz="1200" kern="100" dirty="0" smtClean="0">
                          <a:solidFill>
                            <a:schemeClr val="tx1"/>
                          </a:solidFill>
                          <a:latin typeface="Times New Roman"/>
                          <a:ea typeface="+mn-ea"/>
                          <a:cs typeface="+mn-cs"/>
                        </a:rPr>
                        <a:t>Full</a:t>
                      </a:r>
                      <a:endParaRPr lang="zh-CN" altLang="zh-CN" sz="1200" kern="100" dirty="0">
                        <a:solidFill>
                          <a:schemeClr val="tx1"/>
                        </a:solidFill>
                        <a:latin typeface="Times New Roman"/>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400" dirty="0" smtClean="0"/>
              <a:t>DTS fast changing telemetry</a:t>
            </a:r>
            <a:endParaRPr lang="zh-CN" altLang="en-US" sz="24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25</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nvGraphicFramePr>
        <p:xfrm>
          <a:off x="785788" y="1393023"/>
          <a:ext cx="7858181" cy="3053976"/>
        </p:xfrm>
        <a:graphic>
          <a:graphicData uri="http://schemas.openxmlformats.org/drawingml/2006/table">
            <a:tbl>
              <a:tblPr/>
              <a:tblGrid>
                <a:gridCol w="642942">
                  <a:extLst>
                    <a:ext uri="{9D8B030D-6E8A-4147-A177-3AD203B41FA5}">
                      <a16:colId xmlns:a16="http://schemas.microsoft.com/office/drawing/2014/main" val="20000"/>
                    </a:ext>
                  </a:extLst>
                </a:gridCol>
                <a:gridCol w="1357322">
                  <a:extLst>
                    <a:ext uri="{9D8B030D-6E8A-4147-A177-3AD203B41FA5}">
                      <a16:colId xmlns:a16="http://schemas.microsoft.com/office/drawing/2014/main" val="20001"/>
                    </a:ext>
                  </a:extLst>
                </a:gridCol>
                <a:gridCol w="1928827">
                  <a:extLst>
                    <a:ext uri="{9D8B030D-6E8A-4147-A177-3AD203B41FA5}">
                      <a16:colId xmlns:a16="http://schemas.microsoft.com/office/drawing/2014/main" val="20002"/>
                    </a:ext>
                  </a:extLst>
                </a:gridCol>
                <a:gridCol w="982273">
                  <a:extLst>
                    <a:ext uri="{9D8B030D-6E8A-4147-A177-3AD203B41FA5}">
                      <a16:colId xmlns:a16="http://schemas.microsoft.com/office/drawing/2014/main" val="20003"/>
                    </a:ext>
                  </a:extLst>
                </a:gridCol>
                <a:gridCol w="552528">
                  <a:extLst>
                    <a:ext uri="{9D8B030D-6E8A-4147-A177-3AD203B41FA5}">
                      <a16:colId xmlns:a16="http://schemas.microsoft.com/office/drawing/2014/main" val="20004"/>
                    </a:ext>
                  </a:extLst>
                </a:gridCol>
                <a:gridCol w="2394289">
                  <a:extLst>
                    <a:ext uri="{9D8B030D-6E8A-4147-A177-3AD203B41FA5}">
                      <a16:colId xmlns:a16="http://schemas.microsoft.com/office/drawing/2014/main" val="20005"/>
                    </a:ext>
                  </a:extLst>
                </a:gridCol>
              </a:tblGrid>
              <a:tr h="394355">
                <a:tc>
                  <a:txBody>
                    <a:bodyPr/>
                    <a:lstStyle/>
                    <a:p>
                      <a:pPr algn="ctr">
                        <a:lnSpc>
                          <a:spcPct val="115000"/>
                        </a:lnSpc>
                        <a:spcAft>
                          <a:spcPts val="0"/>
                        </a:spcAft>
                      </a:pPr>
                      <a:r>
                        <a:rPr lang="en-US" altLang="zh-CN" sz="1200" b="1" dirty="0" smtClean="0">
                          <a:effectLst/>
                          <a:latin typeface="Times New Roman" pitchFamily="18" charset="0"/>
                          <a:ea typeface="+mn-ea"/>
                          <a:cs typeface="Times New Roman" pitchFamily="18" charset="0"/>
                        </a:rPr>
                        <a:t>NO</a:t>
                      </a:r>
                      <a:endParaRPr lang="zh-CN" altLang="en-US" sz="1200" b="1" dirty="0">
                        <a:effectLst/>
                        <a:latin typeface="Times New Roman" pitchFamily="18" charset="0"/>
                        <a:ea typeface="+mn-ea"/>
                        <a:cs typeface="Times New Roman" pitchFamily="18" charset="0"/>
                      </a:endParaRPr>
                    </a:p>
                  </a:txBody>
                  <a:tcPr marL="68585" marR="68585"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Description &amp; Processing</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52068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13</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TMYA017</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Pointer saving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Pointer saving counter </a:t>
                      </a:r>
                      <a:r>
                        <a:rPr lang="en-US" altLang="zh-CN" sz="1200" kern="100" baseline="0" dirty="0" smtClean="0">
                          <a:latin typeface="Times New Roman"/>
                          <a:ea typeface="+mn-ea"/>
                        </a:rPr>
                        <a:t>(0~3)</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2068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14</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TMYA018</a:t>
                      </a:r>
                      <a:endParaRPr lang="en-US"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Pointer restoring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Pointer restoring counter </a:t>
                      </a:r>
                      <a:r>
                        <a:rPr lang="en-US" altLang="zh-CN" sz="1200" kern="100" baseline="0" dirty="0" smtClean="0">
                          <a:latin typeface="Times New Roman"/>
                          <a:ea typeface="+mn-ea"/>
                        </a:rPr>
                        <a:t>(0~3)</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20685">
                <a:tc>
                  <a:txBody>
                    <a:bodyPr/>
                    <a:lstStyle/>
                    <a:p>
                      <a:pPr marL="342900" lvl="0" indent="-342900" algn="ctr" fontAlgn="base">
                        <a:spcAft>
                          <a:spcPts val="0"/>
                        </a:spcAft>
                        <a:buFont typeface="+mj-lt"/>
                        <a:buNone/>
                        <a:tabLst>
                          <a:tab pos="266700" algn="l"/>
                        </a:tabLst>
                      </a:pPr>
                      <a:r>
                        <a:rPr lang="en-US" sz="1200" kern="100" dirty="0" smtClean="0">
                          <a:latin typeface="Times New Roman"/>
                          <a:ea typeface="宋体"/>
                        </a:rPr>
                        <a:t>15</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ctr" fontAlgn="base">
                        <a:spcAft>
                          <a:spcPts val="0"/>
                        </a:spcAft>
                        <a:buFont typeface="+mj-lt"/>
                        <a:buNone/>
                        <a:tabLst>
                          <a:tab pos="266700" algn="l"/>
                        </a:tabLst>
                      </a:pPr>
                      <a:r>
                        <a:rPr lang="en-US" altLang="zh-CN" sz="1200" kern="100" dirty="0" smtClean="0">
                          <a:latin typeface="Times New Roman"/>
                          <a:ea typeface="+mn-ea"/>
                        </a:rPr>
                        <a:t>TMYA019</a:t>
                      </a:r>
                      <a:endParaRPr lang="en-US"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Receiving GPS broadcast</a:t>
                      </a:r>
                      <a:r>
                        <a:rPr lang="en-US" altLang="zh-CN" sz="1200" kern="100" baseline="0" dirty="0" smtClean="0">
                          <a:latin typeface="Times New Roman"/>
                          <a:ea typeface="宋体"/>
                        </a:rPr>
                        <a:t>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Receiving GPS broadcast</a:t>
                      </a:r>
                      <a:r>
                        <a:rPr lang="en-US" altLang="zh-CN" sz="1200" kern="100" baseline="0" dirty="0" smtClean="0">
                          <a:latin typeface="Times New Roman"/>
                          <a:ea typeface="+mn-ea"/>
                        </a:rPr>
                        <a:t> counter  (0~15)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2068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sz="1200" kern="100" dirty="0" smtClean="0">
                          <a:latin typeface="Times New Roman"/>
                          <a:ea typeface="宋体"/>
                        </a:rPr>
                        <a:t>16</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solidFill>
                            <a:schemeClr val="tx1"/>
                          </a:solidFill>
                          <a:latin typeface="Times New Roman"/>
                          <a:ea typeface="+mn-ea"/>
                          <a:cs typeface="+mn-cs"/>
                        </a:rPr>
                        <a:t>TMYA020</a:t>
                      </a:r>
                      <a:endParaRPr lang="en-US" sz="1200" kern="100" dirty="0">
                        <a:latin typeface="Times New Roman"/>
                        <a:ea typeface="宋体"/>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Transferring </a:t>
                      </a:r>
                      <a:r>
                        <a:rPr lang="en-US" altLang="zh-CN" sz="1200" kern="100" dirty="0" smtClean="0">
                          <a:latin typeface="Times New Roman"/>
                          <a:ea typeface="宋体"/>
                        </a:rPr>
                        <a:t>GPS broadcast</a:t>
                      </a:r>
                      <a:r>
                        <a:rPr lang="en-US" altLang="zh-CN" sz="1200" kern="100" baseline="0" dirty="0" smtClean="0">
                          <a:latin typeface="Times New Roman"/>
                          <a:ea typeface="宋体"/>
                        </a:rPr>
                        <a:t>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Transferring GPS broadcast</a:t>
                      </a:r>
                      <a:r>
                        <a:rPr lang="en-US" altLang="zh-CN" sz="1200" kern="100" baseline="0" dirty="0" smtClean="0">
                          <a:latin typeface="Times New Roman"/>
                          <a:ea typeface="+mn-ea"/>
                        </a:rPr>
                        <a:t> counter (0~15)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76881">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17</a:t>
                      </a:r>
                      <a:endParaRPr lang="en-US" altLang="zh-CN" sz="1200" kern="100" dirty="0">
                        <a:solidFill>
                          <a:schemeClr val="tx1"/>
                        </a:solidFill>
                        <a:latin typeface="Times New Roman"/>
                        <a:ea typeface="+mn-ea"/>
                        <a:cs typeface="+mn-cs"/>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TMYA021</a:t>
                      </a:r>
                      <a:endParaRPr lang="en-US" altLang="zh-CN" sz="1200" kern="100" dirty="0">
                        <a:solidFill>
                          <a:schemeClr val="tx1"/>
                        </a:solidFill>
                        <a:latin typeface="Times New Roman"/>
                        <a:ea typeface="+mn-ea"/>
                        <a:cs typeface="+mn-cs"/>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Receiving time</a:t>
                      </a:r>
                      <a:r>
                        <a:rPr lang="en-US" altLang="zh-CN" sz="1200" kern="100" baseline="0" dirty="0" smtClean="0">
                          <a:latin typeface="Times New Roman"/>
                          <a:ea typeface="宋体"/>
                        </a:rPr>
                        <a:t> </a:t>
                      </a:r>
                      <a:r>
                        <a:rPr lang="en-US" altLang="zh-CN" sz="1200" kern="100" dirty="0" smtClean="0">
                          <a:latin typeface="Times New Roman"/>
                          <a:ea typeface="宋体"/>
                        </a:rPr>
                        <a:t>on-board</a:t>
                      </a:r>
                      <a:r>
                        <a:rPr lang="en-US" altLang="zh-CN" sz="1200" kern="100" baseline="0" dirty="0" smtClean="0">
                          <a:latin typeface="Times New Roman"/>
                          <a:ea typeface="宋体"/>
                        </a:rPr>
                        <a:t> </a:t>
                      </a:r>
                      <a:r>
                        <a:rPr lang="en-US" altLang="zh-CN" sz="1200" kern="100" dirty="0" smtClean="0">
                          <a:latin typeface="Times New Roman"/>
                          <a:ea typeface="宋体"/>
                        </a:rPr>
                        <a:t>broadcast</a:t>
                      </a:r>
                      <a:r>
                        <a:rPr lang="en-US" altLang="zh-CN" sz="1200" kern="100" baseline="0" dirty="0" smtClean="0">
                          <a:latin typeface="Times New Roman"/>
                          <a:ea typeface="宋体"/>
                        </a:rPr>
                        <a:t>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Receiving time</a:t>
                      </a:r>
                      <a:r>
                        <a:rPr lang="en-US" altLang="zh-CN" sz="1200" kern="100" baseline="0" dirty="0" smtClean="0">
                          <a:latin typeface="Times New Roman"/>
                          <a:ea typeface="+mn-ea"/>
                        </a:rPr>
                        <a:t> </a:t>
                      </a:r>
                      <a:r>
                        <a:rPr lang="en-US" altLang="zh-CN" sz="1200" kern="100" dirty="0" smtClean="0">
                          <a:latin typeface="Times New Roman"/>
                          <a:ea typeface="+mn-ea"/>
                        </a:rPr>
                        <a:t>on-board</a:t>
                      </a:r>
                      <a:r>
                        <a:rPr lang="en-US" altLang="zh-CN" sz="1200" kern="100" baseline="0" dirty="0" smtClean="0">
                          <a:latin typeface="Times New Roman"/>
                          <a:ea typeface="+mn-ea"/>
                        </a:rPr>
                        <a:t> </a:t>
                      </a:r>
                      <a:r>
                        <a:rPr lang="en-US" altLang="zh-CN" sz="1200" kern="100" dirty="0" smtClean="0">
                          <a:latin typeface="Times New Roman"/>
                          <a:ea typeface="+mn-ea"/>
                        </a:rPr>
                        <a:t>broadcast</a:t>
                      </a:r>
                      <a:r>
                        <a:rPr lang="en-US" altLang="zh-CN" sz="1200" kern="100" baseline="0" dirty="0" smtClean="0">
                          <a:latin typeface="Times New Roman"/>
                          <a:ea typeface="+mn-ea"/>
                        </a:rPr>
                        <a:t> counter (0~15)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800" dirty="0" smtClean="0"/>
              <a:t>DTS fast changing telemetry</a:t>
            </a:r>
            <a:endParaRPr lang="zh-CN" altLang="en-US" sz="28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26</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nvGraphicFramePr>
        <p:xfrm>
          <a:off x="785786" y="1393023"/>
          <a:ext cx="7858180" cy="1418885"/>
        </p:xfrm>
        <a:graphic>
          <a:graphicData uri="http://schemas.openxmlformats.org/drawingml/2006/table">
            <a:tbl>
              <a:tblPr/>
              <a:tblGrid>
                <a:gridCol w="714380">
                  <a:extLst>
                    <a:ext uri="{9D8B030D-6E8A-4147-A177-3AD203B41FA5}">
                      <a16:colId xmlns:a16="http://schemas.microsoft.com/office/drawing/2014/main" val="20000"/>
                    </a:ext>
                  </a:extLst>
                </a:gridCol>
                <a:gridCol w="1171584">
                  <a:extLst>
                    <a:ext uri="{9D8B030D-6E8A-4147-A177-3AD203B41FA5}">
                      <a16:colId xmlns:a16="http://schemas.microsoft.com/office/drawing/2014/main" val="20001"/>
                    </a:ext>
                  </a:extLst>
                </a:gridCol>
                <a:gridCol w="1885963">
                  <a:extLst>
                    <a:ext uri="{9D8B030D-6E8A-4147-A177-3AD203B41FA5}">
                      <a16:colId xmlns:a16="http://schemas.microsoft.com/office/drawing/2014/main" val="20002"/>
                    </a:ext>
                  </a:extLst>
                </a:gridCol>
                <a:gridCol w="1005847">
                  <a:extLst>
                    <a:ext uri="{9D8B030D-6E8A-4147-A177-3AD203B41FA5}">
                      <a16:colId xmlns:a16="http://schemas.microsoft.com/office/drawing/2014/main" val="20003"/>
                    </a:ext>
                  </a:extLst>
                </a:gridCol>
                <a:gridCol w="628654">
                  <a:extLst>
                    <a:ext uri="{9D8B030D-6E8A-4147-A177-3AD203B41FA5}">
                      <a16:colId xmlns:a16="http://schemas.microsoft.com/office/drawing/2014/main" val="20004"/>
                    </a:ext>
                  </a:extLst>
                </a:gridCol>
                <a:gridCol w="2451752">
                  <a:extLst>
                    <a:ext uri="{9D8B030D-6E8A-4147-A177-3AD203B41FA5}">
                      <a16:colId xmlns:a16="http://schemas.microsoft.com/office/drawing/2014/main" val="20005"/>
                    </a:ext>
                  </a:extLst>
                </a:gridCol>
              </a:tblGrid>
              <a:tr h="375050">
                <a:tc>
                  <a:txBody>
                    <a:bodyPr/>
                    <a:lstStyle/>
                    <a:p>
                      <a:pPr algn="ctr">
                        <a:lnSpc>
                          <a:spcPct val="115000"/>
                        </a:lnSpc>
                        <a:spcAft>
                          <a:spcPts val="0"/>
                        </a:spcAft>
                      </a:pPr>
                      <a:r>
                        <a:rPr lang="en-US" altLang="zh-CN" sz="1200" b="1" dirty="0" smtClean="0">
                          <a:effectLst/>
                          <a:latin typeface="Times New Roman" pitchFamily="18" charset="0"/>
                          <a:ea typeface="+mn-ea"/>
                          <a:cs typeface="Times New Roman" pitchFamily="18" charset="0"/>
                        </a:rPr>
                        <a:t>NO</a:t>
                      </a:r>
                      <a:endParaRPr lang="zh-CN" altLang="en-US" sz="1200" b="1" dirty="0">
                        <a:effectLst/>
                        <a:latin typeface="Times New Roman" pitchFamily="18" charset="0"/>
                        <a:ea typeface="+mn-ea"/>
                        <a:cs typeface="Times New Roman" pitchFamily="18" charset="0"/>
                      </a:endParaRPr>
                    </a:p>
                  </a:txBody>
                  <a:tcPr marL="68585" marR="68585"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Description &amp; Processing</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548640">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18</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TMYA022</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Transferring time</a:t>
                      </a:r>
                      <a:r>
                        <a:rPr lang="en-US" altLang="zh-CN" sz="1200" kern="100" baseline="0" dirty="0" smtClean="0">
                          <a:latin typeface="Times New Roman"/>
                          <a:ea typeface="宋体"/>
                        </a:rPr>
                        <a:t> </a:t>
                      </a:r>
                      <a:r>
                        <a:rPr lang="en-US" altLang="zh-CN" sz="1200" kern="100" dirty="0" smtClean="0">
                          <a:latin typeface="Times New Roman"/>
                          <a:ea typeface="宋体"/>
                        </a:rPr>
                        <a:t>on-board</a:t>
                      </a:r>
                      <a:r>
                        <a:rPr lang="en-US" altLang="zh-CN" sz="1200" kern="100" baseline="0" dirty="0" smtClean="0">
                          <a:latin typeface="Times New Roman"/>
                          <a:ea typeface="宋体"/>
                        </a:rPr>
                        <a:t> </a:t>
                      </a:r>
                      <a:r>
                        <a:rPr lang="en-US" altLang="zh-CN" sz="1200" kern="100" dirty="0" smtClean="0">
                          <a:latin typeface="Times New Roman"/>
                          <a:ea typeface="宋体"/>
                        </a:rPr>
                        <a:t>broadcast</a:t>
                      </a:r>
                      <a:r>
                        <a:rPr lang="en-US" altLang="zh-CN" sz="1200" kern="100" baseline="0" dirty="0" smtClean="0">
                          <a:latin typeface="Times New Roman"/>
                          <a:ea typeface="宋体"/>
                        </a:rPr>
                        <a:t>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Transferring time</a:t>
                      </a:r>
                      <a:r>
                        <a:rPr lang="en-US" altLang="zh-CN" sz="1200" kern="100" baseline="0" dirty="0" smtClean="0">
                          <a:latin typeface="Times New Roman"/>
                          <a:ea typeface="+mn-ea"/>
                        </a:rPr>
                        <a:t> </a:t>
                      </a:r>
                      <a:r>
                        <a:rPr lang="en-US" altLang="zh-CN" sz="1200" kern="100" dirty="0" smtClean="0">
                          <a:latin typeface="Times New Roman"/>
                          <a:ea typeface="+mn-ea"/>
                        </a:rPr>
                        <a:t>on-board</a:t>
                      </a:r>
                      <a:r>
                        <a:rPr lang="en-US" altLang="zh-CN" sz="1200" kern="100" baseline="0" dirty="0" smtClean="0">
                          <a:latin typeface="Times New Roman"/>
                          <a:ea typeface="+mn-ea"/>
                        </a:rPr>
                        <a:t> </a:t>
                      </a:r>
                      <a:r>
                        <a:rPr lang="en-US" altLang="zh-CN" sz="1200" kern="100" dirty="0" smtClean="0">
                          <a:latin typeface="Times New Roman"/>
                          <a:ea typeface="+mn-ea"/>
                        </a:rPr>
                        <a:t>broadcast</a:t>
                      </a:r>
                      <a:r>
                        <a:rPr lang="en-US" altLang="zh-CN" sz="1200" kern="100" baseline="0" dirty="0" smtClean="0">
                          <a:latin typeface="Times New Roman"/>
                          <a:ea typeface="+mn-ea"/>
                        </a:rPr>
                        <a:t> counter (0~15)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9519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19</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solidFill>
                            <a:schemeClr val="tx1"/>
                          </a:solidFill>
                          <a:latin typeface="Times New Roman"/>
                          <a:ea typeface="+mn-ea"/>
                          <a:cs typeface="+mn-cs"/>
                        </a:rPr>
                        <a:t>RM006</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Antenna</a:t>
                      </a:r>
                      <a:r>
                        <a:rPr lang="en-US" altLang="zh-CN" sz="1200" kern="100" baseline="0" dirty="0" smtClean="0">
                          <a:latin typeface="Times New Roman"/>
                          <a:ea typeface="宋体"/>
                        </a:rPr>
                        <a:t> current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AN</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宋体"/>
                        </a:rPr>
                        <a:t>The</a:t>
                      </a:r>
                      <a:r>
                        <a:rPr lang="en-US" altLang="zh-CN" sz="1200" kern="100" baseline="0" dirty="0" smtClean="0">
                          <a:latin typeface="Times New Roman"/>
                          <a:ea typeface="宋体"/>
                        </a:rPr>
                        <a:t> current change w</a:t>
                      </a:r>
                      <a:r>
                        <a:rPr lang="en-US" altLang="zh-CN" sz="1200" kern="100" dirty="0" smtClean="0">
                          <a:latin typeface="Times New Roman"/>
                          <a:ea typeface="宋体"/>
                        </a:rPr>
                        <a:t>hen</a:t>
                      </a:r>
                      <a:r>
                        <a:rPr lang="en-US" altLang="zh-CN" sz="1200" kern="100" baseline="0" dirty="0" smtClean="0">
                          <a:latin typeface="Times New Roman"/>
                          <a:ea typeface="宋体"/>
                        </a:rPr>
                        <a:t> antenna turned on</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800" dirty="0" smtClean="0"/>
              <a:t>DTS slowly changing telemetry</a:t>
            </a:r>
            <a:endParaRPr lang="zh-CN" altLang="en-US" sz="28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27</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nvGraphicFramePr>
        <p:xfrm>
          <a:off x="785786" y="1393023"/>
          <a:ext cx="7858180" cy="3105795"/>
        </p:xfrm>
        <a:graphic>
          <a:graphicData uri="http://schemas.openxmlformats.org/drawingml/2006/table">
            <a:tbl>
              <a:tblPr/>
              <a:tblGrid>
                <a:gridCol w="1071570">
                  <a:extLst>
                    <a:ext uri="{9D8B030D-6E8A-4147-A177-3AD203B41FA5}">
                      <a16:colId xmlns:a16="http://schemas.microsoft.com/office/drawing/2014/main" val="20000"/>
                    </a:ext>
                  </a:extLst>
                </a:gridCol>
                <a:gridCol w="2143140">
                  <a:extLst>
                    <a:ext uri="{9D8B030D-6E8A-4147-A177-3AD203B41FA5}">
                      <a16:colId xmlns:a16="http://schemas.microsoft.com/office/drawing/2014/main" val="20001"/>
                    </a:ext>
                  </a:extLst>
                </a:gridCol>
                <a:gridCol w="1143008">
                  <a:extLst>
                    <a:ext uri="{9D8B030D-6E8A-4147-A177-3AD203B41FA5}">
                      <a16:colId xmlns:a16="http://schemas.microsoft.com/office/drawing/2014/main" val="20002"/>
                    </a:ext>
                  </a:extLst>
                </a:gridCol>
                <a:gridCol w="714380">
                  <a:extLst>
                    <a:ext uri="{9D8B030D-6E8A-4147-A177-3AD203B41FA5}">
                      <a16:colId xmlns:a16="http://schemas.microsoft.com/office/drawing/2014/main" val="20003"/>
                    </a:ext>
                  </a:extLst>
                </a:gridCol>
                <a:gridCol w="2786082">
                  <a:extLst>
                    <a:ext uri="{9D8B030D-6E8A-4147-A177-3AD203B41FA5}">
                      <a16:colId xmlns:a16="http://schemas.microsoft.com/office/drawing/2014/main" val="20004"/>
                    </a:ext>
                  </a:extLst>
                </a:gridCol>
              </a:tblGrid>
              <a:tr h="420624">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5" marR="68585"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Description &amp; Processing</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650946">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solidFill>
                            <a:schemeClr val="tx1"/>
                          </a:solidFill>
                          <a:latin typeface="Times New Roman"/>
                          <a:ea typeface="+mn-ea"/>
                          <a:cs typeface="+mn-cs"/>
                        </a:rPr>
                        <a:t>TMYA023</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mn-ea"/>
                        </a:rPr>
                        <a:t>SSM</a:t>
                      </a:r>
                      <a:r>
                        <a:rPr lang="en-US" altLang="zh-CN" sz="1200" kern="100" baseline="0" dirty="0" smtClean="0">
                          <a:latin typeface="Times New Roman"/>
                          <a:ea typeface="+mn-ea"/>
                        </a:rPr>
                        <a:t> recording pointer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mn-ea"/>
                          <a:cs typeface="+mn-cs"/>
                        </a:rPr>
                        <a:t>Recording position of SSM (0~16383)</a:t>
                      </a:r>
                      <a:endParaRPr lang="zh-CN" altLang="zh-CN" sz="1200" kern="100" baseline="0" dirty="0">
                        <a:solidFill>
                          <a:schemeClr val="tx1"/>
                        </a:solidFill>
                        <a:latin typeface="Times New Roman"/>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95195">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TMYA024</a:t>
                      </a:r>
                      <a:endParaRPr lang="en-US" altLang="zh-CN" sz="1200" kern="100" dirty="0">
                        <a:solidFill>
                          <a:schemeClr val="tx1"/>
                        </a:solidFill>
                        <a:latin typeface="Times New Roman"/>
                        <a:ea typeface="+mn-ea"/>
                        <a:cs typeface="+mn-cs"/>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Receiving attitude</a:t>
                      </a:r>
                      <a:r>
                        <a:rPr lang="en-US" altLang="zh-CN" sz="1200" kern="100" baseline="0" dirty="0" smtClean="0">
                          <a:latin typeface="Times New Roman"/>
                          <a:ea typeface="+mn-ea"/>
                        </a:rPr>
                        <a:t> </a:t>
                      </a:r>
                      <a:r>
                        <a:rPr lang="en-US" altLang="zh-CN" sz="1200" kern="100" dirty="0" smtClean="0">
                          <a:latin typeface="Times New Roman"/>
                          <a:ea typeface="+mn-ea"/>
                        </a:rPr>
                        <a:t>broadcast</a:t>
                      </a:r>
                      <a:r>
                        <a:rPr lang="en-US" altLang="zh-CN" sz="1200" kern="100" baseline="0" dirty="0" smtClean="0">
                          <a:latin typeface="Times New Roman"/>
                          <a:ea typeface="+mn-ea"/>
                        </a:rPr>
                        <a:t>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Receiving attitude</a:t>
                      </a:r>
                      <a:r>
                        <a:rPr lang="en-US" altLang="zh-CN" sz="1200" kern="100" baseline="0" dirty="0" smtClean="0">
                          <a:latin typeface="Times New Roman"/>
                          <a:ea typeface="+mn-ea"/>
                        </a:rPr>
                        <a:t> </a:t>
                      </a:r>
                      <a:r>
                        <a:rPr lang="en-US" altLang="zh-CN" sz="1200" kern="100" dirty="0" smtClean="0">
                          <a:latin typeface="Times New Roman"/>
                          <a:ea typeface="+mn-ea"/>
                        </a:rPr>
                        <a:t>broadcast</a:t>
                      </a:r>
                      <a:r>
                        <a:rPr lang="en-US" altLang="zh-CN" sz="1200" kern="100" baseline="0" dirty="0" smtClean="0">
                          <a:latin typeface="Times New Roman"/>
                          <a:ea typeface="+mn-ea"/>
                        </a:rPr>
                        <a:t> counter (0~15)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9519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TMYA025</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Transferring attitude</a:t>
                      </a:r>
                      <a:r>
                        <a:rPr lang="en-US" altLang="zh-CN" sz="1200" kern="100" baseline="0" dirty="0" smtClean="0">
                          <a:latin typeface="Times New Roman"/>
                          <a:ea typeface="+mn-ea"/>
                        </a:rPr>
                        <a:t> </a:t>
                      </a:r>
                      <a:r>
                        <a:rPr lang="en-US" altLang="zh-CN" sz="1200" kern="100" dirty="0" smtClean="0">
                          <a:latin typeface="Times New Roman"/>
                          <a:ea typeface="+mn-ea"/>
                        </a:rPr>
                        <a:t>broadcast</a:t>
                      </a:r>
                      <a:r>
                        <a:rPr lang="en-US" altLang="zh-CN" sz="1200" kern="100" baseline="0" dirty="0" smtClean="0">
                          <a:latin typeface="Times New Roman"/>
                          <a:ea typeface="+mn-ea"/>
                        </a:rPr>
                        <a:t>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Transferring attitude</a:t>
                      </a:r>
                      <a:r>
                        <a:rPr lang="en-US" altLang="zh-CN" sz="1200" kern="100" baseline="0" dirty="0" smtClean="0">
                          <a:latin typeface="Times New Roman"/>
                          <a:ea typeface="+mn-ea"/>
                        </a:rPr>
                        <a:t> </a:t>
                      </a:r>
                      <a:r>
                        <a:rPr lang="en-US" altLang="zh-CN" sz="1200" kern="100" dirty="0" smtClean="0">
                          <a:latin typeface="Times New Roman"/>
                          <a:ea typeface="+mn-ea"/>
                        </a:rPr>
                        <a:t>broadcast</a:t>
                      </a:r>
                      <a:r>
                        <a:rPr lang="en-US" altLang="zh-CN" sz="1200" kern="100" baseline="0" dirty="0" smtClean="0">
                          <a:latin typeface="Times New Roman"/>
                          <a:ea typeface="+mn-ea"/>
                        </a:rPr>
                        <a:t> counter (0~15)</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9519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TMYA026</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GPS time</a:t>
                      </a:r>
                      <a:r>
                        <a:rPr lang="en-US" altLang="zh-CN" sz="1200" kern="100" baseline="0" dirty="0" smtClean="0">
                          <a:latin typeface="Times New Roman"/>
                          <a:ea typeface="宋体"/>
                        </a:rPr>
                        <a:t> availability sign</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宋体"/>
                        </a:rPr>
                        <a:t>1: Available</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宋体"/>
                        </a:rPr>
                        <a:t>0:</a:t>
                      </a:r>
                      <a:r>
                        <a:rPr lang="en-US" altLang="zh-CN" sz="1200" kern="100" baseline="0" dirty="0" smtClean="0">
                          <a:latin typeface="Times New Roman"/>
                          <a:ea typeface="宋体"/>
                        </a:rPr>
                        <a:t> Unavailable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TMYA027</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GPS positioning or orbit determination</a:t>
                      </a:r>
                      <a:r>
                        <a:rPr lang="en-US" altLang="zh-CN" sz="1200" kern="100" baseline="0" dirty="0" smtClean="0">
                          <a:latin typeface="Times New Roman"/>
                          <a:ea typeface="宋体"/>
                        </a:rPr>
                        <a:t> data</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宋体"/>
                          <a:cs typeface="+mn-cs"/>
                        </a:rPr>
                        <a:t>101b: Absolute </a:t>
                      </a:r>
                      <a:r>
                        <a:rPr lang="en-US" altLang="zh-CN" sz="1200" kern="100" dirty="0" smtClean="0">
                          <a:solidFill>
                            <a:schemeClr val="tx1"/>
                          </a:solidFill>
                          <a:latin typeface="Times New Roman"/>
                          <a:ea typeface="+mn-ea"/>
                          <a:cs typeface="+mn-cs"/>
                        </a:rPr>
                        <a:t>positioning data</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宋体"/>
                          <a:cs typeface="+mn-cs"/>
                        </a:rPr>
                        <a:t>011b: </a:t>
                      </a:r>
                      <a:r>
                        <a:rPr lang="en-US" altLang="zh-CN" sz="1200" kern="100" dirty="0" smtClean="0">
                          <a:solidFill>
                            <a:schemeClr val="tx1"/>
                          </a:solidFill>
                          <a:latin typeface="Times New Roman"/>
                          <a:ea typeface="+mn-ea"/>
                          <a:cs typeface="+mn-cs"/>
                        </a:rPr>
                        <a:t>O</a:t>
                      </a:r>
                      <a:r>
                        <a:rPr lang="en-US" altLang="zh-CN" sz="1200" kern="100" dirty="0" smtClean="0">
                          <a:latin typeface="Times New Roman"/>
                          <a:ea typeface="+mn-ea"/>
                        </a:rPr>
                        <a:t>rbit determination</a:t>
                      </a:r>
                      <a:r>
                        <a:rPr lang="en-US" altLang="zh-CN" sz="1200" kern="100" baseline="0" dirty="0" smtClean="0">
                          <a:latin typeface="Times New Roman"/>
                          <a:ea typeface="+mn-ea"/>
                        </a:rPr>
                        <a:t> data</a:t>
                      </a:r>
                      <a:endParaRPr lang="en-US" altLang="zh-CN" sz="1200" kern="100" dirty="0" smtClean="0">
                        <a:solidFill>
                          <a:schemeClr val="tx1"/>
                        </a:solidFill>
                        <a:latin typeface="Times New Roman"/>
                        <a:ea typeface="宋体"/>
                        <a:cs typeface="+mn-cs"/>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宋体"/>
                          <a:cs typeface="+mn-cs"/>
                        </a:rPr>
                        <a:t>110b: Orbit e</a:t>
                      </a:r>
                      <a:r>
                        <a:rPr lang="en-US" altLang="zh-CN" sz="1200" kern="100" dirty="0" smtClean="0">
                          <a:solidFill>
                            <a:schemeClr val="tx1"/>
                          </a:solidFill>
                          <a:effectLst/>
                          <a:latin typeface="Times New Roman" pitchFamily="18" charset="0"/>
                          <a:ea typeface="+mn-ea"/>
                          <a:cs typeface="Times New Roman" pitchFamily="18" charset="0"/>
                        </a:rPr>
                        <a:t>xtrapolating data</a:t>
                      </a:r>
                      <a:endParaRPr lang="zh-CN" altLang="zh-CN" sz="1200" kern="10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800" dirty="0" smtClean="0"/>
              <a:t>DTS slowly changing telemetry</a:t>
            </a:r>
            <a:endParaRPr lang="zh-CN" altLang="en-US" sz="28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28</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nvGraphicFramePr>
        <p:xfrm>
          <a:off x="785786" y="1393023"/>
          <a:ext cx="7858180" cy="3052350"/>
        </p:xfrm>
        <a:graphic>
          <a:graphicData uri="http://schemas.openxmlformats.org/drawingml/2006/table">
            <a:tbl>
              <a:tblPr/>
              <a:tblGrid>
                <a:gridCol w="1071570">
                  <a:extLst>
                    <a:ext uri="{9D8B030D-6E8A-4147-A177-3AD203B41FA5}">
                      <a16:colId xmlns:a16="http://schemas.microsoft.com/office/drawing/2014/main" val="20000"/>
                    </a:ext>
                  </a:extLst>
                </a:gridCol>
                <a:gridCol w="2143140">
                  <a:extLst>
                    <a:ext uri="{9D8B030D-6E8A-4147-A177-3AD203B41FA5}">
                      <a16:colId xmlns:a16="http://schemas.microsoft.com/office/drawing/2014/main" val="20001"/>
                    </a:ext>
                  </a:extLst>
                </a:gridCol>
                <a:gridCol w="1143008">
                  <a:extLst>
                    <a:ext uri="{9D8B030D-6E8A-4147-A177-3AD203B41FA5}">
                      <a16:colId xmlns:a16="http://schemas.microsoft.com/office/drawing/2014/main" val="20002"/>
                    </a:ext>
                  </a:extLst>
                </a:gridCol>
                <a:gridCol w="714380">
                  <a:extLst>
                    <a:ext uri="{9D8B030D-6E8A-4147-A177-3AD203B41FA5}">
                      <a16:colId xmlns:a16="http://schemas.microsoft.com/office/drawing/2014/main" val="20003"/>
                    </a:ext>
                  </a:extLst>
                </a:gridCol>
                <a:gridCol w="2786082">
                  <a:extLst>
                    <a:ext uri="{9D8B030D-6E8A-4147-A177-3AD203B41FA5}">
                      <a16:colId xmlns:a16="http://schemas.microsoft.com/office/drawing/2014/main" val="20004"/>
                    </a:ext>
                  </a:extLst>
                </a:gridCol>
              </a:tblGrid>
              <a:tr h="420624">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5" marR="68585"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Description &amp; Processing</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650946">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solidFill>
                            <a:schemeClr val="tx1"/>
                          </a:solidFill>
                          <a:latin typeface="Times New Roman"/>
                          <a:ea typeface="+mn-ea"/>
                          <a:cs typeface="+mn-cs"/>
                        </a:rPr>
                        <a:t>TMYA028</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GPS</a:t>
                      </a:r>
                      <a:r>
                        <a:rPr lang="en-US" altLang="zh-CN" sz="1200" kern="100" baseline="0" dirty="0" smtClean="0">
                          <a:latin typeface="Times New Roman"/>
                          <a:ea typeface="宋体"/>
                        </a:rPr>
                        <a:t> data error counter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GPS</a:t>
                      </a:r>
                      <a:r>
                        <a:rPr lang="en-US" altLang="zh-CN" sz="1200" kern="100" baseline="0" dirty="0" smtClean="0">
                          <a:latin typeface="Times New Roman"/>
                          <a:ea typeface="+mn-ea"/>
                        </a:rPr>
                        <a:t> data error counter</a:t>
                      </a:r>
                      <a:r>
                        <a:rPr lang="zh-CN" altLang="en-US" sz="1200" kern="100" baseline="0" dirty="0" smtClean="0">
                          <a:latin typeface="Times New Roman"/>
                          <a:ea typeface="+mn-ea"/>
                        </a:rPr>
                        <a:t> </a:t>
                      </a:r>
                      <a:r>
                        <a:rPr lang="en-US" altLang="zh-CN" sz="1200" kern="100" baseline="0" dirty="0" smtClean="0">
                          <a:latin typeface="Times New Roman"/>
                          <a:ea typeface="+mn-ea"/>
                        </a:rPr>
                        <a:t>(0~15)</a:t>
                      </a:r>
                      <a:endParaRPr lang="zh-CN" altLang="zh-CN" sz="1200" kern="100" baseline="0" dirty="0">
                        <a:solidFill>
                          <a:schemeClr val="tx1"/>
                        </a:solidFill>
                        <a:latin typeface="Times New Roman"/>
                        <a:ea typeface="+mn-ea"/>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95195">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TMYA029</a:t>
                      </a:r>
                      <a:endParaRPr lang="en-US" altLang="zh-CN" sz="1200" kern="100" dirty="0">
                        <a:solidFill>
                          <a:schemeClr val="tx1"/>
                        </a:solidFill>
                        <a:latin typeface="Times New Roman"/>
                        <a:ea typeface="+mn-ea"/>
                        <a:cs typeface="+mn-cs"/>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SSM</a:t>
                      </a:r>
                      <a:r>
                        <a:rPr lang="en-US" altLang="zh-CN" sz="1200" kern="100" baseline="0" dirty="0" smtClean="0">
                          <a:latin typeface="Times New Roman"/>
                          <a:ea typeface="+mn-ea"/>
                        </a:rPr>
                        <a:t> replaying pointer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mn-ea"/>
                          <a:cs typeface="+mn-cs"/>
                        </a:rPr>
                        <a:t>Replaying position of SSM (0~16383)</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9519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TMYA030</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Number of SSM</a:t>
                      </a:r>
                      <a:r>
                        <a:rPr lang="en-US" altLang="zh-CN" sz="1200" kern="100" baseline="0" dirty="0" smtClean="0">
                          <a:latin typeface="Times New Roman"/>
                          <a:ea typeface="+mn-ea"/>
                        </a:rPr>
                        <a:t> effective block</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Number of SSM</a:t>
                      </a:r>
                      <a:r>
                        <a:rPr lang="en-US" altLang="zh-CN" sz="1200" kern="100" baseline="0" dirty="0" smtClean="0">
                          <a:latin typeface="Times New Roman"/>
                          <a:ea typeface="+mn-ea"/>
                        </a:rPr>
                        <a:t> effective block</a:t>
                      </a:r>
                      <a:endParaRPr lang="zh-CN" altLang="en-US" sz="1200" kern="100" dirty="0" smtClean="0">
                        <a:latin typeface="Times New Roman"/>
                        <a:ea typeface="+mn-ea"/>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mn-ea"/>
                          <a:cs typeface="+mn-cs"/>
                        </a:rPr>
                        <a:t>(0~16383)</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9519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TMYA031</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baseline="0" dirty="0" smtClean="0">
                          <a:latin typeface="Times New Roman"/>
                          <a:ea typeface="宋体"/>
                        </a:rPr>
                        <a:t>Center angle of antenna</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0.1°</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latin typeface="Times New Roman"/>
                          <a:ea typeface="+mn-ea"/>
                        </a:rPr>
                        <a:t>center angle of antenna (</a:t>
                      </a:r>
                      <a:r>
                        <a:rPr lang="en-US" altLang="zh-CN" sz="1200" kern="100" dirty="0" smtClean="0">
                          <a:latin typeface="Times New Roman"/>
                          <a:ea typeface="+mn-ea"/>
                        </a:rPr>
                        <a:t>0~360°)</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9519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TMYA032</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Azimuth </a:t>
                      </a:r>
                      <a:r>
                        <a:rPr lang="en-US" altLang="zh-CN" sz="1200" kern="100" baseline="0" dirty="0" smtClean="0">
                          <a:latin typeface="Times New Roman"/>
                          <a:ea typeface="+mn-ea"/>
                        </a:rPr>
                        <a:t>angle </a:t>
                      </a:r>
                      <a:r>
                        <a:rPr lang="en-US" altLang="zh-CN" sz="1200" kern="100" dirty="0" smtClean="0">
                          <a:latin typeface="Times New Roman"/>
                          <a:ea typeface="宋体"/>
                        </a:rPr>
                        <a:t>of</a:t>
                      </a:r>
                      <a:r>
                        <a:rPr lang="en-US" altLang="zh-CN" sz="1200" kern="100" baseline="0" dirty="0" smtClean="0">
                          <a:latin typeface="Times New Roman"/>
                          <a:ea typeface="宋体"/>
                        </a:rPr>
                        <a:t> antenna</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dirty="0" smtClean="0">
                          <a:latin typeface="Times New Roman"/>
                          <a:ea typeface="宋体"/>
                        </a:rPr>
                        <a:t>0.1°</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Azimuth </a:t>
                      </a:r>
                      <a:r>
                        <a:rPr lang="en-US" altLang="zh-CN" sz="1200" kern="100" baseline="0" dirty="0" smtClean="0">
                          <a:latin typeface="Times New Roman"/>
                          <a:ea typeface="+mn-ea"/>
                        </a:rPr>
                        <a:t>angle </a:t>
                      </a:r>
                      <a:r>
                        <a:rPr lang="en-US" altLang="zh-CN" sz="1200" kern="100" dirty="0" smtClean="0">
                          <a:latin typeface="Times New Roman"/>
                          <a:ea typeface="+mn-ea"/>
                        </a:rPr>
                        <a:t>of</a:t>
                      </a:r>
                      <a:r>
                        <a:rPr lang="en-US" altLang="zh-CN" sz="1200" kern="100" baseline="0" dirty="0" smtClean="0">
                          <a:latin typeface="Times New Roman"/>
                          <a:ea typeface="+mn-ea"/>
                        </a:rPr>
                        <a:t> antenna (</a:t>
                      </a:r>
                      <a:r>
                        <a:rPr lang="en-US" altLang="zh-CN" sz="1200" kern="100" dirty="0" smtClean="0">
                          <a:latin typeface="Times New Roman"/>
                          <a:ea typeface="+mn-ea"/>
                        </a:rPr>
                        <a:t>0~360°)</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400" dirty="0" smtClean="0"/>
              <a:t>DTS slowly changing telemetry</a:t>
            </a:r>
            <a:endParaRPr lang="zh-CN" altLang="en-US" sz="24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29</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nvGraphicFramePr>
        <p:xfrm>
          <a:off x="785786" y="1393023"/>
          <a:ext cx="7858180" cy="3105795"/>
        </p:xfrm>
        <a:graphic>
          <a:graphicData uri="http://schemas.openxmlformats.org/drawingml/2006/table">
            <a:tbl>
              <a:tblPr/>
              <a:tblGrid>
                <a:gridCol w="1071570">
                  <a:extLst>
                    <a:ext uri="{9D8B030D-6E8A-4147-A177-3AD203B41FA5}">
                      <a16:colId xmlns:a16="http://schemas.microsoft.com/office/drawing/2014/main" val="20000"/>
                    </a:ext>
                  </a:extLst>
                </a:gridCol>
                <a:gridCol w="2143140">
                  <a:extLst>
                    <a:ext uri="{9D8B030D-6E8A-4147-A177-3AD203B41FA5}">
                      <a16:colId xmlns:a16="http://schemas.microsoft.com/office/drawing/2014/main" val="20001"/>
                    </a:ext>
                  </a:extLst>
                </a:gridCol>
                <a:gridCol w="1000132">
                  <a:extLst>
                    <a:ext uri="{9D8B030D-6E8A-4147-A177-3AD203B41FA5}">
                      <a16:colId xmlns:a16="http://schemas.microsoft.com/office/drawing/2014/main" val="20002"/>
                    </a:ext>
                  </a:extLst>
                </a:gridCol>
                <a:gridCol w="571504">
                  <a:extLst>
                    <a:ext uri="{9D8B030D-6E8A-4147-A177-3AD203B41FA5}">
                      <a16:colId xmlns:a16="http://schemas.microsoft.com/office/drawing/2014/main" val="20003"/>
                    </a:ext>
                  </a:extLst>
                </a:gridCol>
                <a:gridCol w="3071834">
                  <a:extLst>
                    <a:ext uri="{9D8B030D-6E8A-4147-A177-3AD203B41FA5}">
                      <a16:colId xmlns:a16="http://schemas.microsoft.com/office/drawing/2014/main" val="20004"/>
                    </a:ext>
                  </a:extLst>
                </a:gridCol>
              </a:tblGrid>
              <a:tr h="420624">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5" marR="68585"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Description &amp; Processing</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650946">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solidFill>
                            <a:schemeClr val="tx1"/>
                          </a:solidFill>
                          <a:latin typeface="Times New Roman"/>
                          <a:ea typeface="+mn-ea"/>
                          <a:cs typeface="+mn-cs"/>
                        </a:rPr>
                        <a:t>TMYA033</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Counter</a:t>
                      </a:r>
                      <a:r>
                        <a:rPr lang="en-US" altLang="zh-CN" sz="1200" kern="100" baseline="0" dirty="0" smtClean="0">
                          <a:latin typeface="Times New Roman"/>
                          <a:ea typeface="宋体"/>
                        </a:rPr>
                        <a:t> of receiving telecommand </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baseline="0" dirty="0" smtClean="0">
                          <a:solidFill>
                            <a:schemeClr val="tx1"/>
                          </a:solidFill>
                          <a:latin typeface="Times New Roman"/>
                          <a:ea typeface="宋体"/>
                          <a:cs typeface="+mn-cs"/>
                        </a:rPr>
                        <a:t>/</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宋体"/>
                          <a:cs typeface="+mn-cs"/>
                        </a:rPr>
                        <a:t>0~255</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95195">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TMYA034</a:t>
                      </a:r>
                      <a:endParaRPr lang="en-US" altLang="zh-CN" sz="1200" kern="100" dirty="0">
                        <a:solidFill>
                          <a:schemeClr val="tx1"/>
                        </a:solidFill>
                        <a:latin typeface="Times New Roman"/>
                        <a:ea typeface="+mn-ea"/>
                        <a:cs typeface="+mn-cs"/>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Counter</a:t>
                      </a:r>
                      <a:r>
                        <a:rPr lang="en-US" altLang="zh-CN" sz="1200" kern="100" baseline="0" dirty="0" smtClean="0">
                          <a:latin typeface="Times New Roman"/>
                          <a:ea typeface="宋体"/>
                        </a:rPr>
                        <a:t> of  executing telecommand </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baseline="0" dirty="0" smtClean="0">
                          <a:solidFill>
                            <a:schemeClr val="tx1"/>
                          </a:solidFill>
                          <a:latin typeface="Times New Roman"/>
                          <a:ea typeface="宋体"/>
                          <a:cs typeface="+mn-cs"/>
                        </a:rPr>
                        <a:t>/</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宋体"/>
                          <a:cs typeface="+mn-cs"/>
                        </a:rPr>
                        <a:t>0~255</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9519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TMYA035</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宋体"/>
                          <a:cs typeface="+mn-cs"/>
                        </a:rPr>
                        <a:t>Time synchronization state of antenna</a:t>
                      </a:r>
                      <a:endParaRPr lang="zh-CN" altLang="zh-CN" sz="1200" kern="10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宋体"/>
                          <a:cs typeface="+mn-cs"/>
                        </a:rPr>
                        <a:t>BL</a:t>
                      </a:r>
                      <a:endParaRPr lang="zh-CN" altLang="en-US" sz="1200" kern="100" dirty="0">
                        <a:solidFill>
                          <a:schemeClr val="tx1"/>
                        </a:solidFill>
                        <a:latin typeface="Times New Roman"/>
                        <a:ea typeface="宋体"/>
                        <a:cs typeface="+mn-cs"/>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baseline="0" dirty="0" smtClean="0">
                          <a:solidFill>
                            <a:schemeClr val="tx1"/>
                          </a:solidFill>
                          <a:latin typeface="Times New Roman"/>
                          <a:ea typeface="宋体"/>
                          <a:cs typeface="+mn-cs"/>
                        </a:rPr>
                        <a:t>/</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宋体"/>
                          <a:cs typeface="+mn-cs"/>
                        </a:rPr>
                        <a:t>0: Failure</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宋体"/>
                          <a:cs typeface="+mn-cs"/>
                        </a:rPr>
                        <a:t>1: Success</a:t>
                      </a:r>
                      <a:endParaRPr lang="zh-CN" altLang="zh-CN" sz="1200" kern="10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9519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TMYA036</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Injecting pack state of antenna</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baseline="0" dirty="0" smtClean="0">
                          <a:solidFill>
                            <a:schemeClr val="tx1"/>
                          </a:solidFill>
                          <a:latin typeface="Times New Roman"/>
                          <a:ea typeface="宋体"/>
                          <a:cs typeface="+mn-cs"/>
                        </a:rPr>
                        <a:t>/</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0: Failure</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1: Success</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TMYA037</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solidFill>
                            <a:schemeClr val="tx1"/>
                          </a:solidFill>
                          <a:latin typeface="Times New Roman"/>
                          <a:ea typeface="+mn-ea"/>
                          <a:cs typeface="+mn-cs"/>
                        </a:rPr>
                        <a:t>Antenna working mode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baseline="0" dirty="0" smtClean="0">
                          <a:solidFill>
                            <a:schemeClr val="tx1"/>
                          </a:solidFill>
                          <a:latin typeface="Times New Roman"/>
                          <a:ea typeface="宋体"/>
                          <a:cs typeface="+mn-cs"/>
                        </a:rPr>
                        <a:t>/</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01:</a:t>
                      </a:r>
                      <a:r>
                        <a:rPr lang="en-US" altLang="zh-CN" sz="1200" kern="100" baseline="0" dirty="0" smtClean="0">
                          <a:solidFill>
                            <a:schemeClr val="tx1"/>
                          </a:solidFill>
                          <a:latin typeface="Times New Roman"/>
                          <a:ea typeface="+mn-ea"/>
                          <a:cs typeface="+mn-cs"/>
                        </a:rPr>
                        <a:t> Independent c</a:t>
                      </a:r>
                      <a:r>
                        <a:rPr lang="en-US" altLang="zh-CN" sz="1200" kern="100" dirty="0" smtClean="0">
                          <a:latin typeface="Times New Roman"/>
                          <a:ea typeface="+mn-ea"/>
                        </a:rPr>
                        <a:t>alculation mode</a:t>
                      </a:r>
                      <a:r>
                        <a:rPr lang="en-US" altLang="zh-CN" sz="1200" kern="100" baseline="0" dirty="0" smtClean="0">
                          <a:latin typeface="Times New Roman"/>
                          <a:ea typeface="+mn-ea"/>
                        </a:rPr>
                        <a:t> </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00: Idle mode</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latin typeface="Times New Roman"/>
                          <a:ea typeface="+mn-ea"/>
                          <a:cs typeface="+mn-cs"/>
                        </a:rPr>
                        <a:t>10:</a:t>
                      </a:r>
                      <a:r>
                        <a:rPr lang="en-US" altLang="zh-CN" sz="1200" kern="100" baseline="0" dirty="0" smtClean="0">
                          <a:solidFill>
                            <a:schemeClr val="tx1"/>
                          </a:solidFill>
                          <a:latin typeface="Times New Roman"/>
                          <a:ea typeface="+mn-ea"/>
                          <a:cs typeface="+mn-cs"/>
                        </a:rPr>
                        <a:t> I</a:t>
                      </a:r>
                      <a:r>
                        <a:rPr lang="en-US" altLang="zh-CN" sz="1200" kern="100" dirty="0" smtClean="0">
                          <a:latin typeface="Times New Roman"/>
                          <a:ea typeface="+mn-ea"/>
                        </a:rPr>
                        <a:t>njection Pointing mode</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7139"/>
            <a:ext cx="8229600" cy="811995"/>
          </a:xfrm>
        </p:spPr>
        <p:txBody>
          <a:bodyPr>
            <a:normAutofit/>
          </a:bodyPr>
          <a:lstStyle/>
          <a:p>
            <a:pPr lvl="0"/>
            <a:r>
              <a:rPr lang="en-US" altLang="zh-CN" sz="3200" dirty="0" smtClean="0"/>
              <a:t>3 </a:t>
            </a:r>
            <a:r>
              <a:rPr lang="gsw-FR" altLang="zh-CN" sz="3200" dirty="0" smtClean="0"/>
              <a:t>Telecommand</a:t>
            </a:r>
            <a:r>
              <a:rPr lang="en-US" altLang="zh-CN" sz="3200" dirty="0" smtClean="0"/>
              <a:t> and telemetry of DTS   </a:t>
            </a:r>
            <a:endParaRPr lang="zh-CN" altLang="en-US" sz="3200" dirty="0"/>
          </a:p>
        </p:txBody>
      </p:sp>
      <p:sp>
        <p:nvSpPr>
          <p:cNvPr id="3" name="内容占位符 2"/>
          <p:cNvSpPr>
            <a:spLocks noGrp="1"/>
          </p:cNvSpPr>
          <p:nvPr>
            <p:ph idx="1"/>
          </p:nvPr>
        </p:nvSpPr>
        <p:spPr>
          <a:xfrm>
            <a:off x="457200" y="803660"/>
            <a:ext cx="8229600" cy="3576649"/>
          </a:xfrm>
        </p:spPr>
        <p:txBody>
          <a:bodyPr>
            <a:normAutofit/>
          </a:bodyPr>
          <a:lstStyle/>
          <a:p>
            <a:r>
              <a:rPr lang="en-US" sz="2400" dirty="0" smtClean="0"/>
              <a:t>DTS slowly changing telemetry</a:t>
            </a:r>
            <a:endParaRPr lang="zh-CN" altLang="en-US" sz="24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30</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nvGraphicFramePr>
        <p:xfrm>
          <a:off x="785786" y="1393023"/>
          <a:ext cx="7858180" cy="2142534"/>
        </p:xfrm>
        <a:graphic>
          <a:graphicData uri="http://schemas.openxmlformats.org/drawingml/2006/table">
            <a:tbl>
              <a:tblPr/>
              <a:tblGrid>
                <a:gridCol w="1071570">
                  <a:extLst>
                    <a:ext uri="{9D8B030D-6E8A-4147-A177-3AD203B41FA5}">
                      <a16:colId xmlns:a16="http://schemas.microsoft.com/office/drawing/2014/main" val="20000"/>
                    </a:ext>
                  </a:extLst>
                </a:gridCol>
                <a:gridCol w="2143140">
                  <a:extLst>
                    <a:ext uri="{9D8B030D-6E8A-4147-A177-3AD203B41FA5}">
                      <a16:colId xmlns:a16="http://schemas.microsoft.com/office/drawing/2014/main" val="20001"/>
                    </a:ext>
                  </a:extLst>
                </a:gridCol>
                <a:gridCol w="1143008">
                  <a:extLst>
                    <a:ext uri="{9D8B030D-6E8A-4147-A177-3AD203B41FA5}">
                      <a16:colId xmlns:a16="http://schemas.microsoft.com/office/drawing/2014/main" val="20002"/>
                    </a:ext>
                  </a:extLst>
                </a:gridCol>
                <a:gridCol w="714380">
                  <a:extLst>
                    <a:ext uri="{9D8B030D-6E8A-4147-A177-3AD203B41FA5}">
                      <a16:colId xmlns:a16="http://schemas.microsoft.com/office/drawing/2014/main" val="20003"/>
                    </a:ext>
                  </a:extLst>
                </a:gridCol>
                <a:gridCol w="2786082">
                  <a:extLst>
                    <a:ext uri="{9D8B030D-6E8A-4147-A177-3AD203B41FA5}">
                      <a16:colId xmlns:a16="http://schemas.microsoft.com/office/drawing/2014/main" val="20004"/>
                    </a:ext>
                  </a:extLst>
                </a:gridCol>
              </a:tblGrid>
              <a:tr h="420624">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5" marR="68585" marT="0" marB="0" anchor="ctr">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15000"/>
                        </a:lnSpc>
                        <a:spcAft>
                          <a:spcPts val="0"/>
                        </a:spcAft>
                      </a:pPr>
                      <a:r>
                        <a:rPr lang="en-US" sz="1200" dirty="0">
                          <a:effectLst/>
                          <a:latin typeface="Times New Roman" pitchFamily="18" charset="0"/>
                          <a:cs typeface="Times New Roman" pitchFamily="18" charset="0"/>
                        </a:rPr>
                        <a:t>Description &amp; Processing</a:t>
                      </a:r>
                      <a:endParaRPr lang="zh-CN" sz="1200" b="1" dirty="0">
                        <a:effectLst/>
                        <a:latin typeface="Times New Roman" pitchFamily="18" charset="0"/>
                        <a:ea typeface="宋体"/>
                        <a:cs typeface="Times New Roman" pitchFamily="18" charset="0"/>
                      </a:endParaRPr>
                    </a:p>
                  </a:txBody>
                  <a:tcPr marL="68585" marR="68585"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0"/>
                  </a:ext>
                </a:extLst>
              </a:tr>
              <a:tr h="731520">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solidFill>
                            <a:schemeClr val="tx1"/>
                          </a:solidFill>
                          <a:latin typeface="Times New Roman"/>
                          <a:ea typeface="+mn-ea"/>
                          <a:cs typeface="+mn-cs"/>
                        </a:rPr>
                        <a:t>TMYA038</a:t>
                      </a:r>
                      <a:endParaRPr lang="en-US" sz="1200" kern="100" dirty="0">
                        <a:latin typeface="Times New Roman"/>
                        <a:ea typeface="宋体"/>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Ground</a:t>
                      </a:r>
                      <a:r>
                        <a:rPr lang="en-US" altLang="zh-CN" sz="1200" kern="100" baseline="0" dirty="0" smtClean="0">
                          <a:latin typeface="Times New Roman"/>
                          <a:ea typeface="宋体"/>
                        </a:rPr>
                        <a:t> station marker</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BL</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baseline="0" dirty="0" smtClean="0">
                          <a:solidFill>
                            <a:schemeClr val="tx1"/>
                          </a:solidFill>
                          <a:latin typeface="Times New Roman"/>
                          <a:ea typeface="宋体"/>
                          <a:cs typeface="+mn-cs"/>
                        </a:rPr>
                        <a:t>/</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宋体"/>
                          <a:cs typeface="+mn-cs"/>
                        </a:rPr>
                        <a:t>0001b</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GS 1</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0010b</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GS 2</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0011b</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GS 3</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0100b</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GS 4</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0101b</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GS 5</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0110b</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GS 6</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0111b</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GS 7</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1000b</a:t>
                      </a:r>
                      <a:r>
                        <a:rPr lang="zh-CN" altLang="en-US" sz="1200" kern="100" baseline="0" dirty="0" smtClean="0">
                          <a:solidFill>
                            <a:schemeClr val="tx1"/>
                          </a:solidFill>
                          <a:latin typeface="Times New Roman"/>
                          <a:ea typeface="宋体"/>
                          <a:cs typeface="+mn-cs"/>
                        </a:rPr>
                        <a:t>：</a:t>
                      </a:r>
                      <a:r>
                        <a:rPr lang="en-US" altLang="zh-CN" sz="1200" kern="100" baseline="0" dirty="0" smtClean="0">
                          <a:solidFill>
                            <a:schemeClr val="tx1"/>
                          </a:solidFill>
                          <a:latin typeface="Times New Roman"/>
                          <a:ea typeface="宋体"/>
                          <a:cs typeface="+mn-cs"/>
                        </a:rPr>
                        <a:t>GS 8</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95195">
                <a:tc>
                  <a:txBody>
                    <a:bodyPr/>
                    <a:lstStyle/>
                    <a:p>
                      <a:pPr marL="342900" lvl="0" indent="-342900" algn="ctr" fontAlgn="base">
                        <a:spcAft>
                          <a:spcPts val="0"/>
                        </a:spcAft>
                        <a:buFont typeface="+mj-lt"/>
                        <a:buNone/>
                        <a:tabLst>
                          <a:tab pos="266700" algn="l"/>
                        </a:tabLst>
                      </a:pPr>
                      <a:r>
                        <a:rPr lang="en-US" altLang="zh-CN" sz="1200" kern="100" dirty="0" smtClean="0">
                          <a:solidFill>
                            <a:schemeClr val="tx1"/>
                          </a:solidFill>
                          <a:latin typeface="Times New Roman"/>
                          <a:ea typeface="+mn-ea"/>
                          <a:cs typeface="+mn-cs"/>
                        </a:rPr>
                        <a:t>TMYA039</a:t>
                      </a:r>
                      <a:endParaRPr lang="en-US" altLang="zh-CN" sz="1200" kern="100" dirty="0">
                        <a:solidFill>
                          <a:schemeClr val="tx1"/>
                        </a:solidFill>
                        <a:latin typeface="Times New Roman"/>
                        <a:ea typeface="+mn-ea"/>
                        <a:cs typeface="+mn-cs"/>
                      </a:endParaRP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altLang="zh-CN" sz="1200" kern="100" dirty="0" smtClean="0">
                          <a:latin typeface="Times New Roman"/>
                          <a:ea typeface="宋体"/>
                        </a:rPr>
                        <a:t>Antenna</a:t>
                      </a:r>
                      <a:r>
                        <a:rPr lang="en-US" altLang="zh-CN" sz="1200" kern="100" baseline="0" dirty="0" smtClean="0">
                          <a:latin typeface="Times New Roman"/>
                          <a:ea typeface="宋体"/>
                        </a:rPr>
                        <a:t> inner time </a:t>
                      </a:r>
                      <a:endParaRPr lang="zh-CN" sz="1200" kern="10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baseline="0" dirty="0" smtClean="0">
                          <a:solidFill>
                            <a:schemeClr val="tx1"/>
                          </a:solidFill>
                          <a:latin typeface="Times New Roman"/>
                          <a:ea typeface="宋体"/>
                          <a:cs typeface="+mn-cs"/>
                        </a:rPr>
                        <a:t>s</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宋体"/>
                          <a:cs typeface="+mn-cs"/>
                        </a:rPr>
                        <a:t>Lower 4 bits of inner second </a:t>
                      </a:r>
                      <a:r>
                        <a:rPr lang="en-US" altLang="zh-CN" sz="1200" kern="100" baseline="0" dirty="0" smtClean="0">
                          <a:solidFill>
                            <a:schemeClr val="tx1"/>
                          </a:solidFill>
                          <a:latin typeface="Times New Roman"/>
                          <a:ea typeface="+mn-ea"/>
                          <a:cs typeface="+mn-cs"/>
                        </a:rPr>
                        <a:t>(0~15)</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95195">
                <a:tc>
                  <a:txBody>
                    <a:bodyPr/>
                    <a:lstStyle/>
                    <a:p>
                      <a:pPr marL="342900" marR="0" lvl="0" indent="-342900" algn="ctr" defTabSz="914400" rtl="0" eaLnBrk="1" fontAlgn="base" latinLnBrk="0" hangingPunct="1">
                        <a:lnSpc>
                          <a:spcPct val="100000"/>
                        </a:lnSpc>
                        <a:spcBef>
                          <a:spcPts val="0"/>
                        </a:spcBef>
                        <a:spcAft>
                          <a:spcPts val="0"/>
                        </a:spcAft>
                        <a:buClrTx/>
                        <a:buSzTx/>
                        <a:buFont typeface="+mj-lt"/>
                        <a:buNone/>
                        <a:tabLst>
                          <a:tab pos="266700" algn="l"/>
                        </a:tabLst>
                        <a:defRPr/>
                      </a:pPr>
                      <a:r>
                        <a:rPr lang="en-US" altLang="zh-CN" sz="1200" kern="100" dirty="0" smtClean="0">
                          <a:latin typeface="Times New Roman"/>
                          <a:ea typeface="+mn-ea"/>
                        </a:rPr>
                        <a:t>TMYA040</a:t>
                      </a:r>
                    </a:p>
                  </a:txBody>
                  <a:tcPr marL="68580" marR="68580" marT="0" marB="0" anchor="ctr" anchorCtr="1">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宋体"/>
                          <a:cs typeface="+mn-cs"/>
                        </a:rPr>
                        <a:t>Injecting pack serial number of a</a:t>
                      </a:r>
                      <a:r>
                        <a:rPr lang="en-US" altLang="zh-CN" sz="1200" kern="100" dirty="0" smtClean="0">
                          <a:solidFill>
                            <a:schemeClr val="tx1"/>
                          </a:solidFill>
                          <a:latin typeface="Times New Roman"/>
                          <a:ea typeface="+mn-ea"/>
                          <a:cs typeface="+mn-cs"/>
                        </a:rPr>
                        <a:t>ntenna</a:t>
                      </a:r>
                      <a:endParaRPr lang="zh-CN" altLang="zh-CN" sz="1200" kern="10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latin typeface="Times New Roman"/>
                          <a:ea typeface="+mn-ea"/>
                        </a:rPr>
                        <a:t>DS</a:t>
                      </a:r>
                      <a:endParaRPr lang="zh-CN" altLang="en-US" sz="1200" kern="100" dirty="0">
                        <a:latin typeface="Times New Roman"/>
                        <a:ea typeface="+mn-ea"/>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200" kern="100" baseline="0" dirty="0" smtClean="0">
                          <a:solidFill>
                            <a:schemeClr val="tx1"/>
                          </a:solidFill>
                          <a:latin typeface="Times New Roman"/>
                          <a:ea typeface="宋体"/>
                          <a:cs typeface="+mn-cs"/>
                        </a:rPr>
                        <a:t>/</a:t>
                      </a:r>
                      <a:endParaRPr lang="zh-CN" altLang="zh-CN" sz="1200" kern="100" baseline="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baseline="0" dirty="0" smtClean="0">
                          <a:solidFill>
                            <a:schemeClr val="tx1"/>
                          </a:solidFill>
                          <a:latin typeface="Times New Roman"/>
                          <a:ea typeface="+mn-ea"/>
                          <a:cs typeface="+mn-cs"/>
                        </a:rPr>
                        <a:t>Lower 4 bits of injecting pack serial number (0~15)</a:t>
                      </a:r>
                      <a:endParaRPr lang="zh-CN" altLang="zh-CN" sz="1200" kern="100" dirty="0">
                        <a:solidFill>
                          <a:schemeClr val="tx1"/>
                        </a:solidFill>
                        <a:latin typeface="Times New Roman"/>
                        <a:ea typeface="宋体"/>
                        <a:cs typeface="+mn-cs"/>
                      </a:endParaRPr>
                    </a:p>
                  </a:txBody>
                  <a:tcPr marL="68580" marR="68580" marT="0" marB="0" anchor="ctr">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solidFill>
                  <a:schemeClr val="bg1">
                    <a:lumMod val="65000"/>
                  </a:schemeClr>
                </a:solidFill>
              </a:rPr>
              <a:t>CONTENTS</a:t>
            </a:r>
            <a:r>
              <a:rPr lang="zh-CN" altLang="en-US" dirty="0" smtClean="0"/>
              <a:t/>
            </a:r>
            <a:br>
              <a:rPr lang="zh-CN" altLang="en-US" dirty="0" smtClean="0"/>
            </a:br>
            <a:endParaRPr lang="zh-CN" altLang="en-US" dirty="0"/>
          </a:p>
        </p:txBody>
      </p:sp>
      <p:graphicFrame>
        <p:nvGraphicFramePr>
          <p:cNvPr id="6" name="内容占位符 5"/>
          <p:cNvGraphicFramePr>
            <a:graphicFrameLocks noGrp="1"/>
          </p:cNvGraphicFramePr>
          <p:nvPr>
            <p:ph idx="1"/>
          </p:nvPr>
        </p:nvGraphicFramePr>
        <p:xfrm>
          <a:off x="457200" y="1017985"/>
          <a:ext cx="8229600" cy="357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31</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86618344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t>4 Sequence of operation</a:t>
            </a:r>
            <a:endParaRPr lang="zh-CN" altLang="en-US" dirty="0"/>
          </a:p>
        </p:txBody>
      </p:sp>
      <p:sp>
        <p:nvSpPr>
          <p:cNvPr id="3" name="内容占位符 2"/>
          <p:cNvSpPr>
            <a:spLocks noGrp="1"/>
          </p:cNvSpPr>
          <p:nvPr>
            <p:ph idx="1"/>
          </p:nvPr>
        </p:nvSpPr>
        <p:spPr/>
        <p:txBody>
          <a:bodyPr/>
          <a:lstStyle/>
          <a:p>
            <a:endParaRPr lang="zh-CN" altLang="en-US"/>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32</a:t>
            </a:fld>
            <a:r>
              <a:rPr lang="zh-CN" altLang="en-US" smtClean="0"/>
              <a:t> </a:t>
            </a:r>
            <a:endParaRPr lang="zh-CN" altLang="en-US" dirty="0">
              <a:latin typeface="微软雅黑" pitchFamily="34" charset="-122"/>
              <a:ea typeface="微软雅黑" pitchFamily="34" charset="-122"/>
            </a:endParaRPr>
          </a:p>
        </p:txBody>
      </p:sp>
      <p:graphicFrame>
        <p:nvGraphicFramePr>
          <p:cNvPr id="6" name="图示 5"/>
          <p:cNvGraphicFramePr/>
          <p:nvPr/>
        </p:nvGraphicFramePr>
        <p:xfrm>
          <a:off x="340826" y="548636"/>
          <a:ext cx="8404167" cy="21862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图示 7"/>
          <p:cNvGraphicFramePr/>
          <p:nvPr/>
        </p:nvGraphicFramePr>
        <p:xfrm>
          <a:off x="285721" y="1768073"/>
          <a:ext cx="8404167" cy="218624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9" name="图示 8"/>
          <p:cNvGraphicFramePr/>
          <p:nvPr/>
        </p:nvGraphicFramePr>
        <p:xfrm>
          <a:off x="285721" y="3010849"/>
          <a:ext cx="8404167" cy="2186247"/>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a:r>
              <a:rPr lang="en-US" altLang="zh-CN" dirty="0" smtClean="0"/>
              <a:t>4 Sequence of operation</a:t>
            </a:r>
            <a:endParaRPr lang="zh-CN" altLang="en-US" dirty="0"/>
          </a:p>
        </p:txBody>
      </p:sp>
      <p:sp>
        <p:nvSpPr>
          <p:cNvPr id="3" name="内容占位符 2"/>
          <p:cNvSpPr>
            <a:spLocks noGrp="1"/>
          </p:cNvSpPr>
          <p:nvPr>
            <p:ph idx="1"/>
          </p:nvPr>
        </p:nvSpPr>
        <p:spPr/>
        <p:txBody>
          <a:bodyPr>
            <a:normAutofit fontScale="92500" lnSpcReduction="20000"/>
          </a:bodyPr>
          <a:lstStyle/>
          <a:p>
            <a:pPr marL="514350" indent="-514350">
              <a:buFont typeface="+mj-ea"/>
              <a:buAutoNum type="circleNumDbPlain"/>
            </a:pPr>
            <a:r>
              <a:rPr lang="en-US" altLang="zh-CN" dirty="0" smtClean="0"/>
              <a:t> Choosing SSM:</a:t>
            </a:r>
          </a:p>
          <a:p>
            <a:pPr>
              <a:buFont typeface="Wingdings" pitchFamily="2" charset="2"/>
              <a:buChar char="Ø"/>
            </a:pPr>
            <a:r>
              <a:rPr lang="en-US" altLang="zh-CN" sz="2800" b="0" dirty="0" smtClean="0"/>
              <a:t>Main SSM</a:t>
            </a:r>
          </a:p>
          <a:p>
            <a:pPr>
              <a:buFont typeface="Wingdings" pitchFamily="2" charset="2"/>
              <a:buChar char="Ø"/>
            </a:pPr>
            <a:r>
              <a:rPr lang="en-US" altLang="zh-CN" sz="2800" b="0" dirty="0" smtClean="0"/>
              <a:t>Standby SSM</a:t>
            </a:r>
          </a:p>
          <a:p>
            <a:pPr marL="514350" indent="-514350">
              <a:buFont typeface="+mj-ea"/>
              <a:buAutoNum type="circleNumDbPlain" startAt="2"/>
            </a:pPr>
            <a:r>
              <a:rPr lang="en-US" altLang="zh-CN" dirty="0" smtClean="0"/>
              <a:t> Choosing compression manner:</a:t>
            </a:r>
          </a:p>
          <a:p>
            <a:pPr>
              <a:buFont typeface="Wingdings" pitchFamily="2" charset="2"/>
              <a:buChar char="Ø"/>
            </a:pPr>
            <a:r>
              <a:rPr lang="en-US" altLang="zh-CN" sz="2800" b="0" dirty="0" smtClean="0"/>
              <a:t>Lossless compression</a:t>
            </a:r>
          </a:p>
          <a:p>
            <a:pPr>
              <a:buFont typeface="Wingdings" pitchFamily="2" charset="2"/>
              <a:buChar char="Ø"/>
            </a:pPr>
            <a:r>
              <a:rPr lang="en-US" altLang="zh-CN" sz="2800" b="0" dirty="0" smtClean="0"/>
              <a:t>2:1 compression</a:t>
            </a:r>
          </a:p>
          <a:p>
            <a:pPr>
              <a:buFont typeface="Wingdings" pitchFamily="2" charset="2"/>
              <a:buChar char="Ø"/>
            </a:pPr>
            <a:endParaRPr lang="en-US" altLang="zh-CN" dirty="0" smtClean="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33</a:t>
            </a:fld>
            <a:r>
              <a:rPr lang="zh-CN" altLang="en-US"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a:r>
              <a:rPr lang="en-US" altLang="zh-CN" dirty="0" smtClean="0"/>
              <a:t>4 Sequence of operation</a:t>
            </a:r>
            <a:endParaRPr lang="zh-CN" altLang="en-US" dirty="0"/>
          </a:p>
        </p:txBody>
      </p:sp>
      <p:sp>
        <p:nvSpPr>
          <p:cNvPr id="3" name="内容占位符 2"/>
          <p:cNvSpPr>
            <a:spLocks noGrp="1"/>
          </p:cNvSpPr>
          <p:nvPr>
            <p:ph idx="1"/>
          </p:nvPr>
        </p:nvSpPr>
        <p:spPr/>
        <p:txBody>
          <a:bodyPr>
            <a:normAutofit fontScale="92500" lnSpcReduction="10000"/>
          </a:bodyPr>
          <a:lstStyle/>
          <a:p>
            <a:pPr marL="514350" lvl="0" indent="-514350">
              <a:buFont typeface="+mj-ea"/>
              <a:buAutoNum type="circleNumDbPlain" startAt="3"/>
            </a:pPr>
            <a:r>
              <a:rPr lang="en-US" altLang="zh-CN" dirty="0" smtClean="0"/>
              <a:t> Setting of recording manner:</a:t>
            </a:r>
          </a:p>
          <a:p>
            <a:pPr>
              <a:buFont typeface="Wingdings" pitchFamily="2" charset="2"/>
              <a:buChar char="Ø"/>
            </a:pPr>
            <a:r>
              <a:rPr lang="en-US" altLang="zh-CN" sz="2800" b="0" dirty="0" smtClean="0"/>
              <a:t>Recording by sequence</a:t>
            </a:r>
          </a:p>
          <a:p>
            <a:pPr>
              <a:buFont typeface="Wingdings" pitchFamily="2" charset="2"/>
              <a:buChar char="Ø"/>
            </a:pPr>
            <a:r>
              <a:rPr lang="en-US" altLang="zh-CN" sz="2800" b="0" dirty="0" smtClean="0"/>
              <a:t>Recording by address</a:t>
            </a:r>
          </a:p>
          <a:p>
            <a:pPr marL="514350" lvl="0" indent="-514350">
              <a:buFont typeface="+mj-ea"/>
              <a:buAutoNum type="circleNumDbPlain" startAt="4"/>
            </a:pPr>
            <a:r>
              <a:rPr lang="en-US" altLang="zh-CN" sz="2800" dirty="0" smtClean="0"/>
              <a:t> Setting of replaying manner:</a:t>
            </a:r>
          </a:p>
          <a:p>
            <a:pPr>
              <a:buFont typeface="Wingdings" pitchFamily="2" charset="2"/>
              <a:buChar char="Ø"/>
            </a:pPr>
            <a:r>
              <a:rPr lang="en-US" altLang="zh-CN" sz="2800" b="0" dirty="0" smtClean="0"/>
              <a:t>Replaying by sequence</a:t>
            </a:r>
          </a:p>
          <a:p>
            <a:pPr>
              <a:buFont typeface="Wingdings" pitchFamily="2" charset="2"/>
              <a:buChar char="Ø"/>
            </a:pPr>
            <a:r>
              <a:rPr lang="en-US" altLang="zh-CN" sz="2800" b="0" dirty="0" smtClean="0"/>
              <a:t>Replaying by address</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34</a:t>
            </a:fld>
            <a:r>
              <a:rPr lang="zh-CN" altLang="en-US"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a:r>
              <a:rPr lang="en-US" altLang="zh-CN" dirty="0" smtClean="0"/>
              <a:t>4 Sequence of operation</a:t>
            </a:r>
            <a:endParaRPr lang="zh-CN" altLang="en-US" dirty="0"/>
          </a:p>
        </p:txBody>
      </p:sp>
      <p:sp>
        <p:nvSpPr>
          <p:cNvPr id="3" name="内容占位符 2"/>
          <p:cNvSpPr>
            <a:spLocks noGrp="1"/>
          </p:cNvSpPr>
          <p:nvPr>
            <p:ph idx="1"/>
          </p:nvPr>
        </p:nvSpPr>
        <p:spPr/>
        <p:txBody>
          <a:bodyPr>
            <a:normAutofit/>
          </a:bodyPr>
          <a:lstStyle/>
          <a:p>
            <a:pPr marL="514350" lvl="0" indent="-514350">
              <a:lnSpc>
                <a:spcPct val="200000"/>
              </a:lnSpc>
              <a:buFont typeface="+mj-ea"/>
              <a:buAutoNum type="circleNumDbPlain" startAt="5"/>
            </a:pPr>
            <a:r>
              <a:rPr lang="en-US" altLang="zh-CN" sz="2800" dirty="0" smtClean="0"/>
              <a:t>Setting of antenna pointing manner:</a:t>
            </a:r>
          </a:p>
          <a:p>
            <a:pPr>
              <a:lnSpc>
                <a:spcPct val="200000"/>
              </a:lnSpc>
              <a:buFont typeface="Wingdings" pitchFamily="2" charset="2"/>
              <a:buChar char="Ø"/>
            </a:pPr>
            <a:r>
              <a:rPr lang="en-US" altLang="zh-CN" sz="2800" b="0" dirty="0" smtClean="0"/>
              <a:t>Independent calculation mode </a:t>
            </a:r>
          </a:p>
          <a:p>
            <a:pPr>
              <a:lnSpc>
                <a:spcPct val="200000"/>
              </a:lnSpc>
              <a:buFont typeface="Wingdings" pitchFamily="2" charset="2"/>
              <a:buChar char="Ø"/>
            </a:pPr>
            <a:r>
              <a:rPr lang="en-US" altLang="zh-CN" sz="2800" b="0" dirty="0" smtClean="0"/>
              <a:t>Injection Pointing mode</a:t>
            </a:r>
          </a:p>
          <a:p>
            <a:pPr>
              <a:lnSpc>
                <a:spcPct val="200000"/>
              </a:lnSpc>
              <a:buFont typeface="Wingdings" pitchFamily="2" charset="2"/>
              <a:buChar char="Ø"/>
            </a:pPr>
            <a:r>
              <a:rPr lang="en-US" altLang="zh-CN" sz="2800" b="0" dirty="0" smtClean="0"/>
              <a:t>Idle mode</a:t>
            </a:r>
          </a:p>
          <a:p>
            <a:pPr>
              <a:buNone/>
            </a:pPr>
            <a:endParaRPr lang="en-US" altLang="zh-CN" sz="2800" b="0" dirty="0" smtClean="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35</a:t>
            </a:fld>
            <a:r>
              <a:rPr lang="zh-CN" altLang="en-US"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34529"/>
            <a:ext cx="9144000" cy="722710"/>
          </a:xfrm>
        </p:spPr>
        <p:txBody>
          <a:bodyPr rtlCol="0">
            <a:normAutofit/>
          </a:bodyPr>
          <a:lstStyle/>
          <a:p>
            <a:pPr>
              <a:defRPr/>
            </a:pPr>
            <a:r>
              <a:rPr lang="en-US" altLang="zh-CN" dirty="0" smtClean="0"/>
              <a:t>4 Sequence of operation</a:t>
            </a:r>
            <a:endParaRPr lang="en-US" altLang="zh-CN" dirty="0"/>
          </a:p>
        </p:txBody>
      </p:sp>
      <p:graphicFrame>
        <p:nvGraphicFramePr>
          <p:cNvPr id="5" name="表格 4"/>
          <p:cNvGraphicFramePr>
            <a:graphicFrameLocks noGrp="1"/>
          </p:cNvGraphicFramePr>
          <p:nvPr/>
        </p:nvGraphicFramePr>
        <p:xfrm>
          <a:off x="490540" y="964396"/>
          <a:ext cx="8224864" cy="3797019"/>
        </p:xfrm>
        <a:graphic>
          <a:graphicData uri="http://schemas.openxmlformats.org/drawingml/2006/table">
            <a:tbl>
              <a:tblPr/>
              <a:tblGrid>
                <a:gridCol w="800367">
                  <a:extLst>
                    <a:ext uri="{9D8B030D-6E8A-4147-A177-3AD203B41FA5}">
                      <a16:colId xmlns:a16="http://schemas.microsoft.com/office/drawing/2014/main" val="20000"/>
                    </a:ext>
                  </a:extLst>
                </a:gridCol>
                <a:gridCol w="2523279">
                  <a:extLst>
                    <a:ext uri="{9D8B030D-6E8A-4147-A177-3AD203B41FA5}">
                      <a16:colId xmlns:a16="http://schemas.microsoft.com/office/drawing/2014/main" val="20001"/>
                    </a:ext>
                  </a:extLst>
                </a:gridCol>
                <a:gridCol w="1778724">
                  <a:extLst>
                    <a:ext uri="{9D8B030D-6E8A-4147-A177-3AD203B41FA5}">
                      <a16:colId xmlns:a16="http://schemas.microsoft.com/office/drawing/2014/main" val="20002"/>
                    </a:ext>
                  </a:extLst>
                </a:gridCol>
                <a:gridCol w="1559923">
                  <a:extLst>
                    <a:ext uri="{9D8B030D-6E8A-4147-A177-3AD203B41FA5}">
                      <a16:colId xmlns:a16="http://schemas.microsoft.com/office/drawing/2014/main" val="20003"/>
                    </a:ext>
                  </a:extLst>
                </a:gridCol>
                <a:gridCol w="1562571">
                  <a:extLst>
                    <a:ext uri="{9D8B030D-6E8A-4147-A177-3AD203B41FA5}">
                      <a16:colId xmlns:a16="http://schemas.microsoft.com/office/drawing/2014/main" val="20004"/>
                    </a:ext>
                  </a:extLst>
                </a:gridCol>
              </a:tblGrid>
              <a:tr h="502718">
                <a:tc>
                  <a:txBody>
                    <a:bodyPr/>
                    <a:lstStyle/>
                    <a:p>
                      <a:pPr marL="0" marR="0" lvl="0" indent="0" algn="ctr" defTabSz="685800" rtl="0" eaLnBrk="1" fontAlgn="ctr" latinLnBrk="0" hangingPunct="1">
                        <a:lnSpc>
                          <a:spcPct val="100000"/>
                        </a:lnSpc>
                        <a:spcBef>
                          <a:spcPct val="0"/>
                        </a:spcBef>
                        <a:spcAft>
                          <a:spcPct val="0"/>
                        </a:spcAft>
                        <a:buClrTx/>
                        <a:buSzTx/>
                        <a:buFontTx/>
                        <a:buNone/>
                        <a:tabLst/>
                      </a:pPr>
                      <a:r>
                        <a:rPr kumimoji="0" lang="zh-CN" altLang="zh-CN" sz="1200" b="1" i="0" u="none" strike="noStrike" cap="none" normalizeH="0" baseline="0" dirty="0" smtClean="0">
                          <a:ln>
                            <a:noFill/>
                          </a:ln>
                          <a:solidFill>
                            <a:srgbClr val="FFFFFF"/>
                          </a:solidFill>
                          <a:effectLst/>
                          <a:latin typeface="Calibri" pitchFamily="34" charset="0"/>
                          <a:ea typeface="宋体" pitchFamily="2" charset="-122"/>
                        </a:rPr>
                        <a:t>No.</a:t>
                      </a: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p>
                      <a:pPr marL="0" marR="0" lvl="0" indent="0" algn="ctr" defTabSz="685800" rtl="0" eaLnBrk="1" fontAlgn="ctr" latinLnBrk="0" hangingPunct="1">
                        <a:lnSpc>
                          <a:spcPct val="100000"/>
                        </a:lnSpc>
                        <a:spcBef>
                          <a:spcPct val="0"/>
                        </a:spcBef>
                        <a:spcAft>
                          <a:spcPct val="0"/>
                        </a:spcAft>
                        <a:buClrTx/>
                        <a:buSzTx/>
                        <a:buFontTx/>
                        <a:buNone/>
                        <a:tabLst/>
                      </a:pPr>
                      <a:r>
                        <a:rPr kumimoji="0" lang="zh-CN" altLang="zh-CN" sz="1200" b="1" i="0" u="none" strike="noStrike" cap="none" normalizeH="0" baseline="0" dirty="0" smtClean="0">
                          <a:ln>
                            <a:noFill/>
                          </a:ln>
                          <a:solidFill>
                            <a:srgbClr val="FFFFFF"/>
                          </a:solidFill>
                          <a:effectLst/>
                          <a:latin typeface="Calibri" pitchFamily="34" charset="0"/>
                          <a:ea typeface="宋体" pitchFamily="2" charset="-122"/>
                        </a:rPr>
                        <a:t>Item</a:t>
                      </a: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smtClean="0">
                          <a:ln>
                            <a:noFill/>
                          </a:ln>
                          <a:solidFill>
                            <a:srgbClr val="FFFFFF"/>
                          </a:solidFill>
                          <a:effectLst/>
                          <a:latin typeface="Calibri" pitchFamily="34" charset="0"/>
                          <a:ea typeface="宋体" pitchFamily="2" charset="-122"/>
                        </a:rPr>
                        <a:t>Real Time</a:t>
                      </a:r>
                      <a:endParaRPr kumimoji="0" lang="zh-CN" altLang="en-US" sz="1200" b="1" i="0" u="none" strike="noStrike" cap="none" normalizeH="0" baseline="0" dirty="0" smtClean="0">
                        <a:ln>
                          <a:noFill/>
                        </a:ln>
                        <a:solidFill>
                          <a:srgbClr val="FFFFFF"/>
                        </a:solidFill>
                        <a:effectLst/>
                        <a:latin typeface="Calibri" pitchFamily="34" charset="0"/>
                        <a:ea typeface="宋体" pitchFamily="2" charset="-122"/>
                      </a:endParaRPr>
                    </a:p>
                  </a:txBody>
                  <a:tcPr marL="91443" marR="91443" marT="45698" marB="4569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smtClean="0">
                          <a:ln>
                            <a:noFill/>
                          </a:ln>
                          <a:solidFill>
                            <a:srgbClr val="FFFFFF"/>
                          </a:solidFill>
                          <a:effectLst/>
                          <a:latin typeface="Calibri" pitchFamily="34" charset="0"/>
                          <a:ea typeface="宋体" pitchFamily="2" charset="-122"/>
                        </a:rPr>
                        <a:t>Record</a:t>
                      </a:r>
                      <a:endParaRPr kumimoji="0" lang="zh-CN" altLang="en-US" sz="1200" b="1" i="0" u="none" strike="noStrike" cap="none" normalizeH="0" baseline="0" dirty="0" smtClean="0">
                        <a:ln>
                          <a:noFill/>
                        </a:ln>
                        <a:solidFill>
                          <a:srgbClr val="FFFFFF"/>
                        </a:solidFill>
                        <a:effectLst/>
                        <a:latin typeface="Calibri" pitchFamily="34" charset="0"/>
                        <a:ea typeface="宋体" pitchFamily="2" charset="-122"/>
                      </a:endParaRPr>
                    </a:p>
                  </a:txBody>
                  <a:tcPr marL="91443" marR="91443" marT="45698" marB="4569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smtClean="0">
                          <a:ln>
                            <a:noFill/>
                          </a:ln>
                          <a:solidFill>
                            <a:srgbClr val="FFFFFF"/>
                          </a:solidFill>
                          <a:effectLst/>
                          <a:latin typeface="Calibri" pitchFamily="34" charset="0"/>
                          <a:ea typeface="宋体" pitchFamily="2" charset="-122"/>
                        </a:rPr>
                        <a:t>Replay</a:t>
                      </a:r>
                      <a:endParaRPr kumimoji="0" lang="zh-CN" altLang="en-US" sz="1200" b="1" i="0" u="none" strike="noStrike" cap="none" normalizeH="0" baseline="0" dirty="0" smtClean="0">
                        <a:ln>
                          <a:noFill/>
                        </a:ln>
                        <a:solidFill>
                          <a:srgbClr val="FFFFFF"/>
                        </a:solidFill>
                        <a:effectLst/>
                        <a:latin typeface="Calibri" pitchFamily="34" charset="0"/>
                        <a:ea typeface="宋体" pitchFamily="2" charset="-122"/>
                      </a:endParaRPr>
                    </a:p>
                  </a:txBody>
                  <a:tcPr marL="91443" marR="91443" marT="45698" marB="4569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2">
                        <a:lumMod val="60000"/>
                        <a:lumOff val="40000"/>
                      </a:schemeClr>
                    </a:solidFill>
                  </a:tcPr>
                </a:tc>
                <a:extLst>
                  <a:ext uri="{0D108BD9-81ED-4DB2-BD59-A6C34878D82A}">
                    <a16:rowId xmlns:a16="http://schemas.microsoft.com/office/drawing/2014/main" val="10000"/>
                  </a:ext>
                </a:extLst>
              </a:tr>
              <a:tr h="373159">
                <a:tc>
                  <a:txBody>
                    <a:bodyPr/>
                    <a:lstStyle/>
                    <a:p>
                      <a:pPr marL="0" marR="0" lvl="0" indent="0" algn="ctr" defTabSz="6858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rPr>
                        <a:t>1 </a:t>
                      </a:r>
                      <a:endParaRPr kumimoji="0" lang="zh-CN" altLang="zh-CN" sz="1200" b="0" i="0" u="none" strike="noStrike" cap="none" normalizeH="0" baseline="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t" latinLnBrk="0" hangingPunct="1">
                        <a:lnSpc>
                          <a:spcPct val="100000"/>
                        </a:lnSpc>
                        <a:spcBef>
                          <a:spcPct val="0"/>
                        </a:spcBef>
                        <a:spcAft>
                          <a:spcPct val="0"/>
                        </a:spcAft>
                        <a:buClrTx/>
                        <a:buSzTx/>
                        <a:buFontTx/>
                        <a:buNone/>
                        <a:tabLst/>
                      </a:pPr>
                      <a:r>
                        <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rPr>
                        <a:t>Power on </a:t>
                      </a: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Integrated transmission machine</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10001"/>
                  </a:ext>
                </a:extLst>
              </a:tr>
              <a:tr h="360333">
                <a:tc>
                  <a:txBody>
                    <a:bodyPr/>
                    <a:lstStyle/>
                    <a:p>
                      <a:pPr marL="0" marR="0" lvl="0" indent="0" algn="ctr" defTabSz="6858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2</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lvl="0" algn="ctr"/>
                      <a:r>
                        <a:rPr lang="en-US" altLang="zh-CN" sz="1200" dirty="0" smtClean="0"/>
                        <a:t>Choosing SSM</a:t>
                      </a:r>
                      <a:endParaRPr lang="zh-CN" altLang="en-US" sz="1200" dirty="0"/>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2"/>
                  </a:ext>
                </a:extLst>
              </a:tr>
              <a:tr h="373159">
                <a:tc>
                  <a:txBody>
                    <a:bodyPr/>
                    <a:lstStyle/>
                    <a:p>
                      <a:pPr marL="0" marR="0" lvl="0" indent="0" algn="ctr" defTabSz="685800" rtl="0" eaLnBrk="1" fontAlgn="t" latinLnBrk="0" hangingPunct="1">
                        <a:lnSpc>
                          <a:spcPct val="100000"/>
                        </a:lnSpc>
                        <a:spcBef>
                          <a:spcPct val="0"/>
                        </a:spcBef>
                        <a:spcAft>
                          <a:spcPct val="0"/>
                        </a:spcAft>
                        <a:buClrTx/>
                        <a:buSzTx/>
                        <a:buFontTx/>
                        <a:buNone/>
                        <a:tabLst/>
                      </a:pPr>
                      <a:r>
                        <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rPr>
                        <a:t>3</a:t>
                      </a: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t" latinLnBrk="0" hangingPunct="1">
                        <a:lnSpc>
                          <a:spcPct val="100000"/>
                        </a:lnSpc>
                        <a:spcBef>
                          <a:spcPct val="0"/>
                        </a:spcBef>
                        <a:spcAft>
                          <a:spcPct val="0"/>
                        </a:spcAft>
                        <a:buClrTx/>
                        <a:buSzTx/>
                        <a:buFontTx/>
                        <a:buNone/>
                        <a:tabLst/>
                        <a:defRPr/>
                      </a:pPr>
                      <a:r>
                        <a:rPr lang="en-US" altLang="zh-CN" sz="1200" b="0" dirty="0" smtClean="0">
                          <a:latin typeface="Calibri" pitchFamily="34" charset="0"/>
                        </a:rPr>
                        <a:t>Choosing of compression manner</a:t>
                      </a:r>
                      <a:r>
                        <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rPr>
                        <a:t> </a:t>
                      </a: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10003"/>
                  </a:ext>
                </a:extLst>
              </a:tr>
              <a:tr h="360333">
                <a:tc>
                  <a:txBody>
                    <a:bodyPr/>
                    <a:lstStyle/>
                    <a:p>
                      <a:pPr marL="0" marR="0" lvl="0" indent="0" algn="ctr" defTabSz="6858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4</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t" latinLnBrk="0" hangingPunct="1">
                        <a:lnSpc>
                          <a:spcPct val="100000"/>
                        </a:lnSpc>
                        <a:spcBef>
                          <a:spcPct val="0"/>
                        </a:spcBef>
                        <a:spcAft>
                          <a:spcPct val="0"/>
                        </a:spcAft>
                        <a:buClrTx/>
                        <a:buSzTx/>
                        <a:buFontTx/>
                        <a:buNone/>
                        <a:tabLst/>
                        <a:defRPr/>
                      </a:pPr>
                      <a:r>
                        <a:rPr lang="en-US" altLang="zh-CN" sz="1200" dirty="0" smtClean="0"/>
                        <a:t>Setting of recording manner</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4"/>
                  </a:ext>
                </a:extLst>
              </a:tr>
              <a:tr h="360333">
                <a:tc>
                  <a:txBody>
                    <a:bodyPr/>
                    <a:lstStyle/>
                    <a:p>
                      <a:pPr marL="0" marR="0" lvl="0" indent="0" algn="ctr" defTabSz="6858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5</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t" latinLnBrk="0" hangingPunct="1">
                        <a:lnSpc>
                          <a:spcPct val="100000"/>
                        </a:lnSpc>
                        <a:spcBef>
                          <a:spcPct val="0"/>
                        </a:spcBef>
                        <a:spcAft>
                          <a:spcPct val="0"/>
                        </a:spcAft>
                        <a:buClrTx/>
                        <a:buSzTx/>
                        <a:buFontTx/>
                        <a:buNone/>
                        <a:tabLst/>
                        <a:defRPr/>
                      </a:pPr>
                      <a:r>
                        <a:rPr lang="en-US" altLang="zh-CN" sz="1200" b="0" dirty="0" smtClean="0">
                          <a:latin typeface="Calibri" pitchFamily="34" charset="0"/>
                        </a:rPr>
                        <a:t>Power on </a:t>
                      </a:r>
                      <a:r>
                        <a:rPr lang="en-US" altLang="zh-CN" sz="1200" b="0" dirty="0" smtClean="0"/>
                        <a:t>RF and antenna</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defRPr/>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10005"/>
                  </a:ext>
                </a:extLst>
              </a:tr>
              <a:tr h="373159">
                <a:tc>
                  <a:txBody>
                    <a:bodyPr/>
                    <a:lstStyle/>
                    <a:p>
                      <a:pPr marL="0" marR="0" lvl="0" indent="0" algn="ctr" defTabSz="6858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6</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t" latinLnBrk="0" hangingPunct="1">
                        <a:lnSpc>
                          <a:spcPct val="100000"/>
                        </a:lnSpc>
                        <a:spcBef>
                          <a:spcPct val="0"/>
                        </a:spcBef>
                        <a:spcAft>
                          <a:spcPct val="0"/>
                        </a:spcAft>
                        <a:buClrTx/>
                        <a:buSzTx/>
                        <a:buFontTx/>
                        <a:buNone/>
                        <a:tabLst/>
                        <a:defRPr/>
                      </a:pPr>
                      <a:r>
                        <a:rPr lang="en-US" altLang="zh-CN" sz="1200" dirty="0" smtClean="0"/>
                        <a:t>Setting of antenna pointing mode</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6"/>
                  </a:ext>
                </a:extLst>
              </a:tr>
              <a:tr h="360333">
                <a:tc>
                  <a:txBody>
                    <a:bodyPr/>
                    <a:lstStyle/>
                    <a:p>
                      <a:pPr marL="0" marR="0" lvl="0" indent="0" algn="ctr" defTabSz="6858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7</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t" latinLnBrk="0" hangingPunct="1">
                        <a:lnSpc>
                          <a:spcPct val="100000"/>
                        </a:lnSpc>
                        <a:spcBef>
                          <a:spcPct val="0"/>
                        </a:spcBef>
                        <a:spcAft>
                          <a:spcPct val="0"/>
                        </a:spcAft>
                        <a:buClrTx/>
                        <a:buSzTx/>
                        <a:buFontTx/>
                        <a:buNone/>
                        <a:tabLst/>
                        <a:defRPr/>
                      </a:pPr>
                      <a:r>
                        <a:rPr lang="en-US" altLang="zh-CN" sz="1200" dirty="0" smtClean="0"/>
                        <a:t>Setting of replaying manner</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10007"/>
                  </a:ext>
                </a:extLst>
              </a:tr>
              <a:tr h="360333">
                <a:tc>
                  <a:txBody>
                    <a:bodyPr/>
                    <a:lstStyle/>
                    <a:p>
                      <a:pPr marL="0" marR="0" lvl="0" indent="0" algn="ctr" defTabSz="6858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8</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t" latinLnBrk="0" hangingPunct="1">
                        <a:lnSpc>
                          <a:spcPct val="100000"/>
                        </a:lnSpc>
                        <a:spcBef>
                          <a:spcPct val="0"/>
                        </a:spcBef>
                        <a:spcAft>
                          <a:spcPct val="0"/>
                        </a:spcAft>
                        <a:buClrTx/>
                        <a:buSzTx/>
                        <a:buFontTx/>
                        <a:buNone/>
                        <a:tabLst/>
                        <a:defRPr/>
                      </a:pPr>
                      <a:r>
                        <a:rPr lang="en-US" altLang="zh-CN" sz="1200" b="0" dirty="0" smtClean="0">
                          <a:latin typeface="Calibri" pitchFamily="34" charset="0"/>
                        </a:rPr>
                        <a:t>Power off </a:t>
                      </a:r>
                      <a:r>
                        <a:rPr lang="en-US" altLang="zh-CN" sz="1200" b="0" dirty="0" smtClean="0"/>
                        <a:t>RF and antenna</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8"/>
                  </a:ext>
                </a:extLst>
              </a:tr>
              <a:tr h="373159">
                <a:tc>
                  <a:txBody>
                    <a:bodyPr/>
                    <a:lstStyle/>
                    <a:p>
                      <a:pPr marL="0" marR="0" lvl="0" indent="0" algn="ctr" defTabSz="685800" rtl="0" eaLnBrk="1" fontAlgn="t"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9</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t" latinLnBrk="0" hangingPunct="1">
                        <a:lnSpc>
                          <a:spcPct val="100000"/>
                        </a:lnSpc>
                        <a:spcBef>
                          <a:spcPct val="0"/>
                        </a:spcBef>
                        <a:spcAft>
                          <a:spcPct val="0"/>
                        </a:spcAft>
                        <a:buClrTx/>
                        <a:buSzTx/>
                        <a:buFontTx/>
                        <a:buNone/>
                        <a:tabLst/>
                        <a:defRPr/>
                      </a:pPr>
                      <a:r>
                        <a:rPr lang="en-US" altLang="zh-CN" sz="1200" b="0" dirty="0" smtClean="0">
                          <a:latin typeface="Calibri" pitchFamily="34" charset="0"/>
                        </a:rPr>
                        <a:t>Power off Integrated transmission machine</a:t>
                      </a:r>
                      <a:endParaRPr kumimoji="0" lang="zh-CN" altLang="zh-CN" sz="1200" b="0" i="0" u="none" strike="noStrike" cap="none" normalizeH="0" baseline="0" dirty="0" smtClean="0">
                        <a:ln>
                          <a:noFill/>
                        </a:ln>
                        <a:solidFill>
                          <a:srgbClr val="000000"/>
                        </a:solidFill>
                        <a:effectLst/>
                        <a:latin typeface="Times New Roman" pitchFamily="18" charset="0"/>
                        <a:ea typeface="宋体" pitchFamily="2" charset="-122"/>
                      </a:endParaRPr>
                    </a:p>
                  </a:txBody>
                  <a:tcPr marL="7403" marR="7403" marT="7399"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6858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Calibri" pitchFamily="34" charset="0"/>
                          <a:ea typeface="宋体" pitchFamily="2" charset="-122"/>
                        </a:rPr>
                        <a:t>•</a:t>
                      </a:r>
                      <a:endParaRPr kumimoji="0" lang="zh-CN" altLang="en-US" sz="1200" b="0" i="0" u="none" strike="noStrike" cap="none" normalizeH="0" baseline="0" dirty="0" smtClean="0">
                        <a:ln>
                          <a:noFill/>
                        </a:ln>
                        <a:solidFill>
                          <a:srgbClr val="000000"/>
                        </a:solidFill>
                        <a:effectLst/>
                        <a:latin typeface="Calibri" pitchFamily="34" charset="0"/>
                        <a:ea typeface="宋体" pitchFamily="2" charset="-122"/>
                      </a:endParaRPr>
                    </a:p>
                  </a:txBody>
                  <a:tcPr marL="91443" marR="91443" marT="45698" marB="4569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10009"/>
                  </a:ext>
                </a:extLst>
              </a:tr>
            </a:tbl>
          </a:graphicData>
        </a:graphic>
      </p:graphicFrame>
      <p:sp>
        <p:nvSpPr>
          <p:cNvPr id="67653" name="灯片编号占位符 2"/>
          <p:cNvSpPr>
            <a:spLocks noGrp="1"/>
          </p:cNvSpPr>
          <p:nvPr>
            <p:ph type="sldNum" sz="quarter" idx="4294967295"/>
          </p:nvPr>
        </p:nvSpPr>
        <p:spPr bwMode="auto">
          <a:xfrm>
            <a:off x="7885114" y="4767263"/>
            <a:ext cx="801687" cy="2738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1400">
                <a:solidFill>
                  <a:schemeClr val="tx1"/>
                </a:solidFill>
                <a:latin typeface="Arial" pitchFamily="34" charset="0"/>
                <a:ea typeface="宋体" pitchFamily="2" charset="-122"/>
              </a:defRPr>
            </a:lvl1pPr>
            <a:lvl2pPr marL="742950" indent="-285750" eaLnBrk="0" hangingPunct="0">
              <a:defRPr sz="1400">
                <a:solidFill>
                  <a:schemeClr val="tx1"/>
                </a:solidFill>
                <a:latin typeface="Arial" pitchFamily="34" charset="0"/>
                <a:ea typeface="宋体" pitchFamily="2" charset="-122"/>
              </a:defRPr>
            </a:lvl2pPr>
            <a:lvl3pPr marL="1143000" indent="-228600" eaLnBrk="0" hangingPunct="0">
              <a:defRPr sz="1400">
                <a:solidFill>
                  <a:schemeClr val="tx1"/>
                </a:solidFill>
                <a:latin typeface="Arial" pitchFamily="34" charset="0"/>
                <a:ea typeface="宋体" pitchFamily="2" charset="-122"/>
              </a:defRPr>
            </a:lvl3pPr>
            <a:lvl4pPr marL="1600200" indent="-228600" eaLnBrk="0" hangingPunct="0">
              <a:defRPr sz="1400">
                <a:solidFill>
                  <a:schemeClr val="tx1"/>
                </a:solidFill>
                <a:latin typeface="Arial" pitchFamily="34" charset="0"/>
                <a:ea typeface="宋体" pitchFamily="2" charset="-122"/>
              </a:defRPr>
            </a:lvl4pPr>
            <a:lvl5pPr marL="2057400" indent="-228600" eaLnBrk="0" hangingPunct="0">
              <a:defRPr sz="1400">
                <a:solidFill>
                  <a:schemeClr val="tx1"/>
                </a:solidFill>
                <a:latin typeface="Arial" pitchFamily="34" charset="0"/>
                <a:ea typeface="宋体" pitchFamily="2" charset="-122"/>
              </a:defRPr>
            </a:lvl5pPr>
            <a:lvl6pPr marL="2514600" indent="-228600" defTabSz="685800" eaLnBrk="0" fontAlgn="base" hangingPunct="0">
              <a:spcBef>
                <a:spcPct val="0"/>
              </a:spcBef>
              <a:spcAft>
                <a:spcPct val="0"/>
              </a:spcAft>
              <a:defRPr sz="1400">
                <a:solidFill>
                  <a:schemeClr val="tx1"/>
                </a:solidFill>
                <a:latin typeface="Arial" pitchFamily="34" charset="0"/>
                <a:ea typeface="宋体" pitchFamily="2" charset="-122"/>
              </a:defRPr>
            </a:lvl6pPr>
            <a:lvl7pPr marL="2971800" indent="-228600" defTabSz="685800" eaLnBrk="0" fontAlgn="base" hangingPunct="0">
              <a:spcBef>
                <a:spcPct val="0"/>
              </a:spcBef>
              <a:spcAft>
                <a:spcPct val="0"/>
              </a:spcAft>
              <a:defRPr sz="1400">
                <a:solidFill>
                  <a:schemeClr val="tx1"/>
                </a:solidFill>
                <a:latin typeface="Arial" pitchFamily="34" charset="0"/>
                <a:ea typeface="宋体" pitchFamily="2" charset="-122"/>
              </a:defRPr>
            </a:lvl7pPr>
            <a:lvl8pPr marL="3429000" indent="-228600" defTabSz="685800" eaLnBrk="0" fontAlgn="base" hangingPunct="0">
              <a:spcBef>
                <a:spcPct val="0"/>
              </a:spcBef>
              <a:spcAft>
                <a:spcPct val="0"/>
              </a:spcAft>
              <a:defRPr sz="1400">
                <a:solidFill>
                  <a:schemeClr val="tx1"/>
                </a:solidFill>
                <a:latin typeface="Arial" pitchFamily="34" charset="0"/>
                <a:ea typeface="宋体" pitchFamily="2" charset="-122"/>
              </a:defRPr>
            </a:lvl8pPr>
            <a:lvl9pPr marL="3886200" indent="-228600" defTabSz="685800" eaLnBrk="0" fontAlgn="base" hangingPunct="0">
              <a:spcBef>
                <a:spcPct val="0"/>
              </a:spcBef>
              <a:spcAft>
                <a:spcPct val="0"/>
              </a:spcAft>
              <a:defRPr sz="1400">
                <a:solidFill>
                  <a:schemeClr val="tx1"/>
                </a:solidFill>
                <a:latin typeface="Arial" pitchFamily="34" charset="0"/>
                <a:ea typeface="宋体" pitchFamily="2" charset="-122"/>
              </a:defRPr>
            </a:lvl9pPr>
          </a:lstStyle>
          <a:p>
            <a:pPr eaLnBrk="1" hangingPunct="1"/>
            <a:r>
              <a:rPr lang="en-US" altLang="zh-CN" sz="1200" smtClean="0">
                <a:solidFill>
                  <a:srgbClr val="000000"/>
                </a:solidFill>
                <a:latin typeface="微软雅黑" pitchFamily="34" charset="-122"/>
                <a:ea typeface="微软雅黑" pitchFamily="34" charset="-122"/>
              </a:rPr>
              <a:t>PAGE</a:t>
            </a:r>
            <a:r>
              <a:rPr lang="zh-CN" altLang="en-US" sz="1200" smtClean="0">
                <a:solidFill>
                  <a:srgbClr val="000000"/>
                </a:solidFill>
                <a:ea typeface="微软雅黑" pitchFamily="34" charset="-122"/>
              </a:rPr>
              <a:t> </a:t>
            </a:r>
            <a:fld id="{E1259C20-33A5-449C-A98C-E19B3D092476}" type="slidenum">
              <a:rPr lang="zh-CN" altLang="en-US" sz="1200" smtClean="0">
                <a:solidFill>
                  <a:srgbClr val="000000"/>
                </a:solidFill>
                <a:ea typeface="微软雅黑" pitchFamily="34" charset="-122"/>
              </a:rPr>
              <a:pPr eaLnBrk="1" hangingPunct="1"/>
              <a:t>36</a:t>
            </a:fld>
            <a:r>
              <a:rPr lang="zh-CN" altLang="en-US" sz="1200" smtClean="0">
                <a:solidFill>
                  <a:srgbClr val="000000"/>
                </a:solidFill>
                <a:ea typeface="微软雅黑" pitchFamily="34" charset="-122"/>
              </a:rPr>
              <a:t> </a:t>
            </a:r>
            <a:endParaRPr lang="zh-CN" altLang="en-US" sz="1200" smtClean="0">
              <a:solidFill>
                <a:srgbClr val="000000"/>
              </a:solidFill>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solidFill>
                  <a:schemeClr val="bg1">
                    <a:lumMod val="65000"/>
                  </a:schemeClr>
                </a:solidFill>
              </a:rPr>
              <a:t>CONTENTS</a:t>
            </a:r>
            <a:r>
              <a:rPr lang="zh-CN" altLang="en-US" dirty="0" smtClean="0"/>
              <a:t/>
            </a:r>
            <a:br>
              <a:rPr lang="zh-CN" altLang="en-US" dirty="0" smtClean="0"/>
            </a:br>
            <a:endParaRPr lang="zh-CN" altLang="en-US" dirty="0"/>
          </a:p>
        </p:txBody>
      </p:sp>
      <p:graphicFrame>
        <p:nvGraphicFramePr>
          <p:cNvPr id="6" name="内容占位符 5"/>
          <p:cNvGraphicFramePr>
            <a:graphicFrameLocks noGrp="1"/>
          </p:cNvGraphicFramePr>
          <p:nvPr>
            <p:ph idx="1"/>
          </p:nvPr>
        </p:nvGraphicFramePr>
        <p:xfrm>
          <a:off x="457200" y="1017985"/>
          <a:ext cx="8229600" cy="357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37</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86618344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77500" lnSpcReduction="20000"/>
          </a:bodyPr>
          <a:lstStyle/>
          <a:p>
            <a:pPr marL="514350" indent="-514350">
              <a:spcBef>
                <a:spcPts val="1200"/>
              </a:spcBef>
              <a:buFont typeface="+mj-ea"/>
              <a:buAutoNum type="circleNumDbPlain"/>
            </a:pPr>
            <a:r>
              <a:rPr lang="en-US" altLang="zh-CN" sz="2000" b="0" dirty="0" smtClean="0">
                <a:solidFill>
                  <a:schemeClr val="accent1">
                    <a:lumMod val="75000"/>
                  </a:schemeClr>
                </a:solidFill>
              </a:rPr>
              <a:t> The FPGA load time of integrated transmission machine is less than 15 seconds,  namely 15 seconds after the Integrated transmission machine is powered on, following is allowed.</a:t>
            </a:r>
          </a:p>
          <a:p>
            <a:pPr marL="514350" indent="-514350">
              <a:spcBef>
                <a:spcPts val="1200"/>
              </a:spcBef>
              <a:buFont typeface="+mj-ea"/>
              <a:buAutoNum type="circleNumDbPlain"/>
            </a:pPr>
            <a:r>
              <a:rPr lang="en-US" altLang="zh-CN" sz="2000" b="0" dirty="0" smtClean="0">
                <a:solidFill>
                  <a:schemeClr val="accent1">
                    <a:lumMod val="75000"/>
                  </a:schemeClr>
                </a:solidFill>
              </a:rPr>
              <a:t>The FPGA load time of phase-array antenna is less than 8 seconds, namely 8 seconds after the phase-array antenna is powered on, the antenna starts to work normally.</a:t>
            </a:r>
          </a:p>
          <a:p>
            <a:pPr marL="514350" indent="-514350">
              <a:spcBef>
                <a:spcPts val="1200"/>
              </a:spcBef>
              <a:buFont typeface="+mj-ea"/>
              <a:buAutoNum type="circleNumDbPlain"/>
            </a:pPr>
            <a:r>
              <a:rPr lang="en-US" altLang="zh-CN" sz="2000" b="0" dirty="0" smtClean="0">
                <a:solidFill>
                  <a:schemeClr val="accent1">
                    <a:lumMod val="75000"/>
                  </a:schemeClr>
                </a:solidFill>
              </a:rPr>
              <a:t>The erasing time of main/standby SSM is less than 4.5 minutes, and the self-test time of main/standby SSM is less than 6 minutes.</a:t>
            </a:r>
          </a:p>
          <a:p>
            <a:pPr marL="514350" indent="-514350">
              <a:spcBef>
                <a:spcPts val="1200"/>
              </a:spcBef>
              <a:buFont typeface="+mj-ea"/>
              <a:buAutoNum type="circleNumDbPlain"/>
            </a:pPr>
            <a:r>
              <a:rPr lang="en-US" altLang="zh-CN" sz="2000" b="0" dirty="0" smtClean="0">
                <a:solidFill>
                  <a:schemeClr val="accent1">
                    <a:lumMod val="75000"/>
                  </a:schemeClr>
                </a:solidFill>
              </a:rPr>
              <a:t>The SSM main/standby state is exclusive in the process of one working task.</a:t>
            </a:r>
          </a:p>
          <a:p>
            <a:pPr marL="514350" indent="-514350">
              <a:spcBef>
                <a:spcPts val="1200"/>
              </a:spcBef>
              <a:buFont typeface="+mj-ea"/>
              <a:buAutoNum type="circleNumDbPlain"/>
            </a:pPr>
            <a:endParaRPr lang="en-US" altLang="zh-CN" sz="2000" b="0" dirty="0" smtClean="0">
              <a:solidFill>
                <a:schemeClr val="accent1">
                  <a:lumMod val="75000"/>
                </a:schemeClr>
              </a:solidFill>
            </a:endParaRP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38</a:t>
            </a:fld>
            <a:r>
              <a:rPr lang="zh-CN" altLang="en-US" smtClean="0"/>
              <a:t> </a:t>
            </a:r>
            <a:endParaRPr lang="zh-CN" altLang="en-US" dirty="0">
              <a:latin typeface="微软雅黑" pitchFamily="34" charset="-122"/>
              <a:ea typeface="微软雅黑" pitchFamily="34" charset="-122"/>
            </a:endParaRPr>
          </a:p>
        </p:txBody>
      </p:sp>
      <p:sp>
        <p:nvSpPr>
          <p:cNvPr id="6" name="标题 5"/>
          <p:cNvSpPr>
            <a:spLocks noGrp="1"/>
          </p:cNvSpPr>
          <p:nvPr>
            <p:ph type="title"/>
          </p:nvPr>
        </p:nvSpPr>
        <p:spPr/>
        <p:txBody>
          <a:bodyPr/>
          <a:lstStyle/>
          <a:p>
            <a:r>
              <a:rPr lang="en-US" altLang="zh-CN" dirty="0" smtClean="0"/>
              <a:t>5 Important notice</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85000" lnSpcReduction="10000"/>
          </a:bodyPr>
          <a:lstStyle/>
          <a:p>
            <a:pPr marL="514350" indent="-514350">
              <a:spcBef>
                <a:spcPts val="1200"/>
              </a:spcBef>
              <a:buFont typeface="+mj-ea"/>
              <a:buAutoNum type="circleNumDbPlain" startAt="5"/>
            </a:pPr>
            <a:r>
              <a:rPr lang="en-US" altLang="zh-CN" sz="2000" b="0" dirty="0" smtClean="0">
                <a:solidFill>
                  <a:schemeClr val="accent1">
                    <a:lumMod val="75000"/>
                  </a:schemeClr>
                </a:solidFill>
              </a:rPr>
              <a:t>The compression state is exclusive in the process of one working task, namely lossless compression or 2:1 compression.</a:t>
            </a:r>
          </a:p>
          <a:p>
            <a:pPr marL="514350" indent="-514350">
              <a:spcBef>
                <a:spcPts val="1200"/>
              </a:spcBef>
              <a:buFont typeface="+mj-ea"/>
              <a:buAutoNum type="circleNumDbPlain" startAt="5"/>
            </a:pPr>
            <a:r>
              <a:rPr lang="en-US" altLang="zh-CN" sz="2000" b="0" dirty="0" smtClean="0">
                <a:solidFill>
                  <a:schemeClr val="accent1">
                    <a:lumMod val="75000"/>
                  </a:schemeClr>
                </a:solidFill>
              </a:rPr>
              <a:t>SSM pointer restoring command must be executed before recording or replaying operation, similarly SSM pointer saving command must be executed after recording or replaying operation.</a:t>
            </a:r>
          </a:p>
          <a:p>
            <a:pPr marL="514350" indent="-514350">
              <a:spcBef>
                <a:spcPts val="1200"/>
              </a:spcBef>
              <a:buFont typeface="+mj-ea"/>
              <a:buAutoNum type="circleNumDbPlain" startAt="5"/>
            </a:pPr>
            <a:r>
              <a:rPr lang="en-US" altLang="zh-CN" sz="2000" b="0" dirty="0" smtClean="0">
                <a:solidFill>
                  <a:schemeClr val="accent1">
                    <a:lumMod val="75000"/>
                  </a:schemeClr>
                </a:solidFill>
              </a:rPr>
              <a:t>When the SSM is recording by sequence, recording pointer is increasing from 0 to (16383-number of bad blocks). The SSM stop recording when the SSM is full.</a:t>
            </a:r>
          </a:p>
          <a:p>
            <a:pPr marL="514350" indent="-514350">
              <a:spcBef>
                <a:spcPts val="1200"/>
              </a:spcBef>
              <a:buFont typeface="+mj-ea"/>
              <a:buAutoNum type="circleNumDbPlain" startAt="5"/>
            </a:pPr>
            <a:endParaRPr lang="zh-CN" altLang="en-US" sz="2000" b="0" dirty="0" smtClean="0">
              <a:solidFill>
                <a:schemeClr val="accent1">
                  <a:lumMod val="75000"/>
                </a:schemeClr>
              </a:solidFill>
            </a:endParaRPr>
          </a:p>
          <a:p>
            <a:pPr marL="514350" indent="-514350">
              <a:spcBef>
                <a:spcPts val="1200"/>
              </a:spcBef>
              <a:buFont typeface="+mj-ea"/>
              <a:buAutoNum type="circleNumDbPlain" startAt="5"/>
            </a:pPr>
            <a:endParaRPr lang="en-US" altLang="zh-CN" sz="2000" b="0" dirty="0" smtClean="0">
              <a:solidFill>
                <a:schemeClr val="accent1">
                  <a:lumMod val="75000"/>
                </a:schemeClr>
              </a:solidFill>
            </a:endParaRP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39</a:t>
            </a:fld>
            <a:r>
              <a:rPr lang="zh-CN" altLang="en-US" smtClean="0"/>
              <a:t> </a:t>
            </a:r>
            <a:endParaRPr lang="zh-CN" altLang="en-US" dirty="0">
              <a:latin typeface="微软雅黑" pitchFamily="34" charset="-122"/>
              <a:ea typeface="微软雅黑" pitchFamily="34" charset="-122"/>
            </a:endParaRPr>
          </a:p>
        </p:txBody>
      </p:sp>
      <p:sp>
        <p:nvSpPr>
          <p:cNvPr id="6" name="标题 5"/>
          <p:cNvSpPr>
            <a:spLocks noGrp="1"/>
          </p:cNvSpPr>
          <p:nvPr>
            <p:ph type="title"/>
          </p:nvPr>
        </p:nvSpPr>
        <p:spPr/>
        <p:txBody>
          <a:bodyPr/>
          <a:lstStyle/>
          <a:p>
            <a:r>
              <a:rPr lang="en-US" altLang="zh-CN" dirty="0" smtClean="0"/>
              <a:t>5 Important notice</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92500"/>
          </a:bodyPr>
          <a:lstStyle/>
          <a:p>
            <a:pPr marL="514350" indent="-514350">
              <a:spcBef>
                <a:spcPts val="1200"/>
              </a:spcBef>
              <a:buFont typeface="+mj-ea"/>
              <a:buAutoNum type="circleNumDbPlain" startAt="8"/>
            </a:pPr>
            <a:r>
              <a:rPr lang="en-US" altLang="zh-CN" sz="1800" b="0" dirty="0" smtClean="0">
                <a:solidFill>
                  <a:schemeClr val="accent1">
                    <a:lumMod val="75000"/>
                  </a:schemeClr>
                </a:solidFill>
              </a:rPr>
              <a:t>When the SSM is replaying by sequence, replaying pointer is increasing from 0 to (16383-number of bad blocks). The SSM stop replaying when the SSM is already replayed over.</a:t>
            </a:r>
          </a:p>
          <a:p>
            <a:pPr marL="514350" indent="-514350">
              <a:spcBef>
                <a:spcPts val="1200"/>
              </a:spcBef>
              <a:buFont typeface="+mj-ea"/>
              <a:buAutoNum type="circleNumDbPlain" startAt="8"/>
            </a:pPr>
            <a:r>
              <a:rPr lang="en-US" altLang="zh-CN" sz="1800" b="0" dirty="0" smtClean="0">
                <a:solidFill>
                  <a:schemeClr val="accent1">
                    <a:lumMod val="75000"/>
                  </a:schemeClr>
                </a:solidFill>
              </a:rPr>
              <a:t>When the SSM is replaying by address, The SSM stop replaying when the replaying pointer arrives the </a:t>
            </a:r>
            <a:r>
              <a:rPr lang="en-US" altLang="zh-CN" sz="2000" b="0" dirty="0" smtClean="0">
                <a:solidFill>
                  <a:schemeClr val="accent1">
                    <a:lumMod val="75000"/>
                  </a:schemeClr>
                </a:solidFill>
              </a:rPr>
              <a:t>designated ending address by block2.</a:t>
            </a:r>
          </a:p>
          <a:p>
            <a:pPr marL="514350" indent="-514350">
              <a:spcBef>
                <a:spcPts val="1200"/>
              </a:spcBef>
              <a:buFont typeface="+mj-ea"/>
              <a:buAutoNum type="circleNumDbPlain" startAt="8"/>
            </a:pPr>
            <a:r>
              <a:rPr lang="en-US" altLang="zh-CN" sz="1800" b="0" dirty="0" smtClean="0">
                <a:solidFill>
                  <a:schemeClr val="accent1">
                    <a:lumMod val="75000"/>
                  </a:schemeClr>
                </a:solidFill>
              </a:rPr>
              <a:t>Before the phase-array antenna uses injection pointing mode, the angle pointing data block(block4) must be injected in idle mode, namely turning off the Independent calculation mode. </a:t>
            </a:r>
          </a:p>
          <a:p>
            <a:pPr marL="514350" indent="-514350">
              <a:spcBef>
                <a:spcPts val="1200"/>
              </a:spcBef>
              <a:buFont typeface="+mj-ea"/>
              <a:buAutoNum type="circleNumDbPlain" startAt="8"/>
            </a:pPr>
            <a:endParaRPr lang="en-US" altLang="zh-CN" sz="2000" b="0" dirty="0" smtClean="0">
              <a:solidFill>
                <a:schemeClr val="accent1">
                  <a:lumMod val="75000"/>
                </a:schemeClr>
              </a:solidFill>
            </a:endParaRPr>
          </a:p>
          <a:p>
            <a:pPr marL="514350" indent="-514350">
              <a:spcBef>
                <a:spcPts val="1200"/>
              </a:spcBef>
              <a:buFont typeface="+mj-ea"/>
              <a:buAutoNum type="circleNumDbPlain" startAt="8"/>
            </a:pPr>
            <a:endParaRPr lang="en-US" altLang="zh-CN" sz="2000" b="0" dirty="0" smtClean="0">
              <a:solidFill>
                <a:schemeClr val="accent1">
                  <a:lumMod val="75000"/>
                </a:schemeClr>
              </a:solidFill>
            </a:endParaRP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40</a:t>
            </a:fld>
            <a:r>
              <a:rPr lang="zh-CN" altLang="en-US" smtClean="0"/>
              <a:t> </a:t>
            </a:r>
            <a:endParaRPr lang="zh-CN" altLang="en-US" dirty="0">
              <a:latin typeface="微软雅黑" pitchFamily="34" charset="-122"/>
              <a:ea typeface="微软雅黑" pitchFamily="34" charset="-122"/>
            </a:endParaRPr>
          </a:p>
        </p:txBody>
      </p:sp>
      <p:sp>
        <p:nvSpPr>
          <p:cNvPr id="6" name="标题 5"/>
          <p:cNvSpPr>
            <a:spLocks noGrp="1"/>
          </p:cNvSpPr>
          <p:nvPr>
            <p:ph type="title"/>
          </p:nvPr>
        </p:nvSpPr>
        <p:spPr/>
        <p:txBody>
          <a:bodyPr/>
          <a:lstStyle/>
          <a:p>
            <a:r>
              <a:rPr lang="en-US" altLang="zh-CN" dirty="0" smtClean="0"/>
              <a:t>5 Important notice</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solidFill>
                  <a:schemeClr val="bg1">
                    <a:lumMod val="65000"/>
                  </a:schemeClr>
                </a:solidFill>
              </a:rPr>
              <a:t>CONTENTS</a:t>
            </a:r>
            <a:r>
              <a:rPr lang="zh-CN" altLang="en-US" dirty="0" smtClean="0"/>
              <a:t/>
            </a:r>
            <a:br>
              <a:rPr lang="zh-CN" altLang="en-US" dirty="0" smtClean="0"/>
            </a:br>
            <a:endParaRPr lang="zh-CN" altLang="en-US" dirty="0"/>
          </a:p>
        </p:txBody>
      </p:sp>
      <p:graphicFrame>
        <p:nvGraphicFramePr>
          <p:cNvPr id="6" name="内容占位符 5"/>
          <p:cNvGraphicFramePr>
            <a:graphicFrameLocks noGrp="1"/>
          </p:cNvGraphicFramePr>
          <p:nvPr>
            <p:ph idx="1"/>
          </p:nvPr>
        </p:nvGraphicFramePr>
        <p:xfrm>
          <a:off x="457200" y="1017985"/>
          <a:ext cx="8229600" cy="357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41</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86618344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lvl="0"/>
            <a:r>
              <a:rPr lang="en-US" dirty="0" smtClean="0"/>
              <a:t>The Anomaly Operation </a:t>
            </a:r>
            <a:r>
              <a:rPr lang="en-US" altLang="zh-CN" dirty="0" smtClean="0"/>
              <a:t>in orbit</a:t>
            </a:r>
            <a:r>
              <a:rPr lang="zh-CN" altLang="en-US" dirty="0" smtClean="0"/>
              <a:t/>
            </a:r>
            <a:br>
              <a:rPr lang="zh-CN" altLang="en-US" dirty="0" smtClean="0"/>
            </a:b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42</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298772301"/>
              </p:ext>
            </p:extLst>
          </p:nvPr>
        </p:nvGraphicFramePr>
        <p:xfrm>
          <a:off x="285721" y="964395"/>
          <a:ext cx="8286807" cy="3750495"/>
        </p:xfrm>
        <a:graphic>
          <a:graphicData uri="http://schemas.openxmlformats.org/drawingml/2006/table">
            <a:tbl>
              <a:tblPr firstRow="1" firstCol="1" bandRow="1">
                <a:tableStyleId>{5C22544A-7EE6-4342-B048-85BDC9FD1C3A}</a:tableStyleId>
              </a:tblPr>
              <a:tblGrid>
                <a:gridCol w="450468">
                  <a:extLst>
                    <a:ext uri="{9D8B030D-6E8A-4147-A177-3AD203B41FA5}">
                      <a16:colId xmlns:a16="http://schemas.microsoft.com/office/drawing/2014/main" val="20000"/>
                    </a:ext>
                  </a:extLst>
                </a:gridCol>
                <a:gridCol w="1692672">
                  <a:extLst>
                    <a:ext uri="{9D8B030D-6E8A-4147-A177-3AD203B41FA5}">
                      <a16:colId xmlns:a16="http://schemas.microsoft.com/office/drawing/2014/main" val="20001"/>
                    </a:ext>
                  </a:extLst>
                </a:gridCol>
                <a:gridCol w="1428760">
                  <a:extLst>
                    <a:ext uri="{9D8B030D-6E8A-4147-A177-3AD203B41FA5}">
                      <a16:colId xmlns:a16="http://schemas.microsoft.com/office/drawing/2014/main" val="20002"/>
                    </a:ext>
                  </a:extLst>
                </a:gridCol>
                <a:gridCol w="1714512">
                  <a:extLst>
                    <a:ext uri="{9D8B030D-6E8A-4147-A177-3AD203B41FA5}">
                      <a16:colId xmlns:a16="http://schemas.microsoft.com/office/drawing/2014/main" val="20003"/>
                    </a:ext>
                  </a:extLst>
                </a:gridCol>
                <a:gridCol w="1785950">
                  <a:extLst>
                    <a:ext uri="{9D8B030D-6E8A-4147-A177-3AD203B41FA5}">
                      <a16:colId xmlns:a16="http://schemas.microsoft.com/office/drawing/2014/main" val="20004"/>
                    </a:ext>
                  </a:extLst>
                </a:gridCol>
                <a:gridCol w="1214445">
                  <a:extLst>
                    <a:ext uri="{9D8B030D-6E8A-4147-A177-3AD203B41FA5}">
                      <a16:colId xmlns:a16="http://schemas.microsoft.com/office/drawing/2014/main" val="20005"/>
                    </a:ext>
                  </a:extLst>
                </a:gridCol>
              </a:tblGrid>
              <a:tr h="533475">
                <a:tc>
                  <a:txBody>
                    <a:bodyPr/>
                    <a:lstStyle/>
                    <a:p>
                      <a:pPr algn="just">
                        <a:lnSpc>
                          <a:spcPct val="150000"/>
                        </a:lnSpc>
                        <a:spcAft>
                          <a:spcPts val="0"/>
                        </a:spcAft>
                      </a:pPr>
                      <a:r>
                        <a:rPr lang="en-US" sz="1200" kern="100" dirty="0" smtClean="0">
                          <a:effectLst/>
                          <a:latin typeface="Times New Roman" pitchFamily="18" charset="0"/>
                          <a:cs typeface="Times New Roman" pitchFamily="18" charset="0"/>
                        </a:rPr>
                        <a:t>No</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Failure Mode</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Reason</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Failure Analysis</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Failure Detection</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Action</a:t>
                      </a:r>
                      <a:endParaRPr lang="zh-CN" sz="1200" kern="100" dirty="0">
                        <a:effectLst/>
                        <a:latin typeface="Times New Roman" pitchFamily="18" charset="0"/>
                        <a:ea typeface="宋体"/>
                        <a:cs typeface="Times New Roman" pitchFamily="18" charset="0"/>
                      </a:endParaRPr>
                    </a:p>
                  </a:txBody>
                  <a:tcPr marL="61722" marR="61722" marT="0" marB="0" anchor="ctr"/>
                </a:tc>
                <a:extLst>
                  <a:ext uri="{0D108BD9-81ED-4DB2-BD59-A6C34878D82A}">
                    <a16:rowId xmlns:a16="http://schemas.microsoft.com/office/drawing/2014/main" val="10000"/>
                  </a:ext>
                </a:extLst>
              </a:tr>
              <a:tr h="1440555">
                <a:tc>
                  <a:txBody>
                    <a:bodyPr/>
                    <a:lstStyle/>
                    <a:p>
                      <a:pPr marL="342900" lvl="0" indent="-342900" algn="just">
                        <a:lnSpc>
                          <a:spcPct val="150000"/>
                        </a:lnSpc>
                        <a:spcAft>
                          <a:spcPts val="0"/>
                        </a:spcAft>
                        <a:buFont typeface="+mj-lt"/>
                        <a:buNone/>
                      </a:pPr>
                      <a:r>
                        <a:rPr lang="en-US" altLang="zh-CN" sz="1200" kern="100" dirty="0" smtClean="0">
                          <a:effectLst/>
                          <a:latin typeface="Times New Roman" pitchFamily="18" charset="0"/>
                          <a:ea typeface="宋体"/>
                          <a:cs typeface="Times New Roman" pitchFamily="18" charset="0"/>
                        </a:rPr>
                        <a:t>1</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just">
                        <a:lnSpc>
                          <a:spcPct val="150000"/>
                        </a:lnSpc>
                        <a:spcAft>
                          <a:spcPts val="0"/>
                        </a:spcAft>
                      </a:pPr>
                      <a:r>
                        <a:rPr lang="en-US" sz="1200" kern="100" dirty="0" smtClean="0">
                          <a:effectLst/>
                          <a:latin typeface="Times New Roman" pitchFamily="18" charset="0"/>
                          <a:cs typeface="Times New Roman" pitchFamily="18" charset="0"/>
                        </a:rPr>
                        <a:t>Integrated transmission machine</a:t>
                      </a:r>
                      <a:r>
                        <a:rPr lang="en-US" sz="1200" kern="100" baseline="0" dirty="0" smtClean="0">
                          <a:effectLst/>
                          <a:latin typeface="Times New Roman" pitchFamily="18" charset="0"/>
                          <a:cs typeface="Times New Roman" pitchFamily="18" charset="0"/>
                        </a:rPr>
                        <a:t> doesn’t be powered on</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just">
                        <a:lnSpc>
                          <a:spcPct val="150000"/>
                        </a:lnSpc>
                        <a:spcAft>
                          <a:spcPts val="0"/>
                        </a:spcAft>
                      </a:pPr>
                      <a:r>
                        <a:rPr lang="en-US" sz="1200" kern="100" dirty="0" smtClean="0">
                          <a:effectLst/>
                          <a:latin typeface="Times New Roman" pitchFamily="18" charset="0"/>
                          <a:cs typeface="Times New Roman" pitchFamily="18" charset="0"/>
                        </a:rPr>
                        <a:t>Command can’t be transmitted or executed</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l">
                        <a:lnSpc>
                          <a:spcPct val="150000"/>
                        </a:lnSpc>
                        <a:spcAft>
                          <a:spcPts val="0"/>
                        </a:spcAft>
                      </a:pPr>
                      <a:r>
                        <a:rPr lang="en-US" sz="1200" kern="100" dirty="0" smtClean="0">
                          <a:effectLst/>
                          <a:latin typeface="Times New Roman" pitchFamily="18" charset="0"/>
                          <a:cs typeface="Times New Roman" pitchFamily="18" charset="0"/>
                        </a:rPr>
                        <a:t>TDS</a:t>
                      </a:r>
                      <a:r>
                        <a:rPr lang="en-US" sz="1200" kern="100" baseline="0" dirty="0" smtClean="0">
                          <a:effectLst/>
                          <a:latin typeface="Times New Roman" pitchFamily="18" charset="0"/>
                          <a:cs typeface="Times New Roman" pitchFamily="18" charset="0"/>
                        </a:rPr>
                        <a:t> can’t work normally</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l">
                        <a:spcAft>
                          <a:spcPts val="0"/>
                        </a:spcAft>
                      </a:pPr>
                      <a:r>
                        <a:rPr lang="en-US" altLang="zh-CN" sz="1200" kern="100" dirty="0" smtClean="0">
                          <a:solidFill>
                            <a:schemeClr val="tx1"/>
                          </a:solidFill>
                          <a:latin typeface="Times New Roman"/>
                          <a:ea typeface="+mn-ea"/>
                          <a:cs typeface="+mn-cs"/>
                        </a:rPr>
                        <a:t>FPGA</a:t>
                      </a:r>
                      <a:r>
                        <a:rPr lang="en-US" altLang="zh-CN" sz="1200" kern="100" baseline="0" dirty="0" smtClean="0">
                          <a:solidFill>
                            <a:schemeClr val="tx1"/>
                          </a:solidFill>
                          <a:latin typeface="Times New Roman"/>
                          <a:ea typeface="+mn-ea"/>
                          <a:cs typeface="+mn-cs"/>
                        </a:rPr>
                        <a:t> Load state≠1: (Load failed)</a:t>
                      </a:r>
                      <a:endParaRPr lang="zh-CN" altLang="en-US" sz="1200" kern="100" dirty="0">
                        <a:latin typeface="Times New Roman"/>
                        <a:ea typeface="+mn-ea"/>
                      </a:endParaRPr>
                    </a:p>
                  </a:txBody>
                  <a:tcPr marL="61722" marR="61722" marT="0" marB="0" anchor="ctr"/>
                </a:tc>
                <a:tc>
                  <a:txBody>
                    <a:bodyPr/>
                    <a:lstStyle/>
                    <a:p>
                      <a:pPr algn="l">
                        <a:lnSpc>
                          <a:spcPct val="150000"/>
                        </a:lnSpc>
                        <a:spcAft>
                          <a:spcPts val="0"/>
                        </a:spcAft>
                      </a:pPr>
                      <a:r>
                        <a:rPr lang="en-US" sz="1200" kern="0" dirty="0" smtClean="0">
                          <a:effectLst/>
                          <a:latin typeface="Times New Roman" pitchFamily="18" charset="0"/>
                          <a:cs typeface="Times New Roman" pitchFamily="18" charset="0"/>
                        </a:rPr>
                        <a:t>inform </a:t>
                      </a:r>
                      <a:r>
                        <a:rPr lang="en-US" sz="1200" kern="0" dirty="0">
                          <a:effectLst/>
                          <a:latin typeface="Times New Roman" pitchFamily="18" charset="0"/>
                          <a:cs typeface="Times New Roman" pitchFamily="18" charset="0"/>
                        </a:rPr>
                        <a:t>DFH</a:t>
                      </a:r>
                      <a:endParaRPr lang="zh-CN" sz="1200" kern="100" dirty="0">
                        <a:effectLst/>
                        <a:latin typeface="Times New Roman" pitchFamily="18" charset="0"/>
                        <a:ea typeface="宋体"/>
                        <a:cs typeface="Times New Roman" pitchFamily="18" charset="0"/>
                      </a:endParaRPr>
                    </a:p>
                  </a:txBody>
                  <a:tcPr marL="61722" marR="61722" marT="0" marB="0" anchor="ctr"/>
                </a:tc>
                <a:extLst>
                  <a:ext uri="{0D108BD9-81ED-4DB2-BD59-A6C34878D82A}">
                    <a16:rowId xmlns:a16="http://schemas.microsoft.com/office/drawing/2014/main" val="10001"/>
                  </a:ext>
                </a:extLst>
              </a:tr>
              <a:tr h="1776465">
                <a:tc>
                  <a:txBody>
                    <a:bodyPr/>
                    <a:lstStyle/>
                    <a:p>
                      <a:pPr marL="342900" lvl="0" indent="-342900" algn="just">
                        <a:lnSpc>
                          <a:spcPct val="150000"/>
                        </a:lnSpc>
                        <a:spcAft>
                          <a:spcPts val="0"/>
                        </a:spcAft>
                        <a:buFont typeface="+mj-lt"/>
                        <a:buNone/>
                      </a:pPr>
                      <a:r>
                        <a:rPr lang="en-US" altLang="zh-CN" sz="1200" b="1" kern="100" dirty="0" smtClean="0">
                          <a:solidFill>
                            <a:schemeClr val="lt1"/>
                          </a:solidFill>
                          <a:effectLst/>
                          <a:latin typeface="Times New Roman" pitchFamily="18" charset="0"/>
                          <a:ea typeface="+mn-ea"/>
                          <a:cs typeface="Times New Roman" pitchFamily="18" charset="0"/>
                        </a:rPr>
                        <a:t>2</a:t>
                      </a:r>
                      <a:endParaRPr lang="zh-CN" sz="1200" b="1" kern="100" dirty="0">
                        <a:solidFill>
                          <a:schemeClr val="lt1"/>
                        </a:solidFill>
                        <a:effectLst/>
                        <a:latin typeface="Times New Roman" pitchFamily="18" charset="0"/>
                        <a:ea typeface="+mn-ea"/>
                        <a:cs typeface="Times New Roman" pitchFamily="18" charset="0"/>
                      </a:endParaRPr>
                    </a:p>
                  </a:txBody>
                  <a:tcPr marL="61722" marR="61722" marT="0" marB="0" anchor="ctr"/>
                </a:tc>
                <a:tc>
                  <a:txBody>
                    <a:bodyPr/>
                    <a:lstStyle/>
                    <a:p>
                      <a:pPr marL="0" marR="0" indent="0" algn="just" defTabSz="914400" rtl="0" eaLnBrk="1" fontAlgn="auto" latinLnBrk="0" hangingPunct="1">
                        <a:lnSpc>
                          <a:spcPct val="150000"/>
                        </a:lnSpc>
                        <a:spcBef>
                          <a:spcPts val="0"/>
                        </a:spcBef>
                        <a:spcAft>
                          <a:spcPts val="0"/>
                        </a:spcAft>
                        <a:buClrTx/>
                        <a:buSzTx/>
                        <a:buFontTx/>
                        <a:buNone/>
                        <a:tabLst/>
                        <a:defRPr/>
                      </a:pPr>
                      <a:r>
                        <a:rPr lang="en-US" sz="1200" kern="100" dirty="0" smtClean="0">
                          <a:solidFill>
                            <a:schemeClr val="dk1"/>
                          </a:solidFill>
                          <a:effectLst/>
                          <a:latin typeface="Times New Roman" pitchFamily="18" charset="0"/>
                          <a:ea typeface="+mn-ea"/>
                          <a:cs typeface="Times New Roman" pitchFamily="18" charset="0"/>
                        </a:rPr>
                        <a:t>Several frames of the image date received by GS are missing or incorrect</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nSpc>
                          <a:spcPct val="150000"/>
                        </a:lnSpc>
                        <a:spcAft>
                          <a:spcPts val="0"/>
                        </a:spcAft>
                      </a:pPr>
                      <a:r>
                        <a:rPr lang="en-US" sz="1200" kern="100" baseline="0" dirty="0">
                          <a:solidFill>
                            <a:schemeClr val="dk1"/>
                          </a:solidFill>
                          <a:effectLst/>
                          <a:latin typeface="Times New Roman" pitchFamily="18" charset="0"/>
                          <a:ea typeface="+mn-ea"/>
                          <a:cs typeface="Times New Roman" pitchFamily="18" charset="0"/>
                        </a:rPr>
                        <a:t>Bad blocks occur in  SSM</a:t>
                      </a:r>
                      <a:endParaRPr lang="zh-CN" sz="1200" kern="100" baseline="0" dirty="0">
                        <a:solidFill>
                          <a:schemeClr val="dk1"/>
                        </a:solidFill>
                        <a:effectLst/>
                        <a:latin typeface="Times New Roman" pitchFamily="18" charset="0"/>
                        <a:ea typeface="+mn-ea"/>
                        <a:cs typeface="Times New Roman" pitchFamily="18" charset="0"/>
                      </a:endParaRPr>
                    </a:p>
                  </a:txBody>
                  <a:tcPr marL="33172" marR="33172" marT="0" marB="0" anchor="ctr"/>
                </a:tc>
                <a:tc>
                  <a:txBody>
                    <a:bodyPr/>
                    <a:lstStyle/>
                    <a:p>
                      <a:pPr>
                        <a:lnSpc>
                          <a:spcPct val="150000"/>
                        </a:lnSpc>
                        <a:spcAft>
                          <a:spcPts val="0"/>
                        </a:spcAft>
                      </a:pPr>
                      <a:r>
                        <a:rPr lang="en-US" sz="1200" kern="100" baseline="0" dirty="0">
                          <a:solidFill>
                            <a:schemeClr val="dk1"/>
                          </a:solidFill>
                          <a:effectLst/>
                          <a:latin typeface="Times New Roman" pitchFamily="18" charset="0"/>
                          <a:ea typeface="+mn-ea"/>
                          <a:cs typeface="Times New Roman" pitchFamily="18" charset="0"/>
                        </a:rPr>
                        <a:t>Partial image date received is missing or incorrect.</a:t>
                      </a:r>
                      <a:endParaRPr lang="zh-CN" sz="1200" kern="100" baseline="0" dirty="0">
                        <a:solidFill>
                          <a:schemeClr val="dk1"/>
                        </a:solidFill>
                        <a:effectLst/>
                        <a:latin typeface="Times New Roman" pitchFamily="18" charset="0"/>
                        <a:ea typeface="+mn-ea"/>
                        <a:cs typeface="Times New Roman" pitchFamily="18" charset="0"/>
                      </a:endParaRPr>
                    </a:p>
                  </a:txBody>
                  <a:tcPr marL="33172" marR="33172" marT="0" marB="0" anchor="ctr"/>
                </a:tc>
                <a:tc>
                  <a:txBody>
                    <a:bodyPr/>
                    <a:lstStyle/>
                    <a:p>
                      <a:pPr>
                        <a:lnSpc>
                          <a:spcPct val="150000"/>
                        </a:lnSpc>
                        <a:spcAft>
                          <a:spcPts val="0"/>
                        </a:spcAft>
                      </a:pPr>
                      <a:r>
                        <a:rPr lang="en-US" sz="1200" kern="100" baseline="0" dirty="0">
                          <a:solidFill>
                            <a:schemeClr val="dk1"/>
                          </a:solidFill>
                          <a:effectLst/>
                          <a:latin typeface="Times New Roman" pitchFamily="18" charset="0"/>
                          <a:ea typeface="+mn-ea"/>
                          <a:cs typeface="Times New Roman" pitchFamily="18" charset="0"/>
                        </a:rPr>
                        <a:t>Check the image date received at ground station.</a:t>
                      </a:r>
                      <a:endParaRPr lang="zh-CN" sz="1200" kern="100" baseline="0" dirty="0">
                        <a:solidFill>
                          <a:schemeClr val="dk1"/>
                        </a:solidFill>
                        <a:effectLst/>
                        <a:latin typeface="Times New Roman" pitchFamily="18" charset="0"/>
                        <a:ea typeface="+mn-ea"/>
                        <a:cs typeface="Times New Roman" pitchFamily="18" charset="0"/>
                      </a:endParaRPr>
                    </a:p>
                  </a:txBody>
                  <a:tcPr marL="33172" marR="33172" marT="0" marB="0" anchor="ctr"/>
                </a:tc>
                <a:tc>
                  <a:txBody>
                    <a:bodyPr/>
                    <a:lstStyle/>
                    <a:p>
                      <a:pPr algn="l">
                        <a:lnSpc>
                          <a:spcPct val="150000"/>
                        </a:lnSpc>
                        <a:spcAft>
                          <a:spcPts val="0"/>
                        </a:spcAft>
                      </a:pPr>
                      <a:r>
                        <a:rPr lang="en-US" sz="1200" kern="0" dirty="0" smtClean="0">
                          <a:effectLst/>
                          <a:latin typeface="Times New Roman" pitchFamily="18" charset="0"/>
                          <a:cs typeface="Times New Roman" pitchFamily="18" charset="0"/>
                        </a:rPr>
                        <a:t>inform DFH</a:t>
                      </a:r>
                      <a:endParaRPr lang="zh-CN" altLang="en-US" sz="1200" kern="100" dirty="0">
                        <a:effectLst/>
                        <a:latin typeface="Times New Roman" pitchFamily="18" charset="0"/>
                        <a:ea typeface="+mn-ea"/>
                        <a:cs typeface="Times New Roman" pitchFamily="18" charset="0"/>
                      </a:endParaRPr>
                    </a:p>
                  </a:txBody>
                  <a:tcPr marL="61722" marR="61722" marT="0" marB="0"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lvl="0"/>
            <a:r>
              <a:rPr lang="en-US" dirty="0" smtClean="0"/>
              <a:t>The Anomaly Operation </a:t>
            </a:r>
            <a:r>
              <a:rPr lang="en-US" altLang="zh-CN" dirty="0" smtClean="0"/>
              <a:t>in orbit</a:t>
            </a:r>
            <a:r>
              <a:rPr lang="zh-CN" altLang="en-US" dirty="0" smtClean="0"/>
              <a:t/>
            </a:r>
            <a:br>
              <a:rPr lang="zh-CN" altLang="en-US" dirty="0" smtClean="0"/>
            </a:b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43</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2851660000"/>
              </p:ext>
            </p:extLst>
          </p:nvPr>
        </p:nvGraphicFramePr>
        <p:xfrm>
          <a:off x="573753" y="1054831"/>
          <a:ext cx="8102703" cy="3677159"/>
        </p:xfrm>
        <a:graphic>
          <a:graphicData uri="http://schemas.openxmlformats.org/drawingml/2006/table">
            <a:tbl>
              <a:tblPr firstRow="1" firstCol="1" bandRow="1">
                <a:tableStyleId>{5C22544A-7EE6-4342-B048-85BDC9FD1C3A}</a:tableStyleId>
              </a:tblPr>
              <a:tblGrid>
                <a:gridCol w="440460">
                  <a:extLst>
                    <a:ext uri="{9D8B030D-6E8A-4147-A177-3AD203B41FA5}">
                      <a16:colId xmlns:a16="http://schemas.microsoft.com/office/drawing/2014/main" val="20000"/>
                    </a:ext>
                  </a:extLst>
                </a:gridCol>
                <a:gridCol w="1515365">
                  <a:extLst>
                    <a:ext uri="{9D8B030D-6E8A-4147-A177-3AD203B41FA5}">
                      <a16:colId xmlns:a16="http://schemas.microsoft.com/office/drawing/2014/main" val="20001"/>
                    </a:ext>
                  </a:extLst>
                </a:gridCol>
                <a:gridCol w="1466869">
                  <a:extLst>
                    <a:ext uri="{9D8B030D-6E8A-4147-A177-3AD203B41FA5}">
                      <a16:colId xmlns:a16="http://schemas.microsoft.com/office/drawing/2014/main" val="20002"/>
                    </a:ext>
                  </a:extLst>
                </a:gridCol>
                <a:gridCol w="1676422">
                  <a:extLst>
                    <a:ext uri="{9D8B030D-6E8A-4147-A177-3AD203B41FA5}">
                      <a16:colId xmlns:a16="http://schemas.microsoft.com/office/drawing/2014/main" val="20003"/>
                    </a:ext>
                  </a:extLst>
                </a:gridCol>
                <a:gridCol w="1816123">
                  <a:extLst>
                    <a:ext uri="{9D8B030D-6E8A-4147-A177-3AD203B41FA5}">
                      <a16:colId xmlns:a16="http://schemas.microsoft.com/office/drawing/2014/main" val="20004"/>
                    </a:ext>
                  </a:extLst>
                </a:gridCol>
                <a:gridCol w="1187464">
                  <a:extLst>
                    <a:ext uri="{9D8B030D-6E8A-4147-A177-3AD203B41FA5}">
                      <a16:colId xmlns:a16="http://schemas.microsoft.com/office/drawing/2014/main" val="20005"/>
                    </a:ext>
                  </a:extLst>
                </a:gridCol>
              </a:tblGrid>
              <a:tr h="536684">
                <a:tc>
                  <a:txBody>
                    <a:bodyPr/>
                    <a:lstStyle/>
                    <a:p>
                      <a:pPr algn="just">
                        <a:lnSpc>
                          <a:spcPct val="150000"/>
                        </a:lnSpc>
                        <a:spcAft>
                          <a:spcPts val="0"/>
                        </a:spcAft>
                      </a:pPr>
                      <a:r>
                        <a:rPr lang="en-US" sz="1200" kern="100" dirty="0" smtClean="0">
                          <a:effectLst/>
                          <a:latin typeface="Times New Roman" pitchFamily="18" charset="0"/>
                          <a:cs typeface="Times New Roman" pitchFamily="18" charset="0"/>
                        </a:rPr>
                        <a:t>No</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Failure Mode</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Reason</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Failure Analysis</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Failure Detection</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Action</a:t>
                      </a:r>
                      <a:endParaRPr lang="zh-CN" sz="1200" kern="100" dirty="0">
                        <a:effectLst/>
                        <a:latin typeface="Times New Roman" pitchFamily="18" charset="0"/>
                        <a:ea typeface="宋体"/>
                        <a:cs typeface="Times New Roman" pitchFamily="18" charset="0"/>
                      </a:endParaRPr>
                    </a:p>
                  </a:txBody>
                  <a:tcPr marL="61722" marR="61722" marT="0" marB="0" anchor="ctr"/>
                </a:tc>
                <a:extLst>
                  <a:ext uri="{0D108BD9-81ED-4DB2-BD59-A6C34878D82A}">
                    <a16:rowId xmlns:a16="http://schemas.microsoft.com/office/drawing/2014/main" val="10000"/>
                  </a:ext>
                </a:extLst>
              </a:tr>
              <a:tr h="1454929">
                <a:tc>
                  <a:txBody>
                    <a:bodyPr/>
                    <a:lstStyle/>
                    <a:p>
                      <a:pPr marL="342900" lvl="0" indent="-342900" algn="just">
                        <a:lnSpc>
                          <a:spcPct val="150000"/>
                        </a:lnSpc>
                        <a:spcAft>
                          <a:spcPts val="0"/>
                        </a:spcAft>
                        <a:buFont typeface="+mj-lt"/>
                        <a:buNone/>
                      </a:pPr>
                      <a:r>
                        <a:rPr lang="en-US" sz="1200" kern="100" dirty="0" smtClean="0">
                          <a:effectLst/>
                          <a:latin typeface="Times New Roman" pitchFamily="18" charset="0"/>
                          <a:cs typeface="Times New Roman" pitchFamily="18" charset="0"/>
                        </a:rPr>
                        <a:t>3</a:t>
                      </a:r>
                      <a:r>
                        <a:rPr lang="en-US" sz="1200" kern="100" dirty="0">
                          <a:effectLst/>
                          <a:latin typeface="Times New Roman" pitchFamily="18" charset="0"/>
                          <a:cs typeface="Times New Roman" pitchFamily="18" charset="0"/>
                        </a:rPr>
                        <a:t> </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marL="0" marR="0" indent="0" algn="l" defTabSz="914400" rtl="0" eaLnBrk="1" fontAlgn="b" latinLnBrk="0" hangingPunct="1">
                        <a:lnSpc>
                          <a:spcPct val="150000"/>
                        </a:lnSpc>
                        <a:spcBef>
                          <a:spcPts val="0"/>
                        </a:spcBef>
                        <a:spcAft>
                          <a:spcPts val="0"/>
                        </a:spcAft>
                        <a:buClrTx/>
                        <a:buSzTx/>
                        <a:buFontTx/>
                        <a:buNone/>
                        <a:tabLst/>
                        <a:defRPr/>
                      </a:pPr>
                      <a:r>
                        <a:rPr lang="en-US" sz="1200" kern="100" baseline="0" dirty="0" smtClean="0">
                          <a:solidFill>
                            <a:schemeClr val="dk1"/>
                          </a:solidFill>
                          <a:effectLst/>
                          <a:latin typeface="Times New Roman" pitchFamily="18" charset="0"/>
                          <a:ea typeface="+mn-ea"/>
                          <a:cs typeface="Times New Roman" pitchFamily="18" charset="0"/>
                        </a:rPr>
                        <a:t>RF </a:t>
                      </a:r>
                      <a:r>
                        <a:rPr lang="en-US" sz="1200" kern="100" baseline="0" dirty="0">
                          <a:solidFill>
                            <a:schemeClr val="dk1"/>
                          </a:solidFill>
                          <a:effectLst/>
                          <a:latin typeface="Times New Roman" pitchFamily="18" charset="0"/>
                          <a:ea typeface="+mn-ea"/>
                          <a:cs typeface="Times New Roman" pitchFamily="18" charset="0"/>
                        </a:rPr>
                        <a:t>signal level is </a:t>
                      </a:r>
                      <a:r>
                        <a:rPr lang="en-US" sz="1200" kern="100" baseline="0" dirty="0" smtClean="0">
                          <a:solidFill>
                            <a:schemeClr val="dk1"/>
                          </a:solidFill>
                          <a:effectLst/>
                          <a:latin typeface="Times New Roman" pitchFamily="18" charset="0"/>
                          <a:ea typeface="+mn-ea"/>
                          <a:cs typeface="Times New Roman" pitchFamily="18" charset="0"/>
                        </a:rPr>
                        <a:t>lost or dropping</a:t>
                      </a:r>
                      <a:endParaRPr lang="zh-CN" sz="1200" kern="100" baseline="0" dirty="0">
                        <a:solidFill>
                          <a:schemeClr val="dk1"/>
                        </a:solidFill>
                        <a:effectLst/>
                        <a:latin typeface="Times New Roman" pitchFamily="18" charset="0"/>
                        <a:ea typeface="+mn-ea"/>
                        <a:cs typeface="Times New Roman" pitchFamily="18" charset="0"/>
                      </a:endParaRPr>
                    </a:p>
                  </a:txBody>
                  <a:tcPr marL="33172" marR="33172" marT="0" marB="0" anchor="ctr"/>
                </a:tc>
                <a:tc>
                  <a:txBody>
                    <a:bodyPr/>
                    <a:lstStyle/>
                    <a:p>
                      <a:pPr marL="0" marR="0" indent="0" algn="l" defTabSz="914400" rtl="0" eaLnBrk="1" fontAlgn="b" latinLnBrk="0" hangingPunct="1">
                        <a:lnSpc>
                          <a:spcPct val="150000"/>
                        </a:lnSpc>
                        <a:spcBef>
                          <a:spcPts val="0"/>
                        </a:spcBef>
                        <a:spcAft>
                          <a:spcPts val="0"/>
                        </a:spcAft>
                        <a:buClrTx/>
                        <a:buSzTx/>
                        <a:buFontTx/>
                        <a:buNone/>
                        <a:tabLst/>
                        <a:defRPr/>
                      </a:pPr>
                      <a:r>
                        <a:rPr lang="en-US" sz="1200" kern="100" baseline="0" dirty="0" smtClean="0">
                          <a:solidFill>
                            <a:schemeClr val="dk1"/>
                          </a:solidFill>
                          <a:effectLst/>
                          <a:latin typeface="Times New Roman" pitchFamily="18" charset="0"/>
                          <a:ea typeface="+mn-ea"/>
                          <a:cs typeface="Times New Roman" pitchFamily="18" charset="0"/>
                        </a:rPr>
                        <a:t>Transmitter or antenna can’t work normally</a:t>
                      </a:r>
                      <a:endParaRPr lang="zh-CN" sz="1200" kern="100" baseline="0" dirty="0">
                        <a:solidFill>
                          <a:schemeClr val="dk1"/>
                        </a:solidFill>
                        <a:effectLst/>
                        <a:latin typeface="Times New Roman" pitchFamily="18" charset="0"/>
                        <a:ea typeface="+mn-ea"/>
                        <a:cs typeface="Times New Roman" pitchFamily="18" charset="0"/>
                      </a:endParaRPr>
                    </a:p>
                  </a:txBody>
                  <a:tcPr marL="33172" marR="33172" marT="0" marB="0" anchor="ctr"/>
                </a:tc>
                <a:tc>
                  <a:txBody>
                    <a:bodyPr/>
                    <a:lstStyle/>
                    <a:p>
                      <a:pPr marL="0" marR="0" indent="0" algn="l" defTabSz="914400" rtl="0" eaLnBrk="1" fontAlgn="b" latinLnBrk="0" hangingPunct="1">
                        <a:lnSpc>
                          <a:spcPct val="150000"/>
                        </a:lnSpc>
                        <a:spcBef>
                          <a:spcPts val="0"/>
                        </a:spcBef>
                        <a:spcAft>
                          <a:spcPts val="0"/>
                        </a:spcAft>
                        <a:buClrTx/>
                        <a:buSzTx/>
                        <a:buFontTx/>
                        <a:buNone/>
                        <a:tabLst/>
                        <a:defRPr/>
                      </a:pPr>
                      <a:r>
                        <a:rPr lang="en-US" sz="1200" kern="100" baseline="0" dirty="0" smtClean="0">
                          <a:solidFill>
                            <a:schemeClr val="dk1"/>
                          </a:solidFill>
                          <a:effectLst/>
                          <a:latin typeface="Times New Roman" pitchFamily="18" charset="0"/>
                          <a:ea typeface="+mn-ea"/>
                          <a:cs typeface="Times New Roman" pitchFamily="18" charset="0"/>
                        </a:rPr>
                        <a:t>DTS can’t transmit image data or BER is increasing </a:t>
                      </a:r>
                      <a:endParaRPr lang="zh-CN" sz="1200" kern="100" baseline="0" dirty="0">
                        <a:solidFill>
                          <a:schemeClr val="dk1"/>
                        </a:solidFill>
                        <a:effectLst/>
                        <a:latin typeface="Times New Roman" pitchFamily="18" charset="0"/>
                        <a:ea typeface="+mn-ea"/>
                        <a:cs typeface="Times New Roman" pitchFamily="18" charset="0"/>
                      </a:endParaRPr>
                    </a:p>
                  </a:txBody>
                  <a:tcPr marL="33172" marR="33172" marT="0" marB="0" anchor="ctr"/>
                </a:tc>
                <a:tc>
                  <a:txBody>
                    <a:bodyPr/>
                    <a:lstStyle/>
                    <a:p>
                      <a:pPr marL="0" marR="0" indent="0" algn="l" defTabSz="914400" rtl="0" eaLnBrk="1" fontAlgn="b" latinLnBrk="0" hangingPunct="1">
                        <a:lnSpc>
                          <a:spcPct val="150000"/>
                        </a:lnSpc>
                        <a:spcBef>
                          <a:spcPts val="0"/>
                        </a:spcBef>
                        <a:spcAft>
                          <a:spcPts val="0"/>
                        </a:spcAft>
                        <a:buClrTx/>
                        <a:buSzTx/>
                        <a:buFontTx/>
                        <a:buNone/>
                        <a:tabLst/>
                        <a:defRPr/>
                      </a:pPr>
                      <a:r>
                        <a:rPr lang="en-US" sz="1200" kern="100" baseline="0" dirty="0" smtClean="0">
                          <a:solidFill>
                            <a:schemeClr val="dk1"/>
                          </a:solidFill>
                          <a:effectLst/>
                          <a:latin typeface="Times New Roman" pitchFamily="18" charset="0"/>
                          <a:ea typeface="+mn-ea"/>
                          <a:cs typeface="Times New Roman" pitchFamily="18" charset="0"/>
                        </a:rPr>
                        <a:t>The RF signal is lost or the signal </a:t>
                      </a:r>
                      <a:r>
                        <a:rPr lang="en-US" sz="1200" kern="100" baseline="0" dirty="0">
                          <a:solidFill>
                            <a:schemeClr val="dk1"/>
                          </a:solidFill>
                          <a:effectLst/>
                          <a:latin typeface="Times New Roman" pitchFamily="18" charset="0"/>
                          <a:ea typeface="+mn-ea"/>
                          <a:cs typeface="Times New Roman" pitchFamily="18" charset="0"/>
                        </a:rPr>
                        <a:t>received is lower.</a:t>
                      </a:r>
                      <a:endParaRPr lang="zh-CN" sz="1200" kern="100" baseline="0" dirty="0">
                        <a:solidFill>
                          <a:schemeClr val="dk1"/>
                        </a:solidFill>
                        <a:effectLst/>
                        <a:latin typeface="Times New Roman" pitchFamily="18" charset="0"/>
                        <a:ea typeface="+mn-ea"/>
                        <a:cs typeface="Times New Roman" pitchFamily="18" charset="0"/>
                      </a:endParaRPr>
                    </a:p>
                  </a:txBody>
                  <a:tcPr marL="33172" marR="33172" marT="0" marB="0" anchor="ctr"/>
                </a:tc>
                <a:tc>
                  <a:txBody>
                    <a:bodyPr/>
                    <a:lstStyle/>
                    <a:p>
                      <a:pPr algn="l">
                        <a:lnSpc>
                          <a:spcPct val="150000"/>
                        </a:lnSpc>
                        <a:spcAft>
                          <a:spcPts val="0"/>
                        </a:spcAft>
                      </a:pPr>
                      <a:r>
                        <a:rPr lang="en-US" sz="1200" kern="0" dirty="0" smtClean="0">
                          <a:effectLst/>
                          <a:latin typeface="Times New Roman" pitchFamily="18" charset="0"/>
                          <a:cs typeface="Times New Roman" pitchFamily="18" charset="0"/>
                        </a:rPr>
                        <a:t>inform DFH</a:t>
                      </a:r>
                      <a:endParaRPr lang="zh-CN" altLang="en-US" sz="1200" kern="100" dirty="0">
                        <a:effectLst/>
                        <a:latin typeface="Times New Roman" pitchFamily="18" charset="0"/>
                        <a:ea typeface="+mn-ea"/>
                        <a:cs typeface="Times New Roman" pitchFamily="18" charset="0"/>
                      </a:endParaRPr>
                    </a:p>
                  </a:txBody>
                  <a:tcPr marL="61722" marR="61722" marT="0" marB="0" anchor="ctr"/>
                </a:tc>
                <a:extLst>
                  <a:ext uri="{0D108BD9-81ED-4DB2-BD59-A6C34878D82A}">
                    <a16:rowId xmlns:a16="http://schemas.microsoft.com/office/drawing/2014/main" val="10001"/>
                  </a:ext>
                </a:extLst>
              </a:tr>
              <a:tr h="1685546">
                <a:tc>
                  <a:txBody>
                    <a:bodyPr/>
                    <a:lstStyle/>
                    <a:p>
                      <a:pPr marL="342900" lvl="0" indent="-342900" algn="just">
                        <a:lnSpc>
                          <a:spcPct val="150000"/>
                        </a:lnSpc>
                        <a:spcAft>
                          <a:spcPts val="0"/>
                        </a:spcAft>
                        <a:buFont typeface="+mj-lt"/>
                        <a:buNone/>
                      </a:pPr>
                      <a:r>
                        <a:rPr lang="en-US" altLang="zh-CN" sz="1200" kern="100" dirty="0" smtClean="0">
                          <a:effectLst/>
                          <a:latin typeface="Times New Roman" pitchFamily="18" charset="0"/>
                          <a:ea typeface="宋体"/>
                          <a:cs typeface="Times New Roman" pitchFamily="18" charset="0"/>
                        </a:rPr>
                        <a:t>4</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marL="0" marR="0" indent="0" algn="l" defTabSz="914400" rtl="0" eaLnBrk="1" fontAlgn="b" latinLnBrk="0" hangingPunct="1">
                        <a:lnSpc>
                          <a:spcPct val="150000"/>
                        </a:lnSpc>
                        <a:spcBef>
                          <a:spcPts val="0"/>
                        </a:spcBef>
                        <a:spcAft>
                          <a:spcPts val="0"/>
                        </a:spcAft>
                        <a:buClrTx/>
                        <a:buSzTx/>
                        <a:buFontTx/>
                        <a:buNone/>
                        <a:tabLst/>
                        <a:defRPr/>
                      </a:pPr>
                      <a:r>
                        <a:rPr lang="en-US" sz="1200" kern="100" baseline="0" dirty="0">
                          <a:solidFill>
                            <a:schemeClr val="dk1"/>
                          </a:solidFill>
                          <a:effectLst/>
                          <a:latin typeface="Times New Roman" pitchFamily="18" charset="0"/>
                          <a:ea typeface="+mn-ea"/>
                          <a:cs typeface="Times New Roman" pitchFamily="18" charset="0"/>
                        </a:rPr>
                        <a:t>DTS doesn’t response to OBDH</a:t>
                      </a:r>
                      <a:endParaRPr lang="zh-CN" sz="1200" kern="100" baseline="0" dirty="0">
                        <a:solidFill>
                          <a:schemeClr val="dk1"/>
                        </a:solidFill>
                        <a:effectLst/>
                        <a:latin typeface="Times New Roman" pitchFamily="18" charset="0"/>
                        <a:ea typeface="+mn-ea"/>
                        <a:cs typeface="Times New Roman" pitchFamily="18" charset="0"/>
                      </a:endParaRPr>
                    </a:p>
                  </a:txBody>
                  <a:tcPr marL="33172" marR="33172" marT="0" marB="0" anchor="ctr"/>
                </a:tc>
                <a:tc>
                  <a:txBody>
                    <a:bodyPr/>
                    <a:lstStyle/>
                    <a:p>
                      <a:pPr marL="0" marR="0" indent="0" algn="l" defTabSz="914400" rtl="0" eaLnBrk="1" fontAlgn="b" latinLnBrk="0" hangingPunct="1">
                        <a:lnSpc>
                          <a:spcPct val="150000"/>
                        </a:lnSpc>
                        <a:spcBef>
                          <a:spcPts val="0"/>
                        </a:spcBef>
                        <a:spcAft>
                          <a:spcPts val="0"/>
                        </a:spcAft>
                        <a:buClrTx/>
                        <a:buSzTx/>
                        <a:buFontTx/>
                        <a:buNone/>
                        <a:tabLst/>
                        <a:defRPr/>
                      </a:pPr>
                      <a:r>
                        <a:rPr lang="en-US" sz="1200" kern="100" baseline="0" dirty="0">
                          <a:solidFill>
                            <a:schemeClr val="dk1"/>
                          </a:solidFill>
                          <a:effectLst/>
                          <a:latin typeface="Times New Roman" pitchFamily="18" charset="0"/>
                          <a:ea typeface="+mn-ea"/>
                          <a:cs typeface="Times New Roman" pitchFamily="18" charset="0"/>
                        </a:rPr>
                        <a:t>The </a:t>
                      </a:r>
                      <a:r>
                        <a:rPr lang="en-US" sz="1200" kern="100" baseline="0" dirty="0" smtClean="0">
                          <a:solidFill>
                            <a:schemeClr val="dk1"/>
                          </a:solidFill>
                          <a:effectLst/>
                          <a:latin typeface="Times New Roman" pitchFamily="18" charset="0"/>
                          <a:ea typeface="+mn-ea"/>
                          <a:cs typeface="Times New Roman" pitchFamily="18" charset="0"/>
                        </a:rPr>
                        <a:t>CAN bus in DTS works </a:t>
                      </a:r>
                      <a:r>
                        <a:rPr lang="en-US" sz="1200" kern="100" baseline="0" dirty="0">
                          <a:solidFill>
                            <a:schemeClr val="dk1"/>
                          </a:solidFill>
                          <a:effectLst/>
                          <a:latin typeface="Times New Roman" pitchFamily="18" charset="0"/>
                          <a:ea typeface="+mn-ea"/>
                          <a:cs typeface="Times New Roman" pitchFamily="18" charset="0"/>
                        </a:rPr>
                        <a:t>abnormally </a:t>
                      </a:r>
                      <a:endParaRPr lang="zh-CN" sz="1200" kern="100" baseline="0" dirty="0">
                        <a:solidFill>
                          <a:schemeClr val="dk1"/>
                        </a:solidFill>
                        <a:effectLst/>
                        <a:latin typeface="Times New Roman" pitchFamily="18" charset="0"/>
                        <a:ea typeface="+mn-ea"/>
                        <a:cs typeface="Times New Roman" pitchFamily="18" charset="0"/>
                      </a:endParaRPr>
                    </a:p>
                  </a:txBody>
                  <a:tcPr marL="33172" marR="33172" marT="0" marB="0" anchor="ctr"/>
                </a:tc>
                <a:tc>
                  <a:txBody>
                    <a:bodyPr/>
                    <a:lstStyle/>
                    <a:p>
                      <a:pPr marL="0" marR="0" indent="0" algn="l" defTabSz="914400" rtl="0" eaLnBrk="1" fontAlgn="b" latinLnBrk="0" hangingPunct="1">
                        <a:lnSpc>
                          <a:spcPct val="150000"/>
                        </a:lnSpc>
                        <a:spcBef>
                          <a:spcPts val="0"/>
                        </a:spcBef>
                        <a:spcAft>
                          <a:spcPts val="0"/>
                        </a:spcAft>
                        <a:buClrTx/>
                        <a:buSzTx/>
                        <a:buFontTx/>
                        <a:buNone/>
                        <a:tabLst/>
                        <a:defRPr/>
                      </a:pPr>
                      <a:r>
                        <a:rPr lang="en-US" sz="1200" kern="100" baseline="0" dirty="0">
                          <a:solidFill>
                            <a:schemeClr val="dk1"/>
                          </a:solidFill>
                          <a:effectLst/>
                          <a:latin typeface="Times New Roman" pitchFamily="18" charset="0"/>
                          <a:ea typeface="+mn-ea"/>
                          <a:cs typeface="Times New Roman" pitchFamily="18" charset="0"/>
                        </a:rPr>
                        <a:t>One circle of satellite mission is failure.</a:t>
                      </a:r>
                      <a:endParaRPr lang="zh-CN" sz="1200" kern="100" baseline="0" dirty="0">
                        <a:solidFill>
                          <a:schemeClr val="dk1"/>
                        </a:solidFill>
                        <a:effectLst/>
                        <a:latin typeface="Times New Roman" pitchFamily="18" charset="0"/>
                        <a:ea typeface="+mn-ea"/>
                        <a:cs typeface="Times New Roman" pitchFamily="18" charset="0"/>
                      </a:endParaRPr>
                    </a:p>
                  </a:txBody>
                  <a:tcPr marL="33172" marR="33172" marT="0" marB="0" anchor="ctr"/>
                </a:tc>
                <a:tc>
                  <a:txBody>
                    <a:bodyPr/>
                    <a:lstStyle/>
                    <a:p>
                      <a:pPr marL="0" marR="0" indent="0" algn="ctr" defTabSz="914400" rtl="0" eaLnBrk="1" fontAlgn="b" latinLnBrk="0" hangingPunct="1">
                        <a:lnSpc>
                          <a:spcPct val="150000"/>
                        </a:lnSpc>
                        <a:spcBef>
                          <a:spcPts val="0"/>
                        </a:spcBef>
                        <a:spcAft>
                          <a:spcPts val="0"/>
                        </a:spcAft>
                        <a:buClrTx/>
                        <a:buSzTx/>
                        <a:buFontTx/>
                        <a:buNone/>
                        <a:tabLst/>
                        <a:defRPr/>
                      </a:pPr>
                      <a:r>
                        <a:rPr lang="en-US" sz="1200" kern="100" baseline="0" dirty="0">
                          <a:solidFill>
                            <a:schemeClr val="dk1"/>
                          </a:solidFill>
                          <a:effectLst/>
                          <a:latin typeface="Times New Roman" pitchFamily="18" charset="0"/>
                          <a:ea typeface="+mn-ea"/>
                          <a:cs typeface="Times New Roman" pitchFamily="18" charset="0"/>
                        </a:rPr>
                        <a:t>DTS </a:t>
                      </a:r>
                      <a:r>
                        <a:rPr lang="en-US" sz="1200" kern="100" baseline="0" dirty="0" smtClean="0">
                          <a:solidFill>
                            <a:schemeClr val="dk1"/>
                          </a:solidFill>
                          <a:effectLst/>
                          <a:latin typeface="Times New Roman" pitchFamily="18" charset="0"/>
                          <a:ea typeface="+mn-ea"/>
                          <a:cs typeface="Times New Roman" pitchFamily="18" charset="0"/>
                        </a:rPr>
                        <a:t>TM is not updating</a:t>
                      </a:r>
                      <a:endParaRPr lang="zh-CN" sz="1200" kern="100" baseline="0" dirty="0">
                        <a:solidFill>
                          <a:schemeClr val="dk1"/>
                        </a:solidFill>
                        <a:effectLst/>
                        <a:latin typeface="Times New Roman" pitchFamily="18" charset="0"/>
                        <a:ea typeface="+mn-ea"/>
                        <a:cs typeface="Times New Roman" pitchFamily="18" charset="0"/>
                      </a:endParaRPr>
                    </a:p>
                  </a:txBody>
                  <a:tcPr marL="33172" marR="33172" marT="0" marB="0" anchor="ctr"/>
                </a:tc>
                <a:tc>
                  <a:txBody>
                    <a:bodyPr/>
                    <a:lstStyle/>
                    <a:p>
                      <a:pPr algn="l">
                        <a:lnSpc>
                          <a:spcPct val="150000"/>
                        </a:lnSpc>
                        <a:spcAft>
                          <a:spcPts val="0"/>
                        </a:spcAft>
                      </a:pPr>
                      <a:r>
                        <a:rPr lang="en-US" sz="1200" kern="0" dirty="0" smtClean="0">
                          <a:effectLst/>
                          <a:latin typeface="Times New Roman" pitchFamily="18" charset="0"/>
                          <a:cs typeface="Times New Roman" pitchFamily="18" charset="0"/>
                        </a:rPr>
                        <a:t>inform DFH</a:t>
                      </a:r>
                      <a:endParaRPr lang="zh-CN" altLang="en-US" sz="1200" kern="100" dirty="0">
                        <a:effectLst/>
                        <a:latin typeface="Times New Roman" pitchFamily="18" charset="0"/>
                        <a:ea typeface="+mn-ea"/>
                        <a:cs typeface="Times New Roman" pitchFamily="18" charset="0"/>
                      </a:endParaRPr>
                    </a:p>
                  </a:txBody>
                  <a:tcPr marL="61722" marR="61722" marT="0" marB="0"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lvl="0"/>
            <a:r>
              <a:rPr lang="en-US" dirty="0" smtClean="0"/>
              <a:t>The Anomaly Operation </a:t>
            </a:r>
            <a:r>
              <a:rPr lang="en-US" altLang="zh-CN" dirty="0" smtClean="0"/>
              <a:t>in orbit</a:t>
            </a:r>
            <a:r>
              <a:rPr lang="zh-CN" altLang="en-US" dirty="0" smtClean="0"/>
              <a:t/>
            </a:r>
            <a:br>
              <a:rPr lang="zh-CN" altLang="en-US" dirty="0" smtClean="0"/>
            </a:br>
            <a:endParaRPr lang="zh-CN" altLang="en-US"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44</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3462795388"/>
              </p:ext>
            </p:extLst>
          </p:nvPr>
        </p:nvGraphicFramePr>
        <p:xfrm>
          <a:off x="389649" y="1017973"/>
          <a:ext cx="8286807" cy="3696917"/>
        </p:xfrm>
        <a:graphic>
          <a:graphicData uri="http://schemas.openxmlformats.org/drawingml/2006/table">
            <a:tbl>
              <a:tblPr firstRow="1" firstCol="1" bandRow="1">
                <a:tableStyleId>{5C22544A-7EE6-4342-B048-85BDC9FD1C3A}</a:tableStyleId>
              </a:tblPr>
              <a:tblGrid>
                <a:gridCol w="467546">
                  <a:extLst>
                    <a:ext uri="{9D8B030D-6E8A-4147-A177-3AD203B41FA5}">
                      <a16:colId xmlns:a16="http://schemas.microsoft.com/office/drawing/2014/main" val="20000"/>
                    </a:ext>
                  </a:extLst>
                </a:gridCol>
                <a:gridCol w="1264711">
                  <a:extLst>
                    <a:ext uri="{9D8B030D-6E8A-4147-A177-3AD203B41FA5}">
                      <a16:colId xmlns:a16="http://schemas.microsoft.com/office/drawing/2014/main" val="20001"/>
                    </a:ext>
                  </a:extLst>
                </a:gridCol>
                <a:gridCol w="1549915">
                  <a:extLst>
                    <a:ext uri="{9D8B030D-6E8A-4147-A177-3AD203B41FA5}">
                      <a16:colId xmlns:a16="http://schemas.microsoft.com/office/drawing/2014/main" val="20002"/>
                    </a:ext>
                  </a:extLst>
                </a:gridCol>
                <a:gridCol w="1641086">
                  <a:extLst>
                    <a:ext uri="{9D8B030D-6E8A-4147-A177-3AD203B41FA5}">
                      <a16:colId xmlns:a16="http://schemas.microsoft.com/office/drawing/2014/main" val="20003"/>
                    </a:ext>
                  </a:extLst>
                </a:gridCol>
                <a:gridCol w="2188115">
                  <a:extLst>
                    <a:ext uri="{9D8B030D-6E8A-4147-A177-3AD203B41FA5}">
                      <a16:colId xmlns:a16="http://schemas.microsoft.com/office/drawing/2014/main" val="20004"/>
                    </a:ext>
                  </a:extLst>
                </a:gridCol>
                <a:gridCol w="1175434">
                  <a:extLst>
                    <a:ext uri="{9D8B030D-6E8A-4147-A177-3AD203B41FA5}">
                      <a16:colId xmlns:a16="http://schemas.microsoft.com/office/drawing/2014/main" val="20005"/>
                    </a:ext>
                  </a:extLst>
                </a:gridCol>
              </a:tblGrid>
              <a:tr h="616153">
                <a:tc>
                  <a:txBody>
                    <a:bodyPr/>
                    <a:lstStyle/>
                    <a:p>
                      <a:pPr algn="just">
                        <a:lnSpc>
                          <a:spcPct val="150000"/>
                        </a:lnSpc>
                        <a:spcAft>
                          <a:spcPts val="0"/>
                        </a:spcAft>
                      </a:pPr>
                      <a:r>
                        <a:rPr lang="en-US" sz="1200" kern="100" dirty="0" smtClean="0">
                          <a:effectLst/>
                          <a:latin typeface="Times New Roman" pitchFamily="18" charset="0"/>
                          <a:cs typeface="Times New Roman" pitchFamily="18" charset="0"/>
                        </a:rPr>
                        <a:t>No</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Failure Mode</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Reason</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Failure Analysis</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Failure Detection</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Action</a:t>
                      </a:r>
                      <a:endParaRPr lang="zh-CN" sz="1200" kern="100" dirty="0">
                        <a:effectLst/>
                        <a:latin typeface="Times New Roman" pitchFamily="18" charset="0"/>
                        <a:ea typeface="宋体"/>
                        <a:cs typeface="Times New Roman" pitchFamily="18" charset="0"/>
                      </a:endParaRPr>
                    </a:p>
                  </a:txBody>
                  <a:tcPr marL="61722" marR="61722" marT="0" marB="0" anchor="ctr"/>
                </a:tc>
                <a:extLst>
                  <a:ext uri="{0D108BD9-81ED-4DB2-BD59-A6C34878D82A}">
                    <a16:rowId xmlns:a16="http://schemas.microsoft.com/office/drawing/2014/main" val="10000"/>
                  </a:ext>
                </a:extLst>
              </a:tr>
              <a:tr h="3080764">
                <a:tc>
                  <a:txBody>
                    <a:bodyPr/>
                    <a:lstStyle/>
                    <a:p>
                      <a:pPr marL="342900" lvl="0" indent="-342900" algn="just">
                        <a:lnSpc>
                          <a:spcPct val="150000"/>
                        </a:lnSpc>
                        <a:spcAft>
                          <a:spcPts val="0"/>
                        </a:spcAft>
                        <a:buFont typeface="+mj-lt"/>
                        <a:buNone/>
                      </a:pPr>
                      <a:r>
                        <a:rPr lang="en-US" altLang="zh-CN" sz="1200" kern="100" dirty="0" smtClean="0">
                          <a:effectLst/>
                          <a:latin typeface="Times New Roman" pitchFamily="18" charset="0"/>
                          <a:ea typeface="宋体"/>
                          <a:cs typeface="Times New Roman" pitchFamily="18" charset="0"/>
                        </a:rPr>
                        <a:t>5</a:t>
                      </a:r>
                      <a:endParaRPr lang="zh-CN" sz="1200" kern="100" dirty="0">
                        <a:effectLst/>
                        <a:latin typeface="Times New Roman" pitchFamily="18" charset="0"/>
                        <a:ea typeface="宋体"/>
                        <a:cs typeface="Times New Roman" pitchFamily="18" charset="0"/>
                      </a:endParaRPr>
                    </a:p>
                  </a:txBody>
                  <a:tcPr marL="61722" marR="61722" marT="0" marB="0" anchor="ctr"/>
                </a:tc>
                <a:tc>
                  <a:txBody>
                    <a:bodyPr/>
                    <a:lstStyle/>
                    <a:p>
                      <a:pPr marL="0" marR="0" indent="0" algn="ctr" defTabSz="914400" rtl="0" eaLnBrk="1" fontAlgn="b" latinLnBrk="0" hangingPunct="1">
                        <a:lnSpc>
                          <a:spcPct val="150000"/>
                        </a:lnSpc>
                        <a:spcBef>
                          <a:spcPts val="0"/>
                        </a:spcBef>
                        <a:spcAft>
                          <a:spcPts val="0"/>
                        </a:spcAft>
                        <a:buClrTx/>
                        <a:buSzTx/>
                        <a:buFontTx/>
                        <a:buNone/>
                        <a:tabLst/>
                        <a:defRPr/>
                      </a:pPr>
                      <a:r>
                        <a:rPr lang="en-US" sz="1200" kern="100" baseline="0" dirty="0">
                          <a:solidFill>
                            <a:schemeClr val="dk1"/>
                          </a:solidFill>
                          <a:effectLst/>
                          <a:latin typeface="Times New Roman" pitchFamily="18" charset="0"/>
                          <a:ea typeface="+mn-ea"/>
                          <a:cs typeface="Times New Roman" pitchFamily="18" charset="0"/>
                        </a:rPr>
                        <a:t>Antenna </a:t>
                      </a:r>
                      <a:r>
                        <a:rPr lang="en-US" sz="1200" kern="100" baseline="0" dirty="0" smtClean="0">
                          <a:solidFill>
                            <a:schemeClr val="dk1"/>
                          </a:solidFill>
                          <a:effectLst/>
                          <a:latin typeface="Times New Roman" pitchFamily="18" charset="0"/>
                          <a:ea typeface="+mn-ea"/>
                          <a:cs typeface="Times New Roman" pitchFamily="18" charset="0"/>
                        </a:rPr>
                        <a:t>pointing </a:t>
                      </a:r>
                      <a:r>
                        <a:rPr lang="en-US" sz="1200" kern="100" baseline="0" dirty="0">
                          <a:solidFill>
                            <a:schemeClr val="dk1"/>
                          </a:solidFill>
                          <a:effectLst/>
                          <a:latin typeface="Times New Roman" pitchFamily="18" charset="0"/>
                          <a:ea typeface="+mn-ea"/>
                          <a:cs typeface="Times New Roman" pitchFamily="18" charset="0"/>
                        </a:rPr>
                        <a:t>abnormally</a:t>
                      </a:r>
                      <a:endParaRPr lang="zh-CN" sz="1200" kern="100" baseline="0" dirty="0">
                        <a:solidFill>
                          <a:schemeClr val="dk1"/>
                        </a:solidFill>
                        <a:effectLst/>
                        <a:latin typeface="Times New Roman" pitchFamily="18" charset="0"/>
                        <a:ea typeface="+mn-ea"/>
                        <a:cs typeface="Times New Roman" pitchFamily="18" charset="0"/>
                      </a:endParaRPr>
                    </a:p>
                  </a:txBody>
                  <a:tcPr marL="28269" marR="28269" marT="0" marB="0" anchor="ctr"/>
                </a:tc>
                <a:tc>
                  <a:txBody>
                    <a:bodyPr/>
                    <a:lstStyle/>
                    <a:p>
                      <a:pPr marL="0" marR="0" indent="0" algn="ctr" defTabSz="914400" rtl="0" eaLnBrk="1" fontAlgn="b" latinLnBrk="0" hangingPunct="1">
                        <a:lnSpc>
                          <a:spcPct val="150000"/>
                        </a:lnSpc>
                        <a:spcBef>
                          <a:spcPts val="0"/>
                        </a:spcBef>
                        <a:spcAft>
                          <a:spcPts val="0"/>
                        </a:spcAft>
                        <a:buClrTx/>
                        <a:buSzTx/>
                        <a:buFontTx/>
                        <a:buNone/>
                        <a:tabLst/>
                        <a:defRPr/>
                      </a:pPr>
                      <a:r>
                        <a:rPr lang="en-US" sz="1200" kern="100" baseline="0" dirty="0">
                          <a:solidFill>
                            <a:schemeClr val="dk1"/>
                          </a:solidFill>
                          <a:effectLst/>
                          <a:latin typeface="Times New Roman" pitchFamily="18" charset="0"/>
                          <a:ea typeface="+mn-ea"/>
                          <a:cs typeface="Times New Roman" pitchFamily="18" charset="0"/>
                        </a:rPr>
                        <a:t>The </a:t>
                      </a:r>
                      <a:r>
                        <a:rPr lang="en-US" sz="1200" kern="100" baseline="0" dirty="0" smtClean="0">
                          <a:solidFill>
                            <a:schemeClr val="dk1"/>
                          </a:solidFill>
                          <a:effectLst/>
                          <a:latin typeface="Times New Roman" pitchFamily="18" charset="0"/>
                          <a:ea typeface="+mn-ea"/>
                          <a:cs typeface="Times New Roman" pitchFamily="18" charset="0"/>
                        </a:rPr>
                        <a:t>software of antenna pointing failed</a:t>
                      </a:r>
                      <a:endParaRPr lang="zh-CN" sz="1200" kern="100" baseline="0" dirty="0">
                        <a:solidFill>
                          <a:schemeClr val="dk1"/>
                        </a:solidFill>
                        <a:effectLst/>
                        <a:latin typeface="Times New Roman" pitchFamily="18" charset="0"/>
                        <a:ea typeface="+mn-ea"/>
                        <a:cs typeface="Times New Roman" pitchFamily="18" charset="0"/>
                      </a:endParaRPr>
                    </a:p>
                  </a:txBody>
                  <a:tcPr marL="28269" marR="28269" marT="0" marB="0" anchor="ctr"/>
                </a:tc>
                <a:tc>
                  <a:txBody>
                    <a:bodyPr/>
                    <a:lstStyle/>
                    <a:p>
                      <a:pPr marL="0" marR="0" indent="0" algn="ctr" defTabSz="914400" rtl="0" eaLnBrk="1" fontAlgn="b" latinLnBrk="0" hangingPunct="1">
                        <a:lnSpc>
                          <a:spcPct val="150000"/>
                        </a:lnSpc>
                        <a:spcBef>
                          <a:spcPts val="0"/>
                        </a:spcBef>
                        <a:spcAft>
                          <a:spcPts val="0"/>
                        </a:spcAft>
                        <a:buClrTx/>
                        <a:buSzTx/>
                        <a:buFontTx/>
                        <a:buNone/>
                        <a:tabLst/>
                        <a:defRPr/>
                      </a:pPr>
                      <a:r>
                        <a:rPr lang="en-US" sz="1200" kern="100" baseline="0" dirty="0" smtClean="0">
                          <a:solidFill>
                            <a:schemeClr val="dk1"/>
                          </a:solidFill>
                          <a:effectLst/>
                          <a:latin typeface="Times New Roman" pitchFamily="18" charset="0"/>
                          <a:ea typeface="+mn-ea"/>
                          <a:cs typeface="Times New Roman" pitchFamily="18" charset="0"/>
                        </a:rPr>
                        <a:t>The GS can’t receive DTS RF signal form satellite</a:t>
                      </a:r>
                      <a:endParaRPr lang="zh-CN" sz="1200" kern="100" baseline="0" dirty="0">
                        <a:solidFill>
                          <a:schemeClr val="dk1"/>
                        </a:solidFill>
                        <a:effectLst/>
                        <a:latin typeface="Times New Roman" pitchFamily="18" charset="0"/>
                        <a:ea typeface="+mn-ea"/>
                        <a:cs typeface="Times New Roman" pitchFamily="18" charset="0"/>
                      </a:endParaRPr>
                    </a:p>
                  </a:txBody>
                  <a:tcPr marL="28269" marR="28269" marT="0" marB="0" anchor="ctr"/>
                </a:tc>
                <a:tc>
                  <a:txBody>
                    <a:bodyPr/>
                    <a:lstStyle/>
                    <a:p>
                      <a:pPr marL="0" marR="0" lvl="0" indent="0" algn="ctr" defTabSz="914400" rtl="0" eaLnBrk="1" fontAlgn="b" latinLnBrk="0" hangingPunct="1">
                        <a:lnSpc>
                          <a:spcPct val="150000"/>
                        </a:lnSpc>
                        <a:spcBef>
                          <a:spcPts val="0"/>
                        </a:spcBef>
                        <a:spcAft>
                          <a:spcPts val="0"/>
                        </a:spcAft>
                        <a:buClrTx/>
                        <a:buSzTx/>
                        <a:buFontTx/>
                        <a:buNone/>
                        <a:tabLst/>
                        <a:defRPr/>
                      </a:pPr>
                      <a:r>
                        <a:rPr lang="en-US" altLang="zh-CN" sz="1200" kern="100" dirty="0" smtClean="0">
                          <a:latin typeface="Times New Roman"/>
                          <a:ea typeface="+mn-ea"/>
                        </a:rPr>
                        <a:t>The TM ‘</a:t>
                      </a:r>
                      <a:r>
                        <a:rPr lang="en-US" altLang="zh-CN" sz="1200" kern="100" baseline="0" dirty="0" smtClean="0">
                          <a:latin typeface="Times New Roman"/>
                          <a:ea typeface="+mn-ea"/>
                        </a:rPr>
                        <a:t>center angle of antenna’</a:t>
                      </a:r>
                      <a:r>
                        <a:rPr lang="en-US" altLang="zh-CN" sz="1200" kern="100" dirty="0" smtClean="0">
                          <a:latin typeface="Times New Roman"/>
                          <a:ea typeface="+mn-ea"/>
                        </a:rPr>
                        <a:t> </a:t>
                      </a:r>
                      <a:r>
                        <a:rPr lang="en-US" altLang="zh-CN" sz="1200" kern="100" baseline="0" dirty="0" smtClean="0">
                          <a:latin typeface="Times New Roman"/>
                          <a:ea typeface="+mn-ea"/>
                        </a:rPr>
                        <a:t> and </a:t>
                      </a:r>
                      <a:r>
                        <a:rPr lang="en-US" altLang="zh-CN" sz="1200" kern="100" dirty="0" smtClean="0">
                          <a:latin typeface="Times New Roman"/>
                          <a:ea typeface="+mn-ea"/>
                        </a:rPr>
                        <a:t> ‘Azimuth </a:t>
                      </a:r>
                      <a:r>
                        <a:rPr lang="en-US" altLang="zh-CN" sz="1200" kern="100" baseline="0" dirty="0" smtClean="0">
                          <a:latin typeface="Times New Roman"/>
                          <a:ea typeface="+mn-ea"/>
                        </a:rPr>
                        <a:t>angle </a:t>
                      </a:r>
                      <a:r>
                        <a:rPr lang="en-US" altLang="zh-CN" sz="1200" kern="100" dirty="0" smtClean="0">
                          <a:latin typeface="Times New Roman"/>
                          <a:ea typeface="+mn-ea"/>
                        </a:rPr>
                        <a:t>of</a:t>
                      </a:r>
                      <a:r>
                        <a:rPr lang="en-US" altLang="zh-CN" sz="1200" kern="100" baseline="0" dirty="0" smtClean="0">
                          <a:latin typeface="Times New Roman"/>
                          <a:ea typeface="+mn-ea"/>
                        </a:rPr>
                        <a:t> antenna’ </a:t>
                      </a:r>
                      <a:r>
                        <a:rPr lang="en-US" altLang="zh-CN" sz="1200" kern="100" dirty="0" smtClean="0">
                          <a:latin typeface="Times New Roman"/>
                          <a:ea typeface="+mn-ea"/>
                        </a:rPr>
                        <a:t>differ</a:t>
                      </a:r>
                      <a:r>
                        <a:rPr lang="en-US" altLang="zh-CN" sz="1200" kern="100" baseline="0" dirty="0" smtClean="0">
                          <a:latin typeface="Times New Roman"/>
                          <a:ea typeface="+mn-ea"/>
                        </a:rPr>
                        <a:t> from emulation data</a:t>
                      </a:r>
                      <a:r>
                        <a:rPr lang="en-US" altLang="zh-CN" sz="1200" kern="100" dirty="0" smtClean="0">
                          <a:latin typeface="Times New Roman"/>
                          <a:ea typeface="+mn-ea"/>
                        </a:rPr>
                        <a:t> </a:t>
                      </a:r>
                    </a:p>
                  </a:txBody>
                  <a:tcPr marL="28269" marR="28269" marT="0" marB="0" anchor="ct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200" kern="100" dirty="0" smtClean="0">
                          <a:effectLst/>
                          <a:latin typeface="Times New Roman" pitchFamily="18" charset="0"/>
                          <a:ea typeface="宋体"/>
                          <a:cs typeface="Times New Roman" pitchFamily="18" charset="0"/>
                        </a:rPr>
                        <a:t>Inform DFH</a:t>
                      </a:r>
                      <a:endParaRPr lang="zh-CN" altLang="en-US" sz="1200" kern="100" dirty="0" smtClean="0">
                        <a:effectLst/>
                        <a:latin typeface="Times New Roman" pitchFamily="18" charset="0"/>
                        <a:ea typeface="+mn-ea"/>
                        <a:cs typeface="Times New Roman" pitchFamily="18" charset="0"/>
                      </a:endParaRPr>
                    </a:p>
                  </a:txBody>
                  <a:tcPr marL="61722" marR="61722" marT="0" marB="0"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923678"/>
            <a:ext cx="8229600" cy="977712"/>
          </a:xfrm>
        </p:spPr>
        <p:txBody>
          <a:bodyPr>
            <a:noAutofit/>
          </a:bodyPr>
          <a:lstStyle/>
          <a:p>
            <a:pPr marL="0" indent="0" algn="ctr">
              <a:buNone/>
            </a:pPr>
            <a:r>
              <a:rPr lang="en-US" altLang="zh-CN" sz="4000" dirty="0" smtClean="0">
                <a:solidFill>
                  <a:schemeClr val="accent4">
                    <a:lumMod val="75000"/>
                  </a:schemeClr>
                </a:solidFill>
                <a:latin typeface="Cooper Black" pitchFamily="18" charset="0"/>
              </a:rPr>
              <a:t>THANK YOU!</a:t>
            </a:r>
            <a:endParaRPr lang="zh-CN" altLang="en-US" sz="4000" dirty="0">
              <a:solidFill>
                <a:schemeClr val="accent4">
                  <a:lumMod val="75000"/>
                </a:schemeClr>
              </a:solidFill>
              <a:latin typeface="Cooper Black" pitchFamily="18" charset="0"/>
            </a:endParaRP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45</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79114467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3178</TotalTime>
  <Words>4922</Words>
  <Application>Microsoft Office PowerPoint</Application>
  <PresentationFormat>On-screen Show (16:9)</PresentationFormat>
  <Paragraphs>976</Paragraphs>
  <Slides>45</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45</vt:i4>
      </vt:variant>
    </vt:vector>
  </HeadingPairs>
  <TitlesOfParts>
    <vt:vector size="54" baseType="lpstr">
      <vt:lpstr>微软雅黑</vt:lpstr>
      <vt:lpstr>宋体</vt:lpstr>
      <vt:lpstr>Arial</vt:lpstr>
      <vt:lpstr>Calibri</vt:lpstr>
      <vt:lpstr>Cooper Black</vt:lpstr>
      <vt:lpstr>Times New Roman</vt:lpstr>
      <vt:lpstr>Wingdings</vt:lpstr>
      <vt:lpstr>Office 主题</vt:lpstr>
      <vt:lpstr>Visio</vt:lpstr>
      <vt:lpstr>ETRSS-1 DTS In orbit operation instructions</vt:lpstr>
      <vt:lpstr>CONTENTS </vt:lpstr>
      <vt:lpstr>1 Composition and function of DTS</vt:lpstr>
      <vt:lpstr>1 Composition and function of DTS</vt:lpstr>
      <vt:lpstr>PowerPoint Presentation</vt:lpstr>
      <vt:lpstr>1 Composition and function of DTS</vt:lpstr>
      <vt:lpstr>CONTENTS </vt:lpstr>
      <vt:lpstr>2 working mode of DTS in orbit</vt:lpstr>
      <vt:lpstr>2 working mode of DTS in orbit</vt:lpstr>
      <vt:lpstr>CONTENTS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3 Telecommand and telemetry of DTS   </vt:lpstr>
      <vt:lpstr>CONTENTS </vt:lpstr>
      <vt:lpstr>4 Sequence of operation</vt:lpstr>
      <vt:lpstr>4 Sequence of operation</vt:lpstr>
      <vt:lpstr>4 Sequence of operation</vt:lpstr>
      <vt:lpstr>4 Sequence of operation</vt:lpstr>
      <vt:lpstr>4 Sequence of operation</vt:lpstr>
      <vt:lpstr>CONTENTS </vt:lpstr>
      <vt:lpstr>5 Important notice</vt:lpstr>
      <vt:lpstr>5 Important notice</vt:lpstr>
      <vt:lpstr>5 Important notice</vt:lpstr>
      <vt:lpstr>CONTENTS </vt:lpstr>
      <vt:lpstr>The Anomaly Operation in orbit </vt:lpstr>
      <vt:lpstr>The Anomaly Operation in orbit </vt:lpstr>
      <vt:lpstr>The Anomaly Operation in orbit </vt:lpstr>
      <vt:lpstr>PowerPoint Presentation</vt:lpstr>
    </vt:vector>
  </TitlesOfParts>
  <Company>dfh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DTS introduction</dc:title>
  <dc:creator>zhangjingyi</dc:creator>
  <cp:lastModifiedBy>Dinaol</cp:lastModifiedBy>
  <cp:revision>348</cp:revision>
  <dcterms:created xsi:type="dcterms:W3CDTF">2013-04-18T01:59:38Z</dcterms:created>
  <dcterms:modified xsi:type="dcterms:W3CDTF">2019-10-16T02:15:56Z</dcterms:modified>
</cp:coreProperties>
</file>