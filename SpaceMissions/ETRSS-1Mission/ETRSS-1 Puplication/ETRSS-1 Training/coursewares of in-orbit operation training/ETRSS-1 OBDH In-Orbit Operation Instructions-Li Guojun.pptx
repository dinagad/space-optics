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61" r:id="rId2"/>
  </p:sldMasterIdLst>
  <p:notesMasterIdLst>
    <p:notesMasterId r:id="rId104"/>
  </p:notesMasterIdLst>
  <p:handoutMasterIdLst>
    <p:handoutMasterId r:id="rId105"/>
  </p:handoutMasterIdLst>
  <p:sldIdLst>
    <p:sldId id="275" r:id="rId3"/>
    <p:sldId id="274" r:id="rId4"/>
    <p:sldId id="277" r:id="rId5"/>
    <p:sldId id="349" r:id="rId6"/>
    <p:sldId id="278" r:id="rId7"/>
    <p:sldId id="280" r:id="rId8"/>
    <p:sldId id="279" r:id="rId9"/>
    <p:sldId id="281" r:id="rId10"/>
    <p:sldId id="282" r:id="rId11"/>
    <p:sldId id="284" r:id="rId12"/>
    <p:sldId id="351" r:id="rId13"/>
    <p:sldId id="350" r:id="rId14"/>
    <p:sldId id="481" r:id="rId15"/>
    <p:sldId id="569" r:id="rId16"/>
    <p:sldId id="482" r:id="rId17"/>
    <p:sldId id="483" r:id="rId18"/>
    <p:sldId id="485" r:id="rId19"/>
    <p:sldId id="486" r:id="rId20"/>
    <p:sldId id="487" r:id="rId21"/>
    <p:sldId id="488" r:id="rId22"/>
    <p:sldId id="489" r:id="rId23"/>
    <p:sldId id="490" r:id="rId24"/>
    <p:sldId id="491" r:id="rId25"/>
    <p:sldId id="493" r:id="rId26"/>
    <p:sldId id="494" r:id="rId27"/>
    <p:sldId id="495" r:id="rId28"/>
    <p:sldId id="496" r:id="rId29"/>
    <p:sldId id="497" r:id="rId30"/>
    <p:sldId id="500" r:id="rId31"/>
    <p:sldId id="501" r:id="rId32"/>
    <p:sldId id="502" r:id="rId33"/>
    <p:sldId id="503" r:id="rId34"/>
    <p:sldId id="504" r:id="rId35"/>
    <p:sldId id="505" r:id="rId36"/>
    <p:sldId id="507" r:id="rId37"/>
    <p:sldId id="508" r:id="rId38"/>
    <p:sldId id="509" r:id="rId39"/>
    <p:sldId id="510" r:id="rId40"/>
    <p:sldId id="511" r:id="rId41"/>
    <p:sldId id="512" r:id="rId42"/>
    <p:sldId id="513" r:id="rId43"/>
    <p:sldId id="514" r:id="rId44"/>
    <p:sldId id="515" r:id="rId45"/>
    <p:sldId id="516" r:id="rId46"/>
    <p:sldId id="517" r:id="rId47"/>
    <p:sldId id="518" r:id="rId48"/>
    <p:sldId id="570" r:id="rId49"/>
    <p:sldId id="519" r:id="rId50"/>
    <p:sldId id="520" r:id="rId51"/>
    <p:sldId id="521" r:id="rId52"/>
    <p:sldId id="522" r:id="rId53"/>
    <p:sldId id="523" r:id="rId54"/>
    <p:sldId id="524" r:id="rId55"/>
    <p:sldId id="525" r:id="rId56"/>
    <p:sldId id="526" r:id="rId57"/>
    <p:sldId id="527" r:id="rId58"/>
    <p:sldId id="528" r:id="rId59"/>
    <p:sldId id="529" r:id="rId60"/>
    <p:sldId id="530" r:id="rId61"/>
    <p:sldId id="531" r:id="rId62"/>
    <p:sldId id="532" r:id="rId63"/>
    <p:sldId id="533" r:id="rId64"/>
    <p:sldId id="534" r:id="rId65"/>
    <p:sldId id="535" r:id="rId66"/>
    <p:sldId id="536" r:id="rId67"/>
    <p:sldId id="537" r:id="rId68"/>
    <p:sldId id="538" r:id="rId69"/>
    <p:sldId id="539" r:id="rId70"/>
    <p:sldId id="540" r:id="rId71"/>
    <p:sldId id="541" r:id="rId72"/>
    <p:sldId id="542" r:id="rId73"/>
    <p:sldId id="543" r:id="rId74"/>
    <p:sldId id="544" r:id="rId75"/>
    <p:sldId id="545" r:id="rId76"/>
    <p:sldId id="546" r:id="rId77"/>
    <p:sldId id="547" r:id="rId78"/>
    <p:sldId id="548" r:id="rId79"/>
    <p:sldId id="549" r:id="rId80"/>
    <p:sldId id="578" r:id="rId81"/>
    <p:sldId id="550" r:id="rId82"/>
    <p:sldId id="568" r:id="rId83"/>
    <p:sldId id="554" r:id="rId84"/>
    <p:sldId id="555" r:id="rId85"/>
    <p:sldId id="556" r:id="rId86"/>
    <p:sldId id="557" r:id="rId87"/>
    <p:sldId id="558" r:id="rId88"/>
    <p:sldId id="559" r:id="rId89"/>
    <p:sldId id="561" r:id="rId90"/>
    <p:sldId id="562" r:id="rId91"/>
    <p:sldId id="571" r:id="rId92"/>
    <p:sldId id="572" r:id="rId93"/>
    <p:sldId id="573" r:id="rId94"/>
    <p:sldId id="577" r:id="rId95"/>
    <p:sldId id="574" r:id="rId96"/>
    <p:sldId id="575" r:id="rId97"/>
    <p:sldId id="563" r:id="rId98"/>
    <p:sldId id="576" r:id="rId99"/>
    <p:sldId id="564" r:id="rId100"/>
    <p:sldId id="565" r:id="rId101"/>
    <p:sldId id="566" r:id="rId102"/>
    <p:sldId id="479" r:id="rId103"/>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1620">
          <p15:clr>
            <a:srgbClr val="A4A3A4"/>
          </p15:clr>
        </p15:guide>
        <p15:guide id="2" pos="2880">
          <p15:clr>
            <a:srgbClr val="A4A3A4"/>
          </p15:clr>
        </p15:guide>
      </p15:sldGuideLst>
    </p:ext>
    <p:ext uri="{2D200454-40CA-4A62-9FC3-DE9A4176ACB9}">
      <p15:notesGuideLst xmlns:p15="http://schemas.microsoft.com/office/powerpoint/2012/main" xmlns="">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FF"/>
    <a:srgbClr val="2577DB"/>
    <a:srgbClr val="0099FF"/>
    <a:srgbClr val="0983F1"/>
    <a:srgbClr val="16567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6D9F66E-5EB9-4882-86FB-DCBF35E3C3E4}" styleName="中度样式 4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E8B1032C-EA38-4F05-BA0D-38AFFFC7BED3}" styleName="浅色样式 3 - 强调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8799B23B-EC83-4686-B30A-512413B5E67A}" styleName="浅色样式 3 - 强调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5DA37D80-6434-44D0-A028-1B22A696006F}" styleName="浅色样式 3 - 强调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A107856-5554-42FB-B03E-39F5DBC370BA}" styleName="中度样式 4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14868" autoAdjust="0"/>
    <p:restoredTop sz="94660"/>
  </p:normalViewPr>
  <p:slideViewPr>
    <p:cSldViewPr>
      <p:cViewPr varScale="1">
        <p:scale>
          <a:sx n="88" d="100"/>
          <a:sy n="88" d="100"/>
        </p:scale>
        <p:origin x="-618" y="-102"/>
      </p:cViewPr>
      <p:guideLst>
        <p:guide orient="horz" pos="1620"/>
        <p:guide pos="2880"/>
      </p:guideLst>
    </p:cSldViewPr>
  </p:slideViewPr>
  <p:notesTextViewPr>
    <p:cViewPr>
      <p:scale>
        <a:sx n="100" d="100"/>
        <a:sy n="100" d="100"/>
      </p:scale>
      <p:origin x="0" y="0"/>
    </p:cViewPr>
  </p:notesTextViewPr>
  <p:notesViewPr>
    <p:cSldViewPr>
      <p:cViewPr varScale="1">
        <p:scale>
          <a:sx n="99" d="100"/>
          <a:sy n="99" d="100"/>
        </p:scale>
        <p:origin x="-3624"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07" Type="http://schemas.openxmlformats.org/officeDocument/2006/relationships/viewProps" Target="viewProps.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slide" Target="slides/slide72.xml"/><Relationship Id="rId79" Type="http://schemas.openxmlformats.org/officeDocument/2006/relationships/slide" Target="slides/slide77.xml"/><Relationship Id="rId87" Type="http://schemas.openxmlformats.org/officeDocument/2006/relationships/slide" Target="slides/slide85.xml"/><Relationship Id="rId102" Type="http://schemas.openxmlformats.org/officeDocument/2006/relationships/slide" Target="slides/slide100.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slide" Target="slides/slide80.xml"/><Relationship Id="rId90" Type="http://schemas.openxmlformats.org/officeDocument/2006/relationships/slide" Target="slides/slide88.xml"/><Relationship Id="rId95" Type="http://schemas.openxmlformats.org/officeDocument/2006/relationships/slide" Target="slides/slide93.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handoutMaster" Target="handoutMasters/handoutMaster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103" Type="http://schemas.openxmlformats.org/officeDocument/2006/relationships/slide" Target="slides/slide101.xml"/><Relationship Id="rId108"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presProps" Target="pres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tableStyles" Target="tableStyles.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notesMaster" Target="notesMasters/notesMaster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F0E0A0A-7494-44B5-8F1A-7CC3AA334C7E}" type="doc">
      <dgm:prSet loTypeId="urn:microsoft.com/office/officeart/2009/layout/ReverseList" loCatId="relationship" qsTypeId="urn:microsoft.com/office/officeart/2005/8/quickstyle/3d3" qsCatId="3D" csTypeId="urn:microsoft.com/office/officeart/2005/8/colors/accent2_2" csCatId="accent2" phldr="1"/>
      <dgm:spPr/>
      <dgm:t>
        <a:bodyPr/>
        <a:lstStyle/>
        <a:p>
          <a:endParaRPr lang="zh-CN" altLang="en-US"/>
        </a:p>
      </dgm:t>
    </dgm:pt>
    <dgm:pt modelId="{CD518633-C39E-43D7-9DF6-E1B1E9B75878}">
      <dgm:prSet phldrT="[文本]"/>
      <dgm:spPr>
        <a:solidFill>
          <a:schemeClr val="accent1">
            <a:lumMod val="60000"/>
            <a:lumOff val="40000"/>
          </a:schemeClr>
        </a:solidFill>
      </dgm:spPr>
      <dgm:t>
        <a:bodyPr/>
        <a:lstStyle/>
        <a:p>
          <a:r>
            <a:rPr lang="en-US" altLang="en-US" b="1" dirty="0"/>
            <a:t>GPS</a:t>
          </a:r>
          <a:endParaRPr lang="zh-CN" altLang="en-US" b="1" dirty="0"/>
        </a:p>
      </dgm:t>
    </dgm:pt>
    <dgm:pt modelId="{A263417B-B789-4172-A34E-872F48122B60}" type="parTrans" cxnId="{6D8D34A6-BCF5-4196-8104-E8D9998685DD}">
      <dgm:prSet/>
      <dgm:spPr/>
      <dgm:t>
        <a:bodyPr/>
        <a:lstStyle/>
        <a:p>
          <a:endParaRPr lang="zh-CN" altLang="en-US"/>
        </a:p>
      </dgm:t>
    </dgm:pt>
    <dgm:pt modelId="{020FF82C-6460-4C76-B881-29C1FDE7B643}" type="sibTrans" cxnId="{6D8D34A6-BCF5-4196-8104-E8D9998685DD}">
      <dgm:prSet/>
      <dgm:spPr/>
      <dgm:t>
        <a:bodyPr/>
        <a:lstStyle/>
        <a:p>
          <a:endParaRPr lang="zh-CN" altLang="en-US"/>
        </a:p>
      </dgm:t>
    </dgm:pt>
    <dgm:pt modelId="{137B797F-B263-42B2-87F5-818FDB94C3E0}">
      <dgm:prSet phldrT="[文本]"/>
      <dgm:spPr>
        <a:solidFill>
          <a:schemeClr val="accent1">
            <a:lumMod val="60000"/>
            <a:lumOff val="40000"/>
          </a:schemeClr>
        </a:solidFill>
      </dgm:spPr>
      <dgm:t>
        <a:bodyPr/>
        <a:lstStyle/>
        <a:p>
          <a:r>
            <a:rPr lang="en-US" altLang="en-US" b="1" dirty="0"/>
            <a:t>OBC</a:t>
          </a:r>
          <a:endParaRPr lang="zh-CN" altLang="en-US" b="1" u="none" dirty="0"/>
        </a:p>
      </dgm:t>
    </dgm:pt>
    <dgm:pt modelId="{5F39BDFE-B9E3-4A20-BEDA-0DB3B985E572}" type="sibTrans" cxnId="{A5D37234-2594-4F95-BFFD-973DB351EA1D}">
      <dgm:prSet/>
      <dgm:spPr/>
      <dgm:t>
        <a:bodyPr/>
        <a:lstStyle/>
        <a:p>
          <a:endParaRPr lang="zh-CN" altLang="en-US"/>
        </a:p>
      </dgm:t>
    </dgm:pt>
    <dgm:pt modelId="{800CCF30-6C1F-441C-B588-0AAF281A4A38}" type="parTrans" cxnId="{A5D37234-2594-4F95-BFFD-973DB351EA1D}">
      <dgm:prSet/>
      <dgm:spPr/>
      <dgm:t>
        <a:bodyPr/>
        <a:lstStyle/>
        <a:p>
          <a:endParaRPr lang="zh-CN" altLang="en-US"/>
        </a:p>
      </dgm:t>
    </dgm:pt>
    <dgm:pt modelId="{1BBEEAA6-2155-4C35-A85D-6BF98A75CF25}">
      <dgm:prSet/>
      <dgm:spPr/>
      <dgm:t>
        <a:bodyPr/>
        <a:lstStyle/>
        <a:p>
          <a:endParaRPr lang="zh-CN" altLang="en-US" b="1" dirty="0"/>
        </a:p>
      </dgm:t>
    </dgm:pt>
    <dgm:pt modelId="{65A4716A-1231-4A5A-B643-2D68A42B24AC}" type="parTrans" cxnId="{620F6134-EB30-4A50-9158-3B19736C78AC}">
      <dgm:prSet/>
      <dgm:spPr/>
      <dgm:t>
        <a:bodyPr/>
        <a:lstStyle/>
        <a:p>
          <a:endParaRPr lang="zh-CN" altLang="en-US"/>
        </a:p>
      </dgm:t>
    </dgm:pt>
    <dgm:pt modelId="{1AA72C1B-A7D3-456E-942C-7AB5AA918FA0}" type="sibTrans" cxnId="{620F6134-EB30-4A50-9158-3B19736C78AC}">
      <dgm:prSet/>
      <dgm:spPr/>
      <dgm:t>
        <a:bodyPr/>
        <a:lstStyle/>
        <a:p>
          <a:endParaRPr lang="zh-CN" altLang="en-US"/>
        </a:p>
      </dgm:t>
    </dgm:pt>
    <dgm:pt modelId="{2B6A7281-1F5D-4B7D-891F-46E6AA23D2D9}" type="pres">
      <dgm:prSet presAssocID="{AF0E0A0A-7494-44B5-8F1A-7CC3AA334C7E}" presName="Name0" presStyleCnt="0">
        <dgm:presLayoutVars>
          <dgm:chMax val="2"/>
          <dgm:chPref val="2"/>
          <dgm:animLvl val="lvl"/>
        </dgm:presLayoutVars>
      </dgm:prSet>
      <dgm:spPr/>
      <dgm:t>
        <a:bodyPr/>
        <a:lstStyle/>
        <a:p>
          <a:endParaRPr lang="zh-CN" altLang="en-US"/>
        </a:p>
      </dgm:t>
    </dgm:pt>
    <dgm:pt modelId="{421B4AE9-C96C-40C7-B0F2-E25371EE292D}" type="pres">
      <dgm:prSet presAssocID="{AF0E0A0A-7494-44B5-8F1A-7CC3AA334C7E}" presName="LeftText" presStyleLbl="revTx" presStyleIdx="0" presStyleCnt="0">
        <dgm:presLayoutVars>
          <dgm:bulletEnabled val="1"/>
        </dgm:presLayoutVars>
      </dgm:prSet>
      <dgm:spPr/>
      <dgm:t>
        <a:bodyPr/>
        <a:lstStyle/>
        <a:p>
          <a:endParaRPr lang="zh-CN" altLang="en-US"/>
        </a:p>
      </dgm:t>
    </dgm:pt>
    <dgm:pt modelId="{12BDAD12-80F2-4F30-AFF5-10A9AC3C8CEB}" type="pres">
      <dgm:prSet presAssocID="{AF0E0A0A-7494-44B5-8F1A-7CC3AA334C7E}" presName="LeftNode" presStyleLbl="bgImgPlace1" presStyleIdx="0" presStyleCnt="2" custLinFactNeighborX="-36358" custLinFactNeighborY="2900">
        <dgm:presLayoutVars>
          <dgm:chMax val="2"/>
          <dgm:chPref val="2"/>
        </dgm:presLayoutVars>
      </dgm:prSet>
      <dgm:spPr/>
      <dgm:t>
        <a:bodyPr/>
        <a:lstStyle/>
        <a:p>
          <a:endParaRPr lang="zh-CN" altLang="en-US"/>
        </a:p>
      </dgm:t>
    </dgm:pt>
    <dgm:pt modelId="{5D451539-D8A8-403F-BC73-2701C787EE72}" type="pres">
      <dgm:prSet presAssocID="{AF0E0A0A-7494-44B5-8F1A-7CC3AA334C7E}" presName="RightText" presStyleLbl="revTx" presStyleIdx="0" presStyleCnt="0">
        <dgm:presLayoutVars>
          <dgm:bulletEnabled val="1"/>
        </dgm:presLayoutVars>
      </dgm:prSet>
      <dgm:spPr/>
      <dgm:t>
        <a:bodyPr/>
        <a:lstStyle/>
        <a:p>
          <a:endParaRPr lang="zh-CN" altLang="en-US"/>
        </a:p>
      </dgm:t>
    </dgm:pt>
    <dgm:pt modelId="{3F86F89D-4F95-4FCE-AE33-957687A13BD5}" type="pres">
      <dgm:prSet presAssocID="{AF0E0A0A-7494-44B5-8F1A-7CC3AA334C7E}" presName="RightNode" presStyleLbl="bgImgPlace1" presStyleIdx="1" presStyleCnt="2" custLinFactNeighborX="66838" custLinFactNeighborY="2536">
        <dgm:presLayoutVars>
          <dgm:chMax val="0"/>
          <dgm:chPref val="0"/>
        </dgm:presLayoutVars>
      </dgm:prSet>
      <dgm:spPr/>
      <dgm:t>
        <a:bodyPr/>
        <a:lstStyle/>
        <a:p>
          <a:endParaRPr lang="zh-CN" altLang="en-US"/>
        </a:p>
      </dgm:t>
    </dgm:pt>
    <dgm:pt modelId="{8645B626-F71E-4C3D-9681-683CB0349F9B}" type="pres">
      <dgm:prSet presAssocID="{AF0E0A0A-7494-44B5-8F1A-7CC3AA334C7E}" presName="TopArrow" presStyleLbl="node1" presStyleIdx="0" presStyleCnt="2" custLinFactNeighborX="15848" custLinFactNeighborY="26445"/>
      <dgm:spPr>
        <a:solidFill>
          <a:schemeClr val="tx2">
            <a:lumMod val="60000"/>
            <a:lumOff val="40000"/>
          </a:schemeClr>
        </a:solidFill>
      </dgm:spPr>
    </dgm:pt>
    <dgm:pt modelId="{F8CC050A-6BBA-46A5-84EF-40246E9500DD}" type="pres">
      <dgm:prSet presAssocID="{AF0E0A0A-7494-44B5-8F1A-7CC3AA334C7E}" presName="BottomArrow" presStyleLbl="node1" presStyleIdx="1" presStyleCnt="2" custLinFactNeighborX="12580" custLinFactNeighborY="-42103"/>
      <dgm:spPr>
        <a:solidFill>
          <a:schemeClr val="tx2">
            <a:lumMod val="60000"/>
            <a:lumOff val="40000"/>
          </a:schemeClr>
        </a:solidFill>
      </dgm:spPr>
    </dgm:pt>
  </dgm:ptLst>
  <dgm:cxnLst>
    <dgm:cxn modelId="{08ECE906-4D1A-42CB-9AC8-DE3668C18863}" type="presOf" srcId="{CD518633-C39E-43D7-9DF6-E1B1E9B75878}" destId="{3F86F89D-4F95-4FCE-AE33-957687A13BD5}" srcOrd="1" destOrd="0" presId="urn:microsoft.com/office/officeart/2009/layout/ReverseList"/>
    <dgm:cxn modelId="{C77F9870-0549-491C-AC08-3D6DE051BC35}" type="presOf" srcId="{137B797F-B263-42B2-87F5-818FDB94C3E0}" destId="{421B4AE9-C96C-40C7-B0F2-E25371EE292D}" srcOrd="0" destOrd="0" presId="urn:microsoft.com/office/officeart/2009/layout/ReverseList"/>
    <dgm:cxn modelId="{FFD4AD68-26EB-4EA5-B29B-0D02675D9C49}" type="presOf" srcId="{137B797F-B263-42B2-87F5-818FDB94C3E0}" destId="{12BDAD12-80F2-4F30-AFF5-10A9AC3C8CEB}" srcOrd="1" destOrd="0" presId="urn:microsoft.com/office/officeart/2009/layout/ReverseList"/>
    <dgm:cxn modelId="{6D8D34A6-BCF5-4196-8104-E8D9998685DD}" srcId="{AF0E0A0A-7494-44B5-8F1A-7CC3AA334C7E}" destId="{CD518633-C39E-43D7-9DF6-E1B1E9B75878}" srcOrd="1" destOrd="0" parTransId="{A263417B-B789-4172-A34E-872F48122B60}" sibTransId="{020FF82C-6460-4C76-B881-29C1FDE7B643}"/>
    <dgm:cxn modelId="{620F6134-EB30-4A50-9158-3B19736C78AC}" srcId="{AF0E0A0A-7494-44B5-8F1A-7CC3AA334C7E}" destId="{1BBEEAA6-2155-4C35-A85D-6BF98A75CF25}" srcOrd="2" destOrd="0" parTransId="{65A4716A-1231-4A5A-B643-2D68A42B24AC}" sibTransId="{1AA72C1B-A7D3-456E-942C-7AB5AA918FA0}"/>
    <dgm:cxn modelId="{FA67088B-63C3-4233-B71F-5902FED8FC7B}" type="presOf" srcId="{CD518633-C39E-43D7-9DF6-E1B1E9B75878}" destId="{5D451539-D8A8-403F-BC73-2701C787EE72}" srcOrd="0" destOrd="0" presId="urn:microsoft.com/office/officeart/2009/layout/ReverseList"/>
    <dgm:cxn modelId="{A5D37234-2594-4F95-BFFD-973DB351EA1D}" srcId="{AF0E0A0A-7494-44B5-8F1A-7CC3AA334C7E}" destId="{137B797F-B263-42B2-87F5-818FDB94C3E0}" srcOrd="0" destOrd="0" parTransId="{800CCF30-6C1F-441C-B588-0AAF281A4A38}" sibTransId="{5F39BDFE-B9E3-4A20-BEDA-0DB3B985E572}"/>
    <dgm:cxn modelId="{2F243D8F-D774-4196-869B-6D9726D15B13}" type="presOf" srcId="{AF0E0A0A-7494-44B5-8F1A-7CC3AA334C7E}" destId="{2B6A7281-1F5D-4B7D-891F-46E6AA23D2D9}" srcOrd="0" destOrd="0" presId="urn:microsoft.com/office/officeart/2009/layout/ReverseList"/>
    <dgm:cxn modelId="{46E6E26A-E293-45F3-B256-934F31ACB898}" type="presParOf" srcId="{2B6A7281-1F5D-4B7D-891F-46E6AA23D2D9}" destId="{421B4AE9-C96C-40C7-B0F2-E25371EE292D}" srcOrd="0" destOrd="0" presId="urn:microsoft.com/office/officeart/2009/layout/ReverseList"/>
    <dgm:cxn modelId="{6BB0050E-F02A-4458-9885-9BB9A17ED2AA}" type="presParOf" srcId="{2B6A7281-1F5D-4B7D-891F-46E6AA23D2D9}" destId="{12BDAD12-80F2-4F30-AFF5-10A9AC3C8CEB}" srcOrd="1" destOrd="0" presId="urn:microsoft.com/office/officeart/2009/layout/ReverseList"/>
    <dgm:cxn modelId="{7E15B35C-ABF6-4DB5-856A-FB3FFB0111EA}" type="presParOf" srcId="{2B6A7281-1F5D-4B7D-891F-46E6AA23D2D9}" destId="{5D451539-D8A8-403F-BC73-2701C787EE72}" srcOrd="2" destOrd="0" presId="urn:microsoft.com/office/officeart/2009/layout/ReverseList"/>
    <dgm:cxn modelId="{16C50F5C-F0FF-4722-ACE6-85696AE582E0}" type="presParOf" srcId="{2B6A7281-1F5D-4B7D-891F-46E6AA23D2D9}" destId="{3F86F89D-4F95-4FCE-AE33-957687A13BD5}" srcOrd="3" destOrd="0" presId="urn:microsoft.com/office/officeart/2009/layout/ReverseList"/>
    <dgm:cxn modelId="{A106A7E4-BF37-4B50-A817-D75767BFABC9}" type="presParOf" srcId="{2B6A7281-1F5D-4B7D-891F-46E6AA23D2D9}" destId="{8645B626-F71E-4C3D-9681-683CB0349F9B}" srcOrd="4" destOrd="0" presId="urn:microsoft.com/office/officeart/2009/layout/ReverseList"/>
    <dgm:cxn modelId="{2FC47247-11CF-4A26-8881-CF035028BAD8}" type="presParOf" srcId="{2B6A7281-1F5D-4B7D-891F-46E6AA23D2D9}" destId="{F8CC050A-6BBA-46A5-84EF-40246E9500DD}" srcOrd="5" destOrd="0" presId="urn:microsoft.com/office/officeart/2009/layout/Revers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F0E0A0A-7494-44B5-8F1A-7CC3AA334C7E}" type="doc">
      <dgm:prSet loTypeId="urn:microsoft.com/office/officeart/2009/layout/ReverseList" loCatId="relationship" qsTypeId="urn:microsoft.com/office/officeart/2005/8/quickstyle/3d3" qsCatId="3D" csTypeId="urn:microsoft.com/office/officeart/2005/8/colors/accent2_2" csCatId="accent2" phldr="1"/>
      <dgm:spPr/>
      <dgm:t>
        <a:bodyPr/>
        <a:lstStyle/>
        <a:p>
          <a:endParaRPr lang="zh-CN" altLang="en-US"/>
        </a:p>
      </dgm:t>
    </dgm:pt>
    <dgm:pt modelId="{CD518633-C39E-43D7-9DF6-E1B1E9B75878}">
      <dgm:prSet phldrT="[文本]"/>
      <dgm:spPr>
        <a:solidFill>
          <a:schemeClr val="accent1">
            <a:lumMod val="60000"/>
            <a:lumOff val="40000"/>
          </a:schemeClr>
        </a:solidFill>
      </dgm:spPr>
      <dgm:t>
        <a:bodyPr/>
        <a:lstStyle/>
        <a:p>
          <a:r>
            <a:rPr lang="en-US" altLang="en-US" b="1" dirty="0"/>
            <a:t>GPS</a:t>
          </a:r>
          <a:endParaRPr lang="zh-CN" altLang="en-US" b="1" dirty="0"/>
        </a:p>
      </dgm:t>
    </dgm:pt>
    <dgm:pt modelId="{A263417B-B789-4172-A34E-872F48122B60}" type="parTrans" cxnId="{6D8D34A6-BCF5-4196-8104-E8D9998685DD}">
      <dgm:prSet/>
      <dgm:spPr/>
      <dgm:t>
        <a:bodyPr/>
        <a:lstStyle/>
        <a:p>
          <a:endParaRPr lang="zh-CN" altLang="en-US"/>
        </a:p>
      </dgm:t>
    </dgm:pt>
    <dgm:pt modelId="{020FF82C-6460-4C76-B881-29C1FDE7B643}" type="sibTrans" cxnId="{6D8D34A6-BCF5-4196-8104-E8D9998685DD}">
      <dgm:prSet/>
      <dgm:spPr/>
      <dgm:t>
        <a:bodyPr/>
        <a:lstStyle/>
        <a:p>
          <a:endParaRPr lang="zh-CN" altLang="en-US"/>
        </a:p>
      </dgm:t>
    </dgm:pt>
    <dgm:pt modelId="{137B797F-B263-42B2-87F5-818FDB94C3E0}">
      <dgm:prSet phldrT="[文本]"/>
      <dgm:spPr>
        <a:solidFill>
          <a:schemeClr val="accent1">
            <a:lumMod val="60000"/>
            <a:lumOff val="40000"/>
          </a:schemeClr>
        </a:solidFill>
      </dgm:spPr>
      <dgm:t>
        <a:bodyPr/>
        <a:lstStyle/>
        <a:p>
          <a:r>
            <a:rPr lang="en-US" altLang="en-US" b="1" dirty="0"/>
            <a:t>OBC</a:t>
          </a:r>
          <a:endParaRPr lang="zh-CN" altLang="en-US" b="1" u="none" dirty="0"/>
        </a:p>
      </dgm:t>
    </dgm:pt>
    <dgm:pt modelId="{5F39BDFE-B9E3-4A20-BEDA-0DB3B985E572}" type="sibTrans" cxnId="{A5D37234-2594-4F95-BFFD-973DB351EA1D}">
      <dgm:prSet/>
      <dgm:spPr/>
      <dgm:t>
        <a:bodyPr/>
        <a:lstStyle/>
        <a:p>
          <a:endParaRPr lang="zh-CN" altLang="en-US"/>
        </a:p>
      </dgm:t>
    </dgm:pt>
    <dgm:pt modelId="{800CCF30-6C1F-441C-B588-0AAF281A4A38}" type="parTrans" cxnId="{A5D37234-2594-4F95-BFFD-973DB351EA1D}">
      <dgm:prSet/>
      <dgm:spPr/>
      <dgm:t>
        <a:bodyPr/>
        <a:lstStyle/>
        <a:p>
          <a:endParaRPr lang="zh-CN" altLang="en-US"/>
        </a:p>
      </dgm:t>
    </dgm:pt>
    <dgm:pt modelId="{1BBEEAA6-2155-4C35-A85D-6BF98A75CF25}">
      <dgm:prSet/>
      <dgm:spPr/>
      <dgm:t>
        <a:bodyPr/>
        <a:lstStyle/>
        <a:p>
          <a:endParaRPr lang="zh-CN" altLang="en-US" b="1" dirty="0"/>
        </a:p>
      </dgm:t>
    </dgm:pt>
    <dgm:pt modelId="{65A4716A-1231-4A5A-B643-2D68A42B24AC}" type="parTrans" cxnId="{620F6134-EB30-4A50-9158-3B19736C78AC}">
      <dgm:prSet/>
      <dgm:spPr/>
      <dgm:t>
        <a:bodyPr/>
        <a:lstStyle/>
        <a:p>
          <a:endParaRPr lang="zh-CN" altLang="en-US"/>
        </a:p>
      </dgm:t>
    </dgm:pt>
    <dgm:pt modelId="{1AA72C1B-A7D3-456E-942C-7AB5AA918FA0}" type="sibTrans" cxnId="{620F6134-EB30-4A50-9158-3B19736C78AC}">
      <dgm:prSet/>
      <dgm:spPr/>
      <dgm:t>
        <a:bodyPr/>
        <a:lstStyle/>
        <a:p>
          <a:endParaRPr lang="zh-CN" altLang="en-US"/>
        </a:p>
      </dgm:t>
    </dgm:pt>
    <dgm:pt modelId="{2B6A7281-1F5D-4B7D-891F-46E6AA23D2D9}" type="pres">
      <dgm:prSet presAssocID="{AF0E0A0A-7494-44B5-8F1A-7CC3AA334C7E}" presName="Name0" presStyleCnt="0">
        <dgm:presLayoutVars>
          <dgm:chMax val="2"/>
          <dgm:chPref val="2"/>
          <dgm:animLvl val="lvl"/>
        </dgm:presLayoutVars>
      </dgm:prSet>
      <dgm:spPr/>
      <dgm:t>
        <a:bodyPr/>
        <a:lstStyle/>
        <a:p>
          <a:endParaRPr lang="zh-CN" altLang="en-US"/>
        </a:p>
      </dgm:t>
    </dgm:pt>
    <dgm:pt modelId="{421B4AE9-C96C-40C7-B0F2-E25371EE292D}" type="pres">
      <dgm:prSet presAssocID="{AF0E0A0A-7494-44B5-8F1A-7CC3AA334C7E}" presName="LeftText" presStyleLbl="revTx" presStyleIdx="0" presStyleCnt="0">
        <dgm:presLayoutVars>
          <dgm:bulletEnabled val="1"/>
        </dgm:presLayoutVars>
      </dgm:prSet>
      <dgm:spPr/>
      <dgm:t>
        <a:bodyPr/>
        <a:lstStyle/>
        <a:p>
          <a:endParaRPr lang="zh-CN" altLang="en-US"/>
        </a:p>
      </dgm:t>
    </dgm:pt>
    <dgm:pt modelId="{12BDAD12-80F2-4F30-AFF5-10A9AC3C8CEB}" type="pres">
      <dgm:prSet presAssocID="{AF0E0A0A-7494-44B5-8F1A-7CC3AA334C7E}" presName="LeftNode" presStyleLbl="bgImgPlace1" presStyleIdx="0" presStyleCnt="2" custLinFactNeighborX="-36358" custLinFactNeighborY="2900">
        <dgm:presLayoutVars>
          <dgm:chMax val="2"/>
          <dgm:chPref val="2"/>
        </dgm:presLayoutVars>
      </dgm:prSet>
      <dgm:spPr/>
      <dgm:t>
        <a:bodyPr/>
        <a:lstStyle/>
        <a:p>
          <a:endParaRPr lang="zh-CN" altLang="en-US"/>
        </a:p>
      </dgm:t>
    </dgm:pt>
    <dgm:pt modelId="{5D451539-D8A8-403F-BC73-2701C787EE72}" type="pres">
      <dgm:prSet presAssocID="{AF0E0A0A-7494-44B5-8F1A-7CC3AA334C7E}" presName="RightText" presStyleLbl="revTx" presStyleIdx="0" presStyleCnt="0">
        <dgm:presLayoutVars>
          <dgm:bulletEnabled val="1"/>
        </dgm:presLayoutVars>
      </dgm:prSet>
      <dgm:spPr/>
      <dgm:t>
        <a:bodyPr/>
        <a:lstStyle/>
        <a:p>
          <a:endParaRPr lang="zh-CN" altLang="en-US"/>
        </a:p>
      </dgm:t>
    </dgm:pt>
    <dgm:pt modelId="{3F86F89D-4F95-4FCE-AE33-957687A13BD5}" type="pres">
      <dgm:prSet presAssocID="{AF0E0A0A-7494-44B5-8F1A-7CC3AA334C7E}" presName="RightNode" presStyleLbl="bgImgPlace1" presStyleIdx="1" presStyleCnt="2" custLinFactNeighborX="66838" custLinFactNeighborY="2536">
        <dgm:presLayoutVars>
          <dgm:chMax val="0"/>
          <dgm:chPref val="0"/>
        </dgm:presLayoutVars>
      </dgm:prSet>
      <dgm:spPr/>
      <dgm:t>
        <a:bodyPr/>
        <a:lstStyle/>
        <a:p>
          <a:endParaRPr lang="zh-CN" altLang="en-US"/>
        </a:p>
      </dgm:t>
    </dgm:pt>
    <dgm:pt modelId="{8645B626-F71E-4C3D-9681-683CB0349F9B}" type="pres">
      <dgm:prSet presAssocID="{AF0E0A0A-7494-44B5-8F1A-7CC3AA334C7E}" presName="TopArrow" presStyleLbl="node1" presStyleIdx="0" presStyleCnt="2" custLinFactNeighborX="15848" custLinFactNeighborY="26445"/>
      <dgm:spPr>
        <a:solidFill>
          <a:schemeClr val="accent1">
            <a:lumMod val="75000"/>
          </a:schemeClr>
        </a:solidFill>
      </dgm:spPr>
    </dgm:pt>
    <dgm:pt modelId="{F8CC050A-6BBA-46A5-84EF-40246E9500DD}" type="pres">
      <dgm:prSet presAssocID="{AF0E0A0A-7494-44B5-8F1A-7CC3AA334C7E}" presName="BottomArrow" presStyleLbl="node1" presStyleIdx="1" presStyleCnt="2" custLinFactNeighborX="12580" custLinFactNeighborY="-42103"/>
      <dgm:spPr>
        <a:solidFill>
          <a:schemeClr val="accent1">
            <a:lumMod val="75000"/>
          </a:schemeClr>
        </a:solidFill>
      </dgm:spPr>
    </dgm:pt>
  </dgm:ptLst>
  <dgm:cxnLst>
    <dgm:cxn modelId="{8B7E77B0-4517-4DF2-AFE9-BC117B5381E2}" type="presOf" srcId="{137B797F-B263-42B2-87F5-818FDB94C3E0}" destId="{421B4AE9-C96C-40C7-B0F2-E25371EE292D}" srcOrd="0" destOrd="0" presId="urn:microsoft.com/office/officeart/2009/layout/ReverseList"/>
    <dgm:cxn modelId="{7F4F2D4A-C767-4792-92EE-3A28F8013913}" type="presOf" srcId="{AF0E0A0A-7494-44B5-8F1A-7CC3AA334C7E}" destId="{2B6A7281-1F5D-4B7D-891F-46E6AA23D2D9}" srcOrd="0" destOrd="0" presId="urn:microsoft.com/office/officeart/2009/layout/ReverseList"/>
    <dgm:cxn modelId="{6D8D34A6-BCF5-4196-8104-E8D9998685DD}" srcId="{AF0E0A0A-7494-44B5-8F1A-7CC3AA334C7E}" destId="{CD518633-C39E-43D7-9DF6-E1B1E9B75878}" srcOrd="1" destOrd="0" parTransId="{A263417B-B789-4172-A34E-872F48122B60}" sibTransId="{020FF82C-6460-4C76-B881-29C1FDE7B643}"/>
    <dgm:cxn modelId="{620F6134-EB30-4A50-9158-3B19736C78AC}" srcId="{AF0E0A0A-7494-44B5-8F1A-7CC3AA334C7E}" destId="{1BBEEAA6-2155-4C35-A85D-6BF98A75CF25}" srcOrd="2" destOrd="0" parTransId="{65A4716A-1231-4A5A-B643-2D68A42B24AC}" sibTransId="{1AA72C1B-A7D3-456E-942C-7AB5AA918FA0}"/>
    <dgm:cxn modelId="{4F1806A1-5B14-4532-88FF-85F207B8AC4D}" type="presOf" srcId="{137B797F-B263-42B2-87F5-818FDB94C3E0}" destId="{12BDAD12-80F2-4F30-AFF5-10A9AC3C8CEB}" srcOrd="1" destOrd="0" presId="urn:microsoft.com/office/officeart/2009/layout/ReverseList"/>
    <dgm:cxn modelId="{63B097C3-A774-4847-8121-439A00DAECE5}" type="presOf" srcId="{CD518633-C39E-43D7-9DF6-E1B1E9B75878}" destId="{3F86F89D-4F95-4FCE-AE33-957687A13BD5}" srcOrd="1" destOrd="0" presId="urn:microsoft.com/office/officeart/2009/layout/ReverseList"/>
    <dgm:cxn modelId="{A84CEADF-4E30-46C7-83E2-7A6305BD6E72}" type="presOf" srcId="{CD518633-C39E-43D7-9DF6-E1B1E9B75878}" destId="{5D451539-D8A8-403F-BC73-2701C787EE72}" srcOrd="0" destOrd="0" presId="urn:microsoft.com/office/officeart/2009/layout/ReverseList"/>
    <dgm:cxn modelId="{A5D37234-2594-4F95-BFFD-973DB351EA1D}" srcId="{AF0E0A0A-7494-44B5-8F1A-7CC3AA334C7E}" destId="{137B797F-B263-42B2-87F5-818FDB94C3E0}" srcOrd="0" destOrd="0" parTransId="{800CCF30-6C1F-441C-B588-0AAF281A4A38}" sibTransId="{5F39BDFE-B9E3-4A20-BEDA-0DB3B985E572}"/>
    <dgm:cxn modelId="{6C151570-9A8B-44B7-B4D5-C3BEE56A4496}" type="presParOf" srcId="{2B6A7281-1F5D-4B7D-891F-46E6AA23D2D9}" destId="{421B4AE9-C96C-40C7-B0F2-E25371EE292D}" srcOrd="0" destOrd="0" presId="urn:microsoft.com/office/officeart/2009/layout/ReverseList"/>
    <dgm:cxn modelId="{D308D0A0-08A3-4E04-8FE4-3115363ADAED}" type="presParOf" srcId="{2B6A7281-1F5D-4B7D-891F-46E6AA23D2D9}" destId="{12BDAD12-80F2-4F30-AFF5-10A9AC3C8CEB}" srcOrd="1" destOrd="0" presId="urn:microsoft.com/office/officeart/2009/layout/ReverseList"/>
    <dgm:cxn modelId="{C4216289-D467-4F8C-9954-17E2C7221E5D}" type="presParOf" srcId="{2B6A7281-1F5D-4B7D-891F-46E6AA23D2D9}" destId="{5D451539-D8A8-403F-BC73-2701C787EE72}" srcOrd="2" destOrd="0" presId="urn:microsoft.com/office/officeart/2009/layout/ReverseList"/>
    <dgm:cxn modelId="{EB8C06B9-48D8-4D01-89FA-55EFA2BF2329}" type="presParOf" srcId="{2B6A7281-1F5D-4B7D-891F-46E6AA23D2D9}" destId="{3F86F89D-4F95-4FCE-AE33-957687A13BD5}" srcOrd="3" destOrd="0" presId="urn:microsoft.com/office/officeart/2009/layout/ReverseList"/>
    <dgm:cxn modelId="{203049A4-140C-4552-BD86-793024386440}" type="presParOf" srcId="{2B6A7281-1F5D-4B7D-891F-46E6AA23D2D9}" destId="{8645B626-F71E-4C3D-9681-683CB0349F9B}" srcOrd="4" destOrd="0" presId="urn:microsoft.com/office/officeart/2009/layout/ReverseList"/>
    <dgm:cxn modelId="{570970DB-8CF5-405C-9F38-A6E90FABF550}" type="presParOf" srcId="{2B6A7281-1F5D-4B7D-891F-46E6AA23D2D9}" destId="{F8CC050A-6BBA-46A5-84EF-40246E9500DD}" srcOrd="5" destOrd="0" presId="urn:microsoft.com/office/officeart/2009/layout/Revers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BDAD12-80F2-4F30-AFF5-10A9AC3C8CEB}">
      <dsp:nvSpPr>
        <dsp:cNvPr id="0" name=""/>
        <dsp:cNvSpPr/>
      </dsp:nvSpPr>
      <dsp:spPr>
        <a:xfrm rot="16200000">
          <a:off x="934665" y="814944"/>
          <a:ext cx="1625822" cy="993549"/>
        </a:xfrm>
        <a:prstGeom prst="round2SameRect">
          <a:avLst>
            <a:gd name="adj1" fmla="val 16670"/>
            <a:gd name="adj2" fmla="val 0"/>
          </a:avLst>
        </a:prstGeom>
        <a:solidFill>
          <a:schemeClr val="accent1">
            <a:lumMod val="60000"/>
            <a:lumOff val="4000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txBody>
        <a:bodyPr spcFirstLastPara="0" vert="horz" wrap="square" lIns="110490" tIns="184150" rIns="165735" bIns="184150" numCol="1" spcCol="1270" anchor="t" anchorCtr="0">
          <a:noAutofit/>
        </a:bodyPr>
        <a:lstStyle/>
        <a:p>
          <a:pPr lvl="0" algn="l" defTabSz="1289050">
            <a:lnSpc>
              <a:spcPct val="90000"/>
            </a:lnSpc>
            <a:spcBef>
              <a:spcPct val="0"/>
            </a:spcBef>
            <a:spcAft>
              <a:spcPct val="35000"/>
            </a:spcAft>
          </a:pPr>
          <a:r>
            <a:rPr lang="en-US" altLang="en-US" sz="2900" b="1" kern="1200" dirty="0"/>
            <a:t>OBC</a:t>
          </a:r>
          <a:endParaRPr lang="zh-CN" altLang="en-US" sz="2900" b="1" u="none" kern="1200" dirty="0"/>
        </a:p>
      </dsp:txBody>
      <dsp:txXfrm rot="5400000">
        <a:off x="1299311" y="547318"/>
        <a:ext cx="945039" cy="1528802"/>
      </dsp:txXfrm>
    </dsp:sp>
    <dsp:sp modelId="{3F86F89D-4F95-4FCE-AE33-957687A13BD5}">
      <dsp:nvSpPr>
        <dsp:cNvPr id="0" name=""/>
        <dsp:cNvSpPr/>
      </dsp:nvSpPr>
      <dsp:spPr>
        <a:xfrm rot="5400000">
          <a:off x="2998633" y="809026"/>
          <a:ext cx="1625822" cy="993549"/>
        </a:xfrm>
        <a:prstGeom prst="round2SameRect">
          <a:avLst>
            <a:gd name="adj1" fmla="val 16670"/>
            <a:gd name="adj2" fmla="val 0"/>
          </a:avLst>
        </a:prstGeom>
        <a:solidFill>
          <a:schemeClr val="accent1">
            <a:lumMod val="60000"/>
            <a:lumOff val="4000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txBody>
        <a:bodyPr spcFirstLastPara="0" vert="horz" wrap="square" lIns="165735" tIns="184150" rIns="110490" bIns="184150" numCol="1" spcCol="1270" anchor="t" anchorCtr="0">
          <a:noAutofit/>
        </a:bodyPr>
        <a:lstStyle/>
        <a:p>
          <a:pPr lvl="0" algn="l" defTabSz="1289050">
            <a:lnSpc>
              <a:spcPct val="90000"/>
            </a:lnSpc>
            <a:spcBef>
              <a:spcPct val="0"/>
            </a:spcBef>
            <a:spcAft>
              <a:spcPct val="35000"/>
            </a:spcAft>
          </a:pPr>
          <a:r>
            <a:rPr lang="en-US" altLang="en-US" sz="2900" b="1" kern="1200" dirty="0"/>
            <a:t>GPS</a:t>
          </a:r>
          <a:endParaRPr lang="zh-CN" altLang="en-US" sz="2900" b="1" kern="1200" dirty="0"/>
        </a:p>
      </dsp:txBody>
      <dsp:txXfrm rot="-5400000">
        <a:off x="3314769" y="541400"/>
        <a:ext cx="945039" cy="1528802"/>
      </dsp:txXfrm>
    </dsp:sp>
    <dsp:sp modelId="{8645B626-F71E-4C3D-9681-683CB0349F9B}">
      <dsp:nvSpPr>
        <dsp:cNvPr id="0" name=""/>
        <dsp:cNvSpPr/>
      </dsp:nvSpPr>
      <dsp:spPr>
        <a:xfrm>
          <a:off x="2273317" y="274661"/>
          <a:ext cx="1038664" cy="1038614"/>
        </a:xfrm>
        <a:prstGeom prst="circularArrow">
          <a:avLst>
            <a:gd name="adj1" fmla="val 12500"/>
            <a:gd name="adj2" fmla="val 1142322"/>
            <a:gd name="adj3" fmla="val 20457678"/>
            <a:gd name="adj4" fmla="val 10800000"/>
            <a:gd name="adj5" fmla="val 12500"/>
          </a:avLst>
        </a:prstGeom>
        <a:solidFill>
          <a:schemeClr val="tx2">
            <a:lumMod val="60000"/>
            <a:lumOff val="4000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F8CC050A-6BBA-46A5-84EF-40246E9500DD}">
      <dsp:nvSpPr>
        <dsp:cNvPr id="0" name=""/>
        <dsp:cNvSpPr/>
      </dsp:nvSpPr>
      <dsp:spPr>
        <a:xfrm rot="10800000">
          <a:off x="2239373" y="1052985"/>
          <a:ext cx="1038664" cy="1038614"/>
        </a:xfrm>
        <a:prstGeom prst="circularArrow">
          <a:avLst>
            <a:gd name="adj1" fmla="val 12500"/>
            <a:gd name="adj2" fmla="val 1142322"/>
            <a:gd name="adj3" fmla="val 20457678"/>
            <a:gd name="adj4" fmla="val 10800000"/>
            <a:gd name="adj5" fmla="val 12500"/>
          </a:avLst>
        </a:prstGeom>
        <a:solidFill>
          <a:schemeClr val="tx2">
            <a:lumMod val="60000"/>
            <a:lumOff val="4000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BDAD12-80F2-4F30-AFF5-10A9AC3C8CEB}">
      <dsp:nvSpPr>
        <dsp:cNvPr id="0" name=""/>
        <dsp:cNvSpPr/>
      </dsp:nvSpPr>
      <dsp:spPr>
        <a:xfrm rot="16200000">
          <a:off x="934506" y="814944"/>
          <a:ext cx="1625822" cy="993549"/>
        </a:xfrm>
        <a:prstGeom prst="round2SameRect">
          <a:avLst>
            <a:gd name="adj1" fmla="val 16670"/>
            <a:gd name="adj2" fmla="val 0"/>
          </a:avLst>
        </a:prstGeom>
        <a:solidFill>
          <a:schemeClr val="accent1">
            <a:lumMod val="60000"/>
            <a:lumOff val="4000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txBody>
        <a:bodyPr spcFirstLastPara="0" vert="horz" wrap="square" lIns="110490" tIns="184150" rIns="165735" bIns="184150" numCol="1" spcCol="1270" anchor="t" anchorCtr="0">
          <a:noAutofit/>
        </a:bodyPr>
        <a:lstStyle/>
        <a:p>
          <a:pPr lvl="0" algn="l" defTabSz="1289050">
            <a:lnSpc>
              <a:spcPct val="90000"/>
            </a:lnSpc>
            <a:spcBef>
              <a:spcPct val="0"/>
            </a:spcBef>
            <a:spcAft>
              <a:spcPct val="35000"/>
            </a:spcAft>
          </a:pPr>
          <a:r>
            <a:rPr lang="en-US" altLang="en-US" sz="2900" b="1" kern="1200" dirty="0"/>
            <a:t>OBC</a:t>
          </a:r>
          <a:endParaRPr lang="zh-CN" altLang="en-US" sz="2900" b="1" u="none" kern="1200" dirty="0"/>
        </a:p>
      </dsp:txBody>
      <dsp:txXfrm rot="5400000">
        <a:off x="1299152" y="547318"/>
        <a:ext cx="945039" cy="1528802"/>
      </dsp:txXfrm>
    </dsp:sp>
    <dsp:sp modelId="{3F86F89D-4F95-4FCE-AE33-957687A13BD5}">
      <dsp:nvSpPr>
        <dsp:cNvPr id="0" name=""/>
        <dsp:cNvSpPr/>
      </dsp:nvSpPr>
      <dsp:spPr>
        <a:xfrm rot="5400000">
          <a:off x="2998475" y="809026"/>
          <a:ext cx="1625822" cy="993549"/>
        </a:xfrm>
        <a:prstGeom prst="round2SameRect">
          <a:avLst>
            <a:gd name="adj1" fmla="val 16670"/>
            <a:gd name="adj2" fmla="val 0"/>
          </a:avLst>
        </a:prstGeom>
        <a:solidFill>
          <a:schemeClr val="accent1">
            <a:lumMod val="60000"/>
            <a:lumOff val="4000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txBody>
        <a:bodyPr spcFirstLastPara="0" vert="horz" wrap="square" lIns="165735" tIns="184150" rIns="110490" bIns="184150" numCol="1" spcCol="1270" anchor="t" anchorCtr="0">
          <a:noAutofit/>
        </a:bodyPr>
        <a:lstStyle/>
        <a:p>
          <a:pPr lvl="0" algn="l" defTabSz="1289050">
            <a:lnSpc>
              <a:spcPct val="90000"/>
            </a:lnSpc>
            <a:spcBef>
              <a:spcPct val="0"/>
            </a:spcBef>
            <a:spcAft>
              <a:spcPct val="35000"/>
            </a:spcAft>
          </a:pPr>
          <a:r>
            <a:rPr lang="en-US" altLang="en-US" sz="2900" b="1" kern="1200" dirty="0"/>
            <a:t>GPS</a:t>
          </a:r>
          <a:endParaRPr lang="zh-CN" altLang="en-US" sz="2900" b="1" kern="1200" dirty="0"/>
        </a:p>
      </dsp:txBody>
      <dsp:txXfrm rot="-5400000">
        <a:off x="3314611" y="541400"/>
        <a:ext cx="945039" cy="1528802"/>
      </dsp:txXfrm>
    </dsp:sp>
    <dsp:sp modelId="{8645B626-F71E-4C3D-9681-683CB0349F9B}">
      <dsp:nvSpPr>
        <dsp:cNvPr id="0" name=""/>
        <dsp:cNvSpPr/>
      </dsp:nvSpPr>
      <dsp:spPr>
        <a:xfrm>
          <a:off x="2273158" y="274661"/>
          <a:ext cx="1038664" cy="1038614"/>
        </a:xfrm>
        <a:prstGeom prst="circularArrow">
          <a:avLst>
            <a:gd name="adj1" fmla="val 12500"/>
            <a:gd name="adj2" fmla="val 1142322"/>
            <a:gd name="adj3" fmla="val 20457678"/>
            <a:gd name="adj4" fmla="val 10800000"/>
            <a:gd name="adj5" fmla="val 12500"/>
          </a:avLst>
        </a:prstGeom>
        <a:solidFill>
          <a:schemeClr val="accent1">
            <a:lumMod val="7500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F8CC050A-6BBA-46A5-84EF-40246E9500DD}">
      <dsp:nvSpPr>
        <dsp:cNvPr id="0" name=""/>
        <dsp:cNvSpPr/>
      </dsp:nvSpPr>
      <dsp:spPr>
        <a:xfrm rot="10800000">
          <a:off x="2239215" y="1052985"/>
          <a:ext cx="1038664" cy="1038614"/>
        </a:xfrm>
        <a:prstGeom prst="circularArrow">
          <a:avLst>
            <a:gd name="adj1" fmla="val 12500"/>
            <a:gd name="adj2" fmla="val 1142322"/>
            <a:gd name="adj3" fmla="val 20457678"/>
            <a:gd name="adj4" fmla="val 10800000"/>
            <a:gd name="adj5" fmla="val 12500"/>
          </a:avLst>
        </a:prstGeom>
        <a:solidFill>
          <a:schemeClr val="accent1">
            <a:lumMod val="7500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9/layout/ReverseList">
  <dgm:title val=""/>
  <dgm:desc val=""/>
  <dgm:catLst>
    <dgm:cat type="relationship" pri="3800"/>
  </dgm:catLst>
  <dgm:samp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ampData>
  <dgm:style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tyleData>
  <dgm:clr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clrData>
  <dgm:layoutNode name="Name0">
    <dgm:varLst>
      <dgm:chMax val="2"/>
      <dgm:chPref val="2"/>
      <dgm:animLvl val="lvl"/>
    </dgm:varLst>
    <dgm:choose name="Name1">
      <dgm:if name="Name2" axis="ch" ptType="node" func="cnt" op="lte" val="1">
        <dgm:alg type="composite">
          <dgm:param type="ar" val="0.9993"/>
        </dgm:alg>
      </dgm:if>
      <dgm:else name="Name3">
        <dgm:alg type="composite">
          <dgm:param type="ar" val="0.8036"/>
        </dgm:alg>
      </dgm:else>
    </dgm:choose>
    <dgm:shape xmlns:r="http://schemas.openxmlformats.org/officeDocument/2006/relationships" r:blip="">
      <dgm:adjLst/>
    </dgm:shape>
    <dgm:choose name="Name4">
      <dgm:if name="Name5" axis="ch" ptType="node" func="cnt" op="lte" val="1">
        <dgm:constrLst>
          <dgm:constr type="primFontSz" for="des" ptType="node" op="equ" val="65"/>
          <dgm:constr type="l" for="ch" forName="LeftNode" refType="w" fact="0"/>
          <dgm:constr type="t" for="ch" forName="LeftNode" refType="h" fact="0.25"/>
          <dgm:constr type="w" for="ch" forName="LeftNode" refType="w" fact="0.5"/>
          <dgm:constr type="h" for="ch" forName="LeftNode" refType="h"/>
          <dgm:constr type="l" for="ch" forName="LeftText" refType="w" fact="0"/>
          <dgm:constr type="t" for="ch" forName="LeftText" refType="h" fact="0.25"/>
          <dgm:constr type="w" for="ch" forName="LeftText" refType="w" fact="0.5"/>
          <dgm:constr type="h" for="ch" forName="LeftText" refType="h"/>
        </dgm:constrLst>
      </dgm:if>
      <dgm:else name="Name6">
        <dgm:constrLst>
          <dgm:constr type="primFontSz" for="des" ptType="node" op="equ" val="65"/>
          <dgm:constr type="l" for="ch" forName="LeftNode" refType="w" fact="0"/>
          <dgm:constr type="t" for="ch" forName="LeftNode" refType="h" fact="0.1786"/>
          <dgm:constr type="w" for="ch" forName="LeftNode" refType="w" fact="0.4889"/>
          <dgm:constr type="h" for="ch" forName="LeftNode" refType="h" fact="0.6429"/>
          <dgm:constr type="l" for="ch" forName="LeftText" refType="w" fact="0"/>
          <dgm:constr type="t" for="ch" forName="LeftText" refType="h" fact="0.1786"/>
          <dgm:constr type="w" for="ch" forName="LeftText" refType="w" fact="0.4889"/>
          <dgm:constr type="h" for="ch" forName="LeftText" refType="h" fact="0.6429"/>
          <dgm:constr type="l" for="ch" forName="RightNode" refType="w" fact="0.5111"/>
          <dgm:constr type="t" for="ch" forName="RightNode" refType="h" fact="0.1786"/>
          <dgm:constr type="w" for="ch" forName="RightNode" refType="w" fact="0.4889"/>
          <dgm:constr type="h" for="ch" forName="RightNode" refType="h" fact="0.6429"/>
          <dgm:constr type="l" for="ch" forName="RightText" refType="w" fact="0.5111"/>
          <dgm:constr type="t" for="ch" forName="RightText" refType="h" fact="0.1786"/>
          <dgm:constr type="w" for="ch" forName="RightText" refType="w" fact="0.4889"/>
          <dgm:constr type="h" for="ch" forName="RightText" refType="h" fact="0.6429"/>
          <dgm:constr type="l" for="ch" forName="TopArrow" refType="w" fact="0.2444"/>
          <dgm:constr type="t" for="ch" forName="TopArrow" refType="h" fact="0"/>
          <dgm:constr type="w" for="ch" forName="TopArrow" refType="w" fact="0.5111"/>
          <dgm:constr type="h" for="ch" forName="TopArrow" refType="h" fact="0.4107"/>
          <dgm:constr type="l" for="ch" forName="BottomArrow" refType="w" fact="0.2444"/>
          <dgm:constr type="t" for="ch" forName="BottomArrow" refType="h" fact="0.5893"/>
          <dgm:constr type="w" for="ch" forName="BottomArrow" refType="w" fact="0.5111"/>
          <dgm:constr type="h" for="ch" forName="BottomArrow" refType="h" fact="0.4107"/>
        </dgm:constrLst>
      </dgm:else>
    </dgm:choose>
    <dgm:choose name="Name7">
      <dgm:if name="Name8" axis="ch" ptType="node" func="cnt" op="gte" val="1">
        <dgm:layoutNode name="LeftText" styleLbl="revTx" moveWith="LeftNode">
          <dgm:varLst>
            <dgm:bulletEnabled val="1"/>
          </dgm:varLst>
          <dgm:alg type="tx">
            <dgm:param type="txAnchorVert" val="t"/>
            <dgm:param type="parTxLTRAlign" val="l"/>
          </dgm:alg>
          <dgm:choose name="Name9">
            <dgm:if name="Name10" axis="ch" ptType="node" func="cnt" op="lte" val="1">
              <dgm:shape xmlns:r="http://schemas.openxmlformats.org/officeDocument/2006/relationships" type="roundRect" r:blip="" hideGeom="1">
                <dgm:adjLst>
                  <dgm:adj idx="1" val="0.1667"/>
                  <dgm:adj idx="2" val="0"/>
                </dgm:adjLst>
              </dgm:shape>
              <dgm:presOf axis="ch desOrSelf" ptType="node node" st="1 1" cnt="1 0"/>
              <dgm:constrLst>
                <dgm:constr type="lMarg" refType="primFontSz" fact="0.3"/>
                <dgm:constr type="rMarg" refType="primFontSz" fact="0.3"/>
                <dgm:constr type="tMarg" refType="primFontSz" fact="0.5"/>
                <dgm:constr type="bMarg" refType="primFontSz" fact="0.5"/>
              </dgm:constrLst>
            </dgm:if>
            <dgm:else name="Name11">
              <dgm:shape xmlns:r="http://schemas.openxmlformats.org/officeDocument/2006/relationships" rot="270" type="round2SameRect" r:blip="" hideGeom="1">
                <dgm:adjLst>
                  <dgm:adj idx="1" val="0.1667"/>
                  <dgm:adj idx="2" val="0"/>
                </dgm:adjLst>
              </dgm:shape>
              <dgm:presOf axis="ch desOrSelf" ptType="node node" st="1 1" cnt="1 0"/>
              <dgm:constrLst>
                <dgm:constr type="lMarg" refType="primFontSz" fact="0.3"/>
                <dgm:constr type="rMarg" refType="primFontSz" fact="0.45"/>
                <dgm:constr type="tMarg" refType="primFontSz" fact="0.5"/>
                <dgm:constr type="bMarg" refType="primFontSz" fact="0.5"/>
              </dgm:constrLst>
            </dgm:else>
          </dgm:choose>
          <dgm:ruleLst>
            <dgm:rule type="primFontSz" val="5" fact="NaN" max="NaN"/>
          </dgm:ruleLst>
        </dgm:layoutNode>
        <dgm:layoutNode name="LeftNode" styleLbl="bgImgPlace1">
          <dgm:varLst>
            <dgm:chMax val="2"/>
            <dgm:chPref val="2"/>
          </dgm:varLst>
          <dgm:alg type="sp"/>
          <dgm:choose name="Name12">
            <dgm:if name="Name13" axis="ch" ptType="node" func="cnt" op="lte" val="1">
              <dgm:shape xmlns:r="http://schemas.openxmlformats.org/officeDocument/2006/relationships" type="roundRect" r:blip="">
                <dgm:adjLst>
                  <dgm:adj idx="1" val="0.1667"/>
                  <dgm:adj idx="2" val="0"/>
                </dgm:adjLst>
              </dgm:shape>
            </dgm:if>
            <dgm:else name="Name14">
              <dgm:shape xmlns:r="http://schemas.openxmlformats.org/officeDocument/2006/relationships" rot="270" type="round2SameRect" r:blip="">
                <dgm:adjLst>
                  <dgm:adj idx="1" val="0.1667"/>
                  <dgm:adj idx="2" val="0"/>
                </dgm:adjLst>
              </dgm:shape>
            </dgm:else>
          </dgm:choose>
          <dgm:presOf axis="ch desOrSelf" ptType="node node" st="1 1" cnt="1 0"/>
        </dgm:layoutNode>
        <dgm:choose name="Name15">
          <dgm:if name="Name16" axis="ch" ptType="node" func="cnt" op="gte" val="2">
            <dgm:layoutNode name="RightText" styleLbl="revTx" moveWith="RightNode">
              <dgm:varLst>
                <dgm:bulletEnabled val="1"/>
              </dgm:varLst>
              <dgm:alg type="tx">
                <dgm:param type="txAnchorVert" val="t"/>
                <dgm:param type="parTxLTRAlign" val="l"/>
              </dgm:alg>
              <dgm:shape xmlns:r="http://schemas.openxmlformats.org/officeDocument/2006/relationships" rot="90" type="round2SameRect" r:blip="" hideGeom="1">
                <dgm:adjLst>
                  <dgm:adj idx="1" val="0.1667"/>
                  <dgm:adj idx="2" val="0"/>
                </dgm:adjLst>
              </dgm:shape>
              <dgm:presOf axis="ch desOrSelf" ptType="node node" st="2 1" cnt="1 0"/>
              <dgm:constrLst>
                <dgm:constr type="lMarg" refType="primFontSz" fact="0.45"/>
                <dgm:constr type="rMarg" refType="primFontSz" fact="0.3"/>
                <dgm:constr type="tMarg" refType="primFontSz" fact="0.5"/>
                <dgm:constr type="bMarg" refType="primFontSz" fact="0.5"/>
              </dgm:constrLst>
              <dgm:ruleLst>
                <dgm:rule type="primFontSz" val="5" fact="NaN" max="NaN"/>
              </dgm:ruleLst>
            </dgm:layoutNode>
            <dgm:layoutNode name="RightNode" styleLbl="bgImgPlace1">
              <dgm:varLst>
                <dgm:chMax val="0"/>
                <dgm:chPref val="0"/>
              </dgm:varLst>
              <dgm:alg type="sp"/>
              <dgm:shape xmlns:r="http://schemas.openxmlformats.org/officeDocument/2006/relationships" rot="90" type="round2SameRect" r:blip="">
                <dgm:adjLst>
                  <dgm:adj idx="1" val="0.1667"/>
                  <dgm:adj idx="2" val="0"/>
                </dgm:adjLst>
              </dgm:shape>
              <dgm:presOf axis="ch desOrSelf" ptType="node node" st="2 1" cnt="1 0"/>
            </dgm:layoutNode>
            <dgm:layoutNode name="TopArrow">
              <dgm:alg type="sp"/>
              <dgm:shape xmlns:r="http://schemas.openxmlformats.org/officeDocument/2006/relationships" type="circularArrow" r:blip="">
                <dgm:adjLst>
                  <dgm:adj idx="1" val="0.125"/>
                  <dgm:adj idx="2" val="19.0387"/>
                  <dgm:adj idx="3" val="-19.0387"/>
                  <dgm:adj idx="4" val="180"/>
                  <dgm:adj idx="5" val="0.125"/>
                </dgm:adjLst>
              </dgm:shape>
              <dgm:presOf/>
            </dgm:layoutNode>
            <dgm:layoutNode name="BottomArrow">
              <dgm:alg type="sp"/>
              <dgm:shape xmlns:r="http://schemas.openxmlformats.org/officeDocument/2006/relationships" rot="180" type="circularArrow" r:blip="">
                <dgm:adjLst>
                  <dgm:adj idx="1" val="0.125"/>
                  <dgm:adj idx="2" val="19.0387"/>
                  <dgm:adj idx="3" val="-19.0387"/>
                  <dgm:adj idx="4" val="180"/>
                  <dgm:adj idx="5" val="0.125"/>
                </dgm:adjLst>
              </dgm:shape>
              <dgm:presOf/>
            </dgm:layoutNode>
          </dgm:if>
          <dgm:else name="Name17"/>
        </dgm:choose>
      </dgm:if>
      <dgm:else name="Name18"/>
    </dgm:choose>
  </dgm:layoutNode>
</dgm:layoutDef>
</file>

<file path=ppt/diagrams/layout2.xml><?xml version="1.0" encoding="utf-8"?>
<dgm:layoutDef xmlns:dgm="http://schemas.openxmlformats.org/drawingml/2006/diagram" xmlns:a="http://schemas.openxmlformats.org/drawingml/2006/main" uniqueId="urn:microsoft.com/office/officeart/2009/layout/ReverseList">
  <dgm:title val=""/>
  <dgm:desc val=""/>
  <dgm:catLst>
    <dgm:cat type="relationship" pri="3800"/>
  </dgm:catLst>
  <dgm:samp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ampData>
  <dgm:style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tyleData>
  <dgm:clr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clrData>
  <dgm:layoutNode name="Name0">
    <dgm:varLst>
      <dgm:chMax val="2"/>
      <dgm:chPref val="2"/>
      <dgm:animLvl val="lvl"/>
    </dgm:varLst>
    <dgm:choose name="Name1">
      <dgm:if name="Name2" axis="ch" ptType="node" func="cnt" op="lte" val="1">
        <dgm:alg type="composite">
          <dgm:param type="ar" val="0.9993"/>
        </dgm:alg>
      </dgm:if>
      <dgm:else name="Name3">
        <dgm:alg type="composite">
          <dgm:param type="ar" val="0.8036"/>
        </dgm:alg>
      </dgm:else>
    </dgm:choose>
    <dgm:shape xmlns:r="http://schemas.openxmlformats.org/officeDocument/2006/relationships" r:blip="">
      <dgm:adjLst/>
    </dgm:shape>
    <dgm:choose name="Name4">
      <dgm:if name="Name5" axis="ch" ptType="node" func="cnt" op="lte" val="1">
        <dgm:constrLst>
          <dgm:constr type="primFontSz" for="des" ptType="node" op="equ" val="65"/>
          <dgm:constr type="l" for="ch" forName="LeftNode" refType="w" fact="0"/>
          <dgm:constr type="t" for="ch" forName="LeftNode" refType="h" fact="0.25"/>
          <dgm:constr type="w" for="ch" forName="LeftNode" refType="w" fact="0.5"/>
          <dgm:constr type="h" for="ch" forName="LeftNode" refType="h"/>
          <dgm:constr type="l" for="ch" forName="LeftText" refType="w" fact="0"/>
          <dgm:constr type="t" for="ch" forName="LeftText" refType="h" fact="0.25"/>
          <dgm:constr type="w" for="ch" forName="LeftText" refType="w" fact="0.5"/>
          <dgm:constr type="h" for="ch" forName="LeftText" refType="h"/>
        </dgm:constrLst>
      </dgm:if>
      <dgm:else name="Name6">
        <dgm:constrLst>
          <dgm:constr type="primFontSz" for="des" ptType="node" op="equ" val="65"/>
          <dgm:constr type="l" for="ch" forName="LeftNode" refType="w" fact="0"/>
          <dgm:constr type="t" for="ch" forName="LeftNode" refType="h" fact="0.1786"/>
          <dgm:constr type="w" for="ch" forName="LeftNode" refType="w" fact="0.4889"/>
          <dgm:constr type="h" for="ch" forName="LeftNode" refType="h" fact="0.6429"/>
          <dgm:constr type="l" for="ch" forName="LeftText" refType="w" fact="0"/>
          <dgm:constr type="t" for="ch" forName="LeftText" refType="h" fact="0.1786"/>
          <dgm:constr type="w" for="ch" forName="LeftText" refType="w" fact="0.4889"/>
          <dgm:constr type="h" for="ch" forName="LeftText" refType="h" fact="0.6429"/>
          <dgm:constr type="l" for="ch" forName="RightNode" refType="w" fact="0.5111"/>
          <dgm:constr type="t" for="ch" forName="RightNode" refType="h" fact="0.1786"/>
          <dgm:constr type="w" for="ch" forName="RightNode" refType="w" fact="0.4889"/>
          <dgm:constr type="h" for="ch" forName="RightNode" refType="h" fact="0.6429"/>
          <dgm:constr type="l" for="ch" forName="RightText" refType="w" fact="0.5111"/>
          <dgm:constr type="t" for="ch" forName="RightText" refType="h" fact="0.1786"/>
          <dgm:constr type="w" for="ch" forName="RightText" refType="w" fact="0.4889"/>
          <dgm:constr type="h" for="ch" forName="RightText" refType="h" fact="0.6429"/>
          <dgm:constr type="l" for="ch" forName="TopArrow" refType="w" fact="0.2444"/>
          <dgm:constr type="t" for="ch" forName="TopArrow" refType="h" fact="0"/>
          <dgm:constr type="w" for="ch" forName="TopArrow" refType="w" fact="0.5111"/>
          <dgm:constr type="h" for="ch" forName="TopArrow" refType="h" fact="0.4107"/>
          <dgm:constr type="l" for="ch" forName="BottomArrow" refType="w" fact="0.2444"/>
          <dgm:constr type="t" for="ch" forName="BottomArrow" refType="h" fact="0.5893"/>
          <dgm:constr type="w" for="ch" forName="BottomArrow" refType="w" fact="0.5111"/>
          <dgm:constr type="h" for="ch" forName="BottomArrow" refType="h" fact="0.4107"/>
        </dgm:constrLst>
      </dgm:else>
    </dgm:choose>
    <dgm:choose name="Name7">
      <dgm:if name="Name8" axis="ch" ptType="node" func="cnt" op="gte" val="1">
        <dgm:layoutNode name="LeftText" styleLbl="revTx" moveWith="LeftNode">
          <dgm:varLst>
            <dgm:bulletEnabled val="1"/>
          </dgm:varLst>
          <dgm:alg type="tx">
            <dgm:param type="txAnchorVert" val="t"/>
            <dgm:param type="parTxLTRAlign" val="l"/>
          </dgm:alg>
          <dgm:choose name="Name9">
            <dgm:if name="Name10" axis="ch" ptType="node" func="cnt" op="lte" val="1">
              <dgm:shape xmlns:r="http://schemas.openxmlformats.org/officeDocument/2006/relationships" type="roundRect" r:blip="" hideGeom="1">
                <dgm:adjLst>
                  <dgm:adj idx="1" val="0.1667"/>
                  <dgm:adj idx="2" val="0"/>
                </dgm:adjLst>
              </dgm:shape>
              <dgm:presOf axis="ch desOrSelf" ptType="node node" st="1 1" cnt="1 0"/>
              <dgm:constrLst>
                <dgm:constr type="lMarg" refType="primFontSz" fact="0.3"/>
                <dgm:constr type="rMarg" refType="primFontSz" fact="0.3"/>
                <dgm:constr type="tMarg" refType="primFontSz" fact="0.5"/>
                <dgm:constr type="bMarg" refType="primFontSz" fact="0.5"/>
              </dgm:constrLst>
            </dgm:if>
            <dgm:else name="Name11">
              <dgm:shape xmlns:r="http://schemas.openxmlformats.org/officeDocument/2006/relationships" rot="270" type="round2SameRect" r:blip="" hideGeom="1">
                <dgm:adjLst>
                  <dgm:adj idx="1" val="0.1667"/>
                  <dgm:adj idx="2" val="0"/>
                </dgm:adjLst>
              </dgm:shape>
              <dgm:presOf axis="ch desOrSelf" ptType="node node" st="1 1" cnt="1 0"/>
              <dgm:constrLst>
                <dgm:constr type="lMarg" refType="primFontSz" fact="0.3"/>
                <dgm:constr type="rMarg" refType="primFontSz" fact="0.45"/>
                <dgm:constr type="tMarg" refType="primFontSz" fact="0.5"/>
                <dgm:constr type="bMarg" refType="primFontSz" fact="0.5"/>
              </dgm:constrLst>
            </dgm:else>
          </dgm:choose>
          <dgm:ruleLst>
            <dgm:rule type="primFontSz" val="5" fact="NaN" max="NaN"/>
          </dgm:ruleLst>
        </dgm:layoutNode>
        <dgm:layoutNode name="LeftNode" styleLbl="bgImgPlace1">
          <dgm:varLst>
            <dgm:chMax val="2"/>
            <dgm:chPref val="2"/>
          </dgm:varLst>
          <dgm:alg type="sp"/>
          <dgm:choose name="Name12">
            <dgm:if name="Name13" axis="ch" ptType="node" func="cnt" op="lte" val="1">
              <dgm:shape xmlns:r="http://schemas.openxmlformats.org/officeDocument/2006/relationships" type="roundRect" r:blip="">
                <dgm:adjLst>
                  <dgm:adj idx="1" val="0.1667"/>
                  <dgm:adj idx="2" val="0"/>
                </dgm:adjLst>
              </dgm:shape>
            </dgm:if>
            <dgm:else name="Name14">
              <dgm:shape xmlns:r="http://schemas.openxmlformats.org/officeDocument/2006/relationships" rot="270" type="round2SameRect" r:blip="">
                <dgm:adjLst>
                  <dgm:adj idx="1" val="0.1667"/>
                  <dgm:adj idx="2" val="0"/>
                </dgm:adjLst>
              </dgm:shape>
            </dgm:else>
          </dgm:choose>
          <dgm:presOf axis="ch desOrSelf" ptType="node node" st="1 1" cnt="1 0"/>
        </dgm:layoutNode>
        <dgm:choose name="Name15">
          <dgm:if name="Name16" axis="ch" ptType="node" func="cnt" op="gte" val="2">
            <dgm:layoutNode name="RightText" styleLbl="revTx" moveWith="RightNode">
              <dgm:varLst>
                <dgm:bulletEnabled val="1"/>
              </dgm:varLst>
              <dgm:alg type="tx">
                <dgm:param type="txAnchorVert" val="t"/>
                <dgm:param type="parTxLTRAlign" val="l"/>
              </dgm:alg>
              <dgm:shape xmlns:r="http://schemas.openxmlformats.org/officeDocument/2006/relationships" rot="90" type="round2SameRect" r:blip="" hideGeom="1">
                <dgm:adjLst>
                  <dgm:adj idx="1" val="0.1667"/>
                  <dgm:adj idx="2" val="0"/>
                </dgm:adjLst>
              </dgm:shape>
              <dgm:presOf axis="ch desOrSelf" ptType="node node" st="2 1" cnt="1 0"/>
              <dgm:constrLst>
                <dgm:constr type="lMarg" refType="primFontSz" fact="0.45"/>
                <dgm:constr type="rMarg" refType="primFontSz" fact="0.3"/>
                <dgm:constr type="tMarg" refType="primFontSz" fact="0.5"/>
                <dgm:constr type="bMarg" refType="primFontSz" fact="0.5"/>
              </dgm:constrLst>
              <dgm:ruleLst>
                <dgm:rule type="primFontSz" val="5" fact="NaN" max="NaN"/>
              </dgm:ruleLst>
            </dgm:layoutNode>
            <dgm:layoutNode name="RightNode" styleLbl="bgImgPlace1">
              <dgm:varLst>
                <dgm:chMax val="0"/>
                <dgm:chPref val="0"/>
              </dgm:varLst>
              <dgm:alg type="sp"/>
              <dgm:shape xmlns:r="http://schemas.openxmlformats.org/officeDocument/2006/relationships" rot="90" type="round2SameRect" r:blip="">
                <dgm:adjLst>
                  <dgm:adj idx="1" val="0.1667"/>
                  <dgm:adj idx="2" val="0"/>
                </dgm:adjLst>
              </dgm:shape>
              <dgm:presOf axis="ch desOrSelf" ptType="node node" st="2 1" cnt="1 0"/>
            </dgm:layoutNode>
            <dgm:layoutNode name="TopArrow">
              <dgm:alg type="sp"/>
              <dgm:shape xmlns:r="http://schemas.openxmlformats.org/officeDocument/2006/relationships" type="circularArrow" r:blip="">
                <dgm:adjLst>
                  <dgm:adj idx="1" val="0.125"/>
                  <dgm:adj idx="2" val="19.0387"/>
                  <dgm:adj idx="3" val="-19.0387"/>
                  <dgm:adj idx="4" val="180"/>
                  <dgm:adj idx="5" val="0.125"/>
                </dgm:adjLst>
              </dgm:shape>
              <dgm:presOf/>
            </dgm:layoutNode>
            <dgm:layoutNode name="BottomArrow">
              <dgm:alg type="sp"/>
              <dgm:shape xmlns:r="http://schemas.openxmlformats.org/officeDocument/2006/relationships" rot="180" type="circularArrow" r:blip="">
                <dgm:adjLst>
                  <dgm:adj idx="1" val="0.125"/>
                  <dgm:adj idx="2" val="19.0387"/>
                  <dgm:adj idx="3" val="-19.0387"/>
                  <dgm:adj idx="4" val="180"/>
                  <dgm:adj idx="5" val="0.125"/>
                </dgm:adjLst>
              </dgm:shape>
              <dgm:presOf/>
            </dgm:layoutNode>
          </dgm:if>
          <dgm:else name="Name17"/>
        </dgm:choose>
      </dgm:if>
      <dgm:else name="Name18"/>
    </dgm:choose>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3.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A22DA29-CCC5-4846-9B28-545A914610E2}" type="datetimeFigureOut">
              <a:rPr lang="zh-CN" altLang="en-US" smtClean="0"/>
              <a:pPr/>
              <a:t>2019/10/6</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A860109-53DF-457F-AED6-1BA9F3CD28FC}" type="slidenum">
              <a:rPr lang="zh-CN" altLang="en-US" smtClean="0"/>
              <a:pPr/>
              <a:t>‹#›</a:t>
            </a:fld>
            <a:endParaRPr lang="zh-CN" altLang="en-US"/>
          </a:p>
        </p:txBody>
      </p:sp>
    </p:spTree>
    <p:extLst>
      <p:ext uri="{BB962C8B-B14F-4D97-AF65-F5344CB8AC3E}">
        <p14:creationId xmlns:p14="http://schemas.microsoft.com/office/powerpoint/2010/main" val="30415896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ED8E1AA-0947-4ECF-BF79-B825971169E5}" type="datetimeFigureOut">
              <a:rPr lang="zh-CN" altLang="en-US" smtClean="0"/>
              <a:pPr/>
              <a:t>2019/10/6</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4935D53-AD83-4E32-86F2-0C01B0AFA71E}" type="slidenum">
              <a:rPr lang="zh-CN" altLang="en-US" smtClean="0"/>
              <a:pPr/>
              <a:t>‹#›</a:t>
            </a:fld>
            <a:endParaRPr lang="zh-CN" altLang="en-US"/>
          </a:p>
        </p:txBody>
      </p:sp>
    </p:spTree>
    <p:extLst>
      <p:ext uri="{BB962C8B-B14F-4D97-AF65-F5344CB8AC3E}">
        <p14:creationId xmlns:p14="http://schemas.microsoft.com/office/powerpoint/2010/main" val="21246098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1</a:t>
            </a:fld>
            <a:endParaRPr lang="zh-CN" altLang="en-US"/>
          </a:p>
        </p:txBody>
      </p:sp>
    </p:spTree>
    <p:extLst>
      <p:ext uri="{BB962C8B-B14F-4D97-AF65-F5344CB8AC3E}">
        <p14:creationId xmlns:p14="http://schemas.microsoft.com/office/powerpoint/2010/main" val="400299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3</a:t>
            </a:fld>
            <a:endParaRPr lang="zh-CN" altLang="en-US"/>
          </a:p>
        </p:txBody>
      </p:sp>
    </p:spTree>
    <p:extLst>
      <p:ext uri="{BB962C8B-B14F-4D97-AF65-F5344CB8AC3E}">
        <p14:creationId xmlns:p14="http://schemas.microsoft.com/office/powerpoint/2010/main" val="27245576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4</a:t>
            </a:fld>
            <a:endParaRPr lang="zh-CN" altLang="en-US"/>
          </a:p>
        </p:txBody>
      </p:sp>
    </p:spTree>
    <p:extLst>
      <p:ext uri="{BB962C8B-B14F-4D97-AF65-F5344CB8AC3E}">
        <p14:creationId xmlns:p14="http://schemas.microsoft.com/office/powerpoint/2010/main" val="27245576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5</a:t>
            </a:fld>
            <a:endParaRPr lang="zh-CN" altLang="en-US"/>
          </a:p>
        </p:txBody>
      </p:sp>
    </p:spTree>
    <p:extLst>
      <p:ext uri="{BB962C8B-B14F-4D97-AF65-F5344CB8AC3E}">
        <p14:creationId xmlns:p14="http://schemas.microsoft.com/office/powerpoint/2010/main" val="27245576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6</a:t>
            </a:fld>
            <a:endParaRPr lang="zh-CN" altLang="en-US"/>
          </a:p>
        </p:txBody>
      </p:sp>
    </p:spTree>
    <p:extLst>
      <p:ext uri="{BB962C8B-B14F-4D97-AF65-F5344CB8AC3E}">
        <p14:creationId xmlns:p14="http://schemas.microsoft.com/office/powerpoint/2010/main" val="27245576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7</a:t>
            </a:fld>
            <a:endParaRPr lang="zh-CN" altLang="en-US"/>
          </a:p>
        </p:txBody>
      </p:sp>
    </p:spTree>
    <p:extLst>
      <p:ext uri="{BB962C8B-B14F-4D97-AF65-F5344CB8AC3E}">
        <p14:creationId xmlns:p14="http://schemas.microsoft.com/office/powerpoint/2010/main" val="27245576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8</a:t>
            </a:fld>
            <a:endParaRPr lang="zh-CN" altLang="en-US"/>
          </a:p>
        </p:txBody>
      </p:sp>
    </p:spTree>
    <p:extLst>
      <p:ext uri="{BB962C8B-B14F-4D97-AF65-F5344CB8AC3E}">
        <p14:creationId xmlns:p14="http://schemas.microsoft.com/office/powerpoint/2010/main" val="27245576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9</a:t>
            </a:fld>
            <a:endParaRPr lang="zh-CN" altLang="en-US"/>
          </a:p>
        </p:txBody>
      </p:sp>
    </p:spTree>
    <p:extLst>
      <p:ext uri="{BB962C8B-B14F-4D97-AF65-F5344CB8AC3E}">
        <p14:creationId xmlns:p14="http://schemas.microsoft.com/office/powerpoint/2010/main" val="27245576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10</a:t>
            </a:fld>
            <a:endParaRPr lang="zh-CN" altLang="en-US"/>
          </a:p>
        </p:txBody>
      </p:sp>
    </p:spTree>
    <p:extLst>
      <p:ext uri="{BB962C8B-B14F-4D97-AF65-F5344CB8AC3E}">
        <p14:creationId xmlns:p14="http://schemas.microsoft.com/office/powerpoint/2010/main" val="27245576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11</a:t>
            </a:fld>
            <a:endParaRPr lang="zh-CN" altLang="en-US"/>
          </a:p>
        </p:txBody>
      </p:sp>
    </p:spTree>
    <p:extLst>
      <p:ext uri="{BB962C8B-B14F-4D97-AF65-F5344CB8AC3E}">
        <p14:creationId xmlns:p14="http://schemas.microsoft.com/office/powerpoint/2010/main" val="272455767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pic>
        <p:nvPicPr>
          <p:cNvPr id="7" name="图片 6" descr="2938668_150805002142_2.jpg"/>
          <p:cNvPicPr>
            <a:picLocks noChangeAspect="1"/>
          </p:cNvPicPr>
          <p:nvPr userDrawn="1"/>
        </p:nvPicPr>
        <p:blipFill>
          <a:blip r:embed="rId2"/>
          <a:srcRect b="4167"/>
          <a:stretch>
            <a:fillRect/>
          </a:stretch>
        </p:blipFill>
        <p:spPr>
          <a:xfrm>
            <a:off x="0" y="0"/>
            <a:ext cx="9144000" cy="5143500"/>
          </a:xfrm>
          <a:prstGeom prst="rect">
            <a:avLst/>
          </a:prstGeom>
        </p:spPr>
      </p:pic>
      <p:sp>
        <p:nvSpPr>
          <p:cNvPr id="3" name="副标题 2"/>
          <p:cNvSpPr>
            <a:spLocks noGrp="1"/>
          </p:cNvSpPr>
          <p:nvPr>
            <p:ph type="subTitle" idx="1" hasCustomPrompt="1"/>
          </p:nvPr>
        </p:nvSpPr>
        <p:spPr>
          <a:xfrm>
            <a:off x="2195736" y="3813888"/>
            <a:ext cx="4914912" cy="514356"/>
          </a:xfrm>
        </p:spPr>
        <p:txBody>
          <a:bodyPr>
            <a:noAutofit/>
          </a:bodyPr>
          <a:lstStyle>
            <a:lvl1pPr marL="0" indent="0" algn="ctr">
              <a:buNone/>
              <a:defRPr sz="3200" b="1" cap="none" spc="0">
                <a:ln>
                  <a:noFill/>
                </a:ln>
                <a:solidFill>
                  <a:schemeClr val="bg1"/>
                </a:solidFill>
                <a:effectLst>
                  <a:outerShdw blurRad="38100" dist="38100" dir="2700000" algn="tl">
                    <a:srgbClr val="000000">
                      <a:alpha val="43137"/>
                    </a:srgbClr>
                  </a:outerShdw>
                </a:effectLst>
                <a:latin typeface="微软雅黑" pitchFamily="34" charset="-122"/>
                <a:ea typeface="微软雅黑"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CN" dirty="0"/>
              <a:t>DFH SATELLITE </a:t>
            </a:r>
            <a:r>
              <a:rPr lang="en-US" altLang="zh-CN" dirty="0" err="1"/>
              <a:t>Co.,Ltd</a:t>
            </a:r>
            <a:endParaRPr lang="zh-CN" altLang="en-US" dirty="0"/>
          </a:p>
        </p:txBody>
      </p:sp>
      <p:sp>
        <p:nvSpPr>
          <p:cNvPr id="15" name="标题 14"/>
          <p:cNvSpPr>
            <a:spLocks noGrp="1"/>
          </p:cNvSpPr>
          <p:nvPr>
            <p:ph type="title"/>
          </p:nvPr>
        </p:nvSpPr>
        <p:spPr>
          <a:xfrm>
            <a:off x="714348" y="1806937"/>
            <a:ext cx="7586658" cy="811995"/>
          </a:xfrm>
        </p:spPr>
        <p:txBody>
          <a:bodyPr>
            <a:normAutofit/>
          </a:bodyPr>
          <a:lstStyle>
            <a:lvl1pPr>
              <a:defRPr sz="4800">
                <a:solidFill>
                  <a:srgbClr val="002060"/>
                </a:solidFill>
                <a:effectLst>
                  <a:outerShdw blurRad="38100" dist="38100" dir="2700000" algn="tl">
                    <a:srgbClr val="000000">
                      <a:alpha val="43137"/>
                    </a:srgbClr>
                  </a:outerShdw>
                </a:effectLst>
              </a:defRPr>
            </a:lvl1pPr>
          </a:lstStyle>
          <a:p>
            <a:r>
              <a:rPr lang="zh-CN" altLang="en-US" dirty="0"/>
              <a:t>单击此处编辑母版标题样式</a:t>
            </a:r>
          </a:p>
        </p:txBody>
      </p:sp>
      <p:pic>
        <p:nvPicPr>
          <p:cNvPr id="6" name="图片 5" descr="小卫星.gif"/>
          <p:cNvPicPr>
            <a:picLocks noChangeAspect="1"/>
          </p:cNvPicPr>
          <p:nvPr userDrawn="1"/>
        </p:nvPicPr>
        <p:blipFill>
          <a:blip r:embed="rId3"/>
          <a:stretch>
            <a:fillRect/>
          </a:stretch>
        </p:blipFill>
        <p:spPr>
          <a:xfrm rot="2940000">
            <a:off x="6740037" y="251737"/>
            <a:ext cx="1471124" cy="1231277"/>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页脚占位符 4"/>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6" name="灯片编号占位符 5"/>
          <p:cNvSpPr>
            <a:spLocks noGrp="1"/>
          </p:cNvSpPr>
          <p:nvPr>
            <p:ph type="sldNum" sz="quarter" idx="12"/>
          </p:nvPr>
        </p:nvSpPr>
        <p:spPr/>
        <p:txBody>
          <a:bodyPr/>
          <a:lstStyle>
            <a:lvl1pPr>
              <a:defRPr sz="1200"/>
            </a:lvl1pPr>
          </a:lstStyle>
          <a:p>
            <a:r>
              <a:rPr lang="en-US" altLang="zh-CN" dirty="0">
                <a:latin typeface="微软雅黑" pitchFamily="34" charset="-122"/>
                <a:ea typeface="微软雅黑" pitchFamily="34" charset="-122"/>
              </a:rPr>
              <a:t>PAGE</a:t>
            </a:r>
            <a:r>
              <a:rPr lang="zh-CN" altLang="en-US" dirty="0"/>
              <a:t> </a:t>
            </a:r>
            <a:fld id="{E1EFCB46-C834-4067-A327-0EA79FD50686}" type="slidenum">
              <a:rPr lang="zh-CN" altLang="en-US" smtClean="0"/>
              <a:pPr/>
              <a:t>‹#›</a:t>
            </a:fld>
            <a:r>
              <a:rPr lang="zh-CN" altLang="en-US" dirty="0"/>
              <a:t> </a:t>
            </a:r>
            <a:endParaRPr lang="zh-CN" altLang="en-US" dirty="0">
              <a:latin typeface="微软雅黑" pitchFamily="34" charset="-122"/>
              <a:ea typeface="微软雅黑" pitchFamily="3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5" name="页脚占位符 4"/>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6" name="灯片编号占位符 5"/>
          <p:cNvSpPr>
            <a:spLocks noGrp="1"/>
          </p:cNvSpPr>
          <p:nvPr>
            <p:ph type="sldNum" sz="quarter" idx="12"/>
          </p:nvPr>
        </p:nvSpPr>
        <p:spPr/>
        <p:txBody>
          <a:bodyPr/>
          <a:lstStyle>
            <a:lvl1pPr>
              <a:defRPr sz="1200"/>
            </a:lvl1pPr>
          </a:lstStyle>
          <a:p>
            <a:r>
              <a:rPr lang="en-US" altLang="zh-CN" dirty="0">
                <a:latin typeface="微软雅黑" pitchFamily="34" charset="-122"/>
                <a:ea typeface="微软雅黑" pitchFamily="34" charset="-122"/>
              </a:rPr>
              <a:t>PAGE</a:t>
            </a:r>
            <a:r>
              <a:rPr lang="zh-CN" altLang="en-US" dirty="0"/>
              <a:t> </a:t>
            </a:r>
            <a:fld id="{E1EFCB46-C834-4067-A327-0EA79FD50686}" type="slidenum">
              <a:rPr lang="zh-CN" altLang="en-US" smtClean="0"/>
              <a:pPr/>
              <a:t>‹#›</a:t>
            </a:fld>
            <a:r>
              <a:rPr lang="zh-CN" altLang="en-US" dirty="0"/>
              <a:t> </a:t>
            </a:r>
            <a:endParaRPr lang="zh-CN" altLang="en-US" dirty="0">
              <a:latin typeface="微软雅黑" pitchFamily="34" charset="-122"/>
              <a:ea typeface="微软雅黑" pitchFamily="3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1"/>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4"/>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6" name="页脚占位符 5"/>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7" name="灯片编号占位符 6"/>
          <p:cNvSpPr>
            <a:spLocks noGrp="1"/>
          </p:cNvSpPr>
          <p:nvPr>
            <p:ph type="sldNum" sz="quarter" idx="12"/>
          </p:nvPr>
        </p:nvSpPr>
        <p:spPr/>
        <p:txBody>
          <a:bodyPr/>
          <a:lstStyle>
            <a:lvl1pPr>
              <a:defRPr sz="1200"/>
            </a:lvl1pPr>
          </a:lstStyle>
          <a:p>
            <a:r>
              <a:rPr lang="en-US" altLang="zh-CN" dirty="0">
                <a:latin typeface="微软雅黑" pitchFamily="34" charset="-122"/>
                <a:ea typeface="微软雅黑" pitchFamily="34" charset="-122"/>
              </a:rPr>
              <a:t>PAGE</a:t>
            </a:r>
            <a:r>
              <a:rPr lang="zh-CN" altLang="en-US" dirty="0"/>
              <a:t> </a:t>
            </a:r>
            <a:fld id="{E1EFCB46-C834-4067-A327-0EA79FD50686}" type="slidenum">
              <a:rPr lang="zh-CN" altLang="en-US" smtClean="0"/>
              <a:pPr/>
              <a:t>‹#›</a:t>
            </a:fld>
            <a:r>
              <a:rPr lang="zh-CN" altLang="en-US" dirty="0"/>
              <a:t> </a:t>
            </a:r>
            <a:endParaRPr lang="zh-CN" altLang="en-US" dirty="0">
              <a:latin typeface="微软雅黑" pitchFamily="34" charset="-122"/>
              <a:ea typeface="微软雅黑" pitchFamily="3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仅标题">
    <p:spTree>
      <p:nvGrpSpPr>
        <p:cNvPr id="1" name=""/>
        <p:cNvGrpSpPr/>
        <p:nvPr/>
      </p:nvGrpSpPr>
      <p:grpSpPr>
        <a:xfrm>
          <a:off x="0" y="0"/>
          <a:ext cx="0" cy="0"/>
          <a:chOff x="0" y="0"/>
          <a:chExt cx="0" cy="0"/>
        </a:xfrm>
      </p:grpSpPr>
      <p:pic>
        <p:nvPicPr>
          <p:cNvPr id="6" name="图片 5" descr="2938668_150805002142_2.jpg"/>
          <p:cNvPicPr>
            <a:picLocks noChangeAspect="1"/>
          </p:cNvPicPr>
          <p:nvPr userDrawn="1"/>
        </p:nvPicPr>
        <p:blipFill>
          <a:blip r:embed="rId2"/>
          <a:srcRect b="4167"/>
          <a:stretch>
            <a:fillRect/>
          </a:stretch>
        </p:blipFill>
        <p:spPr>
          <a:xfrm>
            <a:off x="0" y="0"/>
            <a:ext cx="9144000" cy="5143500"/>
          </a:xfrm>
          <a:prstGeom prst="rect">
            <a:avLst/>
          </a:prstGeom>
        </p:spPr>
      </p:pic>
      <p:pic>
        <p:nvPicPr>
          <p:cNvPr id="13" name="图片 12" descr="小卫星.gif"/>
          <p:cNvPicPr>
            <a:picLocks noChangeAspect="1"/>
          </p:cNvPicPr>
          <p:nvPr userDrawn="1"/>
        </p:nvPicPr>
        <p:blipFill>
          <a:blip r:embed="rId3"/>
          <a:stretch>
            <a:fillRect/>
          </a:stretch>
        </p:blipFill>
        <p:spPr>
          <a:xfrm rot="2940000">
            <a:off x="6740037" y="251737"/>
            <a:ext cx="1471124" cy="1231277"/>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大小标题">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870562"/>
            <a:ext cx="8229600" cy="3394472"/>
          </a:xfrm>
          <a:prstGeom prst="rect">
            <a:avLst/>
          </a:prstGeom>
        </p:spPr>
        <p:txBody>
          <a:bodyPr/>
          <a:lstStyle>
            <a:lvl1pPr>
              <a:defRPr b="1"/>
            </a:lvl1pPr>
            <a:lvl2pPr>
              <a:defRPr b="1"/>
            </a:lvl2pPr>
            <a:lvl3pPr>
              <a:defRPr b="1"/>
            </a:lvl3pPr>
            <a:lvl4pPr>
              <a:defRPr b="1"/>
            </a:lvl4pPr>
            <a:lvl5pPr marL="1828800" indent="0">
              <a:buNone/>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p:txBody>
      </p:sp>
      <p:sp>
        <p:nvSpPr>
          <p:cNvPr id="2" name="标题 1"/>
          <p:cNvSpPr>
            <a:spLocks noGrp="1"/>
          </p:cNvSpPr>
          <p:nvPr>
            <p:ph type="title"/>
          </p:nvPr>
        </p:nvSpPr>
        <p:spPr>
          <a:xfrm>
            <a:off x="457200" y="205979"/>
            <a:ext cx="8229600" cy="857250"/>
          </a:xfrm>
          <a:prstGeom prst="rect">
            <a:avLst/>
          </a:prstGeom>
        </p:spPr>
        <p:txBody>
          <a:bodyPr/>
          <a:lstStyle/>
          <a:p>
            <a:r>
              <a:rPr lang="zh-CN" altLang="en-US" dirty="0"/>
              <a:t>单击此处编辑母版标题样式</a:t>
            </a:r>
          </a:p>
        </p:txBody>
      </p:sp>
    </p:spTree>
    <p:extLst>
      <p:ext uri="{BB962C8B-B14F-4D97-AF65-F5344CB8AC3E}">
        <p14:creationId xmlns:p14="http://schemas.microsoft.com/office/powerpoint/2010/main" val="40248291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8013554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11995"/>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017975"/>
            <a:ext cx="8229600" cy="3576649"/>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4767264"/>
            <a:ext cx="2133600" cy="273844"/>
          </a:xfrm>
          <a:prstGeom prst="rect">
            <a:avLst/>
          </a:prstGeom>
        </p:spPr>
        <p:txBody>
          <a:bodyPr/>
          <a:lstStyle>
            <a:lvl1pPr>
              <a:defRPr/>
            </a:lvl1pPr>
          </a:lstStyle>
          <a:p>
            <a:pPr algn="ctr" fontAlgn="base">
              <a:spcBef>
                <a:spcPct val="0"/>
              </a:spcBef>
              <a:spcAft>
                <a:spcPct val="0"/>
              </a:spcAft>
              <a:defRPr/>
            </a:pPr>
            <a:fld id="{42ED75B0-865F-44E7-B781-539DDF24D99B}" type="datetime1">
              <a:rPr lang="zh-CN" altLang="en-US" sz="2000" b="1" smtClean="0">
                <a:solidFill>
                  <a:srgbClr val="575F6D"/>
                </a:solidFill>
              </a:rPr>
              <a:pPr algn="ctr" fontAlgn="base">
                <a:spcBef>
                  <a:spcPct val="0"/>
                </a:spcBef>
                <a:spcAft>
                  <a:spcPct val="0"/>
                </a:spcAft>
                <a:defRPr/>
              </a:pPr>
              <a:t>2019/10/6</a:t>
            </a:fld>
            <a:endParaRPr lang="zh-CN" altLang="en-US" sz="2000" b="1">
              <a:solidFill>
                <a:srgbClr val="575F6D"/>
              </a:solidFill>
            </a:endParaRPr>
          </a:p>
        </p:txBody>
      </p:sp>
      <p:sp>
        <p:nvSpPr>
          <p:cNvPr id="5" name="页脚占位符 4"/>
          <p:cNvSpPr>
            <a:spLocks noGrp="1"/>
          </p:cNvSpPr>
          <p:nvPr>
            <p:ph type="ftr" sz="quarter" idx="11"/>
          </p:nvPr>
        </p:nvSpPr>
        <p:spPr>
          <a:xfrm>
            <a:off x="3390900" y="4768455"/>
            <a:ext cx="2895600" cy="273844"/>
          </a:xfrm>
          <a:prstGeom prst="rect">
            <a:avLst/>
          </a:prstGeom>
        </p:spPr>
        <p:txBody>
          <a:bodyPr/>
          <a:lstStyle>
            <a:lvl1pPr>
              <a:defRPr/>
            </a:lvl1pPr>
          </a:lstStyle>
          <a:p>
            <a:pPr algn="ctr" fontAlgn="base">
              <a:spcBef>
                <a:spcPct val="0"/>
              </a:spcBef>
              <a:spcAft>
                <a:spcPct val="0"/>
              </a:spcAft>
              <a:defRPr/>
            </a:pPr>
            <a:r>
              <a:rPr lang="zh-CN" altLang="en-US" sz="2000" b="1">
                <a:solidFill>
                  <a:srgbClr val="575F6D"/>
                </a:solidFill>
              </a:rPr>
              <a:t>航天东方红卫星有限公司</a:t>
            </a:r>
            <a:endParaRPr lang="zh-CN" altLang="en-US" sz="2000" b="1" dirty="0">
              <a:solidFill>
                <a:srgbClr val="575F6D"/>
              </a:solidFill>
            </a:endParaRPr>
          </a:p>
        </p:txBody>
      </p:sp>
      <p:sp>
        <p:nvSpPr>
          <p:cNvPr id="6" name="灯片编号占位符 5"/>
          <p:cNvSpPr>
            <a:spLocks noGrp="1"/>
          </p:cNvSpPr>
          <p:nvPr>
            <p:ph type="sldNum" sz="quarter" idx="12"/>
          </p:nvPr>
        </p:nvSpPr>
        <p:spPr>
          <a:xfrm>
            <a:off x="6553200" y="4767264"/>
            <a:ext cx="2133600" cy="273844"/>
          </a:xfrm>
          <a:prstGeom prst="rect">
            <a:avLst/>
          </a:prstGeom>
        </p:spPr>
        <p:txBody>
          <a:bodyPr/>
          <a:lstStyle>
            <a:lvl1pPr>
              <a:defRPr>
                <a:latin typeface="微软雅黑" pitchFamily="34" charset="-122"/>
                <a:ea typeface="微软雅黑" pitchFamily="34" charset="-122"/>
              </a:defRPr>
            </a:lvl1pPr>
          </a:lstStyle>
          <a:p>
            <a:pPr algn="ctr" fontAlgn="base">
              <a:spcBef>
                <a:spcPct val="0"/>
              </a:spcBef>
              <a:spcAft>
                <a:spcPct val="0"/>
              </a:spcAft>
              <a:defRPr/>
            </a:pPr>
            <a:r>
              <a:rPr lang="zh-CN" altLang="en-US" sz="2000" b="1">
                <a:solidFill>
                  <a:srgbClr val="575F6D"/>
                </a:solidFill>
              </a:rPr>
              <a:t>第 </a:t>
            </a:r>
            <a:fld id="{2356AAAC-74E5-4E8A-AE27-707AC7BEBAE3}" type="slidenum">
              <a:rPr lang="zh-CN" altLang="en-US" sz="2000" b="1">
                <a:solidFill>
                  <a:srgbClr val="575F6D"/>
                </a:solidFill>
              </a:rPr>
              <a:pPr algn="ctr" fontAlgn="base">
                <a:spcBef>
                  <a:spcPct val="0"/>
                </a:spcBef>
                <a:spcAft>
                  <a:spcPct val="0"/>
                </a:spcAft>
                <a:defRPr/>
              </a:pPr>
              <a:t>‹#›</a:t>
            </a:fld>
            <a:r>
              <a:rPr lang="zh-CN" altLang="en-US" sz="2000" b="1">
                <a:solidFill>
                  <a:srgbClr val="575F6D"/>
                </a:solidFill>
              </a:rPr>
              <a:t> 页</a:t>
            </a:r>
          </a:p>
        </p:txBody>
      </p:sp>
    </p:spTree>
    <p:extLst>
      <p:ext uri="{BB962C8B-B14F-4D97-AF65-F5344CB8AC3E}">
        <p14:creationId xmlns:p14="http://schemas.microsoft.com/office/powerpoint/2010/main" val="25446214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gif"/><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图片 6" descr="2938668_150805002142_2.jpg"/>
          <p:cNvPicPr>
            <a:picLocks noChangeAspect="1"/>
          </p:cNvPicPr>
          <p:nvPr userDrawn="1"/>
        </p:nvPicPr>
        <p:blipFill>
          <a:blip r:embed="rId7"/>
          <a:srcRect t="10773" b="69020"/>
          <a:stretch>
            <a:fillRect/>
          </a:stretch>
        </p:blipFill>
        <p:spPr>
          <a:xfrm>
            <a:off x="0" y="1"/>
            <a:ext cx="9144000" cy="910817"/>
          </a:xfrm>
          <a:prstGeom prst="rect">
            <a:avLst/>
          </a:prstGeom>
        </p:spPr>
      </p:pic>
      <p:sp>
        <p:nvSpPr>
          <p:cNvPr id="2" name="标题占位符 1"/>
          <p:cNvSpPr>
            <a:spLocks noGrp="1"/>
          </p:cNvSpPr>
          <p:nvPr>
            <p:ph type="title"/>
          </p:nvPr>
        </p:nvSpPr>
        <p:spPr>
          <a:xfrm>
            <a:off x="457200" y="205979"/>
            <a:ext cx="8229600" cy="811995"/>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457200" y="1017975"/>
            <a:ext cx="8229600" cy="3576649"/>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页脚占位符 4"/>
          <p:cNvSpPr>
            <a:spLocks noGrp="1"/>
          </p:cNvSpPr>
          <p:nvPr>
            <p:ph type="ftr" sz="quarter" idx="3"/>
          </p:nvPr>
        </p:nvSpPr>
        <p:spPr>
          <a:xfrm>
            <a:off x="971600" y="4769645"/>
            <a:ext cx="6480720" cy="272669"/>
          </a:xfrm>
          <a:prstGeom prst="rect">
            <a:avLst/>
          </a:prstGeom>
        </p:spPr>
        <p:txBody>
          <a:bodyPr vert="horz" lIns="91440" tIns="45720" rIns="91440" bIns="45720" rtlCol="0" anchor="ctr"/>
          <a:lstStyle>
            <a:lvl1pPr algn="ctr">
              <a:defRPr sz="700" b="0">
                <a:solidFill>
                  <a:schemeClr val="tx1"/>
                </a:solidFill>
                <a:latin typeface="微软雅黑" pitchFamily="34" charset="-122"/>
                <a:ea typeface="微软雅黑" pitchFamily="34" charset="-122"/>
                <a:cs typeface="Arial" pitchFamily="34" charset="0"/>
              </a:defRPr>
            </a:lvl1p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6" name="灯片编号占位符 5"/>
          <p:cNvSpPr>
            <a:spLocks noGrp="1"/>
          </p:cNvSpPr>
          <p:nvPr>
            <p:ph type="sldNum" sz="quarter" idx="4"/>
          </p:nvPr>
        </p:nvSpPr>
        <p:spPr>
          <a:xfrm>
            <a:off x="7884368" y="4767264"/>
            <a:ext cx="802432" cy="273844"/>
          </a:xfrm>
          <a:prstGeom prst="rect">
            <a:avLst/>
          </a:prstGeom>
        </p:spPr>
        <p:txBody>
          <a:bodyPr vert="horz" lIns="91440" tIns="45720" rIns="91440" bIns="45720" rtlCol="0" anchor="ctr"/>
          <a:lstStyle>
            <a:lvl1pPr algn="r">
              <a:defRPr sz="1200">
                <a:solidFill>
                  <a:schemeClr val="tx1"/>
                </a:solidFill>
                <a:latin typeface="Arial" pitchFamily="34" charset="0"/>
                <a:cs typeface="Arial" pitchFamily="34" charset="0"/>
              </a:defRPr>
            </a:lvl1pPr>
          </a:lstStyle>
          <a:p>
            <a:r>
              <a:rPr lang="en-US" altLang="zh-CN" sz="1050" dirty="0">
                <a:latin typeface="微软雅黑" pitchFamily="34" charset="-122"/>
                <a:ea typeface="微软雅黑" pitchFamily="34" charset="-122"/>
              </a:rPr>
              <a:t>PAGE</a:t>
            </a:r>
            <a:r>
              <a:rPr lang="zh-CN" altLang="en-US" sz="1050" dirty="0"/>
              <a:t> </a:t>
            </a:r>
            <a:fld id="{E1EFCB46-C834-4067-A327-0EA79FD50686}" type="slidenum">
              <a:rPr lang="zh-CN" altLang="en-US" sz="1050" smtClean="0"/>
              <a:pPr/>
              <a:t>‹#›</a:t>
            </a:fld>
            <a:r>
              <a:rPr lang="zh-CN" altLang="en-US" dirty="0"/>
              <a:t> </a:t>
            </a:r>
            <a:endParaRPr lang="zh-CN" altLang="en-US" dirty="0">
              <a:latin typeface="微软雅黑" pitchFamily="34" charset="-122"/>
              <a:ea typeface="微软雅黑" pitchFamily="34" charset="-122"/>
            </a:endParaRPr>
          </a:p>
        </p:txBody>
      </p:sp>
      <p:pic>
        <p:nvPicPr>
          <p:cNvPr id="8" name="图片 7" descr="2938668_150805002142_2.jpg"/>
          <p:cNvPicPr>
            <a:picLocks noChangeAspect="1"/>
          </p:cNvPicPr>
          <p:nvPr userDrawn="1"/>
        </p:nvPicPr>
        <p:blipFill>
          <a:blip r:embed="rId7"/>
          <a:srcRect t="52304" b="41753"/>
          <a:stretch>
            <a:fillRect/>
          </a:stretch>
        </p:blipFill>
        <p:spPr>
          <a:xfrm>
            <a:off x="0" y="5036361"/>
            <a:ext cx="9144000" cy="241094"/>
          </a:xfrm>
          <a:prstGeom prst="rect">
            <a:avLst/>
          </a:prstGeom>
        </p:spPr>
      </p:pic>
      <p:pic>
        <p:nvPicPr>
          <p:cNvPr id="12" name="图片 11" descr="小卫星.gif"/>
          <p:cNvPicPr>
            <a:picLocks noChangeAspect="1"/>
          </p:cNvPicPr>
          <p:nvPr userDrawn="1"/>
        </p:nvPicPr>
        <p:blipFill>
          <a:blip r:embed="rId8"/>
          <a:stretch>
            <a:fillRect/>
          </a:stretch>
        </p:blipFill>
        <p:spPr>
          <a:xfrm rot="2940000">
            <a:off x="7901406" y="67538"/>
            <a:ext cx="735105" cy="615256"/>
          </a:xfrm>
          <a:prstGeom prst="rect">
            <a:avLst/>
          </a:prstGeom>
        </p:spPr>
      </p:pic>
      <p:pic>
        <p:nvPicPr>
          <p:cNvPr id="16" name="图片 15"/>
          <p:cNvPicPr>
            <a:picLocks noChangeAspect="1"/>
          </p:cNvPicPr>
          <p:nvPr userDrawn="1"/>
        </p:nvPicPr>
        <p:blipFill rotWithShape="1">
          <a:blip r:embed="rId9" cstate="print">
            <a:extLst>
              <a:ext uri="{28A0092B-C50C-407E-A947-70E740481C1C}">
                <a14:useLocalDpi xmlns:a14="http://schemas.microsoft.com/office/drawing/2010/main" val="0"/>
              </a:ext>
            </a:extLst>
          </a:blip>
          <a:srcRect b="34726"/>
          <a:stretch/>
        </p:blipFill>
        <p:spPr>
          <a:xfrm>
            <a:off x="171892" y="4754850"/>
            <a:ext cx="432048" cy="258988"/>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7" r:id="rId4"/>
    <p:sldLayoutId id="2147483654" r:id="rId5"/>
  </p:sldLayoutIdLst>
  <p:hf hdr="0"/>
  <p:txStyles>
    <p:titleStyle>
      <a:lvl1pPr algn="ctr" defTabSz="914400" rtl="0" eaLnBrk="1" latinLnBrk="0" hangingPunct="1">
        <a:spcBef>
          <a:spcPct val="0"/>
        </a:spcBef>
        <a:buNone/>
        <a:defRPr sz="4000" b="1" kern="1200">
          <a:solidFill>
            <a:schemeClr val="bg1"/>
          </a:solidFill>
          <a:latin typeface="微软雅黑" pitchFamily="34" charset="-122"/>
          <a:ea typeface="微软雅黑" pitchFamily="34" charset="-122"/>
          <a:cs typeface="+mj-cs"/>
        </a:defRPr>
      </a:lvl1pPr>
    </p:titleStyle>
    <p:bodyStyle>
      <a:lvl1pPr marL="342900" indent="-342900" algn="l" defTabSz="914400" rtl="0" eaLnBrk="1" latinLnBrk="0" hangingPunct="1">
        <a:lnSpc>
          <a:spcPct val="150000"/>
        </a:lnSpc>
        <a:spcBef>
          <a:spcPts val="0"/>
        </a:spcBef>
        <a:buFont typeface="Arial" pitchFamily="34" charset="0"/>
        <a:buChar char="•"/>
        <a:defRPr sz="3200" b="1" kern="1200">
          <a:solidFill>
            <a:schemeClr val="tx1">
              <a:lumMod val="75000"/>
              <a:lumOff val="25000"/>
            </a:schemeClr>
          </a:solidFill>
          <a:latin typeface="微软雅黑" pitchFamily="34" charset="-122"/>
          <a:ea typeface="微软雅黑" pitchFamily="34" charset="-122"/>
          <a:cs typeface="+mn-cs"/>
        </a:defRPr>
      </a:lvl1pPr>
      <a:lvl2pPr marL="742950" indent="-285750" algn="l" defTabSz="914400" rtl="0" eaLnBrk="1" latinLnBrk="0" hangingPunct="1">
        <a:lnSpc>
          <a:spcPct val="150000"/>
        </a:lnSpc>
        <a:spcBef>
          <a:spcPts val="0"/>
        </a:spcBef>
        <a:buFont typeface="Arial" pitchFamily="34" charset="0"/>
        <a:buChar char="–"/>
        <a:defRPr sz="2800" b="1" kern="1200">
          <a:solidFill>
            <a:schemeClr val="tx1">
              <a:lumMod val="75000"/>
              <a:lumOff val="25000"/>
            </a:schemeClr>
          </a:solidFill>
          <a:latin typeface="微软雅黑" pitchFamily="34" charset="-122"/>
          <a:ea typeface="微软雅黑" pitchFamily="34" charset="-122"/>
          <a:cs typeface="+mn-cs"/>
        </a:defRPr>
      </a:lvl2pPr>
      <a:lvl3pPr marL="1143000" indent="-228600" algn="l" defTabSz="914400" rtl="0" eaLnBrk="1" latinLnBrk="0" hangingPunct="1">
        <a:lnSpc>
          <a:spcPct val="150000"/>
        </a:lnSpc>
        <a:spcBef>
          <a:spcPts val="0"/>
        </a:spcBef>
        <a:buFont typeface="Arial" pitchFamily="34" charset="0"/>
        <a:buChar char="•"/>
        <a:defRPr sz="2400" b="1" kern="1200">
          <a:solidFill>
            <a:schemeClr val="tx1">
              <a:lumMod val="75000"/>
              <a:lumOff val="25000"/>
            </a:schemeClr>
          </a:solidFill>
          <a:latin typeface="微软雅黑" pitchFamily="34" charset="-122"/>
          <a:ea typeface="微软雅黑" pitchFamily="34" charset="-122"/>
          <a:cs typeface="+mn-cs"/>
        </a:defRPr>
      </a:lvl3pPr>
      <a:lvl4pPr marL="1600200" indent="-228600" algn="l" defTabSz="914400" rtl="0" eaLnBrk="1" latinLnBrk="0" hangingPunct="1">
        <a:lnSpc>
          <a:spcPct val="150000"/>
        </a:lnSpc>
        <a:spcBef>
          <a:spcPts val="0"/>
        </a:spcBef>
        <a:buFont typeface="Arial" pitchFamily="34" charset="0"/>
        <a:buChar char="–"/>
        <a:defRPr sz="2000" b="1" kern="1200">
          <a:solidFill>
            <a:schemeClr val="tx1">
              <a:lumMod val="75000"/>
              <a:lumOff val="25000"/>
            </a:schemeClr>
          </a:solidFill>
          <a:latin typeface="微软雅黑" pitchFamily="34" charset="-122"/>
          <a:ea typeface="微软雅黑" pitchFamily="34" charset="-122"/>
          <a:cs typeface="+mn-cs"/>
        </a:defRPr>
      </a:lvl4pPr>
      <a:lvl5pPr marL="2057400" indent="-228600" algn="l" defTabSz="914400" rtl="0" eaLnBrk="1" latinLnBrk="0" hangingPunct="1">
        <a:lnSpc>
          <a:spcPct val="150000"/>
        </a:lnSpc>
        <a:spcBef>
          <a:spcPts val="0"/>
        </a:spcBef>
        <a:buFont typeface="Arial" pitchFamily="34" charset="0"/>
        <a:buChar char="»"/>
        <a:defRPr sz="2000" b="1" kern="1200">
          <a:solidFill>
            <a:schemeClr val="tx1">
              <a:lumMod val="75000"/>
              <a:lumOff val="25000"/>
            </a:schemeClr>
          </a:solidFill>
          <a:latin typeface="微软雅黑" pitchFamily="34" charset="-122"/>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accent1">
            <a:alpha val="0"/>
          </a:schemeClr>
        </a:solidFill>
        <a:effectLst/>
      </p:bgPr>
    </p:bg>
    <p:spTree>
      <p:nvGrpSpPr>
        <p:cNvPr id="1" name=""/>
        <p:cNvGrpSpPr/>
        <p:nvPr/>
      </p:nvGrpSpPr>
      <p:grpSpPr>
        <a:xfrm>
          <a:off x="0" y="0"/>
          <a:ext cx="0" cy="0"/>
          <a:chOff x="0" y="0"/>
          <a:chExt cx="0" cy="0"/>
        </a:xfrm>
      </p:grpSpPr>
      <p:sp>
        <p:nvSpPr>
          <p:cNvPr id="1026" name="Rectangle 7"/>
          <p:cNvSpPr>
            <a:spLocks noChangeArrowheads="1"/>
          </p:cNvSpPr>
          <p:nvPr/>
        </p:nvSpPr>
        <p:spPr bwMode="auto">
          <a:xfrm>
            <a:off x="0" y="4955383"/>
            <a:ext cx="9144000" cy="198835"/>
          </a:xfrm>
          <a:prstGeom prst="rect">
            <a:avLst/>
          </a:prstGeom>
          <a:solidFill>
            <a:srgbClr val="FF0000"/>
          </a:solidFill>
          <a:ln w="9525">
            <a:noFill/>
            <a:miter lim="800000"/>
            <a:headEnd/>
            <a:tailEnd/>
          </a:ln>
        </p:spPr>
        <p:txBody>
          <a:bodyPr wrap="none" anchor="ctr"/>
          <a:lstStyle/>
          <a:p>
            <a:pPr fontAlgn="base">
              <a:spcBef>
                <a:spcPct val="0"/>
              </a:spcBef>
              <a:spcAft>
                <a:spcPct val="0"/>
              </a:spcAft>
              <a:defRPr/>
            </a:pPr>
            <a:endParaRPr kumimoji="1" lang="zh-CN" altLang="zh-CN">
              <a:solidFill>
                <a:srgbClr val="000000"/>
              </a:solidFill>
            </a:endParaRPr>
          </a:p>
        </p:txBody>
      </p:sp>
      <p:sp>
        <p:nvSpPr>
          <p:cNvPr id="110603" name="Text Box 11"/>
          <p:cNvSpPr txBox="1">
            <a:spLocks noChangeArrowheads="1"/>
          </p:cNvSpPr>
          <p:nvPr/>
        </p:nvSpPr>
        <p:spPr bwMode="auto">
          <a:xfrm>
            <a:off x="358775" y="4869658"/>
            <a:ext cx="3816350" cy="461665"/>
          </a:xfrm>
          <a:prstGeom prst="rect">
            <a:avLst/>
          </a:prstGeom>
          <a:noFill/>
          <a:ln w="9525" algn="ctr">
            <a:noFill/>
            <a:miter lim="800000"/>
            <a:headEnd/>
            <a:tailEnd/>
          </a:ln>
          <a:effec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fontAlgn="base">
              <a:spcBef>
                <a:spcPct val="0"/>
              </a:spcBef>
              <a:spcAft>
                <a:spcPct val="0"/>
              </a:spcAft>
              <a:defRPr>
                <a:solidFill>
                  <a:schemeClr val="tx1"/>
                </a:solidFill>
                <a:latin typeface="Arial" charset="0"/>
                <a:ea typeface="宋体" pitchFamily="2" charset="-122"/>
              </a:defRPr>
            </a:lvl6pPr>
            <a:lvl7pPr marL="2971800" indent="-228600" fontAlgn="base">
              <a:spcBef>
                <a:spcPct val="0"/>
              </a:spcBef>
              <a:spcAft>
                <a:spcPct val="0"/>
              </a:spcAft>
              <a:defRPr>
                <a:solidFill>
                  <a:schemeClr val="tx1"/>
                </a:solidFill>
                <a:latin typeface="Arial" charset="0"/>
                <a:ea typeface="宋体" pitchFamily="2" charset="-122"/>
              </a:defRPr>
            </a:lvl7pPr>
            <a:lvl8pPr marL="3429000" indent="-228600" fontAlgn="base">
              <a:spcBef>
                <a:spcPct val="0"/>
              </a:spcBef>
              <a:spcAft>
                <a:spcPct val="0"/>
              </a:spcAft>
              <a:defRPr>
                <a:solidFill>
                  <a:schemeClr val="tx1"/>
                </a:solidFill>
                <a:latin typeface="Arial" charset="0"/>
                <a:ea typeface="宋体" pitchFamily="2" charset="-122"/>
              </a:defRPr>
            </a:lvl8pPr>
            <a:lvl9pPr marL="3886200" indent="-228600" fontAlgn="base">
              <a:spcBef>
                <a:spcPct val="0"/>
              </a:spcBef>
              <a:spcAft>
                <a:spcPct val="0"/>
              </a:spcAft>
              <a:defRPr>
                <a:solidFill>
                  <a:schemeClr val="tx1"/>
                </a:solidFill>
                <a:latin typeface="Arial" charset="0"/>
                <a:ea typeface="宋体" pitchFamily="2" charset="-122"/>
              </a:defRPr>
            </a:lvl9pPr>
          </a:lstStyle>
          <a:p>
            <a:pPr fontAlgn="base">
              <a:lnSpc>
                <a:spcPct val="150000"/>
              </a:lnSpc>
              <a:spcBef>
                <a:spcPct val="50000"/>
              </a:spcBef>
              <a:spcAft>
                <a:spcPct val="0"/>
              </a:spcAft>
              <a:defRPr/>
            </a:pPr>
            <a:r>
              <a:rPr lang="en-US" altLang="zh-CN" sz="1600" dirty="0">
                <a:solidFill>
                  <a:srgbClr val="FFFFFF"/>
                </a:solidFill>
                <a:latin typeface="方正舒体" pitchFamily="2" charset="-122"/>
                <a:ea typeface="方正舒体" pitchFamily="2" charset="-122"/>
                <a:cs typeface="Arial" charset="0"/>
              </a:rPr>
              <a:t>ETRSS-1 </a:t>
            </a:r>
            <a:r>
              <a:rPr lang="zh-CN" altLang="en-US" sz="1600" dirty="0">
                <a:solidFill>
                  <a:srgbClr val="FFFFFF"/>
                </a:solidFill>
                <a:latin typeface="方正舒体" pitchFamily="2" charset="-122"/>
                <a:ea typeface="方正舒体" pitchFamily="2" charset="-122"/>
                <a:cs typeface="Arial" charset="0"/>
              </a:rPr>
              <a:t> </a:t>
            </a:r>
            <a:r>
              <a:rPr lang="en-US" altLang="zh-CN" sz="1600" dirty="0">
                <a:solidFill>
                  <a:srgbClr val="FFFFFF"/>
                </a:solidFill>
                <a:latin typeface="方正舒体" pitchFamily="2" charset="-122"/>
                <a:ea typeface="方正舒体" pitchFamily="2" charset="-122"/>
                <a:cs typeface="Arial" charset="0"/>
              </a:rPr>
              <a:t>project training</a:t>
            </a:r>
          </a:p>
        </p:txBody>
      </p:sp>
      <p:sp>
        <p:nvSpPr>
          <p:cNvPr id="1028" name="Line 9"/>
          <p:cNvSpPr>
            <a:spLocks noChangeShapeType="1"/>
          </p:cNvSpPr>
          <p:nvPr userDrawn="1"/>
        </p:nvSpPr>
        <p:spPr bwMode="auto">
          <a:xfrm>
            <a:off x="358775" y="789385"/>
            <a:ext cx="8351838" cy="0"/>
          </a:xfrm>
          <a:prstGeom prst="line">
            <a:avLst/>
          </a:prstGeom>
          <a:noFill/>
          <a:ln w="38100">
            <a:solidFill>
              <a:srgbClr val="FF0000"/>
            </a:solidFill>
            <a:round/>
            <a:headEnd/>
            <a:tailEnd/>
          </a:ln>
        </p:spPr>
        <p:txBody>
          <a:bodyPr/>
          <a:lstStyle/>
          <a:p>
            <a:pPr algn="ctr" fontAlgn="base">
              <a:spcBef>
                <a:spcPct val="0"/>
              </a:spcBef>
              <a:spcAft>
                <a:spcPct val="0"/>
              </a:spcAft>
              <a:defRPr/>
            </a:pPr>
            <a:endParaRPr lang="zh-CN" altLang="en-US" sz="2000" b="1">
              <a:solidFill>
                <a:srgbClr val="575F6D"/>
              </a:solidFill>
            </a:endParaRPr>
          </a:p>
        </p:txBody>
      </p:sp>
    </p:spTree>
    <p:extLst>
      <p:ext uri="{BB962C8B-B14F-4D97-AF65-F5344CB8AC3E}">
        <p14:creationId xmlns:p14="http://schemas.microsoft.com/office/powerpoint/2010/main" val="3120826166"/>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Lst>
  <p:hf hdr="0" ftr="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eaLnBrk="1" fontAlgn="base" hangingPunct="1">
        <a:spcBef>
          <a:spcPct val="0"/>
        </a:spcBef>
        <a:spcAft>
          <a:spcPct val="0"/>
        </a:spcAft>
        <a:defRPr sz="4400">
          <a:solidFill>
            <a:schemeClr val="tx2"/>
          </a:solidFill>
          <a:latin typeface="Arial" charset="0"/>
          <a:ea typeface="宋体" pitchFamily="2" charset="-122"/>
        </a:defRPr>
      </a:lvl6pPr>
      <a:lvl7pPr marL="914400" algn="ctr" rtl="0" eaLnBrk="1" fontAlgn="base" hangingPunct="1">
        <a:spcBef>
          <a:spcPct val="0"/>
        </a:spcBef>
        <a:spcAft>
          <a:spcPct val="0"/>
        </a:spcAft>
        <a:defRPr sz="4400">
          <a:solidFill>
            <a:schemeClr val="tx2"/>
          </a:solidFill>
          <a:latin typeface="Arial" charset="0"/>
          <a:ea typeface="宋体" pitchFamily="2" charset="-122"/>
        </a:defRPr>
      </a:lvl7pPr>
      <a:lvl8pPr marL="1371600" algn="ctr" rtl="0" eaLnBrk="1" fontAlgn="base" hangingPunct="1">
        <a:spcBef>
          <a:spcPct val="0"/>
        </a:spcBef>
        <a:spcAft>
          <a:spcPct val="0"/>
        </a:spcAft>
        <a:defRPr sz="4400">
          <a:solidFill>
            <a:schemeClr val="tx2"/>
          </a:solidFill>
          <a:latin typeface="Arial" charset="0"/>
          <a:ea typeface="宋体" pitchFamily="2" charset="-122"/>
        </a:defRPr>
      </a:lvl8pPr>
      <a:lvl9pPr marL="1828800" algn="ctr" rtl="0" eaLnBrk="1" fontAlgn="base" hangingPunct="1">
        <a:spcBef>
          <a:spcPct val="0"/>
        </a:spcBef>
        <a:spcAft>
          <a:spcPct val="0"/>
        </a:spcAft>
        <a:defRPr sz="44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6.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11.em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11.emf"/></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11.emf"/></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12.emf"/></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13.emf"/></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1907704" y="3597864"/>
            <a:ext cx="5328592" cy="1134126"/>
          </a:xfrm>
        </p:spPr>
        <p:txBody>
          <a:bodyPr/>
          <a:lstStyle/>
          <a:p>
            <a:r>
              <a:rPr lang="en-US" altLang="zh-CN" sz="2000" dirty="0">
                <a:solidFill>
                  <a:schemeClr val="bg1"/>
                </a:solidFill>
                <a:effectLst>
                  <a:outerShdw blurRad="38100" dist="38100" dir="2700000" algn="tl">
                    <a:srgbClr val="000000">
                      <a:alpha val="43137"/>
                    </a:srgbClr>
                  </a:outerShdw>
                </a:effectLst>
              </a:rPr>
              <a:t>DFH SATELLITE CO., </a:t>
            </a:r>
            <a:r>
              <a:rPr lang="en-US" altLang="zh-CN" sz="2000" dirty="0"/>
              <a:t>L</a:t>
            </a:r>
            <a:r>
              <a:rPr lang="en-US" altLang="zh-CN" sz="2000" dirty="0">
                <a:solidFill>
                  <a:schemeClr val="bg1"/>
                </a:solidFill>
                <a:effectLst>
                  <a:outerShdw blurRad="38100" dist="38100" dir="2700000" algn="tl">
                    <a:srgbClr val="000000">
                      <a:alpha val="43137"/>
                    </a:srgbClr>
                  </a:outerShdw>
                </a:effectLst>
              </a:rPr>
              <a:t>TD.</a:t>
            </a:r>
            <a:r>
              <a:rPr lang="en-US" altLang="zh-CN" sz="2000" dirty="0"/>
              <a:t> </a:t>
            </a:r>
          </a:p>
          <a:p>
            <a:r>
              <a:rPr lang="en-US" altLang="zh-CN" sz="2000" dirty="0"/>
              <a:t>Oct, 2019</a:t>
            </a:r>
            <a:endParaRPr lang="zh-CN" altLang="en-US" sz="2000" dirty="0"/>
          </a:p>
        </p:txBody>
      </p:sp>
      <p:sp>
        <p:nvSpPr>
          <p:cNvPr id="3" name="标题 2"/>
          <p:cNvSpPr>
            <a:spLocks noGrp="1"/>
          </p:cNvSpPr>
          <p:nvPr>
            <p:ph type="title"/>
          </p:nvPr>
        </p:nvSpPr>
        <p:spPr>
          <a:xfrm>
            <a:off x="714348" y="1329612"/>
            <a:ext cx="7586658" cy="1566174"/>
          </a:xfrm>
        </p:spPr>
        <p:txBody>
          <a:bodyPr>
            <a:normAutofit/>
          </a:bodyPr>
          <a:lstStyle/>
          <a:p>
            <a:r>
              <a:rPr lang="en-US" altLang="zh-CN" sz="3600" dirty="0"/>
              <a:t>OBDH In-Orbit Operation Instructions</a:t>
            </a:r>
            <a:endParaRPr lang="zh-CN" altLang="en-US" sz="3600" dirty="0">
              <a:solidFill>
                <a:srgbClr val="00206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4529731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Outline</a:t>
            </a:r>
            <a:endParaRPr lang="zh-CN" altLang="en-US" dirty="0"/>
          </a:p>
        </p:txBody>
      </p:sp>
      <p:sp>
        <p:nvSpPr>
          <p:cNvPr id="3" name="内容占位符 2"/>
          <p:cNvSpPr>
            <a:spLocks noGrp="1"/>
          </p:cNvSpPr>
          <p:nvPr>
            <p:ph idx="1"/>
          </p:nvPr>
        </p:nvSpPr>
        <p:spPr/>
        <p:txBody>
          <a:bodyPr>
            <a:normAutofit fontScale="55000" lnSpcReduction="20000"/>
          </a:bodyPr>
          <a:lstStyle/>
          <a:p>
            <a:pPr marL="514350" lvl="1" indent="-514350">
              <a:buClr>
                <a:srgbClr val="0070C0"/>
              </a:buClr>
              <a:buFont typeface="Wingdings" panose="05000000000000000000" pitchFamily="2" charset="2"/>
              <a:buChar char="l"/>
            </a:pPr>
            <a:r>
              <a:rPr lang="en-US" altLang="zh-CN" sz="3000" dirty="0"/>
              <a:t>OBDH Specification</a:t>
            </a:r>
          </a:p>
          <a:p>
            <a:pPr marL="514350" lvl="1" indent="-514350">
              <a:buClr>
                <a:srgbClr val="0070C0"/>
              </a:buClr>
              <a:buFont typeface="Wingdings" panose="05000000000000000000" pitchFamily="2" charset="2"/>
              <a:buChar char="l"/>
            </a:pPr>
            <a:r>
              <a:rPr lang="en-US" altLang="zh-CN" sz="3000" dirty="0" err="1"/>
              <a:t>Telecommand</a:t>
            </a:r>
            <a:r>
              <a:rPr lang="en-US" altLang="zh-CN" sz="3000" dirty="0"/>
              <a:t> Format and Execution</a:t>
            </a:r>
          </a:p>
          <a:p>
            <a:pPr marL="514350" lvl="1" indent="-514350">
              <a:buClr>
                <a:srgbClr val="0070C0"/>
              </a:buClr>
              <a:buFont typeface="Wingdings" panose="05000000000000000000" pitchFamily="2" charset="2"/>
              <a:buChar char="l"/>
            </a:pPr>
            <a:r>
              <a:rPr lang="en-US" altLang="zh-CN" sz="3000" dirty="0"/>
              <a:t>Time Calibration</a:t>
            </a:r>
          </a:p>
          <a:p>
            <a:pPr marL="514350" lvl="1" indent="-514350">
              <a:buClr>
                <a:srgbClr val="0070C0"/>
              </a:buClr>
              <a:buFont typeface="Wingdings" panose="05000000000000000000" pitchFamily="2" charset="2"/>
              <a:buChar char="l"/>
            </a:pPr>
            <a:r>
              <a:rPr lang="en-US" altLang="zh-CN" sz="3000" dirty="0"/>
              <a:t>Time-tagged Command</a:t>
            </a:r>
          </a:p>
          <a:p>
            <a:pPr marL="514350" lvl="1" indent="-514350">
              <a:buClr>
                <a:srgbClr val="0070C0"/>
              </a:buClr>
              <a:buFont typeface="Wingdings" panose="05000000000000000000" pitchFamily="2" charset="2"/>
              <a:buChar char="l"/>
            </a:pPr>
            <a:r>
              <a:rPr lang="en-US" altLang="zh-CN" sz="3000" dirty="0"/>
              <a:t>Time-tagged data block</a:t>
            </a:r>
          </a:p>
          <a:p>
            <a:pPr marL="514350" lvl="1" indent="-514350">
              <a:buClr>
                <a:srgbClr val="0070C0"/>
              </a:buClr>
              <a:buFont typeface="Wingdings" panose="05000000000000000000" pitchFamily="2" charset="2"/>
              <a:buChar char="l"/>
            </a:pPr>
            <a:r>
              <a:rPr lang="en-US" altLang="zh-CN" sz="3000" dirty="0"/>
              <a:t>Relative time-tagged </a:t>
            </a:r>
            <a:r>
              <a:rPr lang="en-US" altLang="zh-CN" sz="3000" dirty="0" err="1"/>
              <a:t>telecommand</a:t>
            </a:r>
            <a:endParaRPr lang="en-US" altLang="zh-CN" sz="3000" dirty="0"/>
          </a:p>
          <a:p>
            <a:pPr marL="514350" lvl="1" indent="-514350">
              <a:buClr>
                <a:srgbClr val="0070C0"/>
              </a:buClr>
              <a:buFont typeface="Wingdings" panose="05000000000000000000" pitchFamily="2" charset="2"/>
              <a:buChar char="l"/>
            </a:pPr>
            <a:r>
              <a:rPr lang="en-US" altLang="zh-CN" sz="3000" dirty="0"/>
              <a:t>Thermal Control block </a:t>
            </a:r>
          </a:p>
          <a:p>
            <a:pPr marL="514350" lvl="1" indent="-514350">
              <a:buClr>
                <a:srgbClr val="0070C0"/>
              </a:buClr>
              <a:buFont typeface="Wingdings" panose="05000000000000000000" pitchFamily="2" charset="2"/>
              <a:buChar char="l"/>
            </a:pPr>
            <a:r>
              <a:rPr lang="en-US" altLang="en-US" sz="3000" dirty="0"/>
              <a:t>Safety mode</a:t>
            </a:r>
          </a:p>
          <a:p>
            <a:pPr marL="514350" lvl="1" indent="-514350">
              <a:buClr>
                <a:srgbClr val="0070C0"/>
              </a:buClr>
              <a:buFont typeface="Wingdings" panose="05000000000000000000" pitchFamily="2" charset="2"/>
              <a:buChar char="l"/>
            </a:pPr>
            <a:r>
              <a:rPr lang="en-US" altLang="zh-CN" sz="3000" dirty="0"/>
              <a:t>OBDH Critical TM</a:t>
            </a:r>
            <a:endParaRPr lang="en-US" altLang="en-US" sz="3000" dirty="0"/>
          </a:p>
          <a:p>
            <a:pPr marL="514350" lvl="1" indent="-514350">
              <a:buClr>
                <a:srgbClr val="0070C0"/>
              </a:buClr>
              <a:buFont typeface="Wingdings" panose="05000000000000000000" pitchFamily="2" charset="2"/>
              <a:buChar char="l"/>
            </a:pPr>
            <a:r>
              <a:rPr lang="en-US" altLang="en-US" sz="3000" dirty="0"/>
              <a:t>In orbit operation </a:t>
            </a:r>
          </a:p>
          <a:p>
            <a:pPr marL="514350" lvl="1" indent="-514350">
              <a:buClr>
                <a:srgbClr val="0070C0"/>
              </a:buClr>
              <a:buFont typeface="Wingdings" panose="05000000000000000000" pitchFamily="2" charset="2"/>
              <a:buChar char="l"/>
            </a:pPr>
            <a:endParaRPr lang="zh-CN" altLang="en-US" sz="3000" dirty="0"/>
          </a:p>
          <a:p>
            <a:pPr marL="514350" lvl="1" indent="-514350">
              <a:buClr>
                <a:srgbClr val="0070C0"/>
              </a:buClr>
              <a:buFont typeface="Wingdings" panose="05000000000000000000" pitchFamily="2" charset="2"/>
              <a:buChar char="l"/>
            </a:pPr>
            <a:endParaRPr lang="en-US" altLang="zh-CN" dirty="0"/>
          </a:p>
        </p:txBody>
      </p:sp>
      <p:sp>
        <p:nvSpPr>
          <p:cNvPr id="4" name="页脚占位符 3"/>
          <p:cNvSpPr>
            <a:spLocks noGrp="1"/>
          </p:cNvSpPr>
          <p:nvPr>
            <p:ph type="ftr" sz="quarter" idx="11"/>
          </p:nvPr>
        </p:nvSpPr>
        <p:spPr/>
        <p:txBody>
          <a:bodyPr/>
          <a:lstStyle/>
          <a:p>
            <a:r>
              <a:rPr lang="en-US" altLang="zh-CN" dirty="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2</a:t>
            </a:fld>
            <a:r>
              <a:rPr lang="zh-CN" altLang="en-US"/>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18661834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Acronym list</a:t>
            </a:r>
          </a:p>
        </p:txBody>
      </p:sp>
      <p:sp>
        <p:nvSpPr>
          <p:cNvPr id="4" name="页脚占位符 3"/>
          <p:cNvSpPr>
            <a:spLocks noGrp="1"/>
          </p:cNvSpPr>
          <p:nvPr>
            <p:ph type="ftr" sz="quarter" idx="11"/>
          </p:nvPr>
        </p:nvSpPr>
        <p:spPr/>
        <p:txBody>
          <a:bodyPr/>
          <a:lstStyle/>
          <a:p>
            <a:r>
              <a:rPr lang="en-US" altLang="zh-CN" dirty="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3</a:t>
            </a:fld>
            <a:r>
              <a:rPr lang="zh-CN" altLang="en-US"/>
              <a:t> </a:t>
            </a:r>
            <a:endParaRPr lang="zh-CN" altLang="en-US" dirty="0">
              <a:latin typeface="微软雅黑" pitchFamily="34" charset="-122"/>
              <a:ea typeface="微软雅黑" pitchFamily="34" charset="-122"/>
            </a:endParaRPr>
          </a:p>
        </p:txBody>
      </p:sp>
      <p:sp>
        <p:nvSpPr>
          <p:cNvPr id="6" name="椭圆 1"/>
          <p:cNvSpPr>
            <a:spLocks noChangeArrowheads="1"/>
          </p:cNvSpPr>
          <p:nvPr/>
        </p:nvSpPr>
        <p:spPr bwMode="auto">
          <a:xfrm>
            <a:off x="5940425" y="1815704"/>
            <a:ext cx="2663825" cy="1052513"/>
          </a:xfrm>
          <a:prstGeom prst="ellipse">
            <a:avLst/>
          </a:prstGeom>
          <a:ln>
            <a:headEnd/>
            <a:tailEnd/>
          </a:ln>
        </p:spPr>
        <p:style>
          <a:lnRef idx="1">
            <a:schemeClr val="accent1"/>
          </a:lnRef>
          <a:fillRef idx="3">
            <a:schemeClr val="accent1"/>
          </a:fillRef>
          <a:effectRef idx="2">
            <a:schemeClr val="accent1"/>
          </a:effectRef>
          <a:fontRef idx="minor">
            <a:schemeClr val="lt1"/>
          </a:fontRef>
        </p:style>
        <p:txBody>
          <a:bodyPr wrap="none" anchor="ctr"/>
          <a:lstStyle/>
          <a:p>
            <a:endParaRPr lang="zh-CN" altLang="en-US"/>
          </a:p>
        </p:txBody>
      </p:sp>
      <p:sp>
        <p:nvSpPr>
          <p:cNvPr id="7" name="TextBox 2"/>
          <p:cNvSpPr txBox="1">
            <a:spLocks noChangeArrowheads="1"/>
          </p:cNvSpPr>
          <p:nvPr/>
        </p:nvSpPr>
        <p:spPr bwMode="auto">
          <a:xfrm>
            <a:off x="6156328" y="1990726"/>
            <a:ext cx="230346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algn="ctr" eaLnBrk="1" hangingPunct="1"/>
            <a:r>
              <a:rPr lang="en-US" altLang="zh-CN" dirty="0">
                <a:solidFill>
                  <a:schemeClr val="bg1"/>
                </a:solidFill>
              </a:rPr>
              <a:t>Related to subsystem</a:t>
            </a:r>
            <a:endParaRPr lang="zh-CN" altLang="en-US" dirty="0">
              <a:solidFill>
                <a:schemeClr val="bg1"/>
              </a:solidFill>
            </a:endParaRPr>
          </a:p>
        </p:txBody>
      </p:sp>
      <p:sp>
        <p:nvSpPr>
          <p:cNvPr id="8" name="矩形 1"/>
          <p:cNvSpPr>
            <a:spLocks noChangeArrowheads="1"/>
          </p:cNvSpPr>
          <p:nvPr/>
        </p:nvSpPr>
        <p:spPr bwMode="auto">
          <a:xfrm>
            <a:off x="457203" y="987574"/>
            <a:ext cx="7516813" cy="3782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a:lnSpc>
                <a:spcPct val="150000"/>
              </a:lnSpc>
              <a:buFont typeface="Wingdings" pitchFamily="2" charset="2"/>
              <a:buChar char="Ø"/>
            </a:pPr>
            <a:r>
              <a:rPr lang="en-US" altLang="zh-CN" b="1" dirty="0">
                <a:latin typeface="微软雅黑" pitchFamily="34" charset="-122"/>
                <a:ea typeface="微软雅黑" pitchFamily="34" charset="-122"/>
              </a:rPr>
              <a:t>OBDH</a:t>
            </a:r>
            <a:r>
              <a:rPr lang="zh-CN" altLang="en-US" b="1" dirty="0">
                <a:latin typeface="微软雅黑" pitchFamily="34" charset="-122"/>
                <a:ea typeface="微软雅黑" pitchFamily="34" charset="-122"/>
              </a:rPr>
              <a:t>：</a:t>
            </a:r>
            <a:r>
              <a:rPr lang="en-US" altLang="zh-CN" b="1" dirty="0">
                <a:latin typeface="微软雅黑" pitchFamily="34" charset="-122"/>
                <a:ea typeface="微软雅黑" pitchFamily="34" charset="-122"/>
              </a:rPr>
              <a:t>On Board Data Handling</a:t>
            </a:r>
          </a:p>
          <a:p>
            <a:pPr marL="342900" indent="-342900">
              <a:lnSpc>
                <a:spcPct val="150000"/>
              </a:lnSpc>
              <a:buFont typeface="Wingdings" pitchFamily="2" charset="2"/>
              <a:buChar char="Ø"/>
            </a:pPr>
            <a:r>
              <a:rPr lang="en-US" altLang="zh-CN" b="1" dirty="0">
                <a:latin typeface="微软雅黑" pitchFamily="34" charset="-122"/>
                <a:ea typeface="微软雅黑" pitchFamily="34" charset="-122"/>
              </a:rPr>
              <a:t>OBC</a:t>
            </a:r>
            <a:r>
              <a:rPr lang="zh-CN" altLang="en-US" b="1" dirty="0">
                <a:latin typeface="微软雅黑" pitchFamily="34" charset="-122"/>
                <a:ea typeface="微软雅黑" pitchFamily="34" charset="-122"/>
              </a:rPr>
              <a:t>：</a:t>
            </a:r>
            <a:r>
              <a:rPr lang="en-US" altLang="zh-CN" b="1" dirty="0">
                <a:latin typeface="微软雅黑" pitchFamily="34" charset="-122"/>
                <a:ea typeface="微软雅黑" pitchFamily="34" charset="-122"/>
              </a:rPr>
              <a:t>On Board Computer</a:t>
            </a:r>
          </a:p>
          <a:p>
            <a:pPr marL="342900" indent="-342900">
              <a:lnSpc>
                <a:spcPct val="150000"/>
              </a:lnSpc>
              <a:buFont typeface="Wingdings" pitchFamily="2" charset="2"/>
              <a:buChar char="Ø"/>
            </a:pPr>
            <a:r>
              <a:rPr lang="en-US" altLang="zh-CN" b="1" dirty="0">
                <a:latin typeface="微软雅黑" pitchFamily="34" charset="-122"/>
                <a:ea typeface="微软雅黑" pitchFamily="34" charset="-122"/>
              </a:rPr>
              <a:t>TCU</a:t>
            </a:r>
            <a:r>
              <a:rPr lang="zh-CN" altLang="en-US" b="1" dirty="0">
                <a:latin typeface="微软雅黑" pitchFamily="34" charset="-122"/>
                <a:ea typeface="微软雅黑" pitchFamily="34" charset="-122"/>
              </a:rPr>
              <a:t>：</a:t>
            </a:r>
            <a:r>
              <a:rPr lang="en-US" altLang="zh-CN" b="1" dirty="0">
                <a:latin typeface="微软雅黑" pitchFamily="34" charset="-122"/>
                <a:ea typeface="微软雅黑" pitchFamily="34" charset="-122"/>
              </a:rPr>
              <a:t>Thermal Control Unit</a:t>
            </a:r>
          </a:p>
          <a:p>
            <a:pPr marL="342900" indent="-342900">
              <a:lnSpc>
                <a:spcPct val="150000"/>
              </a:lnSpc>
              <a:buFont typeface="Wingdings" pitchFamily="2" charset="2"/>
              <a:buChar char="Ø"/>
            </a:pPr>
            <a:r>
              <a:rPr lang="en-US" altLang="zh-CN" b="1" dirty="0">
                <a:latin typeface="微软雅黑" pitchFamily="34" charset="-122"/>
                <a:ea typeface="微软雅黑" pitchFamily="34" charset="-122"/>
              </a:rPr>
              <a:t>PCU: Power Control Unit</a:t>
            </a:r>
          </a:p>
          <a:p>
            <a:pPr marL="342900" indent="-342900">
              <a:lnSpc>
                <a:spcPct val="150000"/>
              </a:lnSpc>
              <a:buFont typeface="Wingdings" pitchFamily="2" charset="2"/>
              <a:buChar char="Ø"/>
            </a:pPr>
            <a:r>
              <a:rPr lang="en-US" altLang="zh-CN" b="1" dirty="0">
                <a:latin typeface="微软雅黑" pitchFamily="34" charset="-122"/>
                <a:ea typeface="微软雅黑" pitchFamily="34" charset="-122"/>
              </a:rPr>
              <a:t>BMU: Battery Manage Unit</a:t>
            </a:r>
          </a:p>
          <a:p>
            <a:pPr marL="342900" indent="-342900">
              <a:lnSpc>
                <a:spcPct val="150000"/>
              </a:lnSpc>
              <a:buFont typeface="Wingdings" pitchFamily="2" charset="2"/>
              <a:buChar char="Ø"/>
            </a:pPr>
            <a:r>
              <a:rPr lang="en-US" altLang="zh-CN" b="1" dirty="0">
                <a:latin typeface="微软雅黑" pitchFamily="34" charset="-122"/>
                <a:ea typeface="微软雅黑" pitchFamily="34" charset="-122"/>
              </a:rPr>
              <a:t>DTS: Data Transmission Subsystem</a:t>
            </a:r>
          </a:p>
          <a:p>
            <a:pPr marL="342900" indent="-342900">
              <a:lnSpc>
                <a:spcPct val="150000"/>
              </a:lnSpc>
              <a:buFont typeface="Wingdings" pitchFamily="2" charset="2"/>
              <a:buChar char="Ø"/>
            </a:pPr>
            <a:r>
              <a:rPr lang="en-US" altLang="zh-CN" b="1" dirty="0">
                <a:latin typeface="微软雅黑" pitchFamily="34" charset="-122"/>
                <a:ea typeface="微软雅黑" pitchFamily="34" charset="-122"/>
              </a:rPr>
              <a:t>DCU: DTS Control Unit</a:t>
            </a:r>
          </a:p>
          <a:p>
            <a:pPr marL="342900" indent="-342900">
              <a:lnSpc>
                <a:spcPct val="150000"/>
              </a:lnSpc>
              <a:buFont typeface="Wingdings" pitchFamily="2" charset="2"/>
              <a:buChar char="Ø"/>
            </a:pPr>
            <a:r>
              <a:rPr lang="en-US" altLang="zh-CN" b="1" dirty="0">
                <a:latin typeface="微软雅黑" pitchFamily="34" charset="-122"/>
                <a:ea typeface="微软雅黑" pitchFamily="34" charset="-122"/>
                <a:cs typeface="Times New Roman" pitchFamily="18" charset="0"/>
              </a:rPr>
              <a:t>FDIR: Failure Detection Isolation And Recovery</a:t>
            </a:r>
          </a:p>
          <a:p>
            <a:pPr marL="342900" indent="-342900">
              <a:lnSpc>
                <a:spcPct val="150000"/>
              </a:lnSpc>
              <a:buFont typeface="Wingdings" pitchFamily="2" charset="2"/>
              <a:buChar char="Ø"/>
            </a:pPr>
            <a:r>
              <a:rPr lang="en-US" altLang="zh-CN" b="1" dirty="0">
                <a:latin typeface="微软雅黑" pitchFamily="34" charset="-122"/>
                <a:ea typeface="微软雅黑" pitchFamily="34" charset="-122"/>
                <a:cs typeface="Times New Roman" pitchFamily="18" charset="0"/>
              </a:rPr>
              <a:t>SEU: Single Event Upset</a:t>
            </a:r>
            <a:endParaRPr lang="en-US" altLang="zh-CN" b="1" dirty="0">
              <a:latin typeface="微软雅黑" pitchFamily="34" charset="-122"/>
              <a:ea typeface="微软雅黑" pitchFamily="34" charset="-122"/>
            </a:endParaRPr>
          </a:p>
        </p:txBody>
      </p:sp>
    </p:spTree>
    <p:extLst>
      <p:ext uri="{BB962C8B-B14F-4D97-AF65-F5344CB8AC3E}">
        <p14:creationId xmlns:p14="http://schemas.microsoft.com/office/powerpoint/2010/main" val="15715768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Acronym list</a:t>
            </a:r>
          </a:p>
        </p:txBody>
      </p:sp>
      <p:sp>
        <p:nvSpPr>
          <p:cNvPr id="4" name="页脚占位符 3"/>
          <p:cNvSpPr>
            <a:spLocks noGrp="1"/>
          </p:cNvSpPr>
          <p:nvPr>
            <p:ph type="ftr" sz="quarter" idx="11"/>
          </p:nvPr>
        </p:nvSpPr>
        <p:spPr/>
        <p:txBody>
          <a:bodyPr/>
          <a:lstStyle/>
          <a:p>
            <a:r>
              <a:rPr lang="en-US" altLang="zh-CN" dirty="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4</a:t>
            </a:fld>
            <a:r>
              <a:rPr lang="zh-CN" altLang="en-US"/>
              <a:t> </a:t>
            </a:r>
            <a:endParaRPr lang="zh-CN" altLang="en-US" dirty="0">
              <a:latin typeface="微软雅黑" pitchFamily="34" charset="-122"/>
              <a:ea typeface="微软雅黑" pitchFamily="34" charset="-122"/>
            </a:endParaRPr>
          </a:p>
        </p:txBody>
      </p:sp>
      <p:sp>
        <p:nvSpPr>
          <p:cNvPr id="6" name="椭圆 1"/>
          <p:cNvSpPr>
            <a:spLocks noChangeArrowheads="1"/>
          </p:cNvSpPr>
          <p:nvPr/>
        </p:nvSpPr>
        <p:spPr bwMode="auto">
          <a:xfrm>
            <a:off x="5940425" y="1815704"/>
            <a:ext cx="2663825" cy="1052513"/>
          </a:xfrm>
          <a:prstGeom prst="ellipse">
            <a:avLst/>
          </a:prstGeom>
          <a:ln>
            <a:headEnd/>
            <a:tailEnd/>
          </a:ln>
        </p:spPr>
        <p:style>
          <a:lnRef idx="1">
            <a:schemeClr val="accent1"/>
          </a:lnRef>
          <a:fillRef idx="3">
            <a:schemeClr val="accent1"/>
          </a:fillRef>
          <a:effectRef idx="2">
            <a:schemeClr val="accent1"/>
          </a:effectRef>
          <a:fontRef idx="minor">
            <a:schemeClr val="lt1"/>
          </a:fontRef>
        </p:style>
        <p:txBody>
          <a:bodyPr wrap="none" anchor="ctr"/>
          <a:lstStyle/>
          <a:p>
            <a:endParaRPr lang="zh-CN" altLang="en-US"/>
          </a:p>
        </p:txBody>
      </p:sp>
      <p:sp>
        <p:nvSpPr>
          <p:cNvPr id="7" name="TextBox 2"/>
          <p:cNvSpPr txBox="1">
            <a:spLocks noChangeArrowheads="1"/>
          </p:cNvSpPr>
          <p:nvPr/>
        </p:nvSpPr>
        <p:spPr bwMode="auto">
          <a:xfrm>
            <a:off x="6156328" y="1990726"/>
            <a:ext cx="230346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algn="ctr" eaLnBrk="1" hangingPunct="1"/>
            <a:r>
              <a:rPr lang="en-US" altLang="zh-CN" dirty="0">
                <a:solidFill>
                  <a:schemeClr val="bg1"/>
                </a:solidFill>
              </a:rPr>
              <a:t>Related to subsystem</a:t>
            </a:r>
            <a:endParaRPr lang="zh-CN" altLang="en-US" dirty="0">
              <a:solidFill>
                <a:schemeClr val="bg1"/>
              </a:solidFill>
            </a:endParaRPr>
          </a:p>
        </p:txBody>
      </p:sp>
      <p:sp>
        <p:nvSpPr>
          <p:cNvPr id="9" name="矩形 1"/>
          <p:cNvSpPr>
            <a:spLocks noChangeArrowheads="1"/>
          </p:cNvSpPr>
          <p:nvPr/>
        </p:nvSpPr>
        <p:spPr bwMode="auto">
          <a:xfrm>
            <a:off x="457203" y="1059582"/>
            <a:ext cx="7516813" cy="4613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a:lnSpc>
                <a:spcPct val="150000"/>
              </a:lnSpc>
              <a:buFont typeface="Wingdings" pitchFamily="2" charset="2"/>
              <a:buChar char="Ø"/>
            </a:pPr>
            <a:r>
              <a:rPr lang="en-US" altLang="zh-CN" b="1" dirty="0">
                <a:latin typeface="微软雅黑" pitchFamily="34" charset="-122"/>
                <a:ea typeface="微软雅黑" pitchFamily="34" charset="-122"/>
              </a:rPr>
              <a:t>AOCS: Attitude and Orbit Control Subsystem</a:t>
            </a:r>
          </a:p>
          <a:p>
            <a:pPr marL="342900" indent="-342900">
              <a:lnSpc>
                <a:spcPct val="150000"/>
              </a:lnSpc>
              <a:buFont typeface="Wingdings" pitchFamily="2" charset="2"/>
              <a:buChar char="Ø"/>
            </a:pPr>
            <a:r>
              <a:rPr lang="en-US" altLang="zh-CN" b="1" dirty="0">
                <a:latin typeface="微软雅黑" pitchFamily="34" charset="-122"/>
                <a:ea typeface="微软雅黑" pitchFamily="34" charset="-122"/>
              </a:rPr>
              <a:t>AOCC: Attitude and Orbit Control Computer</a:t>
            </a:r>
          </a:p>
          <a:p>
            <a:pPr marL="342900" indent="-342900">
              <a:lnSpc>
                <a:spcPct val="150000"/>
              </a:lnSpc>
              <a:buFont typeface="Wingdings" pitchFamily="2" charset="2"/>
              <a:buChar char="Ø"/>
            </a:pPr>
            <a:r>
              <a:rPr lang="en-US" altLang="zh-CN" b="1" dirty="0">
                <a:latin typeface="微软雅黑" pitchFamily="34" charset="-122"/>
                <a:ea typeface="微软雅黑" pitchFamily="34" charset="-122"/>
              </a:rPr>
              <a:t>MC: Multi-Spectrum Camera</a:t>
            </a:r>
          </a:p>
          <a:p>
            <a:pPr marL="342900" indent="-342900">
              <a:lnSpc>
                <a:spcPct val="150000"/>
              </a:lnSpc>
              <a:buFont typeface="Wingdings" pitchFamily="2" charset="2"/>
              <a:buChar char="Ø"/>
            </a:pPr>
            <a:r>
              <a:rPr lang="en-US" altLang="zh-CN" b="1" dirty="0">
                <a:latin typeface="微软雅黑" pitchFamily="34" charset="-122"/>
                <a:ea typeface="微软雅黑" pitchFamily="34" charset="-122"/>
              </a:rPr>
              <a:t>PPS: Pulse per Second</a:t>
            </a:r>
          </a:p>
          <a:p>
            <a:pPr marL="342900" indent="-342900">
              <a:lnSpc>
                <a:spcPct val="150000"/>
              </a:lnSpc>
              <a:buFont typeface="Wingdings" pitchFamily="2" charset="2"/>
              <a:buChar char="Ø"/>
            </a:pPr>
            <a:r>
              <a:rPr lang="en-US" altLang="zh-CN" b="1" dirty="0">
                <a:latin typeface="微软雅黑" pitchFamily="34" charset="-122"/>
                <a:ea typeface="微软雅黑" pitchFamily="34" charset="-122"/>
              </a:rPr>
              <a:t>GS: Ground Station</a:t>
            </a:r>
          </a:p>
          <a:p>
            <a:pPr marL="342900" indent="-342900">
              <a:lnSpc>
                <a:spcPct val="150000"/>
              </a:lnSpc>
              <a:buFont typeface="Wingdings" pitchFamily="2" charset="2"/>
              <a:buChar char="Ø"/>
            </a:pPr>
            <a:r>
              <a:rPr lang="en-US" altLang="zh-CN" b="1" dirty="0">
                <a:latin typeface="微软雅黑" pitchFamily="34" charset="-122"/>
                <a:ea typeface="微软雅黑" pitchFamily="34" charset="-122"/>
              </a:rPr>
              <a:t>TTC: Time-Tagged Command</a:t>
            </a:r>
          </a:p>
          <a:p>
            <a:pPr marL="342900" indent="-342900">
              <a:lnSpc>
                <a:spcPct val="150000"/>
              </a:lnSpc>
              <a:buFont typeface="Wingdings" pitchFamily="2" charset="2"/>
              <a:buChar char="Ø"/>
            </a:pPr>
            <a:r>
              <a:rPr lang="en-US" altLang="zh-CN" b="1" dirty="0">
                <a:latin typeface="微软雅黑" pitchFamily="34" charset="-122"/>
                <a:ea typeface="微软雅黑" pitchFamily="34" charset="-122"/>
              </a:rPr>
              <a:t>TTD: Time-Tagged Data Block</a:t>
            </a:r>
          </a:p>
          <a:p>
            <a:pPr marL="342900" indent="-342900">
              <a:lnSpc>
                <a:spcPct val="150000"/>
              </a:lnSpc>
              <a:buFont typeface="Wingdings" pitchFamily="2" charset="2"/>
              <a:buChar char="Ø"/>
            </a:pPr>
            <a:r>
              <a:rPr lang="en-US" altLang="zh-CN" b="1" dirty="0">
                <a:latin typeface="微软雅黑" pitchFamily="34" charset="-122"/>
                <a:ea typeface="微软雅黑" pitchFamily="34" charset="-122"/>
              </a:rPr>
              <a:t>RTTC: Relative Time Tagged </a:t>
            </a:r>
            <a:r>
              <a:rPr lang="en-US" altLang="zh-CN" b="1" dirty="0" err="1">
                <a:latin typeface="微软雅黑" pitchFamily="34" charset="-122"/>
                <a:ea typeface="微软雅黑" pitchFamily="34" charset="-122"/>
              </a:rPr>
              <a:t>Telecommand</a:t>
            </a:r>
            <a:endParaRPr lang="en-US" altLang="zh-CN" b="1" dirty="0">
              <a:latin typeface="微软雅黑" pitchFamily="34" charset="-122"/>
              <a:ea typeface="微软雅黑" pitchFamily="34" charset="-122"/>
            </a:endParaRPr>
          </a:p>
          <a:p>
            <a:pPr marL="342900" indent="-342900">
              <a:lnSpc>
                <a:spcPct val="150000"/>
              </a:lnSpc>
              <a:buFont typeface="Wingdings" pitchFamily="2" charset="2"/>
              <a:buChar char="Ø"/>
            </a:pPr>
            <a:endParaRPr lang="en-US" altLang="zh-CN" b="1" dirty="0">
              <a:latin typeface="微软雅黑" pitchFamily="34" charset="-122"/>
              <a:ea typeface="微软雅黑" pitchFamily="34" charset="-122"/>
            </a:endParaRPr>
          </a:p>
          <a:p>
            <a:pPr marL="342900" indent="-342900">
              <a:lnSpc>
                <a:spcPct val="150000"/>
              </a:lnSpc>
              <a:buFont typeface="Wingdings" pitchFamily="2" charset="2"/>
              <a:buChar char="Ø"/>
            </a:pPr>
            <a:endParaRPr lang="en-US" altLang="zh-CN" b="1" dirty="0">
              <a:latin typeface="微软雅黑" pitchFamily="34" charset="-122"/>
              <a:ea typeface="微软雅黑" pitchFamily="34" charset="-122"/>
            </a:endParaRPr>
          </a:p>
          <a:p>
            <a:pPr marL="342900" indent="-342900">
              <a:lnSpc>
                <a:spcPct val="150000"/>
              </a:lnSpc>
              <a:buFont typeface="Wingdings" pitchFamily="2" charset="2"/>
              <a:buChar char="Ø"/>
            </a:pPr>
            <a:endParaRPr lang="en-US" altLang="zh-CN" b="1" dirty="0">
              <a:latin typeface="微软雅黑" pitchFamily="34" charset="-122"/>
              <a:ea typeface="微软雅黑" pitchFamily="34" charset="-122"/>
            </a:endParaRPr>
          </a:p>
        </p:txBody>
      </p:sp>
    </p:spTree>
    <p:extLst>
      <p:ext uri="{BB962C8B-B14F-4D97-AF65-F5344CB8AC3E}">
        <p14:creationId xmlns:p14="http://schemas.microsoft.com/office/powerpoint/2010/main" val="30685266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PART 1: OBDH Specification</a:t>
            </a:r>
          </a:p>
        </p:txBody>
      </p:sp>
      <p:sp>
        <p:nvSpPr>
          <p:cNvPr id="4" name="页脚占位符 3"/>
          <p:cNvSpPr>
            <a:spLocks noGrp="1"/>
          </p:cNvSpPr>
          <p:nvPr>
            <p:ph type="ftr" sz="quarter" idx="11"/>
          </p:nvPr>
        </p:nvSpPr>
        <p:spPr/>
        <p:txBody>
          <a:bodyPr/>
          <a:lstStyle/>
          <a:p>
            <a:r>
              <a:rPr lang="en-US" altLang="zh-CN" dirty="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5</a:t>
            </a:fld>
            <a:r>
              <a:rPr lang="zh-CN" altLang="en-US"/>
              <a:t> </a:t>
            </a:r>
            <a:endParaRPr lang="zh-CN" altLang="en-US" dirty="0">
              <a:latin typeface="微软雅黑" pitchFamily="34" charset="-122"/>
              <a:ea typeface="微软雅黑" pitchFamily="34" charset="-122"/>
            </a:endParaRPr>
          </a:p>
        </p:txBody>
      </p:sp>
      <p:sp>
        <p:nvSpPr>
          <p:cNvPr id="7" name="矩形 1"/>
          <p:cNvSpPr>
            <a:spLocks noChangeArrowheads="1"/>
          </p:cNvSpPr>
          <p:nvPr/>
        </p:nvSpPr>
        <p:spPr bwMode="auto">
          <a:xfrm>
            <a:off x="539552" y="1110752"/>
            <a:ext cx="8208912" cy="3747180"/>
          </a:xfrm>
          <a:prstGeom prst="rect">
            <a:avLst/>
          </a:prstGeom>
          <a:noFill/>
          <a:ln>
            <a:noFill/>
          </a:ln>
        </p:spPr>
        <p:txBody>
          <a:bodyPr wrap="square">
            <a:spAutoFit/>
          </a:bodyPr>
          <a:lstStyle/>
          <a:p>
            <a:pPr algn="just">
              <a:lnSpc>
                <a:spcPct val="125000"/>
              </a:lnSpc>
              <a:defRPr/>
            </a:pPr>
            <a:r>
              <a:rPr lang="en-US" altLang="zh-CN" sz="2200" b="1" dirty="0"/>
              <a:t>OBDH (onboard data handling subsystem) is kernel of satellite’s electronic system and responsible for satellite onboard working and information management.  OBDH main Functions are as follows:</a:t>
            </a:r>
          </a:p>
          <a:p>
            <a:pPr algn="just">
              <a:lnSpc>
                <a:spcPct val="125000"/>
              </a:lnSpc>
              <a:defRPr/>
            </a:pPr>
            <a:endParaRPr lang="en-US" altLang="zh-CN" sz="1400" b="1" dirty="0"/>
          </a:p>
          <a:p>
            <a:pPr marL="457200" indent="-457200" algn="just">
              <a:lnSpc>
                <a:spcPct val="125000"/>
              </a:lnSpc>
              <a:buFont typeface="+mj-lt"/>
              <a:buAutoNum type="arabicPeriod"/>
              <a:defRPr/>
            </a:pPr>
            <a:r>
              <a:rPr lang="en-US" altLang="zh-CN" sz="2200" b="1" dirty="0"/>
              <a:t>To receive </a:t>
            </a:r>
            <a:r>
              <a:rPr lang="en-US" altLang="zh-CN" sz="2200" b="1" dirty="0" err="1"/>
              <a:t>Telecommands</a:t>
            </a:r>
            <a:r>
              <a:rPr lang="en-US" altLang="zh-CN" sz="2200" b="1" dirty="0"/>
              <a:t> and data blocks from ground stations and distribute them to the satellite subsystems.</a:t>
            </a:r>
          </a:p>
          <a:p>
            <a:pPr marL="457200" indent="-457200" algn="just">
              <a:lnSpc>
                <a:spcPct val="125000"/>
              </a:lnSpc>
              <a:buFont typeface="+mj-lt"/>
              <a:buAutoNum type="arabicPeriod"/>
              <a:defRPr/>
            </a:pPr>
            <a:r>
              <a:rPr lang="en-US" altLang="zh-CN" sz="2200" b="1" dirty="0"/>
              <a:t>To collect the satellite telemetry data and send them to ground stations.</a:t>
            </a:r>
          </a:p>
          <a:p>
            <a:pPr marL="457200" indent="-457200" algn="just">
              <a:lnSpc>
                <a:spcPct val="125000"/>
              </a:lnSpc>
              <a:buFont typeface="+mj-lt"/>
              <a:buAutoNum type="arabicPeriod"/>
              <a:defRPr/>
            </a:pPr>
            <a:r>
              <a:rPr lang="en-US" altLang="zh-CN" sz="2200" b="1" dirty="0"/>
              <a:t>To manage the on-board time.</a:t>
            </a:r>
            <a:endParaRPr lang="zh-CN" altLang="en-US" sz="2200" b="1" dirty="0">
              <a:latin typeface="Times New Roman" pitchFamily="18" charset="0"/>
              <a:cs typeface="Times New Roman" pitchFamily="18" charset="0"/>
            </a:endParaRPr>
          </a:p>
        </p:txBody>
      </p:sp>
    </p:spTree>
    <p:extLst>
      <p:ext uri="{BB962C8B-B14F-4D97-AF65-F5344CB8AC3E}">
        <p14:creationId xmlns:p14="http://schemas.microsoft.com/office/powerpoint/2010/main" val="34470701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PART 1: OBDH Specification </a:t>
            </a:r>
            <a:endParaRPr lang="zh-CN" altLang="en-US" dirty="0"/>
          </a:p>
        </p:txBody>
      </p:sp>
      <p:sp>
        <p:nvSpPr>
          <p:cNvPr id="4" name="页脚占位符 3"/>
          <p:cNvSpPr>
            <a:spLocks noGrp="1"/>
          </p:cNvSpPr>
          <p:nvPr>
            <p:ph type="ftr" sz="quarter" idx="11"/>
          </p:nvPr>
        </p:nvSpPr>
        <p:spPr/>
        <p:txBody>
          <a:bodyPr/>
          <a:lstStyle/>
          <a:p>
            <a:r>
              <a:rPr lang="en-US" altLang="zh-CN" dirty="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6</a:t>
            </a:fld>
            <a:r>
              <a:rPr lang="zh-CN" altLang="en-US"/>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529208" y="1131590"/>
            <a:ext cx="8003232" cy="4385816"/>
          </a:xfrm>
          <a:prstGeom prst="rect">
            <a:avLst/>
          </a:prstGeom>
          <a:noFill/>
          <a:ln>
            <a:noFill/>
          </a:ln>
        </p:spPr>
        <p:txBody>
          <a:bodyPr wrap="square">
            <a:spAutoFit/>
          </a:bodyPr>
          <a:lstStyle/>
          <a:p>
            <a:pPr marL="457200" indent="-457200" algn="just" eaLnBrk="0" hangingPunct="0">
              <a:lnSpc>
                <a:spcPct val="150000"/>
              </a:lnSpc>
              <a:defRPr/>
            </a:pPr>
            <a:r>
              <a:rPr lang="en-US" altLang="zh-CN" sz="2200" b="1" dirty="0">
                <a:latin typeface="微软雅黑" pitchFamily="34" charset="-122"/>
                <a:ea typeface="微软雅黑" pitchFamily="34" charset="-122"/>
                <a:cs typeface="Times New Roman" pitchFamily="18" charset="0"/>
              </a:rPr>
              <a:t>4. </a:t>
            </a:r>
            <a:r>
              <a:rPr lang="en-US" altLang="zh-CN" sz="2000" b="1" dirty="0">
                <a:latin typeface="微软雅黑" pitchFamily="34" charset="-122"/>
                <a:ea typeface="微软雅黑" pitchFamily="34" charset="-122"/>
                <a:cs typeface="Times New Roman" pitchFamily="18" charset="0"/>
              </a:rPr>
              <a:t>To provide the capability of receive and distribute the on-board commands and time-tagged commands.</a:t>
            </a:r>
          </a:p>
          <a:p>
            <a:pPr marL="457200" indent="-457200" algn="just" eaLnBrk="0" hangingPunct="0">
              <a:lnSpc>
                <a:spcPct val="150000"/>
              </a:lnSpc>
              <a:defRPr/>
            </a:pPr>
            <a:r>
              <a:rPr lang="en-US" altLang="zh-CN" sz="2000" b="1" dirty="0">
                <a:latin typeface="微软雅黑" pitchFamily="34" charset="-122"/>
                <a:ea typeface="微软雅黑" pitchFamily="34" charset="-122"/>
                <a:cs typeface="Times New Roman" pitchFamily="18" charset="0"/>
              </a:rPr>
              <a:t>5.  </a:t>
            </a:r>
            <a:r>
              <a:rPr lang="x-none" altLang="zh-CN" sz="2000" b="1" dirty="0">
                <a:latin typeface="微软雅黑" pitchFamily="34" charset="-122"/>
                <a:ea typeface="微软雅黑" pitchFamily="34" charset="-122"/>
                <a:cs typeface="Times New Roman" pitchFamily="18" charset="0"/>
              </a:rPr>
              <a:t>To provide the capability of thermal control</a:t>
            </a:r>
            <a:r>
              <a:rPr lang="en-US" altLang="zh-CN" sz="2000" b="1" dirty="0">
                <a:latin typeface="微软雅黑" pitchFamily="34" charset="-122"/>
                <a:ea typeface="微软雅黑" pitchFamily="34" charset="-122"/>
                <a:cs typeface="Times New Roman" pitchFamily="18" charset="0"/>
              </a:rPr>
              <a:t>.</a:t>
            </a:r>
          </a:p>
          <a:p>
            <a:pPr marL="457200" indent="-457200" algn="just" eaLnBrk="0" hangingPunct="0">
              <a:lnSpc>
                <a:spcPct val="150000"/>
              </a:lnSpc>
              <a:defRPr/>
            </a:pPr>
            <a:r>
              <a:rPr lang="en-US" altLang="zh-CN" sz="2000" b="1" dirty="0">
                <a:latin typeface="微软雅黑" pitchFamily="34" charset="-122"/>
                <a:ea typeface="微软雅黑" pitchFamily="34" charset="-122"/>
                <a:cs typeface="Times New Roman" pitchFamily="18" charset="0"/>
              </a:rPr>
              <a:t>6.  </a:t>
            </a:r>
            <a:r>
              <a:rPr lang="x-none" altLang="zh-CN" sz="2000" b="1" dirty="0">
                <a:latin typeface="微软雅黑" pitchFamily="34" charset="-122"/>
                <a:ea typeface="微软雅黑" pitchFamily="34" charset="-122"/>
                <a:cs typeface="Times New Roman" pitchFamily="18" charset="0"/>
              </a:rPr>
              <a:t>To store and restore </a:t>
            </a:r>
            <a:r>
              <a:rPr lang="en-US" altLang="zh-CN" sz="2000" b="1" dirty="0">
                <a:latin typeface="微软雅黑" pitchFamily="34" charset="-122"/>
                <a:ea typeface="微软雅黑" pitchFamily="34" charset="-122"/>
                <a:cs typeface="Times New Roman" pitchFamily="18" charset="0"/>
              </a:rPr>
              <a:t>the </a:t>
            </a:r>
            <a:r>
              <a:rPr lang="x-none" altLang="zh-CN" sz="2000" b="1" dirty="0">
                <a:latin typeface="微软雅黑" pitchFamily="34" charset="-122"/>
                <a:ea typeface="微软雅黑" pitchFamily="34" charset="-122"/>
                <a:cs typeface="Times New Roman" pitchFamily="18" charset="0"/>
              </a:rPr>
              <a:t>important data </a:t>
            </a:r>
            <a:r>
              <a:rPr lang="en-US" altLang="zh-CN" sz="2000" b="1" dirty="0">
                <a:latin typeface="微软雅黑" pitchFamily="34" charset="-122"/>
                <a:ea typeface="微软雅黑" pitchFamily="34" charset="-122"/>
                <a:cs typeface="Times New Roman" pitchFamily="18" charset="0"/>
              </a:rPr>
              <a:t>of </a:t>
            </a:r>
            <a:r>
              <a:rPr lang="x-none" altLang="zh-CN" sz="2000" b="1" dirty="0">
                <a:latin typeface="微软雅黑" pitchFamily="34" charset="-122"/>
                <a:ea typeface="微软雅黑" pitchFamily="34" charset="-122"/>
                <a:cs typeface="Times New Roman" pitchFamily="18" charset="0"/>
              </a:rPr>
              <a:t>AOCS.</a:t>
            </a:r>
            <a:endParaRPr lang="zh-CN" altLang="zh-CN" sz="2000" b="1" dirty="0">
              <a:latin typeface="微软雅黑" pitchFamily="34" charset="-122"/>
              <a:ea typeface="微软雅黑" pitchFamily="34" charset="-122"/>
              <a:cs typeface="Times New Roman" pitchFamily="18" charset="0"/>
            </a:endParaRPr>
          </a:p>
          <a:p>
            <a:pPr marL="457200" indent="-457200" algn="just" eaLnBrk="0" hangingPunct="0">
              <a:lnSpc>
                <a:spcPct val="150000"/>
              </a:lnSpc>
              <a:defRPr/>
            </a:pPr>
            <a:r>
              <a:rPr lang="en-US" altLang="zh-CN" sz="2000" b="1" dirty="0">
                <a:latin typeface="微软雅黑" pitchFamily="34" charset="-122"/>
                <a:ea typeface="微软雅黑" pitchFamily="34" charset="-122"/>
                <a:cs typeface="Times New Roman" pitchFamily="18" charset="0"/>
              </a:rPr>
              <a:t>7.  </a:t>
            </a:r>
            <a:r>
              <a:rPr lang="x-none" altLang="zh-CN" sz="2000" b="1" dirty="0">
                <a:latin typeface="微软雅黑" pitchFamily="34" charset="-122"/>
                <a:ea typeface="微软雅黑" pitchFamily="34" charset="-122"/>
                <a:cs typeface="Times New Roman" pitchFamily="18" charset="0"/>
              </a:rPr>
              <a:t>To </a:t>
            </a:r>
            <a:r>
              <a:rPr lang="en-US" altLang="zh-CN" sz="2000" b="1" dirty="0">
                <a:latin typeface="微软雅黑" pitchFamily="34" charset="-122"/>
                <a:ea typeface="微软雅黑" pitchFamily="34" charset="-122"/>
                <a:cs typeface="Times New Roman" pitchFamily="18" charset="0"/>
              </a:rPr>
              <a:t>communicate with </a:t>
            </a:r>
            <a:r>
              <a:rPr lang="x-none" altLang="zh-CN" sz="2000" b="1" dirty="0">
                <a:latin typeface="微软雅黑" pitchFamily="34" charset="-122"/>
                <a:ea typeface="微软雅黑" pitchFamily="34" charset="-122"/>
                <a:cs typeface="Times New Roman" pitchFamily="18" charset="0"/>
              </a:rPr>
              <a:t>other subsystem via CAN bus.</a:t>
            </a:r>
            <a:endParaRPr lang="zh-CN" altLang="zh-CN" sz="2000" b="1" dirty="0">
              <a:latin typeface="微软雅黑" pitchFamily="34" charset="-122"/>
              <a:ea typeface="微软雅黑" pitchFamily="34" charset="-122"/>
              <a:cs typeface="Times New Roman" pitchFamily="18" charset="0"/>
            </a:endParaRPr>
          </a:p>
          <a:p>
            <a:pPr marL="457200" indent="-457200" algn="just" eaLnBrk="0" hangingPunct="0">
              <a:lnSpc>
                <a:spcPct val="150000"/>
              </a:lnSpc>
              <a:defRPr/>
            </a:pPr>
            <a:r>
              <a:rPr lang="en-US" altLang="zh-CN" sz="2000" b="1" dirty="0">
                <a:latin typeface="微软雅黑" pitchFamily="34" charset="-122"/>
                <a:ea typeface="微软雅黑" pitchFamily="34" charset="-122"/>
                <a:cs typeface="Times New Roman" pitchFamily="18" charset="0"/>
              </a:rPr>
              <a:t>8. </a:t>
            </a:r>
            <a:r>
              <a:rPr lang="x-none" altLang="zh-CN" sz="2000" b="1" dirty="0">
                <a:latin typeface="微软雅黑" pitchFamily="34" charset="-122"/>
                <a:ea typeface="微软雅黑" pitchFamily="34" charset="-122"/>
                <a:cs typeface="Times New Roman" pitchFamily="18" charset="0"/>
              </a:rPr>
              <a:t>To monitor the important parameter</a:t>
            </a:r>
            <a:r>
              <a:rPr lang="en-US" altLang="zh-CN" sz="2000" b="1" dirty="0">
                <a:latin typeface="微软雅黑" pitchFamily="34" charset="-122"/>
                <a:ea typeface="微软雅黑" pitchFamily="34" charset="-122"/>
                <a:cs typeface="Times New Roman" pitchFamily="18" charset="0"/>
              </a:rPr>
              <a:t>s</a:t>
            </a:r>
            <a:r>
              <a:rPr lang="x-none" altLang="zh-CN" sz="2000" b="1" dirty="0">
                <a:latin typeface="微软雅黑" pitchFamily="34" charset="-122"/>
                <a:ea typeface="微软雅黑" pitchFamily="34" charset="-122"/>
                <a:cs typeface="Times New Roman" pitchFamily="18" charset="0"/>
              </a:rPr>
              <a:t> of satellite and manage the safe mode</a:t>
            </a:r>
            <a:r>
              <a:rPr lang="en-US" altLang="zh-CN" sz="2000" b="1" dirty="0">
                <a:latin typeface="微软雅黑" pitchFamily="34" charset="-122"/>
                <a:ea typeface="微软雅黑" pitchFamily="34" charset="-122"/>
                <a:cs typeface="Times New Roman" pitchFamily="18" charset="0"/>
              </a:rPr>
              <a:t> (FDIR)</a:t>
            </a:r>
            <a:r>
              <a:rPr lang="x-none" altLang="zh-CN" sz="2000" b="1" dirty="0">
                <a:latin typeface="微软雅黑" pitchFamily="34" charset="-122"/>
                <a:ea typeface="微软雅黑" pitchFamily="34" charset="-122"/>
                <a:cs typeface="Times New Roman" pitchFamily="18" charset="0"/>
              </a:rPr>
              <a:t> of satellite.</a:t>
            </a:r>
            <a:endParaRPr lang="zh-CN" altLang="zh-CN" sz="2000" b="1" dirty="0">
              <a:latin typeface="微软雅黑" pitchFamily="34" charset="-122"/>
              <a:ea typeface="微软雅黑" pitchFamily="34" charset="-122"/>
              <a:cs typeface="Times New Roman" pitchFamily="18" charset="0"/>
            </a:endParaRPr>
          </a:p>
          <a:p>
            <a:pPr marL="457200" indent="-457200" algn="just" eaLnBrk="0" hangingPunct="0">
              <a:lnSpc>
                <a:spcPct val="125000"/>
              </a:lnSpc>
              <a:buFont typeface="+mj-lt"/>
              <a:buAutoNum type="arabicPeriod" startAt="4"/>
              <a:defRPr/>
            </a:pPr>
            <a:endParaRPr lang="zh-CN" altLang="zh-CN" sz="2400" dirty="0"/>
          </a:p>
          <a:p>
            <a:pPr algn="just">
              <a:lnSpc>
                <a:spcPct val="150000"/>
              </a:lnSpc>
              <a:defRPr/>
            </a:pPr>
            <a:endParaRPr lang="zh-CN" altLang="zh-CN" sz="2400" dirty="0">
              <a:solidFill>
                <a:schemeClr val="tx1"/>
              </a:solidFill>
            </a:endParaRPr>
          </a:p>
        </p:txBody>
      </p:sp>
    </p:spTree>
    <p:extLst>
      <p:ext uri="{BB962C8B-B14F-4D97-AF65-F5344CB8AC3E}">
        <p14:creationId xmlns:p14="http://schemas.microsoft.com/office/powerpoint/2010/main" val="37267408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PART 1: OBDH Specification </a:t>
            </a:r>
            <a:endParaRPr lang="zh-CN" altLang="en-US" dirty="0"/>
          </a:p>
        </p:txBody>
      </p:sp>
      <p:sp>
        <p:nvSpPr>
          <p:cNvPr id="4" name="页脚占位符 3"/>
          <p:cNvSpPr>
            <a:spLocks noGrp="1"/>
          </p:cNvSpPr>
          <p:nvPr>
            <p:ph type="ftr" sz="quarter" idx="11"/>
          </p:nvPr>
        </p:nvSpPr>
        <p:spPr/>
        <p:txBody>
          <a:bodyPr/>
          <a:lstStyle/>
          <a:p>
            <a:r>
              <a:rPr lang="en-US" altLang="zh-CN" dirty="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7</a:t>
            </a:fld>
            <a:r>
              <a:rPr lang="zh-CN" altLang="en-US"/>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2826408746"/>
              </p:ext>
            </p:extLst>
          </p:nvPr>
        </p:nvGraphicFramePr>
        <p:xfrm>
          <a:off x="611563" y="1869672"/>
          <a:ext cx="8001001" cy="1007270"/>
        </p:xfrm>
        <a:graphic>
          <a:graphicData uri="http://schemas.openxmlformats.org/drawingml/2006/table">
            <a:tbl>
              <a:tblPr/>
              <a:tblGrid>
                <a:gridCol w="1428750">
                  <a:extLst>
                    <a:ext uri="{9D8B030D-6E8A-4147-A177-3AD203B41FA5}">
                      <a16:colId xmlns:a16="http://schemas.microsoft.com/office/drawing/2014/main" xmlns="" val="20000"/>
                    </a:ext>
                  </a:extLst>
                </a:gridCol>
                <a:gridCol w="2928937">
                  <a:extLst>
                    <a:ext uri="{9D8B030D-6E8A-4147-A177-3AD203B41FA5}">
                      <a16:colId xmlns:a16="http://schemas.microsoft.com/office/drawing/2014/main" xmlns="" val="20001"/>
                    </a:ext>
                  </a:extLst>
                </a:gridCol>
                <a:gridCol w="3643314">
                  <a:extLst>
                    <a:ext uri="{9D8B030D-6E8A-4147-A177-3AD203B41FA5}">
                      <a16:colId xmlns:a16="http://schemas.microsoft.com/office/drawing/2014/main" xmlns="" val="20002"/>
                    </a:ext>
                  </a:extLst>
                </a:gridCol>
              </a:tblGrid>
              <a:tr h="503635">
                <a:tc>
                  <a:txBody>
                    <a:bodyPr/>
                    <a:lstStyle/>
                    <a:p>
                      <a:pPr algn="ctr">
                        <a:spcAft>
                          <a:spcPts val="0"/>
                        </a:spcAft>
                      </a:pPr>
                      <a:r>
                        <a:rPr lang="en-US" sz="1800" b="1" kern="1200" dirty="0">
                          <a:solidFill>
                            <a:srgbClr val="000000"/>
                          </a:solidFill>
                          <a:latin typeface="Times New Roman"/>
                          <a:ea typeface="宋体"/>
                        </a:rPr>
                        <a:t>Type</a:t>
                      </a:r>
                      <a:endParaRPr lang="zh-CN" sz="1800" kern="100" dirty="0">
                        <a:latin typeface="Times New Roman"/>
                        <a:ea typeface="宋体"/>
                      </a:endParaRPr>
                    </a:p>
                  </a:txBody>
                  <a:tcPr marL="22225" marR="222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spcAft>
                          <a:spcPts val="0"/>
                        </a:spcAft>
                      </a:pPr>
                      <a:r>
                        <a:rPr lang="en-US" sz="1800" b="1" kern="1200" dirty="0">
                          <a:solidFill>
                            <a:srgbClr val="000000"/>
                          </a:solidFill>
                          <a:latin typeface="Times New Roman"/>
                          <a:ea typeface="宋体"/>
                        </a:rPr>
                        <a:t>Item</a:t>
                      </a:r>
                      <a:endParaRPr lang="zh-CN" sz="1800" kern="100" dirty="0">
                        <a:latin typeface="Times New Roman"/>
                        <a:ea typeface="宋体"/>
                      </a:endParaRPr>
                    </a:p>
                  </a:txBody>
                  <a:tcPr marL="22225" marR="222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spcAft>
                          <a:spcPts val="0"/>
                        </a:spcAft>
                      </a:pPr>
                      <a:r>
                        <a:rPr lang="en-US" sz="1800" b="1" kern="1200">
                          <a:solidFill>
                            <a:srgbClr val="000000"/>
                          </a:solidFill>
                          <a:latin typeface="Times New Roman"/>
                          <a:ea typeface="宋体"/>
                        </a:rPr>
                        <a:t>Parameter</a:t>
                      </a:r>
                      <a:endParaRPr lang="zh-CN" sz="1800" kern="100">
                        <a:latin typeface="Times New Roman"/>
                        <a:ea typeface="宋体"/>
                      </a:endParaRPr>
                    </a:p>
                  </a:txBody>
                  <a:tcPr marL="22225" marR="222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0"/>
                  </a:ext>
                </a:extLst>
              </a:tr>
              <a:tr h="503635">
                <a:tc>
                  <a:txBody>
                    <a:bodyPr/>
                    <a:lstStyle/>
                    <a:p>
                      <a:pPr algn="ctr" fontAlgn="base">
                        <a:spcAft>
                          <a:spcPts val="0"/>
                        </a:spcAft>
                      </a:pPr>
                      <a:r>
                        <a:rPr lang="en-US" sz="1800" kern="1200" dirty="0">
                          <a:solidFill>
                            <a:srgbClr val="000000"/>
                          </a:solidFill>
                          <a:latin typeface="Times New Roman"/>
                          <a:ea typeface="宋体"/>
                        </a:rPr>
                        <a:t>Telemetry</a:t>
                      </a:r>
                      <a:endParaRPr lang="zh-CN" sz="1800" kern="100" dirty="0">
                        <a:latin typeface="Times New Roman"/>
                        <a:ea typeface="宋体"/>
                      </a:endParaRPr>
                    </a:p>
                  </a:txBody>
                  <a:tcPr marL="22225" marR="222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445" algn="ctr" fontAlgn="base">
                        <a:spcAft>
                          <a:spcPts val="0"/>
                        </a:spcAft>
                      </a:pPr>
                      <a:r>
                        <a:rPr lang="en-US" sz="1800" kern="1200" dirty="0">
                          <a:solidFill>
                            <a:srgbClr val="000000"/>
                          </a:solidFill>
                          <a:latin typeface="Times New Roman"/>
                          <a:ea typeface="宋体"/>
                        </a:rPr>
                        <a:t>Data Rate</a:t>
                      </a:r>
                      <a:endParaRPr lang="zh-CN" sz="1800" kern="100" dirty="0">
                        <a:latin typeface="Times New Roman"/>
                        <a:ea typeface="宋体"/>
                      </a:endParaRPr>
                    </a:p>
                  </a:txBody>
                  <a:tcPr marL="22225" marR="222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spcAft>
                          <a:spcPts val="0"/>
                        </a:spcAft>
                      </a:pPr>
                      <a:r>
                        <a:rPr lang="en-US" sz="1800" kern="1200" dirty="0">
                          <a:solidFill>
                            <a:srgbClr val="000000"/>
                          </a:solidFill>
                          <a:latin typeface="Times New Roman"/>
                          <a:ea typeface="宋体"/>
                        </a:rPr>
                        <a:t>4096bps</a:t>
                      </a:r>
                      <a:endParaRPr lang="zh-CN" sz="1800" kern="100" dirty="0">
                        <a:latin typeface="Times New Roman"/>
                        <a:ea typeface="宋体"/>
                      </a:endParaRPr>
                    </a:p>
                  </a:txBody>
                  <a:tcPr marL="22225" marR="222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bl>
          </a:graphicData>
        </a:graphic>
      </p:graphicFrame>
    </p:spTree>
    <p:extLst>
      <p:ext uri="{BB962C8B-B14F-4D97-AF65-F5344CB8AC3E}">
        <p14:creationId xmlns:p14="http://schemas.microsoft.com/office/powerpoint/2010/main" val="25730366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PART 1: OBDH Specification </a:t>
            </a:r>
            <a:endParaRPr lang="zh-CN" altLang="en-US" dirty="0"/>
          </a:p>
        </p:txBody>
      </p:sp>
      <p:sp>
        <p:nvSpPr>
          <p:cNvPr id="4" name="页脚占位符 3"/>
          <p:cNvSpPr>
            <a:spLocks noGrp="1"/>
          </p:cNvSpPr>
          <p:nvPr>
            <p:ph type="ftr" sz="quarter" idx="11"/>
          </p:nvPr>
        </p:nvSpPr>
        <p:spPr/>
        <p:txBody>
          <a:bodyPr/>
          <a:lstStyle/>
          <a:p>
            <a:r>
              <a:rPr lang="en-US" altLang="zh-CN" dirty="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8</a:t>
            </a:fld>
            <a:r>
              <a:rPr lang="zh-CN" altLang="en-US"/>
              <a:t> </a:t>
            </a:r>
            <a:endParaRPr lang="zh-CN" altLang="en-US" dirty="0">
              <a:latin typeface="微软雅黑" pitchFamily="34" charset="-122"/>
              <a:ea typeface="微软雅黑" pitchFamily="34" charset="-122"/>
            </a:endParaRPr>
          </a:p>
        </p:txBody>
      </p:sp>
      <p:graphicFrame>
        <p:nvGraphicFramePr>
          <p:cNvPr id="7" name="表格 6"/>
          <p:cNvGraphicFramePr>
            <a:graphicFrameLocks noGrp="1"/>
          </p:cNvGraphicFramePr>
          <p:nvPr>
            <p:extLst>
              <p:ext uri="{D42A27DB-BD31-4B8C-83A1-F6EECF244321}">
                <p14:modId xmlns:p14="http://schemas.microsoft.com/office/powerpoint/2010/main" val="3592634404"/>
              </p:ext>
            </p:extLst>
          </p:nvPr>
        </p:nvGraphicFramePr>
        <p:xfrm>
          <a:off x="392909" y="1761660"/>
          <a:ext cx="8358187" cy="2321700"/>
        </p:xfrm>
        <a:graphic>
          <a:graphicData uri="http://schemas.openxmlformats.org/drawingml/2006/table">
            <a:tbl>
              <a:tblPr/>
              <a:tblGrid>
                <a:gridCol w="1154755">
                  <a:extLst>
                    <a:ext uri="{9D8B030D-6E8A-4147-A177-3AD203B41FA5}">
                      <a16:colId xmlns:a16="http://schemas.microsoft.com/office/drawing/2014/main" xmlns="" val="20000"/>
                    </a:ext>
                  </a:extLst>
                </a:gridCol>
                <a:gridCol w="4988867">
                  <a:extLst>
                    <a:ext uri="{9D8B030D-6E8A-4147-A177-3AD203B41FA5}">
                      <a16:colId xmlns:a16="http://schemas.microsoft.com/office/drawing/2014/main" xmlns="" val="20001"/>
                    </a:ext>
                  </a:extLst>
                </a:gridCol>
                <a:gridCol w="2214565">
                  <a:extLst>
                    <a:ext uri="{9D8B030D-6E8A-4147-A177-3AD203B41FA5}">
                      <a16:colId xmlns:a16="http://schemas.microsoft.com/office/drawing/2014/main" xmlns="" val="20002"/>
                    </a:ext>
                  </a:extLst>
                </a:gridCol>
              </a:tblGrid>
              <a:tr h="350040">
                <a:tc>
                  <a:txBody>
                    <a:bodyPr/>
                    <a:lstStyle/>
                    <a:p>
                      <a:pPr algn="ctr">
                        <a:lnSpc>
                          <a:spcPct val="150000"/>
                        </a:lnSpc>
                        <a:spcAft>
                          <a:spcPts val="0"/>
                        </a:spcAft>
                      </a:pPr>
                      <a:r>
                        <a:rPr lang="en-US" sz="1500" b="1" kern="1200" dirty="0">
                          <a:solidFill>
                            <a:srgbClr val="000000"/>
                          </a:solidFill>
                          <a:latin typeface="Times New Roman"/>
                          <a:ea typeface="宋体"/>
                        </a:rPr>
                        <a:t>Type</a:t>
                      </a:r>
                      <a:endParaRPr lang="zh-CN" sz="1500" kern="100" dirty="0">
                        <a:latin typeface="Times New Roman"/>
                        <a:ea typeface="宋体"/>
                      </a:endParaRPr>
                    </a:p>
                  </a:txBody>
                  <a:tcPr marL="22225" marR="22225" marT="714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50000"/>
                        </a:lnSpc>
                        <a:spcAft>
                          <a:spcPts val="0"/>
                        </a:spcAft>
                      </a:pPr>
                      <a:r>
                        <a:rPr lang="en-US" sz="1500" b="1" kern="1200" dirty="0">
                          <a:solidFill>
                            <a:srgbClr val="000000"/>
                          </a:solidFill>
                          <a:latin typeface="Times New Roman"/>
                          <a:ea typeface="宋体"/>
                        </a:rPr>
                        <a:t>Item</a:t>
                      </a:r>
                      <a:endParaRPr lang="zh-CN" sz="1500" kern="100" dirty="0">
                        <a:latin typeface="Times New Roman"/>
                        <a:ea typeface="宋体"/>
                      </a:endParaRPr>
                    </a:p>
                  </a:txBody>
                  <a:tcPr marL="22225" marR="22225" marT="714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50000"/>
                        </a:lnSpc>
                        <a:spcAft>
                          <a:spcPts val="0"/>
                        </a:spcAft>
                      </a:pPr>
                      <a:r>
                        <a:rPr lang="en-US" sz="1500" b="1" kern="1200">
                          <a:solidFill>
                            <a:srgbClr val="000000"/>
                          </a:solidFill>
                          <a:latin typeface="Times New Roman"/>
                          <a:ea typeface="宋体"/>
                        </a:rPr>
                        <a:t>Parameter</a:t>
                      </a:r>
                      <a:endParaRPr lang="zh-CN" sz="1500" kern="100">
                        <a:latin typeface="Times New Roman"/>
                        <a:ea typeface="宋体"/>
                      </a:endParaRPr>
                    </a:p>
                  </a:txBody>
                  <a:tcPr marL="22225" marR="22225" marT="714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0"/>
                  </a:ext>
                </a:extLst>
              </a:tr>
              <a:tr h="692940">
                <a:tc rowSpan="4">
                  <a:txBody>
                    <a:bodyPr/>
                    <a:lstStyle/>
                    <a:p>
                      <a:pPr algn="ctr" fontAlgn="base">
                        <a:lnSpc>
                          <a:spcPct val="150000"/>
                        </a:lnSpc>
                        <a:spcAft>
                          <a:spcPts val="0"/>
                        </a:spcAft>
                      </a:pPr>
                      <a:r>
                        <a:rPr lang="en-US" sz="1500" kern="1200" dirty="0">
                          <a:solidFill>
                            <a:srgbClr val="000000"/>
                          </a:solidFill>
                          <a:latin typeface="Times New Roman"/>
                          <a:ea typeface="宋体"/>
                        </a:rPr>
                        <a:t>Telecommand</a:t>
                      </a:r>
                      <a:endParaRPr lang="zh-CN" sz="1500" kern="100" dirty="0">
                        <a:latin typeface="Times New Roman"/>
                        <a:ea typeface="宋体"/>
                      </a:endParaRPr>
                    </a:p>
                  </a:txBody>
                  <a:tcPr marL="22225" marR="22225" marT="714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445" algn="ctr" fontAlgn="base">
                        <a:lnSpc>
                          <a:spcPct val="150000"/>
                        </a:lnSpc>
                        <a:spcAft>
                          <a:spcPts val="0"/>
                        </a:spcAft>
                      </a:pPr>
                      <a:r>
                        <a:rPr lang="en-US" sz="1500" kern="1200" dirty="0">
                          <a:solidFill>
                            <a:srgbClr val="000000"/>
                          </a:solidFill>
                          <a:latin typeface="Times New Roman"/>
                          <a:ea typeface="宋体"/>
                        </a:rPr>
                        <a:t>Number of Direct OC Command</a:t>
                      </a:r>
                    </a:p>
                    <a:p>
                      <a:pPr indent="4445" algn="ctr" fontAlgn="base">
                        <a:lnSpc>
                          <a:spcPct val="150000"/>
                        </a:lnSpc>
                        <a:spcAft>
                          <a:spcPts val="0"/>
                        </a:spcAft>
                      </a:pPr>
                      <a:r>
                        <a:rPr lang="en-US" sz="1500" kern="1200" dirty="0">
                          <a:solidFill>
                            <a:srgbClr val="000000"/>
                          </a:solidFill>
                          <a:latin typeface="Times New Roman"/>
                          <a:ea typeface="宋体"/>
                        </a:rPr>
                        <a:t>(from Responder)</a:t>
                      </a:r>
                      <a:endParaRPr lang="zh-CN" sz="1500" kern="100" dirty="0">
                        <a:latin typeface="Times New Roman"/>
                        <a:ea typeface="宋体"/>
                      </a:endParaRPr>
                    </a:p>
                  </a:txBody>
                  <a:tcPr marL="22225" marR="22225" marT="714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50000"/>
                        </a:lnSpc>
                        <a:spcAft>
                          <a:spcPts val="0"/>
                        </a:spcAft>
                      </a:pPr>
                      <a:r>
                        <a:rPr lang="en-US" sz="1500" kern="1200" dirty="0">
                          <a:solidFill>
                            <a:srgbClr val="000000"/>
                          </a:solidFill>
                          <a:latin typeface="Times New Roman"/>
                          <a:ea typeface="宋体"/>
                        </a:rPr>
                        <a:t>8</a:t>
                      </a:r>
                      <a:endParaRPr lang="zh-CN" sz="1500" kern="100" dirty="0">
                        <a:latin typeface="Times New Roman"/>
                        <a:ea typeface="宋体"/>
                      </a:endParaRPr>
                    </a:p>
                  </a:txBody>
                  <a:tcPr marL="22225" marR="22225" marT="714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r h="692940">
                <a:tc vMerge="1">
                  <a:txBody>
                    <a:bodyPr/>
                    <a:lstStyle/>
                    <a:p>
                      <a:endParaRPr lang="zh-CN" altLang="en-US"/>
                    </a:p>
                  </a:txBody>
                  <a:tcPr/>
                </a:tc>
                <a:tc>
                  <a:txBody>
                    <a:bodyPr/>
                    <a:lstStyle/>
                    <a:p>
                      <a:pPr indent="4445" algn="ctr" fontAlgn="base">
                        <a:lnSpc>
                          <a:spcPct val="150000"/>
                        </a:lnSpc>
                        <a:spcAft>
                          <a:spcPts val="0"/>
                        </a:spcAft>
                      </a:pPr>
                      <a:r>
                        <a:rPr lang="en-US" sz="1500" kern="1200" dirty="0">
                          <a:solidFill>
                            <a:srgbClr val="000000"/>
                          </a:solidFill>
                          <a:latin typeface="Times New Roman"/>
                          <a:ea typeface="宋体"/>
                        </a:rPr>
                        <a:t>Number of OC Indirect Command</a:t>
                      </a:r>
                    </a:p>
                    <a:p>
                      <a:pPr indent="4445" algn="ctr" fontAlgn="base">
                        <a:lnSpc>
                          <a:spcPct val="150000"/>
                        </a:lnSpc>
                        <a:spcAft>
                          <a:spcPts val="0"/>
                        </a:spcAft>
                      </a:pPr>
                      <a:r>
                        <a:rPr lang="en-US" altLang="zh-CN" sz="1500" kern="1200" dirty="0">
                          <a:solidFill>
                            <a:srgbClr val="000000"/>
                          </a:solidFill>
                          <a:latin typeface="Times New Roman"/>
                          <a:ea typeface="宋体"/>
                        </a:rPr>
                        <a:t>(from OBC</a:t>
                      </a:r>
                      <a:r>
                        <a:rPr lang="en-US" altLang="zh-CN" sz="1500" kern="1200" baseline="0" dirty="0">
                          <a:solidFill>
                            <a:srgbClr val="000000"/>
                          </a:solidFill>
                          <a:latin typeface="Times New Roman"/>
                          <a:ea typeface="宋体"/>
                        </a:rPr>
                        <a:t> ,</a:t>
                      </a:r>
                      <a:r>
                        <a:rPr lang="en-US" altLang="zh-CN" sz="1500" kern="1200" dirty="0">
                          <a:solidFill>
                            <a:srgbClr val="000000"/>
                          </a:solidFill>
                          <a:latin typeface="Times New Roman"/>
                          <a:ea typeface="+mn-ea"/>
                        </a:rPr>
                        <a:t> Responder</a:t>
                      </a:r>
                      <a:r>
                        <a:rPr lang="en-US" altLang="zh-CN" sz="1500" kern="1200" baseline="0" dirty="0">
                          <a:solidFill>
                            <a:srgbClr val="000000"/>
                          </a:solidFill>
                          <a:latin typeface="Times New Roman"/>
                          <a:ea typeface="+mn-ea"/>
                        </a:rPr>
                        <a:t> and </a:t>
                      </a:r>
                      <a:r>
                        <a:rPr lang="en-US" altLang="zh-CN" sz="1500" kern="1200" dirty="0">
                          <a:solidFill>
                            <a:srgbClr val="000000"/>
                          </a:solidFill>
                          <a:latin typeface="Times New Roman"/>
                          <a:ea typeface="+mn-ea"/>
                        </a:rPr>
                        <a:t>PCU</a:t>
                      </a:r>
                      <a:r>
                        <a:rPr lang="en-US" altLang="zh-CN" sz="1500" kern="1200" dirty="0">
                          <a:solidFill>
                            <a:srgbClr val="000000"/>
                          </a:solidFill>
                          <a:latin typeface="Times New Roman"/>
                          <a:ea typeface="宋体"/>
                        </a:rPr>
                        <a:t>)</a:t>
                      </a:r>
                      <a:endParaRPr lang="zh-CN" sz="1500" kern="100" dirty="0">
                        <a:latin typeface="Times New Roman"/>
                        <a:ea typeface="宋体"/>
                      </a:endParaRPr>
                    </a:p>
                  </a:txBody>
                  <a:tcPr marL="22225" marR="22225" marT="714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50000"/>
                        </a:lnSpc>
                        <a:spcAft>
                          <a:spcPts val="0"/>
                        </a:spcAft>
                      </a:pPr>
                      <a:r>
                        <a:rPr lang="en-US" sz="1500" kern="1200" dirty="0">
                          <a:solidFill>
                            <a:srgbClr val="000000"/>
                          </a:solidFill>
                          <a:latin typeface="Times New Roman"/>
                          <a:ea typeface="宋体"/>
                        </a:rPr>
                        <a:t>40</a:t>
                      </a:r>
                      <a:endParaRPr lang="zh-CN" sz="1500" kern="100" dirty="0">
                        <a:latin typeface="Times New Roman"/>
                        <a:ea typeface="宋体"/>
                      </a:endParaRPr>
                    </a:p>
                  </a:txBody>
                  <a:tcPr marL="22225" marR="22225" marT="714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2"/>
                  </a:ext>
                </a:extLst>
              </a:tr>
              <a:tr h="350040">
                <a:tc vMerge="1">
                  <a:txBody>
                    <a:bodyPr/>
                    <a:lstStyle/>
                    <a:p>
                      <a:endParaRPr lang="zh-CN" altLang="en-US"/>
                    </a:p>
                  </a:txBody>
                  <a:tcPr/>
                </a:tc>
                <a:tc>
                  <a:txBody>
                    <a:bodyPr/>
                    <a:lstStyle/>
                    <a:p>
                      <a:pPr indent="4445" algn="ctr" fontAlgn="base">
                        <a:lnSpc>
                          <a:spcPct val="150000"/>
                        </a:lnSpc>
                        <a:spcAft>
                          <a:spcPts val="0"/>
                        </a:spcAft>
                      </a:pPr>
                      <a:r>
                        <a:rPr lang="en-US" sz="1500" kern="1200" dirty="0">
                          <a:solidFill>
                            <a:srgbClr val="000000"/>
                          </a:solidFill>
                          <a:latin typeface="Times New Roman"/>
                          <a:ea typeface="宋体"/>
                        </a:rPr>
                        <a:t>Data Rate</a:t>
                      </a:r>
                      <a:endParaRPr lang="zh-CN" sz="1500" kern="100" dirty="0">
                        <a:latin typeface="Times New Roman"/>
                        <a:ea typeface="宋体"/>
                      </a:endParaRPr>
                    </a:p>
                  </a:txBody>
                  <a:tcPr marL="22225" marR="22225" marT="714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50000"/>
                        </a:lnSpc>
                        <a:spcAft>
                          <a:spcPts val="0"/>
                        </a:spcAft>
                      </a:pPr>
                      <a:r>
                        <a:rPr lang="en-US" sz="1500" kern="1200" dirty="0">
                          <a:solidFill>
                            <a:srgbClr val="000000"/>
                          </a:solidFill>
                          <a:latin typeface="Times New Roman"/>
                          <a:ea typeface="宋体"/>
                        </a:rPr>
                        <a:t>2000bps</a:t>
                      </a:r>
                      <a:endParaRPr lang="zh-CN" sz="1500" kern="100" dirty="0">
                        <a:latin typeface="Times New Roman"/>
                        <a:ea typeface="宋体"/>
                      </a:endParaRPr>
                    </a:p>
                  </a:txBody>
                  <a:tcPr marL="22225" marR="22225" marT="714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3"/>
                  </a:ext>
                </a:extLst>
              </a:tr>
              <a:tr h="235740">
                <a:tc vMerge="1">
                  <a:txBody>
                    <a:bodyPr/>
                    <a:lstStyle/>
                    <a:p>
                      <a:endParaRPr lang="zh-CN" altLang="en-US"/>
                    </a:p>
                  </a:txBody>
                  <a:tcPr/>
                </a:tc>
                <a:tc>
                  <a:txBody>
                    <a:bodyPr/>
                    <a:lstStyle/>
                    <a:p>
                      <a:pPr indent="4445" algn="ctr" fontAlgn="base">
                        <a:spcAft>
                          <a:spcPts val="0"/>
                        </a:spcAft>
                        <a:tabLst>
                          <a:tab pos="138430" algn="l"/>
                        </a:tabLst>
                      </a:pPr>
                      <a:r>
                        <a:rPr lang="en-US" sz="1500" kern="1200" dirty="0">
                          <a:solidFill>
                            <a:srgbClr val="000000"/>
                          </a:solidFill>
                          <a:latin typeface="Times New Roman"/>
                          <a:ea typeface="宋体"/>
                        </a:rPr>
                        <a:t>Storage Capacity of time tagged Telecommand</a:t>
                      </a:r>
                      <a:endParaRPr lang="zh-CN" sz="1500" kern="100" dirty="0">
                        <a:latin typeface="Times New Roman"/>
                        <a:ea typeface="宋体"/>
                      </a:endParaRPr>
                    </a:p>
                  </a:txBody>
                  <a:tcPr marL="22225" marR="22225" marT="714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spcAft>
                          <a:spcPts val="0"/>
                        </a:spcAft>
                      </a:pPr>
                      <a:r>
                        <a:rPr lang="en-US" sz="1500" kern="1200" dirty="0">
                          <a:solidFill>
                            <a:srgbClr val="000000"/>
                          </a:solidFill>
                          <a:latin typeface="Times New Roman"/>
                          <a:ea typeface="宋体"/>
                        </a:rPr>
                        <a:t>1000</a:t>
                      </a:r>
                      <a:endParaRPr lang="zh-CN" sz="1500" kern="100" dirty="0">
                        <a:latin typeface="Times New Roman"/>
                        <a:ea typeface="宋体"/>
                      </a:endParaRPr>
                    </a:p>
                  </a:txBody>
                  <a:tcPr marL="22225" marR="22225" marT="714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4"/>
                  </a:ext>
                </a:extLst>
              </a:tr>
            </a:tbl>
          </a:graphicData>
        </a:graphic>
      </p:graphicFrame>
    </p:spTree>
    <p:extLst>
      <p:ext uri="{BB962C8B-B14F-4D97-AF65-F5344CB8AC3E}">
        <p14:creationId xmlns:p14="http://schemas.microsoft.com/office/powerpoint/2010/main" val="8527076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PART 1: OBDH Specification </a:t>
            </a:r>
            <a:endParaRPr lang="zh-CN" altLang="en-US" dirty="0"/>
          </a:p>
        </p:txBody>
      </p:sp>
      <p:sp>
        <p:nvSpPr>
          <p:cNvPr id="4" name="页脚占位符 3"/>
          <p:cNvSpPr>
            <a:spLocks noGrp="1"/>
          </p:cNvSpPr>
          <p:nvPr>
            <p:ph type="ftr" sz="quarter" idx="11"/>
          </p:nvPr>
        </p:nvSpPr>
        <p:spPr/>
        <p:txBody>
          <a:bodyPr/>
          <a:lstStyle/>
          <a:p>
            <a:r>
              <a:rPr lang="en-US" altLang="zh-CN" dirty="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9</a:t>
            </a:fld>
            <a:r>
              <a:rPr lang="zh-CN" altLang="en-US"/>
              <a:t> </a:t>
            </a:r>
            <a:endParaRPr lang="zh-CN" altLang="en-US" dirty="0">
              <a:latin typeface="微软雅黑" pitchFamily="34" charset="-122"/>
              <a:ea typeface="微软雅黑" pitchFamily="34" charset="-122"/>
            </a:endParaRPr>
          </a:p>
        </p:txBody>
      </p:sp>
      <p:sp>
        <p:nvSpPr>
          <p:cNvPr id="3" name="Rectangle 2"/>
          <p:cNvSpPr>
            <a:spLocks noChangeArrowheads="1"/>
          </p:cNvSpPr>
          <p:nvPr/>
        </p:nvSpPr>
        <p:spPr bwMode="auto">
          <a:xfrm>
            <a:off x="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4"/>
          <p:cNvSpPr>
            <a:spLocks noChangeArrowheads="1"/>
          </p:cNvSpPr>
          <p:nvPr/>
        </p:nvSpPr>
        <p:spPr bwMode="auto">
          <a:xfrm>
            <a:off x="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0" name="表格 9"/>
          <p:cNvGraphicFramePr>
            <a:graphicFrameLocks noGrp="1"/>
          </p:cNvGraphicFramePr>
          <p:nvPr>
            <p:extLst>
              <p:ext uri="{D42A27DB-BD31-4B8C-83A1-F6EECF244321}">
                <p14:modId xmlns:p14="http://schemas.microsoft.com/office/powerpoint/2010/main" val="2165846168"/>
              </p:ext>
            </p:extLst>
          </p:nvPr>
        </p:nvGraphicFramePr>
        <p:xfrm>
          <a:off x="701678" y="1167858"/>
          <a:ext cx="7978775" cy="2916060"/>
        </p:xfrm>
        <a:graphic>
          <a:graphicData uri="http://schemas.openxmlformats.org/drawingml/2006/table">
            <a:tbl>
              <a:tblPr/>
              <a:tblGrid>
                <a:gridCol w="1643017">
                  <a:extLst>
                    <a:ext uri="{9D8B030D-6E8A-4147-A177-3AD203B41FA5}">
                      <a16:colId xmlns:a16="http://schemas.microsoft.com/office/drawing/2014/main" xmlns="" val="20000"/>
                    </a:ext>
                  </a:extLst>
                </a:gridCol>
                <a:gridCol w="4484326">
                  <a:extLst>
                    <a:ext uri="{9D8B030D-6E8A-4147-A177-3AD203B41FA5}">
                      <a16:colId xmlns:a16="http://schemas.microsoft.com/office/drawing/2014/main" xmlns="" val="20001"/>
                    </a:ext>
                  </a:extLst>
                </a:gridCol>
                <a:gridCol w="1851432">
                  <a:extLst>
                    <a:ext uri="{9D8B030D-6E8A-4147-A177-3AD203B41FA5}">
                      <a16:colId xmlns:a16="http://schemas.microsoft.com/office/drawing/2014/main" xmlns="" val="20002"/>
                    </a:ext>
                  </a:extLst>
                </a:gridCol>
              </a:tblGrid>
              <a:tr h="418620">
                <a:tc>
                  <a:txBody>
                    <a:bodyPr/>
                    <a:lstStyle/>
                    <a:p>
                      <a:pPr algn="ctr">
                        <a:lnSpc>
                          <a:spcPct val="150000"/>
                        </a:lnSpc>
                        <a:spcAft>
                          <a:spcPts val="0"/>
                        </a:spcAft>
                      </a:pPr>
                      <a:r>
                        <a:rPr lang="en-US" sz="1800" b="1" kern="1200" dirty="0">
                          <a:solidFill>
                            <a:srgbClr val="000000"/>
                          </a:solidFill>
                          <a:latin typeface="Times New Roman"/>
                          <a:ea typeface="宋体"/>
                        </a:rPr>
                        <a:t>Type</a:t>
                      </a:r>
                      <a:endParaRPr lang="zh-CN" sz="1800" kern="100" dirty="0">
                        <a:latin typeface="Times New Roman"/>
                        <a:ea typeface="宋体"/>
                      </a:endParaRPr>
                    </a:p>
                  </a:txBody>
                  <a:tcPr marL="22224" marR="22224" marT="714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50000"/>
                        </a:lnSpc>
                        <a:spcAft>
                          <a:spcPts val="0"/>
                        </a:spcAft>
                      </a:pPr>
                      <a:r>
                        <a:rPr lang="en-US" sz="1800" b="1" kern="1200" dirty="0">
                          <a:solidFill>
                            <a:srgbClr val="000000"/>
                          </a:solidFill>
                          <a:latin typeface="Times New Roman"/>
                          <a:ea typeface="宋体"/>
                        </a:rPr>
                        <a:t>Item</a:t>
                      </a:r>
                      <a:endParaRPr lang="zh-CN" sz="1800" kern="100" dirty="0">
                        <a:latin typeface="Times New Roman"/>
                        <a:ea typeface="宋体"/>
                      </a:endParaRPr>
                    </a:p>
                  </a:txBody>
                  <a:tcPr marL="22224" marR="22224" marT="714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50000"/>
                        </a:lnSpc>
                        <a:spcAft>
                          <a:spcPts val="0"/>
                        </a:spcAft>
                      </a:pPr>
                      <a:r>
                        <a:rPr lang="en-US" sz="1800" b="1" kern="1200">
                          <a:solidFill>
                            <a:srgbClr val="000000"/>
                          </a:solidFill>
                          <a:latin typeface="Times New Roman"/>
                          <a:ea typeface="宋体"/>
                        </a:rPr>
                        <a:t>Parameter</a:t>
                      </a:r>
                      <a:endParaRPr lang="zh-CN" sz="1800" kern="100">
                        <a:latin typeface="Times New Roman"/>
                        <a:ea typeface="宋体"/>
                      </a:endParaRPr>
                    </a:p>
                  </a:txBody>
                  <a:tcPr marL="22224" marR="22224" marT="714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0"/>
                  </a:ext>
                </a:extLst>
              </a:tr>
              <a:tr h="418620">
                <a:tc rowSpan="2">
                  <a:txBody>
                    <a:bodyPr/>
                    <a:lstStyle/>
                    <a:p>
                      <a:pPr algn="ctr" eaLnBrk="0" hangingPunct="0">
                        <a:lnSpc>
                          <a:spcPct val="150000"/>
                        </a:lnSpc>
                        <a:spcAft>
                          <a:spcPts val="0"/>
                        </a:spcAft>
                      </a:pPr>
                      <a:r>
                        <a:rPr lang="en-US" sz="1800" kern="100" dirty="0">
                          <a:latin typeface="Times New Roman"/>
                          <a:ea typeface="宋体"/>
                          <a:cs typeface="Mangal"/>
                        </a:rPr>
                        <a:t>Timing System</a:t>
                      </a:r>
                      <a:endParaRPr lang="zh-CN" sz="1800" kern="100" dirty="0">
                        <a:latin typeface="Times New Roman"/>
                        <a:ea typeface="宋体"/>
                      </a:endParaRPr>
                    </a:p>
                  </a:txBody>
                  <a:tcPr marL="137155" marR="13715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445" indent="4445" algn="ctr" eaLnBrk="0" hangingPunct="0">
                        <a:lnSpc>
                          <a:spcPct val="150000"/>
                        </a:lnSpc>
                        <a:spcAft>
                          <a:spcPts val="0"/>
                        </a:spcAft>
                      </a:pPr>
                      <a:r>
                        <a:rPr lang="en-US" sz="1800" kern="100" dirty="0">
                          <a:latin typeface="Times New Roman"/>
                          <a:ea typeface="宋体"/>
                          <a:cs typeface="Mangal"/>
                        </a:rPr>
                        <a:t>On-board Timing reference</a:t>
                      </a:r>
                      <a:endParaRPr lang="zh-CN" sz="1800" kern="100" dirty="0">
                        <a:latin typeface="Times New Roman"/>
                        <a:ea typeface="宋体"/>
                      </a:endParaRPr>
                    </a:p>
                  </a:txBody>
                  <a:tcPr marL="22224" marR="22224" marT="714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eaLnBrk="0" hangingPunct="0">
                        <a:lnSpc>
                          <a:spcPct val="150000"/>
                        </a:lnSpc>
                        <a:spcAft>
                          <a:spcPts val="0"/>
                        </a:spcAft>
                      </a:pPr>
                      <a:r>
                        <a:rPr lang="en-US" sz="1800" kern="100" dirty="0">
                          <a:latin typeface="Times New Roman"/>
                          <a:ea typeface="宋体"/>
                          <a:cs typeface="Mangal"/>
                        </a:rPr>
                        <a:t>UTC</a:t>
                      </a:r>
                      <a:endParaRPr lang="zh-CN" sz="1800" kern="100" dirty="0">
                        <a:latin typeface="Times New Roman"/>
                        <a:ea typeface="宋体"/>
                      </a:endParaRPr>
                    </a:p>
                  </a:txBody>
                  <a:tcPr marL="22224" marR="22224" marT="714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r h="418620">
                <a:tc vMerge="1">
                  <a:txBody>
                    <a:bodyPr/>
                    <a:lstStyle/>
                    <a:p>
                      <a:endParaRPr lang="zh-CN" altLang="en-US"/>
                    </a:p>
                  </a:txBody>
                  <a:tcPr/>
                </a:tc>
                <a:tc>
                  <a:txBody>
                    <a:bodyPr/>
                    <a:lstStyle/>
                    <a:p>
                      <a:pPr marL="4445" indent="4445" algn="ctr" eaLnBrk="0" hangingPunct="0">
                        <a:lnSpc>
                          <a:spcPct val="150000"/>
                        </a:lnSpc>
                        <a:spcAft>
                          <a:spcPts val="0"/>
                        </a:spcAft>
                      </a:pPr>
                      <a:r>
                        <a:rPr lang="en-US" sz="1800" kern="100" dirty="0">
                          <a:latin typeface="Times New Roman"/>
                          <a:ea typeface="宋体"/>
                          <a:cs typeface="Mangal"/>
                        </a:rPr>
                        <a:t>Time Precision</a:t>
                      </a:r>
                      <a:endParaRPr lang="zh-CN" sz="1800" kern="100" dirty="0">
                        <a:latin typeface="Times New Roman"/>
                        <a:ea typeface="宋体"/>
                      </a:endParaRPr>
                    </a:p>
                  </a:txBody>
                  <a:tcPr marL="22224" marR="22224" marT="714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eaLnBrk="0" hangingPunct="0">
                        <a:lnSpc>
                          <a:spcPct val="150000"/>
                        </a:lnSpc>
                        <a:spcAft>
                          <a:spcPts val="0"/>
                        </a:spcAft>
                      </a:pPr>
                      <a:r>
                        <a:rPr lang="en-US" sz="1800" kern="100">
                          <a:latin typeface="Times New Roman"/>
                          <a:ea typeface="宋体"/>
                        </a:rPr>
                        <a:t>≤</a:t>
                      </a:r>
                      <a:r>
                        <a:rPr lang="en-US" sz="1800" kern="100">
                          <a:latin typeface="Times New Roman"/>
                          <a:ea typeface="宋体"/>
                          <a:cs typeface="Mangal"/>
                        </a:rPr>
                        <a:t>5ms</a:t>
                      </a:r>
                      <a:endParaRPr lang="zh-CN" sz="1800" kern="100">
                        <a:latin typeface="Times New Roman"/>
                        <a:ea typeface="宋体"/>
                      </a:endParaRPr>
                    </a:p>
                  </a:txBody>
                  <a:tcPr marL="22224" marR="22224" marT="714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2"/>
                  </a:ext>
                </a:extLst>
              </a:tr>
              <a:tr h="418620">
                <a:tc rowSpan="2">
                  <a:txBody>
                    <a:bodyPr/>
                    <a:lstStyle/>
                    <a:p>
                      <a:pPr algn="ctr" eaLnBrk="0" hangingPunct="0">
                        <a:lnSpc>
                          <a:spcPct val="150000"/>
                        </a:lnSpc>
                        <a:spcAft>
                          <a:spcPts val="0"/>
                        </a:spcAft>
                      </a:pPr>
                      <a:r>
                        <a:rPr lang="en-US" sz="1800" kern="100">
                          <a:latin typeface="Times New Roman"/>
                          <a:ea typeface="宋体"/>
                          <a:cs typeface="Mangal"/>
                        </a:rPr>
                        <a:t>Thermal control</a:t>
                      </a:r>
                      <a:endParaRPr lang="zh-CN" sz="1800" kern="100">
                        <a:latin typeface="Times New Roman"/>
                        <a:ea typeface="宋体"/>
                      </a:endParaRPr>
                    </a:p>
                  </a:txBody>
                  <a:tcPr marL="137155" marR="13715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445" algn="ctr" eaLnBrk="0" hangingPunct="0">
                        <a:lnSpc>
                          <a:spcPct val="150000"/>
                        </a:lnSpc>
                        <a:spcAft>
                          <a:spcPts val="0"/>
                        </a:spcAft>
                      </a:pPr>
                      <a:r>
                        <a:rPr lang="en-US" sz="1800" kern="100" dirty="0">
                          <a:solidFill>
                            <a:srgbClr val="000000"/>
                          </a:solidFill>
                          <a:latin typeface="Times New Roman"/>
                          <a:ea typeface="宋体"/>
                        </a:rPr>
                        <a:t>Channels of heaters</a:t>
                      </a:r>
                      <a:endParaRPr lang="zh-CN" sz="1800" kern="100" dirty="0">
                        <a:latin typeface="Times New Roman"/>
                        <a:ea typeface="宋体"/>
                      </a:endParaRPr>
                    </a:p>
                  </a:txBody>
                  <a:tcPr marL="22224" marR="22224" marT="714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eaLnBrk="0" hangingPunct="0">
                        <a:lnSpc>
                          <a:spcPct val="150000"/>
                        </a:lnSpc>
                        <a:spcAft>
                          <a:spcPts val="0"/>
                        </a:spcAft>
                      </a:pPr>
                      <a:r>
                        <a:rPr lang="en-US" sz="1800" kern="100" dirty="0">
                          <a:latin typeface="Times New Roman"/>
                          <a:ea typeface="宋体"/>
                        </a:rPr>
                        <a:t>24 </a:t>
                      </a:r>
                      <a:endParaRPr lang="zh-CN" sz="1800" kern="100" dirty="0">
                        <a:latin typeface="Times New Roman"/>
                        <a:ea typeface="宋体"/>
                      </a:endParaRPr>
                    </a:p>
                  </a:txBody>
                  <a:tcPr marL="22224" marR="22224" marT="714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3"/>
                  </a:ext>
                </a:extLst>
              </a:tr>
              <a:tr h="418620">
                <a:tc vMerge="1">
                  <a:txBody>
                    <a:bodyPr/>
                    <a:lstStyle/>
                    <a:p>
                      <a:endParaRPr lang="zh-CN" altLang="en-US"/>
                    </a:p>
                  </a:txBody>
                  <a:tcPr/>
                </a:tc>
                <a:tc>
                  <a:txBody>
                    <a:bodyPr/>
                    <a:lstStyle/>
                    <a:p>
                      <a:pPr algn="ctr" eaLnBrk="0" hangingPunct="0">
                        <a:lnSpc>
                          <a:spcPct val="150000"/>
                        </a:lnSpc>
                        <a:spcAft>
                          <a:spcPts val="0"/>
                        </a:spcAft>
                      </a:pPr>
                      <a:r>
                        <a:rPr lang="en-US" sz="1800" kern="100" dirty="0">
                          <a:solidFill>
                            <a:srgbClr val="000000"/>
                          </a:solidFill>
                          <a:latin typeface="Times New Roman"/>
                          <a:ea typeface="宋体"/>
                        </a:rPr>
                        <a:t>Channels of temperature measure</a:t>
                      </a:r>
                      <a:endParaRPr lang="zh-CN" sz="1800" kern="100" dirty="0">
                        <a:latin typeface="Times New Roman"/>
                        <a:ea typeface="宋体"/>
                      </a:endParaRPr>
                    </a:p>
                  </a:txBody>
                  <a:tcPr marL="22224" marR="22224" marT="714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eaLnBrk="0" hangingPunct="0">
                        <a:lnSpc>
                          <a:spcPct val="150000"/>
                        </a:lnSpc>
                        <a:spcAft>
                          <a:spcPts val="0"/>
                        </a:spcAft>
                      </a:pPr>
                      <a:r>
                        <a:rPr lang="en-US" sz="1800" kern="100" dirty="0">
                          <a:latin typeface="Times New Roman"/>
                          <a:ea typeface="宋体"/>
                        </a:rPr>
                        <a:t>24</a:t>
                      </a:r>
                      <a:endParaRPr lang="zh-CN" sz="1800" kern="100" dirty="0">
                        <a:latin typeface="Times New Roman"/>
                        <a:ea typeface="宋体"/>
                      </a:endParaRPr>
                    </a:p>
                  </a:txBody>
                  <a:tcPr marL="22224" marR="22224" marT="714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4"/>
                  </a:ext>
                </a:extLst>
              </a:tr>
              <a:tr h="822960">
                <a:tc>
                  <a:txBody>
                    <a:bodyPr/>
                    <a:lstStyle/>
                    <a:p>
                      <a:pPr algn="ctr" eaLnBrk="0" hangingPunct="0">
                        <a:lnSpc>
                          <a:spcPct val="150000"/>
                        </a:lnSpc>
                        <a:spcAft>
                          <a:spcPts val="0"/>
                        </a:spcAft>
                      </a:pPr>
                      <a:r>
                        <a:rPr lang="en-US" sz="1800" kern="100">
                          <a:latin typeface="Times New Roman"/>
                          <a:ea typeface="宋体"/>
                          <a:cs typeface="Mangal"/>
                        </a:rPr>
                        <a:t>Analog Channel</a:t>
                      </a:r>
                      <a:endParaRPr lang="zh-CN" sz="1800" kern="100">
                        <a:latin typeface="Times New Roman"/>
                        <a:ea typeface="宋体"/>
                      </a:endParaRPr>
                    </a:p>
                  </a:txBody>
                  <a:tcPr marL="137155" marR="13715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eaLnBrk="0" hangingPunct="0">
                        <a:lnSpc>
                          <a:spcPct val="150000"/>
                        </a:lnSpc>
                        <a:spcAft>
                          <a:spcPts val="0"/>
                        </a:spcAft>
                      </a:pPr>
                      <a:r>
                        <a:rPr lang="en-US" sz="1800" kern="100" dirty="0">
                          <a:latin typeface="Times New Roman"/>
                          <a:ea typeface="宋体"/>
                          <a:cs typeface="Mangal"/>
                        </a:rPr>
                        <a:t>Number of analog measuring channel</a:t>
                      </a:r>
                      <a:endParaRPr lang="zh-CN" sz="1800" kern="100" dirty="0">
                        <a:latin typeface="Times New Roman"/>
                        <a:ea typeface="宋体"/>
                      </a:endParaRPr>
                    </a:p>
                  </a:txBody>
                  <a:tcPr marL="137155" marR="13715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eaLnBrk="0" hangingPunct="0">
                        <a:lnSpc>
                          <a:spcPct val="150000"/>
                        </a:lnSpc>
                        <a:spcAft>
                          <a:spcPts val="0"/>
                        </a:spcAft>
                      </a:pPr>
                      <a:r>
                        <a:rPr lang="en-US" sz="1800" kern="100" dirty="0">
                          <a:latin typeface="Times New Roman"/>
                          <a:ea typeface="宋体"/>
                          <a:cs typeface="Mangal"/>
                        </a:rPr>
                        <a:t>8</a:t>
                      </a:r>
                      <a:endParaRPr lang="zh-CN" sz="1800" kern="100" dirty="0">
                        <a:latin typeface="Times New Roman"/>
                        <a:ea typeface="宋体"/>
                      </a:endParaRPr>
                    </a:p>
                  </a:txBody>
                  <a:tcPr marL="137155" marR="13715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5"/>
                  </a:ext>
                </a:extLst>
              </a:tr>
            </a:tbl>
          </a:graphicData>
        </a:graphic>
      </p:graphicFrame>
    </p:spTree>
    <p:extLst>
      <p:ext uri="{BB962C8B-B14F-4D97-AF65-F5344CB8AC3E}">
        <p14:creationId xmlns:p14="http://schemas.microsoft.com/office/powerpoint/2010/main" val="10460295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PART 1: OBDH Specification </a:t>
            </a:r>
            <a:endParaRPr lang="zh-CN" altLang="en-US" dirty="0"/>
          </a:p>
        </p:txBody>
      </p:sp>
      <p:sp>
        <p:nvSpPr>
          <p:cNvPr id="4" name="页脚占位符 3"/>
          <p:cNvSpPr>
            <a:spLocks noGrp="1"/>
          </p:cNvSpPr>
          <p:nvPr>
            <p:ph type="ftr" sz="quarter" idx="11"/>
          </p:nvPr>
        </p:nvSpPr>
        <p:spPr/>
        <p:txBody>
          <a:bodyPr/>
          <a:lstStyle/>
          <a:p>
            <a:r>
              <a:rPr lang="en-US" altLang="zh-CN" dirty="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10</a:t>
            </a:fld>
            <a:r>
              <a:rPr lang="zh-CN" altLang="en-US"/>
              <a:t> </a:t>
            </a:r>
            <a:endParaRPr lang="zh-CN" altLang="en-US" dirty="0">
              <a:latin typeface="微软雅黑" pitchFamily="34" charset="-122"/>
              <a:ea typeface="微软雅黑" pitchFamily="34" charset="-122"/>
            </a:endParaRPr>
          </a:p>
        </p:txBody>
      </p:sp>
      <p:sp>
        <p:nvSpPr>
          <p:cNvPr id="3" name="Rectangle 2"/>
          <p:cNvSpPr>
            <a:spLocks noChangeArrowheads="1"/>
          </p:cNvSpPr>
          <p:nvPr/>
        </p:nvSpPr>
        <p:spPr bwMode="auto">
          <a:xfrm>
            <a:off x="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4"/>
          <p:cNvSpPr>
            <a:spLocks noChangeArrowheads="1"/>
          </p:cNvSpPr>
          <p:nvPr/>
        </p:nvSpPr>
        <p:spPr bwMode="auto">
          <a:xfrm>
            <a:off x="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9" name="表格 8"/>
          <p:cNvGraphicFramePr>
            <a:graphicFrameLocks noGrp="1"/>
          </p:cNvGraphicFramePr>
          <p:nvPr>
            <p:extLst>
              <p:ext uri="{D42A27DB-BD31-4B8C-83A1-F6EECF244321}">
                <p14:modId xmlns:p14="http://schemas.microsoft.com/office/powerpoint/2010/main" val="1815549016"/>
              </p:ext>
            </p:extLst>
          </p:nvPr>
        </p:nvGraphicFramePr>
        <p:xfrm>
          <a:off x="665166" y="1445398"/>
          <a:ext cx="7978775" cy="1653384"/>
        </p:xfrm>
        <a:graphic>
          <a:graphicData uri="http://schemas.openxmlformats.org/drawingml/2006/table">
            <a:tbl>
              <a:tblPr/>
              <a:tblGrid>
                <a:gridCol w="2500242">
                  <a:extLst>
                    <a:ext uri="{9D8B030D-6E8A-4147-A177-3AD203B41FA5}">
                      <a16:colId xmlns:a16="http://schemas.microsoft.com/office/drawing/2014/main" xmlns="" val="20000"/>
                    </a:ext>
                  </a:extLst>
                </a:gridCol>
                <a:gridCol w="3143163">
                  <a:extLst>
                    <a:ext uri="{9D8B030D-6E8A-4147-A177-3AD203B41FA5}">
                      <a16:colId xmlns:a16="http://schemas.microsoft.com/office/drawing/2014/main" xmlns="" val="20001"/>
                    </a:ext>
                  </a:extLst>
                </a:gridCol>
                <a:gridCol w="2335370">
                  <a:extLst>
                    <a:ext uri="{9D8B030D-6E8A-4147-A177-3AD203B41FA5}">
                      <a16:colId xmlns:a16="http://schemas.microsoft.com/office/drawing/2014/main" xmlns="" val="20002"/>
                    </a:ext>
                  </a:extLst>
                </a:gridCol>
              </a:tblGrid>
              <a:tr h="418704">
                <a:tc>
                  <a:txBody>
                    <a:bodyPr/>
                    <a:lstStyle/>
                    <a:p>
                      <a:pPr algn="ctr">
                        <a:lnSpc>
                          <a:spcPct val="150000"/>
                        </a:lnSpc>
                        <a:spcAft>
                          <a:spcPts val="0"/>
                        </a:spcAft>
                      </a:pPr>
                      <a:r>
                        <a:rPr lang="en-US" sz="1800" b="1" kern="1200" dirty="0">
                          <a:solidFill>
                            <a:srgbClr val="000000"/>
                          </a:solidFill>
                          <a:latin typeface="Times New Roman"/>
                          <a:ea typeface="宋体"/>
                        </a:rPr>
                        <a:t>Type</a:t>
                      </a:r>
                      <a:endParaRPr lang="zh-CN" sz="1800" kern="100" dirty="0">
                        <a:latin typeface="Times New Roman"/>
                        <a:ea typeface="宋体"/>
                      </a:endParaRPr>
                    </a:p>
                  </a:txBody>
                  <a:tcPr marL="22224" marR="22224" marT="714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50000"/>
                        </a:lnSpc>
                        <a:spcAft>
                          <a:spcPts val="0"/>
                        </a:spcAft>
                      </a:pPr>
                      <a:r>
                        <a:rPr lang="en-US" sz="1800" b="1" kern="1200" dirty="0">
                          <a:solidFill>
                            <a:srgbClr val="000000"/>
                          </a:solidFill>
                          <a:latin typeface="Times New Roman"/>
                          <a:ea typeface="宋体"/>
                        </a:rPr>
                        <a:t>Item</a:t>
                      </a:r>
                      <a:endParaRPr lang="zh-CN" sz="1800" kern="100" dirty="0">
                        <a:latin typeface="Times New Roman"/>
                        <a:ea typeface="宋体"/>
                      </a:endParaRPr>
                    </a:p>
                  </a:txBody>
                  <a:tcPr marL="22224" marR="22224" marT="714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50000"/>
                        </a:lnSpc>
                        <a:spcAft>
                          <a:spcPts val="0"/>
                        </a:spcAft>
                      </a:pPr>
                      <a:r>
                        <a:rPr lang="en-US" sz="1800" b="1" kern="1200">
                          <a:solidFill>
                            <a:srgbClr val="000000"/>
                          </a:solidFill>
                          <a:latin typeface="Times New Roman"/>
                          <a:ea typeface="宋体"/>
                        </a:rPr>
                        <a:t>Parameter</a:t>
                      </a:r>
                      <a:endParaRPr lang="zh-CN" sz="1800" kern="100">
                        <a:latin typeface="Times New Roman"/>
                        <a:ea typeface="宋体"/>
                      </a:endParaRPr>
                    </a:p>
                  </a:txBody>
                  <a:tcPr marL="22224" marR="22224" marT="714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0"/>
                  </a:ext>
                </a:extLst>
              </a:tr>
              <a:tr h="411560">
                <a:tc rowSpan="3">
                  <a:txBody>
                    <a:bodyPr/>
                    <a:lstStyle/>
                    <a:p>
                      <a:pPr algn="ctr" eaLnBrk="0" hangingPunct="0">
                        <a:lnSpc>
                          <a:spcPct val="150000"/>
                        </a:lnSpc>
                        <a:spcAft>
                          <a:spcPts val="0"/>
                        </a:spcAft>
                      </a:pPr>
                      <a:r>
                        <a:rPr lang="en-US" sz="1800" kern="100" dirty="0">
                          <a:latin typeface="Times New Roman"/>
                          <a:ea typeface="宋体"/>
                          <a:cs typeface="Mangal"/>
                        </a:rPr>
                        <a:t>CAN Bus</a:t>
                      </a:r>
                      <a:endParaRPr lang="zh-CN" sz="1800" kern="100" dirty="0">
                        <a:latin typeface="Times New Roman"/>
                        <a:ea typeface="宋体"/>
                      </a:endParaRPr>
                    </a:p>
                  </a:txBody>
                  <a:tcPr marL="137155" marR="13715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eaLnBrk="0" hangingPunct="0">
                        <a:lnSpc>
                          <a:spcPct val="150000"/>
                        </a:lnSpc>
                        <a:spcAft>
                          <a:spcPts val="0"/>
                        </a:spcAft>
                      </a:pPr>
                      <a:r>
                        <a:rPr lang="en-US" sz="1800" kern="100" dirty="0">
                          <a:latin typeface="Times New Roman"/>
                          <a:ea typeface="宋体"/>
                          <a:cs typeface="Mangal"/>
                        </a:rPr>
                        <a:t>Bus type</a:t>
                      </a:r>
                      <a:endParaRPr lang="zh-CN" sz="1800" kern="100" dirty="0">
                        <a:latin typeface="Times New Roman"/>
                        <a:ea typeface="宋体"/>
                      </a:endParaRPr>
                    </a:p>
                  </a:txBody>
                  <a:tcPr marL="137155" marR="13715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eaLnBrk="0" hangingPunct="0">
                        <a:lnSpc>
                          <a:spcPct val="150000"/>
                        </a:lnSpc>
                        <a:spcAft>
                          <a:spcPts val="0"/>
                        </a:spcAft>
                      </a:pPr>
                      <a:r>
                        <a:rPr lang="en-US" sz="1800" kern="100" dirty="0">
                          <a:latin typeface="Times New Roman"/>
                          <a:ea typeface="宋体"/>
                          <a:cs typeface="Mangal"/>
                        </a:rPr>
                        <a:t>CAN</a:t>
                      </a:r>
                      <a:endParaRPr lang="zh-CN" sz="1800" kern="100" dirty="0">
                        <a:latin typeface="Times New Roman"/>
                        <a:ea typeface="宋体"/>
                      </a:endParaRPr>
                    </a:p>
                  </a:txBody>
                  <a:tcPr marL="137155" marR="13715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r h="411560">
                <a:tc vMerge="1">
                  <a:txBody>
                    <a:bodyPr/>
                    <a:lstStyle/>
                    <a:p>
                      <a:endParaRPr lang="zh-CN" altLang="en-US"/>
                    </a:p>
                  </a:txBody>
                  <a:tcPr/>
                </a:tc>
                <a:tc>
                  <a:txBody>
                    <a:bodyPr/>
                    <a:lstStyle/>
                    <a:p>
                      <a:pPr algn="ctr" eaLnBrk="0" hangingPunct="0">
                        <a:lnSpc>
                          <a:spcPct val="150000"/>
                        </a:lnSpc>
                        <a:spcAft>
                          <a:spcPts val="0"/>
                        </a:spcAft>
                      </a:pPr>
                      <a:r>
                        <a:rPr lang="en-US" sz="1800" kern="100" dirty="0">
                          <a:latin typeface="Times New Roman"/>
                          <a:ea typeface="宋体"/>
                          <a:cs typeface="Mangal"/>
                        </a:rPr>
                        <a:t>Baud rate</a:t>
                      </a:r>
                      <a:endParaRPr lang="zh-CN" sz="1800" kern="100" dirty="0">
                        <a:latin typeface="Times New Roman"/>
                        <a:ea typeface="宋体"/>
                      </a:endParaRPr>
                    </a:p>
                  </a:txBody>
                  <a:tcPr marL="137155" marR="13715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eaLnBrk="0" hangingPunct="0">
                        <a:lnSpc>
                          <a:spcPct val="150000"/>
                        </a:lnSpc>
                        <a:spcAft>
                          <a:spcPts val="0"/>
                        </a:spcAft>
                      </a:pPr>
                      <a:r>
                        <a:rPr lang="en-US" sz="1800" kern="100" dirty="0">
                          <a:latin typeface="Times New Roman"/>
                          <a:ea typeface="宋体"/>
                          <a:cs typeface="Mangal"/>
                        </a:rPr>
                        <a:t>500kpbs</a:t>
                      </a:r>
                      <a:endParaRPr lang="zh-CN" sz="1800" kern="100" dirty="0">
                        <a:latin typeface="Times New Roman"/>
                        <a:ea typeface="宋体"/>
                      </a:endParaRPr>
                    </a:p>
                  </a:txBody>
                  <a:tcPr marL="137155" marR="13715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2"/>
                  </a:ext>
                </a:extLst>
              </a:tr>
              <a:tr h="411560">
                <a:tc vMerge="1">
                  <a:txBody>
                    <a:bodyPr/>
                    <a:lstStyle/>
                    <a:p>
                      <a:endParaRPr lang="zh-CN" altLang="en-US"/>
                    </a:p>
                  </a:txBody>
                  <a:tcPr/>
                </a:tc>
                <a:tc>
                  <a:txBody>
                    <a:bodyPr/>
                    <a:lstStyle/>
                    <a:p>
                      <a:pPr algn="ctr" eaLnBrk="0" hangingPunct="0">
                        <a:lnSpc>
                          <a:spcPct val="150000"/>
                        </a:lnSpc>
                        <a:spcAft>
                          <a:spcPts val="0"/>
                        </a:spcAft>
                      </a:pPr>
                      <a:r>
                        <a:rPr lang="en-US" sz="1800" kern="100" dirty="0">
                          <a:latin typeface="Times New Roman"/>
                          <a:ea typeface="宋体"/>
                          <a:cs typeface="Mangal"/>
                        </a:rPr>
                        <a:t>Bus utilization</a:t>
                      </a:r>
                      <a:endParaRPr lang="zh-CN" sz="1800" kern="100" dirty="0">
                        <a:latin typeface="Times New Roman"/>
                        <a:ea typeface="宋体"/>
                      </a:endParaRPr>
                    </a:p>
                  </a:txBody>
                  <a:tcPr marL="137155" marR="13715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eaLnBrk="0" hangingPunct="0">
                        <a:lnSpc>
                          <a:spcPct val="150000"/>
                        </a:lnSpc>
                        <a:spcAft>
                          <a:spcPts val="0"/>
                        </a:spcAft>
                      </a:pPr>
                      <a:r>
                        <a:rPr lang="en-US" sz="1800" kern="100" dirty="0">
                          <a:latin typeface="Times New Roman"/>
                          <a:ea typeface="宋体"/>
                          <a:cs typeface="Mangal"/>
                        </a:rPr>
                        <a:t>≤30%</a:t>
                      </a:r>
                      <a:endParaRPr lang="zh-CN" sz="1800" kern="100" dirty="0">
                        <a:latin typeface="Times New Roman"/>
                        <a:ea typeface="宋体"/>
                      </a:endParaRPr>
                    </a:p>
                  </a:txBody>
                  <a:tcPr marL="137155" marR="13715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3"/>
                  </a:ext>
                </a:extLst>
              </a:tr>
            </a:tbl>
          </a:graphicData>
        </a:graphic>
      </p:graphicFrame>
    </p:spTree>
    <p:extLst>
      <p:ext uri="{BB962C8B-B14F-4D97-AF65-F5344CB8AC3E}">
        <p14:creationId xmlns:p14="http://schemas.microsoft.com/office/powerpoint/2010/main" val="4703002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472518" cy="811995"/>
          </a:xfrm>
        </p:spPr>
        <p:txBody>
          <a:bodyPr>
            <a:normAutofit/>
          </a:bodyPr>
          <a:lstStyle/>
          <a:p>
            <a:r>
              <a:rPr lang="en-US" altLang="zh-CN" dirty="0"/>
              <a:t>PART 2: Telemetry Management</a:t>
            </a:r>
          </a:p>
        </p:txBody>
      </p:sp>
      <p:sp>
        <p:nvSpPr>
          <p:cNvPr id="4" name="页脚占位符 3"/>
          <p:cNvSpPr>
            <a:spLocks noGrp="1"/>
          </p:cNvSpPr>
          <p:nvPr>
            <p:ph type="ftr" sz="quarter" idx="11"/>
          </p:nvPr>
        </p:nvSpPr>
        <p:spPr/>
        <p:txBody>
          <a:bodyPr/>
          <a:lstStyle/>
          <a:p>
            <a:r>
              <a:rPr lang="en-US" altLang="zh-CN" dirty="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11</a:t>
            </a:fld>
            <a:r>
              <a:rPr lang="zh-CN" altLang="en-US"/>
              <a:t> </a:t>
            </a:r>
            <a:endParaRPr lang="zh-CN" altLang="en-US" dirty="0">
              <a:latin typeface="微软雅黑" pitchFamily="34" charset="-122"/>
              <a:ea typeface="微软雅黑" pitchFamily="34" charset="-122"/>
            </a:endParaRPr>
          </a:p>
        </p:txBody>
      </p:sp>
      <p:sp>
        <p:nvSpPr>
          <p:cNvPr id="3" name="Rectangle 2"/>
          <p:cNvSpPr>
            <a:spLocks noChangeArrowheads="1"/>
          </p:cNvSpPr>
          <p:nvPr/>
        </p:nvSpPr>
        <p:spPr bwMode="auto">
          <a:xfrm>
            <a:off x="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4"/>
          <p:cNvSpPr>
            <a:spLocks noChangeArrowheads="1"/>
          </p:cNvSpPr>
          <p:nvPr/>
        </p:nvSpPr>
        <p:spPr bwMode="auto">
          <a:xfrm>
            <a:off x="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3" name="椭圆 4"/>
          <p:cNvSpPr>
            <a:spLocks noChangeArrowheads="1"/>
          </p:cNvSpPr>
          <p:nvPr/>
        </p:nvSpPr>
        <p:spPr bwMode="auto">
          <a:xfrm rot="10800000">
            <a:off x="3629770" y="2463404"/>
            <a:ext cx="2743200" cy="903684"/>
          </a:xfrm>
          <a:prstGeom prst="ellipse">
            <a:avLst/>
          </a:prstGeom>
          <a:solidFill>
            <a:schemeClr val="bg1"/>
          </a:solidFill>
          <a:ln w="12700" algn="ctr">
            <a:solidFill>
              <a:srgbClr val="0070C0"/>
            </a:solidFill>
            <a:round/>
            <a:headEnd/>
            <a:tailEnd/>
          </a:ln>
        </p:spPr>
        <p:txBody>
          <a:bodyPr wrap="none" anchor="ctr"/>
          <a:lstStyle/>
          <a:p>
            <a:endParaRPr lang="zh-CN" altLang="en-US">
              <a:solidFill>
                <a:srgbClr val="FF0000"/>
              </a:solidFill>
            </a:endParaRPr>
          </a:p>
        </p:txBody>
      </p:sp>
      <p:pic>
        <p:nvPicPr>
          <p:cNvPr id="14" name="Picture 5" descr="haiyang1"/>
          <p:cNvPicPr>
            <a:picLocks noChangeAspect="1" noChangeArrowheads="1"/>
          </p:cNvPicPr>
          <p:nvPr/>
        </p:nvPicPr>
        <p:blipFill>
          <a:blip r:embed="rId3" cstate="print">
            <a:clrChange>
              <a:clrFrom>
                <a:srgbClr val="FDFDFD"/>
              </a:clrFrom>
              <a:clrTo>
                <a:srgbClr val="FDFDFD">
                  <a:alpha val="0"/>
                </a:srgbClr>
              </a:clrTo>
            </a:clrChange>
            <a:extLst>
              <a:ext uri="{28A0092B-C50C-407E-A947-70E740481C1C}">
                <a14:useLocalDpi xmlns:a14="http://schemas.microsoft.com/office/drawing/2010/main" val="0"/>
              </a:ext>
            </a:extLst>
          </a:blip>
          <a:srcRect/>
          <a:stretch>
            <a:fillRect/>
          </a:stretch>
        </p:blipFill>
        <p:spPr bwMode="auto">
          <a:xfrm>
            <a:off x="5976098" y="1545432"/>
            <a:ext cx="13684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3"/>
          <p:cNvPicPr>
            <a:picLocks noChangeAspect="1" noChangeArrowheads="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259635" y="1591868"/>
            <a:ext cx="2339975" cy="1754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弧形 15"/>
          <p:cNvSpPr/>
          <p:nvPr/>
        </p:nvSpPr>
        <p:spPr bwMode="auto">
          <a:xfrm rot="11605851">
            <a:off x="3688507" y="2147888"/>
            <a:ext cx="431800" cy="309563"/>
          </a:xfrm>
          <a:prstGeom prst="arc">
            <a:avLst/>
          </a:prstGeom>
          <a:ln>
            <a:headEnd type="none" w="med" len="med"/>
            <a:tailEnd type="none" w="med" len="med"/>
          </a:ln>
        </p:spPr>
        <p:style>
          <a:lnRef idx="2">
            <a:schemeClr val="dk1"/>
          </a:lnRef>
          <a:fillRef idx="0">
            <a:schemeClr val="dk1"/>
          </a:fillRef>
          <a:effectRef idx="1">
            <a:schemeClr val="dk1"/>
          </a:effectRef>
          <a:fontRef idx="minor">
            <a:schemeClr val="tx1"/>
          </a:fontRef>
        </p:style>
        <p:txBody>
          <a:bodyPr wrap="none" anchor="ctr"/>
          <a:lstStyle/>
          <a:p>
            <a:pPr>
              <a:defRPr/>
            </a:pPr>
            <a:endParaRPr lang="zh-CN" altLang="en-US">
              <a:solidFill>
                <a:srgbClr val="575F6D"/>
              </a:solidFill>
            </a:endParaRPr>
          </a:p>
        </p:txBody>
      </p:sp>
      <p:sp>
        <p:nvSpPr>
          <p:cNvPr id="17" name="弧形 16"/>
          <p:cNvSpPr/>
          <p:nvPr/>
        </p:nvSpPr>
        <p:spPr bwMode="auto">
          <a:xfrm rot="11858357">
            <a:off x="3855195" y="2106217"/>
            <a:ext cx="431800" cy="310753"/>
          </a:xfrm>
          <a:prstGeom prst="arc">
            <a:avLst/>
          </a:prstGeom>
          <a:ln>
            <a:headEnd type="none" w="med" len="med"/>
            <a:tailEnd type="none" w="med" len="med"/>
          </a:ln>
        </p:spPr>
        <p:style>
          <a:lnRef idx="2">
            <a:schemeClr val="dk1"/>
          </a:lnRef>
          <a:fillRef idx="0">
            <a:schemeClr val="dk1"/>
          </a:fillRef>
          <a:effectRef idx="1">
            <a:schemeClr val="dk1"/>
          </a:effectRef>
          <a:fontRef idx="minor">
            <a:schemeClr val="tx1"/>
          </a:fontRef>
        </p:style>
        <p:txBody>
          <a:bodyPr wrap="none" anchor="ctr"/>
          <a:lstStyle/>
          <a:p>
            <a:pPr>
              <a:defRPr/>
            </a:pPr>
            <a:endParaRPr lang="zh-CN" altLang="en-US">
              <a:solidFill>
                <a:srgbClr val="575F6D"/>
              </a:solidFill>
            </a:endParaRPr>
          </a:p>
        </p:txBody>
      </p:sp>
      <p:sp>
        <p:nvSpPr>
          <p:cNvPr id="18" name="弧形 17"/>
          <p:cNvSpPr/>
          <p:nvPr/>
        </p:nvSpPr>
        <p:spPr bwMode="auto">
          <a:xfrm rot="11858357">
            <a:off x="4015532" y="2066926"/>
            <a:ext cx="431800" cy="310754"/>
          </a:xfrm>
          <a:prstGeom prst="arc">
            <a:avLst/>
          </a:prstGeom>
          <a:ln>
            <a:headEnd type="none" w="med" len="med"/>
            <a:tailEnd type="none" w="med" len="med"/>
          </a:ln>
        </p:spPr>
        <p:style>
          <a:lnRef idx="2">
            <a:schemeClr val="dk1"/>
          </a:lnRef>
          <a:fillRef idx="0">
            <a:schemeClr val="dk1"/>
          </a:fillRef>
          <a:effectRef idx="1">
            <a:schemeClr val="dk1"/>
          </a:effectRef>
          <a:fontRef idx="minor">
            <a:schemeClr val="tx1"/>
          </a:fontRef>
        </p:style>
        <p:txBody>
          <a:bodyPr wrap="none" anchor="ctr"/>
          <a:lstStyle/>
          <a:p>
            <a:pPr>
              <a:defRPr/>
            </a:pPr>
            <a:endParaRPr lang="zh-CN" altLang="en-US">
              <a:solidFill>
                <a:srgbClr val="575F6D"/>
              </a:solidFill>
            </a:endParaRPr>
          </a:p>
        </p:txBody>
      </p:sp>
      <p:sp>
        <p:nvSpPr>
          <p:cNvPr id="19" name="弧形 18"/>
          <p:cNvSpPr/>
          <p:nvPr/>
        </p:nvSpPr>
        <p:spPr bwMode="auto">
          <a:xfrm rot="11858357">
            <a:off x="5144245" y="1803799"/>
            <a:ext cx="431800" cy="310753"/>
          </a:xfrm>
          <a:prstGeom prst="arc">
            <a:avLst/>
          </a:prstGeom>
          <a:ln>
            <a:headEnd type="none" w="med" len="med"/>
            <a:tailEnd type="none" w="med" len="med"/>
          </a:ln>
        </p:spPr>
        <p:style>
          <a:lnRef idx="2">
            <a:schemeClr val="dk1"/>
          </a:lnRef>
          <a:fillRef idx="0">
            <a:schemeClr val="dk1"/>
          </a:fillRef>
          <a:effectRef idx="1">
            <a:schemeClr val="dk1"/>
          </a:effectRef>
          <a:fontRef idx="minor">
            <a:schemeClr val="tx1"/>
          </a:fontRef>
        </p:style>
        <p:txBody>
          <a:bodyPr wrap="none" anchor="ctr"/>
          <a:lstStyle/>
          <a:p>
            <a:pPr>
              <a:defRPr/>
            </a:pPr>
            <a:endParaRPr lang="zh-CN" altLang="en-US">
              <a:solidFill>
                <a:srgbClr val="575F6D"/>
              </a:solidFill>
            </a:endParaRPr>
          </a:p>
        </p:txBody>
      </p:sp>
      <p:sp>
        <p:nvSpPr>
          <p:cNvPr id="20" name="弧形 19"/>
          <p:cNvSpPr/>
          <p:nvPr/>
        </p:nvSpPr>
        <p:spPr bwMode="auto">
          <a:xfrm rot="11858357">
            <a:off x="5347445" y="1749030"/>
            <a:ext cx="431800" cy="310753"/>
          </a:xfrm>
          <a:prstGeom prst="arc">
            <a:avLst/>
          </a:prstGeom>
          <a:ln>
            <a:headEnd type="none" w="med" len="med"/>
            <a:tailEnd type="none" w="med" len="med"/>
          </a:ln>
        </p:spPr>
        <p:style>
          <a:lnRef idx="2">
            <a:schemeClr val="dk1"/>
          </a:lnRef>
          <a:fillRef idx="0">
            <a:schemeClr val="dk1"/>
          </a:fillRef>
          <a:effectRef idx="1">
            <a:schemeClr val="dk1"/>
          </a:effectRef>
          <a:fontRef idx="minor">
            <a:schemeClr val="tx1"/>
          </a:fontRef>
        </p:style>
        <p:txBody>
          <a:bodyPr wrap="none" anchor="ctr"/>
          <a:lstStyle/>
          <a:p>
            <a:pPr>
              <a:defRPr/>
            </a:pPr>
            <a:endParaRPr lang="zh-CN" altLang="en-US">
              <a:solidFill>
                <a:srgbClr val="575F6D"/>
              </a:solidFill>
            </a:endParaRPr>
          </a:p>
        </p:txBody>
      </p:sp>
      <p:sp>
        <p:nvSpPr>
          <p:cNvPr id="21" name="弧形 20"/>
          <p:cNvSpPr/>
          <p:nvPr/>
        </p:nvSpPr>
        <p:spPr bwMode="auto">
          <a:xfrm rot="11858357">
            <a:off x="4998195" y="1857376"/>
            <a:ext cx="431800" cy="310754"/>
          </a:xfrm>
          <a:prstGeom prst="arc">
            <a:avLst/>
          </a:prstGeom>
          <a:ln>
            <a:headEnd type="none" w="med" len="med"/>
            <a:tailEnd type="none" w="med" len="med"/>
          </a:ln>
        </p:spPr>
        <p:style>
          <a:lnRef idx="2">
            <a:schemeClr val="dk1"/>
          </a:lnRef>
          <a:fillRef idx="0">
            <a:schemeClr val="dk1"/>
          </a:fillRef>
          <a:effectRef idx="1">
            <a:schemeClr val="dk1"/>
          </a:effectRef>
          <a:fontRef idx="minor">
            <a:schemeClr val="tx1"/>
          </a:fontRef>
        </p:style>
        <p:txBody>
          <a:bodyPr wrap="none" anchor="ctr"/>
          <a:lstStyle/>
          <a:p>
            <a:pPr>
              <a:defRPr/>
            </a:pPr>
            <a:endParaRPr lang="zh-CN" altLang="en-US">
              <a:solidFill>
                <a:srgbClr val="575F6D"/>
              </a:solidFill>
            </a:endParaRPr>
          </a:p>
        </p:txBody>
      </p:sp>
      <p:sp>
        <p:nvSpPr>
          <p:cNvPr id="22" name="矩形 1"/>
          <p:cNvSpPr>
            <a:spLocks noChangeArrowheads="1"/>
          </p:cNvSpPr>
          <p:nvPr/>
        </p:nvSpPr>
        <p:spPr bwMode="auto">
          <a:xfrm>
            <a:off x="1475535" y="3301604"/>
            <a:ext cx="260191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lnSpc>
                <a:spcPct val="150000"/>
              </a:lnSpc>
            </a:pPr>
            <a:r>
              <a:rPr lang="en-US" altLang="zh-CN" sz="2400">
                <a:solidFill>
                  <a:schemeClr val="tx1"/>
                </a:solidFill>
              </a:rPr>
              <a:t>Ground Users</a:t>
            </a:r>
          </a:p>
        </p:txBody>
      </p:sp>
      <p:sp>
        <p:nvSpPr>
          <p:cNvPr id="23" name="矩形 1"/>
          <p:cNvSpPr>
            <a:spLocks noChangeArrowheads="1"/>
          </p:cNvSpPr>
          <p:nvPr/>
        </p:nvSpPr>
        <p:spPr bwMode="auto">
          <a:xfrm>
            <a:off x="4204448" y="2651523"/>
            <a:ext cx="260032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lnSpc>
                <a:spcPct val="150000"/>
              </a:lnSpc>
            </a:pPr>
            <a:r>
              <a:rPr lang="en-US" altLang="zh-CN" sz="2400">
                <a:solidFill>
                  <a:schemeClr val="tx1"/>
                </a:solidFill>
              </a:rPr>
              <a:t>Telemetry</a:t>
            </a:r>
          </a:p>
        </p:txBody>
      </p:sp>
      <p:sp>
        <p:nvSpPr>
          <p:cNvPr id="24" name="矩形 1"/>
          <p:cNvSpPr>
            <a:spLocks noChangeArrowheads="1"/>
          </p:cNvSpPr>
          <p:nvPr/>
        </p:nvSpPr>
        <p:spPr bwMode="auto">
          <a:xfrm>
            <a:off x="6039595" y="2108598"/>
            <a:ext cx="260191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lnSpc>
                <a:spcPct val="150000"/>
              </a:lnSpc>
            </a:pPr>
            <a:r>
              <a:rPr lang="en-US" altLang="zh-CN" sz="2400">
                <a:solidFill>
                  <a:schemeClr val="tx1"/>
                </a:solidFill>
              </a:rPr>
              <a:t>Satellite</a:t>
            </a:r>
          </a:p>
        </p:txBody>
      </p:sp>
      <p:cxnSp>
        <p:nvCxnSpPr>
          <p:cNvPr id="25" name="直接箭头连接符 21"/>
          <p:cNvCxnSpPr>
            <a:cxnSpLocks noChangeShapeType="1"/>
          </p:cNvCxnSpPr>
          <p:nvPr/>
        </p:nvCxnSpPr>
        <p:spPr bwMode="auto">
          <a:xfrm flipH="1">
            <a:off x="3647235" y="1644255"/>
            <a:ext cx="1647825" cy="420290"/>
          </a:xfrm>
          <a:prstGeom prst="straightConnector1">
            <a:avLst/>
          </a:prstGeom>
          <a:noFill/>
          <a:ln w="28575" algn="ctr">
            <a:solidFill>
              <a:srgbClr val="0070C0"/>
            </a:solidFill>
            <a:round/>
            <a:headEnd/>
            <a:tailEnd type="arrow" w="med" len="med"/>
          </a:ln>
          <a:extLst>
            <a:ext uri="{909E8E84-426E-40DD-AFC4-6F175D3DCCD1}">
              <a14:hiddenFill xmlns:a14="http://schemas.microsoft.com/office/drawing/2010/main">
                <a:noFill/>
              </a14:hiddenFill>
            </a:ext>
          </a:extLst>
        </p:spPr>
      </p:cxnSp>
      <p:sp>
        <p:nvSpPr>
          <p:cNvPr id="26" name="矩形 1"/>
          <p:cNvSpPr>
            <a:spLocks noChangeArrowheads="1"/>
          </p:cNvSpPr>
          <p:nvPr/>
        </p:nvSpPr>
        <p:spPr bwMode="auto">
          <a:xfrm>
            <a:off x="2889995" y="4030268"/>
            <a:ext cx="355441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lnSpc>
                <a:spcPct val="150000"/>
              </a:lnSpc>
            </a:pPr>
            <a:r>
              <a:rPr lang="en-US" altLang="zh-CN" sz="2400" dirty="0">
                <a:solidFill>
                  <a:srgbClr val="C00000"/>
                </a:solidFill>
              </a:rPr>
              <a:t>Data rate: 4096 bps</a:t>
            </a:r>
          </a:p>
        </p:txBody>
      </p:sp>
    </p:spTree>
    <p:extLst>
      <p:ext uri="{BB962C8B-B14F-4D97-AF65-F5344CB8AC3E}">
        <p14:creationId xmlns:p14="http://schemas.microsoft.com/office/powerpoint/2010/main" val="37088729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PART 2: Telemetry Management</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12</a:t>
            </a:fld>
            <a:r>
              <a:rPr lang="zh-CN" altLang="en-US"/>
              <a:t> </a:t>
            </a:r>
            <a:endParaRPr lang="zh-CN" altLang="en-US" dirty="0">
              <a:latin typeface="微软雅黑" pitchFamily="34" charset="-122"/>
              <a:ea typeface="微软雅黑" pitchFamily="34" charset="-122"/>
            </a:endParaRPr>
          </a:p>
        </p:txBody>
      </p:sp>
      <p:sp>
        <p:nvSpPr>
          <p:cNvPr id="6" name="内容占位符 2"/>
          <p:cNvSpPr>
            <a:spLocks noGrp="1"/>
          </p:cNvSpPr>
          <p:nvPr>
            <p:ph idx="1"/>
          </p:nvPr>
        </p:nvSpPr>
        <p:spPr bwMode="auto">
          <a:xfrm>
            <a:off x="323528" y="1419622"/>
            <a:ext cx="8507412" cy="231699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25000" lnSpcReduction="20000"/>
          </a:bodyPr>
          <a:lstStyle/>
          <a:p>
            <a:pPr marL="0">
              <a:lnSpc>
                <a:spcPct val="150000"/>
              </a:lnSpc>
              <a:spcBef>
                <a:spcPts val="600"/>
              </a:spcBef>
              <a:spcAft>
                <a:spcPts val="600"/>
              </a:spcAft>
              <a:buFontTx/>
              <a:buNone/>
            </a:pPr>
            <a:r>
              <a:rPr lang="en-US" altLang="zh-CN" sz="11200" dirty="0">
                <a:solidFill>
                  <a:schemeClr val="tx1"/>
                </a:solidFill>
              </a:rPr>
              <a:t>Telemetry(</a:t>
            </a:r>
            <a:r>
              <a:rPr lang="en-US" altLang="zh-CN" sz="11200" dirty="0">
                <a:solidFill>
                  <a:srgbClr val="FF0000"/>
                </a:solidFill>
              </a:rPr>
              <a:t>TM</a:t>
            </a:r>
            <a:r>
              <a:rPr lang="en-US" altLang="zh-CN" sz="11200" dirty="0">
                <a:solidFill>
                  <a:schemeClr val="tx1"/>
                </a:solidFill>
              </a:rPr>
              <a:t>) is the only way for the GS to monitor the state of satellite. In ETRSS-1, telemetry function is fulfilled by OBC, CAN bus network, and the sub-computers in each subsystem.</a:t>
            </a:r>
          </a:p>
          <a:p>
            <a:pPr marL="0">
              <a:lnSpc>
                <a:spcPct val="150000"/>
              </a:lnSpc>
              <a:spcBef>
                <a:spcPct val="0"/>
              </a:spcBef>
              <a:buFontTx/>
              <a:buNone/>
            </a:pPr>
            <a:endParaRPr lang="en-US" altLang="zh-CN" sz="2000" dirty="0">
              <a:solidFill>
                <a:schemeClr val="tx2"/>
              </a:solidFill>
              <a:cs typeface="Times New Roman" pitchFamily="18" charset="0"/>
            </a:endParaRPr>
          </a:p>
        </p:txBody>
      </p:sp>
    </p:spTree>
    <p:extLst>
      <p:ext uri="{BB962C8B-B14F-4D97-AF65-F5344CB8AC3E}">
        <p14:creationId xmlns:p14="http://schemas.microsoft.com/office/powerpoint/2010/main" val="32911274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PART 2: Telemetry Management</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13</a:t>
            </a:fld>
            <a:r>
              <a:rPr lang="zh-CN" altLang="en-US"/>
              <a:t> </a:t>
            </a:r>
            <a:endParaRPr lang="zh-CN" altLang="en-US" dirty="0">
              <a:latin typeface="微软雅黑" pitchFamily="34" charset="-122"/>
              <a:ea typeface="微软雅黑" pitchFamily="34" charset="-122"/>
            </a:endParaRPr>
          </a:p>
        </p:txBody>
      </p:sp>
      <p:sp>
        <p:nvSpPr>
          <p:cNvPr id="6" name="标题 2"/>
          <p:cNvSpPr txBox="1">
            <a:spLocks/>
          </p:cNvSpPr>
          <p:nvPr/>
        </p:nvSpPr>
        <p:spPr bwMode="auto">
          <a:xfrm>
            <a:off x="557213" y="903685"/>
            <a:ext cx="8229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algn="l"/>
            <a:r>
              <a:rPr lang="en-US" altLang="zh-CN" sz="2800" dirty="0">
                <a:solidFill>
                  <a:schemeClr val="tx1"/>
                </a:solidFill>
              </a:rPr>
              <a:t>Telemetry Information Flow</a:t>
            </a:r>
            <a:endParaRPr lang="zh-CN" altLang="en-US" sz="2800" dirty="0">
              <a:solidFill>
                <a:schemeClr val="tx1"/>
              </a:solidFill>
            </a:endParaRPr>
          </a:p>
        </p:txBody>
      </p:sp>
      <p:sp>
        <p:nvSpPr>
          <p:cNvPr id="7" name="内容占位符 2"/>
          <p:cNvSpPr>
            <a:spLocks noGrp="1"/>
          </p:cNvSpPr>
          <p:nvPr>
            <p:ph idx="1"/>
          </p:nvPr>
        </p:nvSpPr>
        <p:spPr>
          <a:xfrm>
            <a:off x="557213" y="1427390"/>
            <a:ext cx="8229600" cy="2764541"/>
          </a:xfrm>
        </p:spPr>
        <p:txBody>
          <a:bodyPr>
            <a:noAutofit/>
          </a:bodyPr>
          <a:lstStyle/>
          <a:p>
            <a:pPr marL="0">
              <a:lnSpc>
                <a:spcPct val="150000"/>
              </a:lnSpc>
              <a:spcBef>
                <a:spcPts val="0"/>
              </a:spcBef>
              <a:buFontTx/>
              <a:buNone/>
              <a:defRPr/>
            </a:pPr>
            <a:r>
              <a:rPr lang="en-US" altLang="zh-CN" sz="2400" dirty="0">
                <a:solidFill>
                  <a:schemeClr val="tx1"/>
                </a:solidFill>
              </a:rPr>
              <a:t>The subcomputer collects the telemetry of each subsystem, then</a:t>
            </a:r>
            <a:r>
              <a:rPr lang="en-US" altLang="zh-CN" sz="2400" kern="1200" dirty="0">
                <a:solidFill>
                  <a:schemeClr val="tx1"/>
                </a:solidFill>
              </a:rPr>
              <a:t> the </a:t>
            </a:r>
            <a:r>
              <a:rPr lang="x-none" altLang="zh-CN" sz="2400" kern="1200" dirty="0">
                <a:solidFill>
                  <a:schemeClr val="tx1"/>
                </a:solidFill>
              </a:rPr>
              <a:t>TM shall be collected through CAN bus and assembled into frames under protocol by OBC, and then is sent to </a:t>
            </a:r>
            <a:r>
              <a:rPr lang="en-US" altLang="zh-CN" sz="2400" kern="1200" dirty="0">
                <a:solidFill>
                  <a:schemeClr val="tx1"/>
                </a:solidFill>
              </a:rPr>
              <a:t>Transponder</a:t>
            </a:r>
            <a:r>
              <a:rPr lang="x-none" altLang="zh-CN" sz="2400" kern="1200" dirty="0">
                <a:solidFill>
                  <a:schemeClr val="tx1"/>
                </a:solidFill>
              </a:rPr>
              <a:t>. After being modulated into DPSK signal, the TM data is transmitted to the GS.</a:t>
            </a:r>
            <a:endParaRPr lang="en-US" altLang="zh-CN" sz="2400" kern="1200" dirty="0">
              <a:solidFill>
                <a:schemeClr val="tx1"/>
              </a:solidFill>
            </a:endParaRPr>
          </a:p>
        </p:txBody>
      </p:sp>
    </p:spTree>
    <p:extLst>
      <p:ext uri="{BB962C8B-B14F-4D97-AF65-F5344CB8AC3E}">
        <p14:creationId xmlns:p14="http://schemas.microsoft.com/office/powerpoint/2010/main" val="24129118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14</a:t>
            </a:fld>
            <a:r>
              <a:rPr lang="zh-CN" altLang="en-US"/>
              <a:t> </a:t>
            </a:r>
            <a:endParaRPr lang="zh-CN" altLang="en-US" dirty="0">
              <a:latin typeface="微软雅黑" pitchFamily="34" charset="-122"/>
              <a:ea typeface="微软雅黑" pitchFamily="34" charset="-122"/>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492850748"/>
              </p:ext>
            </p:extLst>
          </p:nvPr>
        </p:nvGraphicFramePr>
        <p:xfrm>
          <a:off x="971600" y="969313"/>
          <a:ext cx="6769050" cy="3955112"/>
        </p:xfrm>
        <a:graphic>
          <a:graphicData uri="http://schemas.openxmlformats.org/presentationml/2006/ole">
            <mc:AlternateContent xmlns:mc="http://schemas.openxmlformats.org/markup-compatibility/2006">
              <mc:Choice xmlns:v="urn:schemas-microsoft-com:vml" Requires="v">
                <p:oleObj spid="_x0000_s122907" name="Visio" r:id="rId3" imgW="7096991" imgH="6327338" progId="Visio.Drawing.11">
                  <p:embed/>
                </p:oleObj>
              </mc:Choice>
              <mc:Fallback>
                <p:oleObj name="Visio" r:id="rId3" imgW="7096991" imgH="6327338" progId="Visio.Drawing.11">
                  <p:embed/>
                  <p:pic>
                    <p:nvPicPr>
                      <p:cNvPr id="0" name="对象 2"/>
                      <p:cNvPicPr>
                        <a:picLocks noChangeAspect="1" noChangeArrowheads="1"/>
                      </p:cNvPicPr>
                      <p:nvPr/>
                    </p:nvPicPr>
                    <p:blipFill>
                      <a:blip r:embed="rId4"/>
                      <a:srcRect/>
                      <a:stretch>
                        <a:fillRect/>
                      </a:stretch>
                    </p:blipFill>
                    <p:spPr bwMode="auto">
                      <a:xfrm>
                        <a:off x="971600" y="969313"/>
                        <a:ext cx="6769050" cy="3955112"/>
                      </a:xfrm>
                      <a:prstGeom prst="rect">
                        <a:avLst/>
                      </a:prstGeom>
                      <a:noFill/>
                      <a:ln>
                        <a:noFill/>
                      </a:ln>
                    </p:spPr>
                  </p:pic>
                </p:oleObj>
              </mc:Fallback>
            </mc:AlternateContent>
          </a:graphicData>
        </a:graphic>
      </p:graphicFrame>
      <p:sp>
        <p:nvSpPr>
          <p:cNvPr id="8" name="标题 1"/>
          <p:cNvSpPr>
            <a:spLocks noGrp="1"/>
          </p:cNvSpPr>
          <p:nvPr>
            <p:ph type="title"/>
          </p:nvPr>
        </p:nvSpPr>
        <p:spPr>
          <a:xfrm>
            <a:off x="457200" y="205979"/>
            <a:ext cx="8229600" cy="811995"/>
          </a:xfrm>
        </p:spPr>
        <p:txBody>
          <a:bodyPr>
            <a:normAutofit fontScale="90000"/>
          </a:bodyPr>
          <a:lstStyle/>
          <a:p>
            <a:r>
              <a:rPr lang="en-US" altLang="zh-CN" dirty="0"/>
              <a:t>PART 2: Telemetry Management</a:t>
            </a:r>
          </a:p>
        </p:txBody>
      </p:sp>
      <p:sp>
        <p:nvSpPr>
          <p:cNvPr id="9" name="标题 2"/>
          <p:cNvSpPr txBox="1">
            <a:spLocks/>
          </p:cNvSpPr>
          <p:nvPr/>
        </p:nvSpPr>
        <p:spPr bwMode="auto">
          <a:xfrm>
            <a:off x="557213" y="903685"/>
            <a:ext cx="8229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algn="l"/>
            <a:r>
              <a:rPr lang="en-US" altLang="zh-CN" sz="2800" dirty="0">
                <a:solidFill>
                  <a:schemeClr val="tx1"/>
                </a:solidFill>
              </a:rPr>
              <a:t>Telemetry Information Flow</a:t>
            </a:r>
            <a:endParaRPr lang="zh-CN" altLang="en-US" sz="2800" dirty="0">
              <a:solidFill>
                <a:schemeClr val="tx1"/>
              </a:solidFill>
            </a:endParaRPr>
          </a:p>
        </p:txBody>
      </p:sp>
    </p:spTree>
    <p:extLst>
      <p:ext uri="{BB962C8B-B14F-4D97-AF65-F5344CB8AC3E}">
        <p14:creationId xmlns:p14="http://schemas.microsoft.com/office/powerpoint/2010/main" val="42505810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PART 2: Telemetry Management</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15</a:t>
            </a:fld>
            <a:r>
              <a:rPr lang="zh-CN" altLang="en-US"/>
              <a:t> </a:t>
            </a:r>
            <a:endParaRPr lang="zh-CN" altLang="en-US" dirty="0">
              <a:latin typeface="微软雅黑" pitchFamily="34" charset="-122"/>
              <a:ea typeface="微软雅黑" pitchFamily="34" charset="-122"/>
            </a:endParaRPr>
          </a:p>
        </p:txBody>
      </p:sp>
      <p:sp>
        <p:nvSpPr>
          <p:cNvPr id="6" name="内容占位符 2"/>
          <p:cNvSpPr>
            <a:spLocks noGrp="1"/>
          </p:cNvSpPr>
          <p:nvPr>
            <p:ph idx="1"/>
          </p:nvPr>
        </p:nvSpPr>
        <p:spPr bwMode="auto">
          <a:xfrm>
            <a:off x="179512" y="843559"/>
            <a:ext cx="8229600" cy="32146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62500" lnSpcReduction="20000"/>
          </a:bodyPr>
          <a:lstStyle/>
          <a:p>
            <a:pPr marL="0" lvl="2">
              <a:buFontTx/>
              <a:buNone/>
            </a:pPr>
            <a:r>
              <a:rPr lang="en-US" altLang="zh-CN" sz="1800" dirty="0">
                <a:latin typeface="Times New Roman" pitchFamily="18" charset="0"/>
                <a:cs typeface="Times New Roman" pitchFamily="18" charset="0"/>
              </a:rPr>
              <a:t>TM transfer frame format</a:t>
            </a:r>
          </a:p>
        </p:txBody>
      </p:sp>
      <p:graphicFrame>
        <p:nvGraphicFramePr>
          <p:cNvPr id="8" name="表格 7"/>
          <p:cNvGraphicFramePr>
            <a:graphicFrameLocks noGrp="1"/>
          </p:cNvGraphicFramePr>
          <p:nvPr>
            <p:extLst>
              <p:ext uri="{D42A27DB-BD31-4B8C-83A1-F6EECF244321}">
                <p14:modId xmlns:p14="http://schemas.microsoft.com/office/powerpoint/2010/main" val="2716665520"/>
              </p:ext>
            </p:extLst>
          </p:nvPr>
        </p:nvGraphicFramePr>
        <p:xfrm>
          <a:off x="611563" y="1437625"/>
          <a:ext cx="8064893" cy="2440391"/>
        </p:xfrm>
        <a:graphic>
          <a:graphicData uri="http://schemas.openxmlformats.org/drawingml/2006/table">
            <a:tbl>
              <a:tblPr/>
              <a:tblGrid>
                <a:gridCol w="548100">
                  <a:extLst>
                    <a:ext uri="{9D8B030D-6E8A-4147-A177-3AD203B41FA5}">
                      <a16:colId xmlns:a16="http://schemas.microsoft.com/office/drawing/2014/main" xmlns="" val="20000"/>
                    </a:ext>
                  </a:extLst>
                </a:gridCol>
                <a:gridCol w="469800">
                  <a:extLst>
                    <a:ext uri="{9D8B030D-6E8A-4147-A177-3AD203B41FA5}">
                      <a16:colId xmlns:a16="http://schemas.microsoft.com/office/drawing/2014/main" xmlns="" val="20001"/>
                    </a:ext>
                  </a:extLst>
                </a:gridCol>
                <a:gridCol w="362578">
                  <a:extLst>
                    <a:ext uri="{9D8B030D-6E8A-4147-A177-3AD203B41FA5}">
                      <a16:colId xmlns:a16="http://schemas.microsoft.com/office/drawing/2014/main" xmlns="" val="20002"/>
                    </a:ext>
                  </a:extLst>
                </a:gridCol>
                <a:gridCol w="363284">
                  <a:extLst>
                    <a:ext uri="{9D8B030D-6E8A-4147-A177-3AD203B41FA5}">
                      <a16:colId xmlns:a16="http://schemas.microsoft.com/office/drawing/2014/main" xmlns="" val="20003"/>
                    </a:ext>
                  </a:extLst>
                </a:gridCol>
                <a:gridCol w="435940">
                  <a:extLst>
                    <a:ext uri="{9D8B030D-6E8A-4147-A177-3AD203B41FA5}">
                      <a16:colId xmlns:a16="http://schemas.microsoft.com/office/drawing/2014/main" xmlns="" val="20004"/>
                    </a:ext>
                  </a:extLst>
                </a:gridCol>
                <a:gridCol w="363284">
                  <a:extLst>
                    <a:ext uri="{9D8B030D-6E8A-4147-A177-3AD203B41FA5}">
                      <a16:colId xmlns:a16="http://schemas.microsoft.com/office/drawing/2014/main" xmlns="" val="20005"/>
                    </a:ext>
                  </a:extLst>
                </a:gridCol>
                <a:gridCol w="745612">
                  <a:extLst>
                    <a:ext uri="{9D8B030D-6E8A-4147-A177-3AD203B41FA5}">
                      <a16:colId xmlns:a16="http://schemas.microsoft.com/office/drawing/2014/main" xmlns="" val="20006"/>
                    </a:ext>
                  </a:extLst>
                </a:gridCol>
                <a:gridCol w="469800">
                  <a:extLst>
                    <a:ext uri="{9D8B030D-6E8A-4147-A177-3AD203B41FA5}">
                      <a16:colId xmlns:a16="http://schemas.microsoft.com/office/drawing/2014/main" xmlns="" val="20007"/>
                    </a:ext>
                  </a:extLst>
                </a:gridCol>
                <a:gridCol w="383036">
                  <a:extLst>
                    <a:ext uri="{9D8B030D-6E8A-4147-A177-3AD203B41FA5}">
                      <a16:colId xmlns:a16="http://schemas.microsoft.com/office/drawing/2014/main" xmlns="" val="20008"/>
                    </a:ext>
                  </a:extLst>
                </a:gridCol>
                <a:gridCol w="217970">
                  <a:extLst>
                    <a:ext uri="{9D8B030D-6E8A-4147-A177-3AD203B41FA5}">
                      <a16:colId xmlns:a16="http://schemas.microsoft.com/office/drawing/2014/main" xmlns="" val="20009"/>
                    </a:ext>
                  </a:extLst>
                </a:gridCol>
                <a:gridCol w="217970">
                  <a:extLst>
                    <a:ext uri="{9D8B030D-6E8A-4147-A177-3AD203B41FA5}">
                      <a16:colId xmlns:a16="http://schemas.microsoft.com/office/drawing/2014/main" xmlns="" val="20010"/>
                    </a:ext>
                  </a:extLst>
                </a:gridCol>
                <a:gridCol w="363284">
                  <a:extLst>
                    <a:ext uri="{9D8B030D-6E8A-4147-A177-3AD203B41FA5}">
                      <a16:colId xmlns:a16="http://schemas.microsoft.com/office/drawing/2014/main" xmlns="" val="20011"/>
                    </a:ext>
                  </a:extLst>
                </a:gridCol>
                <a:gridCol w="653910">
                  <a:extLst>
                    <a:ext uri="{9D8B030D-6E8A-4147-A177-3AD203B41FA5}">
                      <a16:colId xmlns:a16="http://schemas.microsoft.com/office/drawing/2014/main" xmlns="" val="20012"/>
                    </a:ext>
                  </a:extLst>
                </a:gridCol>
                <a:gridCol w="653910">
                  <a:extLst>
                    <a:ext uri="{9D8B030D-6E8A-4147-A177-3AD203B41FA5}">
                      <a16:colId xmlns:a16="http://schemas.microsoft.com/office/drawing/2014/main" xmlns="" val="20013"/>
                    </a:ext>
                  </a:extLst>
                </a:gridCol>
                <a:gridCol w="653910">
                  <a:extLst>
                    <a:ext uri="{9D8B030D-6E8A-4147-A177-3AD203B41FA5}">
                      <a16:colId xmlns:a16="http://schemas.microsoft.com/office/drawing/2014/main" xmlns="" val="20014"/>
                    </a:ext>
                  </a:extLst>
                </a:gridCol>
                <a:gridCol w="363284">
                  <a:extLst>
                    <a:ext uri="{9D8B030D-6E8A-4147-A177-3AD203B41FA5}">
                      <a16:colId xmlns:a16="http://schemas.microsoft.com/office/drawing/2014/main" xmlns="" val="20015"/>
                    </a:ext>
                  </a:extLst>
                </a:gridCol>
                <a:gridCol w="172821">
                  <a:extLst>
                    <a:ext uri="{9D8B030D-6E8A-4147-A177-3AD203B41FA5}">
                      <a16:colId xmlns:a16="http://schemas.microsoft.com/office/drawing/2014/main" xmlns="" val="20016"/>
                    </a:ext>
                  </a:extLst>
                </a:gridCol>
                <a:gridCol w="626400">
                  <a:extLst>
                    <a:ext uri="{9D8B030D-6E8A-4147-A177-3AD203B41FA5}">
                      <a16:colId xmlns:a16="http://schemas.microsoft.com/office/drawing/2014/main" xmlns="" val="20017"/>
                    </a:ext>
                  </a:extLst>
                </a:gridCol>
              </a:tblGrid>
              <a:tr h="384445">
                <a:tc>
                  <a:txBody>
                    <a:bodyPr/>
                    <a:lstStyle/>
                    <a:p>
                      <a:pPr algn="ctr">
                        <a:lnSpc>
                          <a:spcPct val="125000"/>
                        </a:lnSpc>
                        <a:spcAft>
                          <a:spcPts val="600"/>
                        </a:spcAft>
                      </a:pPr>
                      <a:r>
                        <a:rPr lang="en-US" sz="900" dirty="0">
                          <a:solidFill>
                            <a:srgbClr val="000000"/>
                          </a:solidFill>
                          <a:effectLst/>
                          <a:latin typeface="Times New Roman"/>
                          <a:ea typeface="宋体"/>
                        </a:rPr>
                        <a:t>0</a:t>
                      </a:r>
                      <a:endParaRPr lang="zh-CN" sz="1100" dirty="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900" dirty="0">
                          <a:solidFill>
                            <a:srgbClr val="000000"/>
                          </a:solidFill>
                          <a:effectLst/>
                          <a:latin typeface="Times New Roman"/>
                          <a:ea typeface="宋体"/>
                        </a:rPr>
                        <a:t>1</a:t>
                      </a:r>
                      <a:endParaRPr lang="zh-CN" sz="1100" dirty="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900">
                          <a:solidFill>
                            <a:srgbClr val="000000"/>
                          </a:solidFill>
                          <a:effectLst/>
                          <a:latin typeface="Times New Roman"/>
                          <a:ea typeface="宋体"/>
                        </a:rPr>
                        <a:t>2</a:t>
                      </a:r>
                      <a:endParaRPr lang="zh-CN" sz="1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900">
                          <a:solidFill>
                            <a:srgbClr val="000000"/>
                          </a:solidFill>
                          <a:effectLst/>
                          <a:latin typeface="Times New Roman"/>
                          <a:ea typeface="宋体"/>
                        </a:rPr>
                        <a:t>3</a:t>
                      </a:r>
                      <a:endParaRPr lang="zh-CN" sz="1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900">
                          <a:solidFill>
                            <a:srgbClr val="000000"/>
                          </a:solidFill>
                          <a:effectLst/>
                          <a:latin typeface="Times New Roman"/>
                          <a:ea typeface="宋体"/>
                        </a:rPr>
                        <a:t>4</a:t>
                      </a:r>
                      <a:endParaRPr lang="zh-CN" sz="1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900" dirty="0">
                          <a:solidFill>
                            <a:srgbClr val="000000"/>
                          </a:solidFill>
                          <a:effectLst/>
                          <a:latin typeface="Times New Roman"/>
                          <a:ea typeface="宋体"/>
                        </a:rPr>
                        <a:t>5</a:t>
                      </a:r>
                      <a:endParaRPr lang="zh-CN" sz="1100" dirty="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900" dirty="0">
                          <a:solidFill>
                            <a:srgbClr val="000000"/>
                          </a:solidFill>
                          <a:effectLst/>
                          <a:latin typeface="Times New Roman"/>
                          <a:ea typeface="宋体"/>
                        </a:rPr>
                        <a:t>6</a:t>
                      </a:r>
                      <a:endParaRPr lang="zh-CN" sz="1100" dirty="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900">
                          <a:solidFill>
                            <a:srgbClr val="000000"/>
                          </a:solidFill>
                          <a:effectLst/>
                          <a:latin typeface="Times New Roman"/>
                          <a:ea typeface="宋体"/>
                        </a:rPr>
                        <a:t>7</a:t>
                      </a:r>
                      <a:endParaRPr lang="zh-CN" sz="1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900">
                          <a:solidFill>
                            <a:srgbClr val="000000"/>
                          </a:solidFill>
                          <a:effectLst/>
                          <a:latin typeface="Times New Roman"/>
                          <a:ea typeface="宋体"/>
                        </a:rPr>
                        <a:t>8</a:t>
                      </a:r>
                      <a:endParaRPr lang="zh-CN" sz="1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900">
                          <a:solidFill>
                            <a:srgbClr val="000000"/>
                          </a:solidFill>
                          <a:effectLst/>
                          <a:latin typeface="Times New Roman"/>
                          <a:ea typeface="宋体"/>
                        </a:rPr>
                        <a:t>…</a:t>
                      </a:r>
                      <a:endParaRPr lang="zh-CN" sz="1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900">
                          <a:solidFill>
                            <a:srgbClr val="000000"/>
                          </a:solidFill>
                          <a:effectLst/>
                          <a:latin typeface="Times New Roman"/>
                          <a:ea typeface="宋体"/>
                        </a:rPr>
                        <a:t>…</a:t>
                      </a:r>
                      <a:endParaRPr lang="zh-CN" sz="1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900">
                          <a:solidFill>
                            <a:srgbClr val="000000"/>
                          </a:solidFill>
                          <a:effectLst/>
                          <a:latin typeface="Times New Roman"/>
                          <a:ea typeface="宋体"/>
                        </a:rPr>
                        <a:t>13</a:t>
                      </a:r>
                      <a:endParaRPr lang="zh-CN" sz="1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900">
                          <a:solidFill>
                            <a:srgbClr val="000000"/>
                          </a:solidFill>
                          <a:effectLst/>
                          <a:latin typeface="Times New Roman"/>
                          <a:ea typeface="宋体"/>
                        </a:rPr>
                        <a:t>14</a:t>
                      </a:r>
                      <a:endParaRPr lang="zh-CN" sz="1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900">
                          <a:solidFill>
                            <a:srgbClr val="000000"/>
                          </a:solidFill>
                          <a:effectLst/>
                          <a:latin typeface="Times New Roman"/>
                          <a:ea typeface="宋体"/>
                        </a:rPr>
                        <a:t>15</a:t>
                      </a:r>
                      <a:endParaRPr lang="zh-CN" sz="1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900">
                          <a:solidFill>
                            <a:srgbClr val="000000"/>
                          </a:solidFill>
                          <a:effectLst/>
                          <a:latin typeface="Times New Roman"/>
                          <a:ea typeface="宋体"/>
                        </a:rPr>
                        <a:t>16</a:t>
                      </a:r>
                      <a:endParaRPr lang="zh-CN" sz="1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900">
                          <a:solidFill>
                            <a:srgbClr val="000000"/>
                          </a:solidFill>
                          <a:effectLst/>
                          <a:latin typeface="Times New Roman"/>
                          <a:ea typeface="宋体"/>
                        </a:rPr>
                        <a:t>17</a:t>
                      </a:r>
                      <a:endParaRPr lang="zh-CN" sz="1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900">
                          <a:solidFill>
                            <a:srgbClr val="000000"/>
                          </a:solidFill>
                          <a:effectLst/>
                          <a:latin typeface="Times New Roman"/>
                          <a:ea typeface="宋体"/>
                        </a:rPr>
                        <a:t>…</a:t>
                      </a:r>
                      <a:endParaRPr lang="zh-CN" sz="1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900">
                          <a:solidFill>
                            <a:srgbClr val="000000"/>
                          </a:solidFill>
                          <a:effectLst/>
                          <a:latin typeface="Times New Roman"/>
                          <a:ea typeface="宋体"/>
                        </a:rPr>
                        <a:t>127</a:t>
                      </a:r>
                      <a:endParaRPr lang="zh-CN" sz="1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0"/>
                  </a:ext>
                </a:extLst>
              </a:tr>
              <a:tr h="361713">
                <a:tc>
                  <a:txBody>
                    <a:bodyPr/>
                    <a:lstStyle/>
                    <a:p>
                      <a:pPr algn="ctr">
                        <a:lnSpc>
                          <a:spcPct val="125000"/>
                        </a:lnSpc>
                        <a:spcAft>
                          <a:spcPts val="600"/>
                        </a:spcAft>
                      </a:pPr>
                      <a:r>
                        <a:rPr lang="en-US" sz="900">
                          <a:solidFill>
                            <a:srgbClr val="000000"/>
                          </a:solidFill>
                          <a:effectLst/>
                          <a:latin typeface="Times New Roman"/>
                          <a:ea typeface="宋体"/>
                        </a:rPr>
                        <a:t>EB</a:t>
                      </a:r>
                      <a:endParaRPr lang="zh-CN" sz="1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900">
                          <a:solidFill>
                            <a:srgbClr val="000000"/>
                          </a:solidFill>
                          <a:effectLst/>
                          <a:latin typeface="Times New Roman"/>
                          <a:ea typeface="宋体"/>
                        </a:rPr>
                        <a:t>90</a:t>
                      </a:r>
                      <a:endParaRPr lang="zh-CN" sz="1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900" dirty="0">
                          <a:solidFill>
                            <a:srgbClr val="000000"/>
                          </a:solidFill>
                          <a:effectLst/>
                          <a:latin typeface="Times New Roman"/>
                          <a:ea typeface="宋体"/>
                        </a:rPr>
                        <a:t>AA</a:t>
                      </a:r>
                      <a:endParaRPr lang="zh-CN" sz="1100" dirty="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900" dirty="0">
                          <a:solidFill>
                            <a:srgbClr val="000000"/>
                          </a:solidFill>
                          <a:effectLst/>
                          <a:latin typeface="Times New Roman"/>
                          <a:ea typeface="宋体"/>
                        </a:rPr>
                        <a:t>AA</a:t>
                      </a:r>
                      <a:endParaRPr lang="zh-CN" sz="1100" dirty="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900" dirty="0">
                          <a:solidFill>
                            <a:srgbClr val="000000"/>
                          </a:solidFill>
                          <a:effectLst/>
                          <a:latin typeface="Times New Roman"/>
                          <a:ea typeface="宋体"/>
                        </a:rPr>
                        <a:t>AA</a:t>
                      </a:r>
                      <a:endParaRPr lang="zh-CN" sz="1100" dirty="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900" dirty="0">
                          <a:solidFill>
                            <a:srgbClr val="000000"/>
                          </a:solidFill>
                          <a:effectLst/>
                          <a:latin typeface="Times New Roman"/>
                          <a:ea typeface="宋体"/>
                        </a:rPr>
                        <a:t>AA</a:t>
                      </a:r>
                      <a:endParaRPr lang="zh-CN" sz="1100" dirty="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900">
                          <a:solidFill>
                            <a:srgbClr val="000000"/>
                          </a:solidFill>
                          <a:effectLst/>
                          <a:latin typeface="Times New Roman"/>
                          <a:ea typeface="宋体"/>
                        </a:rPr>
                        <a:t>##</a:t>
                      </a:r>
                      <a:endParaRPr lang="zh-CN" sz="1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900">
                          <a:solidFill>
                            <a:srgbClr val="000000"/>
                          </a:solidFill>
                          <a:effectLst/>
                          <a:latin typeface="Times New Roman"/>
                          <a:ea typeface="宋体"/>
                        </a:rPr>
                        <a:t>##</a:t>
                      </a:r>
                      <a:endParaRPr lang="zh-CN" sz="1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900">
                          <a:solidFill>
                            <a:srgbClr val="000000"/>
                          </a:solidFill>
                          <a:effectLst/>
                          <a:latin typeface="Times New Roman"/>
                          <a:ea typeface="宋体"/>
                        </a:rPr>
                        <a:t>##</a:t>
                      </a:r>
                      <a:endParaRPr lang="zh-CN" sz="1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900">
                          <a:solidFill>
                            <a:srgbClr val="000000"/>
                          </a:solidFill>
                          <a:effectLst/>
                          <a:latin typeface="Times New Roman"/>
                          <a:ea typeface="宋体"/>
                        </a:rPr>
                        <a:t>…</a:t>
                      </a:r>
                      <a:endParaRPr lang="zh-CN" sz="1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900">
                          <a:solidFill>
                            <a:srgbClr val="000000"/>
                          </a:solidFill>
                          <a:effectLst/>
                          <a:latin typeface="Times New Roman"/>
                          <a:ea typeface="宋体"/>
                        </a:rPr>
                        <a:t>…</a:t>
                      </a:r>
                      <a:endParaRPr lang="zh-CN" sz="1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900">
                          <a:solidFill>
                            <a:srgbClr val="000000"/>
                          </a:solidFill>
                          <a:effectLst/>
                          <a:latin typeface="Times New Roman"/>
                          <a:ea typeface="宋体"/>
                        </a:rPr>
                        <a:t>##</a:t>
                      </a:r>
                      <a:endParaRPr lang="zh-CN" sz="1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900">
                          <a:solidFill>
                            <a:srgbClr val="000000"/>
                          </a:solidFill>
                          <a:effectLst/>
                          <a:latin typeface="Times New Roman"/>
                          <a:ea typeface="宋体"/>
                        </a:rPr>
                        <a:t>##</a:t>
                      </a:r>
                      <a:endParaRPr lang="zh-CN" sz="1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900">
                          <a:solidFill>
                            <a:srgbClr val="000000"/>
                          </a:solidFill>
                          <a:effectLst/>
                          <a:latin typeface="Times New Roman"/>
                          <a:ea typeface="宋体"/>
                        </a:rPr>
                        <a:t>##</a:t>
                      </a:r>
                      <a:endParaRPr lang="zh-CN" sz="1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900">
                          <a:solidFill>
                            <a:srgbClr val="000000"/>
                          </a:solidFill>
                          <a:effectLst/>
                          <a:latin typeface="Times New Roman"/>
                          <a:ea typeface="宋体"/>
                        </a:rPr>
                        <a:t>##</a:t>
                      </a:r>
                      <a:endParaRPr lang="zh-CN" sz="1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900">
                          <a:solidFill>
                            <a:srgbClr val="000000"/>
                          </a:solidFill>
                          <a:effectLst/>
                          <a:latin typeface="Times New Roman"/>
                          <a:ea typeface="宋体"/>
                        </a:rPr>
                        <a:t>##</a:t>
                      </a:r>
                      <a:endParaRPr lang="zh-CN" sz="1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900">
                          <a:solidFill>
                            <a:srgbClr val="000000"/>
                          </a:solidFill>
                          <a:effectLst/>
                          <a:latin typeface="Times New Roman"/>
                          <a:ea typeface="宋体"/>
                        </a:rPr>
                        <a:t>…</a:t>
                      </a:r>
                      <a:endParaRPr lang="zh-CN" sz="1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900">
                          <a:solidFill>
                            <a:srgbClr val="000000"/>
                          </a:solidFill>
                          <a:effectLst/>
                          <a:latin typeface="Times New Roman"/>
                          <a:ea typeface="宋体"/>
                        </a:rPr>
                        <a:t>##</a:t>
                      </a:r>
                      <a:endParaRPr lang="zh-CN" sz="1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r h="1347898">
                <a:tc gridSpan="2">
                  <a:txBody>
                    <a:bodyPr/>
                    <a:lstStyle/>
                    <a:p>
                      <a:pPr algn="l">
                        <a:lnSpc>
                          <a:spcPct val="125000"/>
                        </a:lnSpc>
                        <a:spcAft>
                          <a:spcPts val="600"/>
                        </a:spcAft>
                      </a:pPr>
                      <a:r>
                        <a:rPr lang="en-US" sz="900" dirty="0">
                          <a:solidFill>
                            <a:srgbClr val="000000"/>
                          </a:solidFill>
                          <a:effectLst/>
                          <a:latin typeface="Times New Roman"/>
                          <a:ea typeface="宋体"/>
                        </a:rPr>
                        <a:t> </a:t>
                      </a:r>
                      <a:r>
                        <a:rPr lang="en-US" altLang="zh-CN" sz="900" dirty="0">
                          <a:solidFill>
                            <a:srgbClr val="000000"/>
                          </a:solidFill>
                          <a:effectLst/>
                          <a:latin typeface="Times New Roman"/>
                          <a:ea typeface="+mn-ea"/>
                        </a:rPr>
                        <a:t>Attached </a:t>
                      </a:r>
                      <a:r>
                        <a:rPr lang="en-US" altLang="zh-CN" sz="900" dirty="0" err="1">
                          <a:solidFill>
                            <a:srgbClr val="000000"/>
                          </a:solidFill>
                          <a:effectLst/>
                          <a:latin typeface="Times New Roman"/>
                          <a:ea typeface="+mn-ea"/>
                        </a:rPr>
                        <a:t>Syn</a:t>
                      </a:r>
                      <a:r>
                        <a:rPr lang="en-US" altLang="zh-CN" sz="900" dirty="0">
                          <a:solidFill>
                            <a:srgbClr val="000000"/>
                          </a:solidFill>
                          <a:effectLst/>
                          <a:latin typeface="Times New Roman"/>
                          <a:ea typeface="+mn-ea"/>
                        </a:rPr>
                        <a:t> Marker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gridSpan="4">
                  <a:txBody>
                    <a:bodyPr/>
                    <a:lstStyle/>
                    <a:p>
                      <a:pPr indent="158750" algn="l">
                        <a:lnSpc>
                          <a:spcPct val="125000"/>
                        </a:lnSpc>
                        <a:spcAft>
                          <a:spcPts val="600"/>
                        </a:spcAft>
                      </a:pPr>
                      <a:r>
                        <a:rPr lang="en-US" sz="900" dirty="0">
                          <a:solidFill>
                            <a:srgbClr val="000000"/>
                          </a:solidFill>
                          <a:effectLst/>
                          <a:latin typeface="Times New Roman"/>
                          <a:ea typeface="宋体"/>
                        </a:rPr>
                        <a:t> </a:t>
                      </a:r>
                      <a:r>
                        <a:rPr lang="en-US" altLang="zh-CN" sz="900" dirty="0">
                          <a:solidFill>
                            <a:srgbClr val="000000"/>
                          </a:solidFill>
                          <a:effectLst/>
                          <a:latin typeface="Times New Roman"/>
                          <a:ea typeface="宋体"/>
                        </a:rPr>
                        <a:t>Reserved</a:t>
                      </a:r>
                      <a:endParaRPr lang="zh-CN" sz="1100" dirty="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2">
                  <a:txBody>
                    <a:bodyPr/>
                    <a:lstStyle/>
                    <a:p>
                      <a:pPr algn="l">
                        <a:lnSpc>
                          <a:spcPct val="125000"/>
                        </a:lnSpc>
                        <a:spcAft>
                          <a:spcPts val="600"/>
                        </a:spcAft>
                      </a:pPr>
                      <a:r>
                        <a:rPr lang="en-US" altLang="zh-CN" sz="900" dirty="0">
                          <a:solidFill>
                            <a:srgbClr val="000000"/>
                          </a:solidFill>
                          <a:effectLst/>
                          <a:latin typeface="Times New Roman"/>
                          <a:ea typeface="+mn-ea"/>
                        </a:rPr>
                        <a:t>Transfer Frame Primary Header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gridSpan="4">
                  <a:txBody>
                    <a:bodyPr/>
                    <a:lstStyle/>
                    <a:p>
                      <a:pPr algn="l">
                        <a:lnSpc>
                          <a:spcPct val="125000"/>
                        </a:lnSpc>
                        <a:spcAft>
                          <a:spcPts val="600"/>
                        </a:spcAft>
                      </a:pPr>
                      <a:r>
                        <a:rPr lang="en-US" sz="900" dirty="0">
                          <a:solidFill>
                            <a:srgbClr val="000000"/>
                          </a:solidFill>
                          <a:effectLst/>
                          <a:latin typeface="Times New Roman"/>
                          <a:ea typeface="宋体"/>
                        </a:rPr>
                        <a:t>Fixed Format Telemetry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l">
                        <a:lnSpc>
                          <a:spcPct val="125000"/>
                        </a:lnSpc>
                        <a:spcAft>
                          <a:spcPts val="600"/>
                        </a:spcAft>
                      </a:pPr>
                      <a:r>
                        <a:rPr lang="en-US" altLang="zh-CN" sz="900" dirty="0">
                          <a:solidFill>
                            <a:srgbClr val="000000"/>
                          </a:solidFill>
                          <a:effectLst/>
                          <a:latin typeface="Times New Roman"/>
                          <a:ea typeface="+mn-ea"/>
                        </a:rPr>
                        <a:t>Master Channel Frame count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25000"/>
                        </a:lnSpc>
                        <a:spcAft>
                          <a:spcPts val="600"/>
                        </a:spcAft>
                      </a:pPr>
                      <a:r>
                        <a:rPr lang="en-US" altLang="zh-CN" sz="900" dirty="0">
                          <a:solidFill>
                            <a:srgbClr val="000000"/>
                          </a:solidFill>
                          <a:effectLst/>
                          <a:latin typeface="Times New Roman"/>
                          <a:ea typeface="+mn-ea"/>
                        </a:rPr>
                        <a:t>Virtual Channel Frame count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25000"/>
                        </a:lnSpc>
                        <a:spcAft>
                          <a:spcPts val="600"/>
                        </a:spcAft>
                      </a:pPr>
                      <a:r>
                        <a:rPr lang="en-US" altLang="zh-CN" sz="900" dirty="0">
                          <a:solidFill>
                            <a:srgbClr val="000000"/>
                          </a:solidFill>
                          <a:effectLst/>
                          <a:latin typeface="Times New Roman"/>
                          <a:ea typeface="+mn-ea"/>
                        </a:rPr>
                        <a:t>First Packet Header Pointer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algn="l">
                        <a:lnSpc>
                          <a:spcPct val="125000"/>
                        </a:lnSpc>
                        <a:spcAft>
                          <a:spcPts val="600"/>
                        </a:spcAft>
                      </a:pPr>
                      <a:r>
                        <a:rPr lang="en-US" sz="900" dirty="0">
                          <a:solidFill>
                            <a:srgbClr val="000000"/>
                          </a:solidFill>
                          <a:effectLst/>
                          <a:latin typeface="Times New Roman"/>
                          <a:ea typeface="宋体"/>
                        </a:rPr>
                        <a:t>Transfer Frame Data Field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xmlns="" val="10002"/>
                  </a:ext>
                </a:extLst>
              </a:tr>
              <a:tr h="346335">
                <a:tc gridSpan="2">
                  <a:txBody>
                    <a:bodyPr/>
                    <a:lstStyle/>
                    <a:p>
                      <a:pPr algn="ctr">
                        <a:lnSpc>
                          <a:spcPct val="125000"/>
                        </a:lnSpc>
                        <a:spcAft>
                          <a:spcPts val="600"/>
                        </a:spcAft>
                      </a:pPr>
                      <a:r>
                        <a:rPr lang="en-US" sz="900">
                          <a:solidFill>
                            <a:srgbClr val="000000"/>
                          </a:solidFill>
                          <a:effectLst/>
                          <a:latin typeface="Times New Roman"/>
                          <a:ea typeface="宋体"/>
                        </a:rPr>
                        <a:t>2</a:t>
                      </a:r>
                      <a:endParaRPr lang="zh-CN" sz="1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gridSpan="4">
                  <a:txBody>
                    <a:bodyPr/>
                    <a:lstStyle/>
                    <a:p>
                      <a:pPr algn="ctr">
                        <a:lnSpc>
                          <a:spcPct val="125000"/>
                        </a:lnSpc>
                        <a:spcAft>
                          <a:spcPts val="600"/>
                        </a:spcAft>
                      </a:pPr>
                      <a:r>
                        <a:rPr lang="en-US" sz="900">
                          <a:solidFill>
                            <a:srgbClr val="000000"/>
                          </a:solidFill>
                          <a:effectLst/>
                          <a:latin typeface="Times New Roman"/>
                          <a:ea typeface="宋体"/>
                        </a:rPr>
                        <a:t>4</a:t>
                      </a:r>
                      <a:endParaRPr lang="zh-CN" sz="1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2">
                  <a:txBody>
                    <a:bodyPr/>
                    <a:lstStyle/>
                    <a:p>
                      <a:pPr algn="ctr">
                        <a:lnSpc>
                          <a:spcPct val="125000"/>
                        </a:lnSpc>
                        <a:spcAft>
                          <a:spcPts val="600"/>
                        </a:spcAft>
                      </a:pPr>
                      <a:r>
                        <a:rPr lang="en-US" sz="900">
                          <a:solidFill>
                            <a:srgbClr val="000000"/>
                          </a:solidFill>
                          <a:effectLst/>
                          <a:latin typeface="Times New Roman"/>
                          <a:ea typeface="宋体"/>
                        </a:rPr>
                        <a:t>2</a:t>
                      </a:r>
                      <a:endParaRPr lang="zh-CN" sz="1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gridSpan="4">
                  <a:txBody>
                    <a:bodyPr/>
                    <a:lstStyle/>
                    <a:p>
                      <a:pPr algn="ctr">
                        <a:lnSpc>
                          <a:spcPct val="125000"/>
                        </a:lnSpc>
                        <a:spcAft>
                          <a:spcPts val="600"/>
                        </a:spcAft>
                      </a:pPr>
                      <a:r>
                        <a:rPr lang="en-US" sz="900">
                          <a:solidFill>
                            <a:srgbClr val="000000"/>
                          </a:solidFill>
                          <a:effectLst/>
                          <a:latin typeface="Times New Roman"/>
                          <a:ea typeface="宋体"/>
                        </a:rPr>
                        <a:t>6</a:t>
                      </a:r>
                      <a:endParaRPr lang="zh-CN" sz="1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ctr">
                        <a:lnSpc>
                          <a:spcPct val="125000"/>
                        </a:lnSpc>
                        <a:spcAft>
                          <a:spcPts val="600"/>
                        </a:spcAft>
                      </a:pPr>
                      <a:r>
                        <a:rPr lang="en-US" sz="900">
                          <a:solidFill>
                            <a:srgbClr val="000000"/>
                          </a:solidFill>
                          <a:effectLst/>
                          <a:latin typeface="Times New Roman"/>
                          <a:ea typeface="宋体"/>
                        </a:rPr>
                        <a:t>1</a:t>
                      </a:r>
                      <a:endParaRPr lang="zh-CN" sz="1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900">
                          <a:solidFill>
                            <a:srgbClr val="000000"/>
                          </a:solidFill>
                          <a:effectLst/>
                          <a:latin typeface="Times New Roman"/>
                          <a:ea typeface="宋体"/>
                        </a:rPr>
                        <a:t>1</a:t>
                      </a:r>
                      <a:endParaRPr lang="zh-CN" sz="1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900">
                          <a:solidFill>
                            <a:srgbClr val="000000"/>
                          </a:solidFill>
                          <a:effectLst/>
                          <a:latin typeface="Times New Roman"/>
                          <a:ea typeface="宋体"/>
                        </a:rPr>
                        <a:t>1</a:t>
                      </a:r>
                      <a:endParaRPr lang="zh-CN" sz="1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algn="ctr">
                        <a:lnSpc>
                          <a:spcPct val="125000"/>
                        </a:lnSpc>
                        <a:spcAft>
                          <a:spcPts val="600"/>
                        </a:spcAft>
                      </a:pPr>
                      <a:r>
                        <a:rPr lang="en-US" sz="900" dirty="0">
                          <a:solidFill>
                            <a:srgbClr val="000000"/>
                          </a:solidFill>
                          <a:effectLst/>
                          <a:latin typeface="Times New Roman"/>
                          <a:ea typeface="宋体"/>
                        </a:rPr>
                        <a:t>111</a:t>
                      </a:r>
                      <a:endParaRPr lang="zh-CN" sz="1100" dirty="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xmlns="" val="10003"/>
                  </a:ext>
                </a:extLst>
              </a:tr>
            </a:tbl>
          </a:graphicData>
        </a:graphic>
      </p:graphicFrame>
    </p:spTree>
    <p:extLst>
      <p:ext uri="{BB962C8B-B14F-4D97-AF65-F5344CB8AC3E}">
        <p14:creationId xmlns:p14="http://schemas.microsoft.com/office/powerpoint/2010/main" val="24129118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PART 2: Telemetry Management</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16</a:t>
            </a:fld>
            <a:r>
              <a:rPr lang="zh-CN" altLang="en-US"/>
              <a:t> </a:t>
            </a:r>
            <a:endParaRPr lang="zh-CN" altLang="en-US" dirty="0">
              <a:latin typeface="微软雅黑" pitchFamily="34" charset="-122"/>
              <a:ea typeface="微软雅黑" pitchFamily="34" charset="-122"/>
            </a:endParaRPr>
          </a:p>
        </p:txBody>
      </p:sp>
      <p:sp>
        <p:nvSpPr>
          <p:cNvPr id="6" name="内容占位符 2"/>
          <p:cNvSpPr>
            <a:spLocks noGrp="1"/>
          </p:cNvSpPr>
          <p:nvPr>
            <p:ph idx="1"/>
          </p:nvPr>
        </p:nvSpPr>
        <p:spPr bwMode="auto">
          <a:xfrm>
            <a:off x="285750" y="1041538"/>
            <a:ext cx="8229600" cy="32146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62500" lnSpcReduction="20000"/>
          </a:bodyPr>
          <a:lstStyle/>
          <a:p>
            <a:pPr marL="0" lvl="2">
              <a:buFontTx/>
              <a:buNone/>
            </a:pPr>
            <a:r>
              <a:rPr lang="en-US" altLang="zh-CN" sz="1800" dirty="0">
                <a:latin typeface="Times New Roman" pitchFamily="18" charset="0"/>
                <a:cs typeface="Times New Roman" pitchFamily="18" charset="0"/>
              </a:rPr>
              <a:t>Continuous Frame Format</a:t>
            </a:r>
          </a:p>
        </p:txBody>
      </p:sp>
      <p:sp>
        <p:nvSpPr>
          <p:cNvPr id="8" name="矩形 7"/>
          <p:cNvSpPr/>
          <p:nvPr/>
        </p:nvSpPr>
        <p:spPr>
          <a:xfrm>
            <a:off x="336550" y="3660911"/>
            <a:ext cx="8434388" cy="369332"/>
          </a:xfrm>
          <a:prstGeom prst="rect">
            <a:avLst/>
          </a:prstGeom>
        </p:spPr>
        <p:txBody>
          <a:bodyPr>
            <a:spAutoFit/>
          </a:bodyPr>
          <a:lstStyle/>
          <a:p>
            <a:pPr algn="l">
              <a:defRPr/>
            </a:pPr>
            <a:r>
              <a:rPr lang="en-US" altLang="zh-CN" kern="100" dirty="0">
                <a:solidFill>
                  <a:srgbClr val="000000"/>
                </a:solidFill>
                <a:latin typeface="Times New Roman"/>
                <a:ea typeface="Times New Roman"/>
              </a:rPr>
              <a:t>TM Data transfer rate is 4096bps(512Byte/s), each second there will be 4 TM frames. </a:t>
            </a:r>
          </a:p>
        </p:txBody>
      </p:sp>
      <p:graphicFrame>
        <p:nvGraphicFramePr>
          <p:cNvPr id="9" name="表格 8"/>
          <p:cNvGraphicFramePr>
            <a:graphicFrameLocks noGrp="1"/>
          </p:cNvGraphicFramePr>
          <p:nvPr>
            <p:extLst>
              <p:ext uri="{D42A27DB-BD31-4B8C-83A1-F6EECF244321}">
                <p14:modId xmlns:p14="http://schemas.microsoft.com/office/powerpoint/2010/main" val="3939188378"/>
              </p:ext>
            </p:extLst>
          </p:nvPr>
        </p:nvGraphicFramePr>
        <p:xfrm>
          <a:off x="337151" y="1545637"/>
          <a:ext cx="8267301" cy="2115276"/>
        </p:xfrm>
        <a:graphic>
          <a:graphicData uri="http://schemas.openxmlformats.org/drawingml/2006/table">
            <a:tbl>
              <a:tblPr>
                <a:tableStyleId>{5C22544A-7EE6-4342-B048-85BDC9FD1C3A}</a:tableStyleId>
              </a:tblPr>
              <a:tblGrid>
                <a:gridCol w="401191">
                  <a:extLst>
                    <a:ext uri="{9D8B030D-6E8A-4147-A177-3AD203B41FA5}">
                      <a16:colId xmlns:a16="http://schemas.microsoft.com/office/drawing/2014/main" xmlns="" val="20000"/>
                    </a:ext>
                  </a:extLst>
                </a:gridCol>
                <a:gridCol w="406045">
                  <a:extLst>
                    <a:ext uri="{9D8B030D-6E8A-4147-A177-3AD203B41FA5}">
                      <a16:colId xmlns:a16="http://schemas.microsoft.com/office/drawing/2014/main" xmlns="" val="20001"/>
                    </a:ext>
                  </a:extLst>
                </a:gridCol>
                <a:gridCol w="427075">
                  <a:extLst>
                    <a:ext uri="{9D8B030D-6E8A-4147-A177-3AD203B41FA5}">
                      <a16:colId xmlns:a16="http://schemas.microsoft.com/office/drawing/2014/main" xmlns="" val="20002"/>
                    </a:ext>
                  </a:extLst>
                </a:gridCol>
                <a:gridCol w="461047">
                  <a:extLst>
                    <a:ext uri="{9D8B030D-6E8A-4147-A177-3AD203B41FA5}">
                      <a16:colId xmlns:a16="http://schemas.microsoft.com/office/drawing/2014/main" xmlns="" val="20003"/>
                    </a:ext>
                  </a:extLst>
                </a:gridCol>
                <a:gridCol w="461047">
                  <a:extLst>
                    <a:ext uri="{9D8B030D-6E8A-4147-A177-3AD203B41FA5}">
                      <a16:colId xmlns:a16="http://schemas.microsoft.com/office/drawing/2014/main" xmlns="" val="20004"/>
                    </a:ext>
                  </a:extLst>
                </a:gridCol>
                <a:gridCol w="461047">
                  <a:extLst>
                    <a:ext uri="{9D8B030D-6E8A-4147-A177-3AD203B41FA5}">
                      <a16:colId xmlns:a16="http://schemas.microsoft.com/office/drawing/2014/main" xmlns="" val="20005"/>
                    </a:ext>
                  </a:extLst>
                </a:gridCol>
                <a:gridCol w="495019">
                  <a:extLst>
                    <a:ext uri="{9D8B030D-6E8A-4147-A177-3AD203B41FA5}">
                      <a16:colId xmlns:a16="http://schemas.microsoft.com/office/drawing/2014/main" xmlns="" val="20006"/>
                    </a:ext>
                  </a:extLst>
                </a:gridCol>
                <a:gridCol w="391486">
                  <a:extLst>
                    <a:ext uri="{9D8B030D-6E8A-4147-A177-3AD203B41FA5}">
                      <a16:colId xmlns:a16="http://schemas.microsoft.com/office/drawing/2014/main" xmlns="" val="20007"/>
                    </a:ext>
                  </a:extLst>
                </a:gridCol>
                <a:gridCol w="385015">
                  <a:extLst>
                    <a:ext uri="{9D8B030D-6E8A-4147-A177-3AD203B41FA5}">
                      <a16:colId xmlns:a16="http://schemas.microsoft.com/office/drawing/2014/main" xmlns="" val="20008"/>
                    </a:ext>
                  </a:extLst>
                </a:gridCol>
                <a:gridCol w="389059">
                  <a:extLst>
                    <a:ext uri="{9D8B030D-6E8A-4147-A177-3AD203B41FA5}">
                      <a16:colId xmlns:a16="http://schemas.microsoft.com/office/drawing/2014/main" xmlns="" val="20009"/>
                    </a:ext>
                  </a:extLst>
                </a:gridCol>
                <a:gridCol w="376926">
                  <a:extLst>
                    <a:ext uri="{9D8B030D-6E8A-4147-A177-3AD203B41FA5}">
                      <a16:colId xmlns:a16="http://schemas.microsoft.com/office/drawing/2014/main" xmlns="" val="20010"/>
                    </a:ext>
                  </a:extLst>
                </a:gridCol>
                <a:gridCol w="384206">
                  <a:extLst>
                    <a:ext uri="{9D8B030D-6E8A-4147-A177-3AD203B41FA5}">
                      <a16:colId xmlns:a16="http://schemas.microsoft.com/office/drawing/2014/main" xmlns="" val="20011"/>
                    </a:ext>
                  </a:extLst>
                </a:gridCol>
                <a:gridCol w="373691">
                  <a:extLst>
                    <a:ext uri="{9D8B030D-6E8A-4147-A177-3AD203B41FA5}">
                      <a16:colId xmlns:a16="http://schemas.microsoft.com/office/drawing/2014/main" xmlns="" val="20012"/>
                    </a:ext>
                  </a:extLst>
                </a:gridCol>
                <a:gridCol w="645466">
                  <a:extLst>
                    <a:ext uri="{9D8B030D-6E8A-4147-A177-3AD203B41FA5}">
                      <a16:colId xmlns:a16="http://schemas.microsoft.com/office/drawing/2014/main" xmlns="" val="20013"/>
                    </a:ext>
                  </a:extLst>
                </a:gridCol>
                <a:gridCol w="464282">
                  <a:extLst>
                    <a:ext uri="{9D8B030D-6E8A-4147-A177-3AD203B41FA5}">
                      <a16:colId xmlns:a16="http://schemas.microsoft.com/office/drawing/2014/main" xmlns="" val="20014"/>
                    </a:ext>
                  </a:extLst>
                </a:gridCol>
                <a:gridCol w="380970">
                  <a:extLst>
                    <a:ext uri="{9D8B030D-6E8A-4147-A177-3AD203B41FA5}">
                      <a16:colId xmlns:a16="http://schemas.microsoft.com/office/drawing/2014/main" xmlns="" val="20015"/>
                    </a:ext>
                  </a:extLst>
                </a:gridCol>
                <a:gridCol w="436782">
                  <a:extLst>
                    <a:ext uri="{9D8B030D-6E8A-4147-A177-3AD203B41FA5}">
                      <a16:colId xmlns:a16="http://schemas.microsoft.com/office/drawing/2014/main" xmlns="" val="20016"/>
                    </a:ext>
                  </a:extLst>
                </a:gridCol>
                <a:gridCol w="436782">
                  <a:extLst>
                    <a:ext uri="{9D8B030D-6E8A-4147-A177-3AD203B41FA5}">
                      <a16:colId xmlns:a16="http://schemas.microsoft.com/office/drawing/2014/main" xmlns="" val="20017"/>
                    </a:ext>
                  </a:extLst>
                </a:gridCol>
                <a:gridCol w="490165">
                  <a:extLst>
                    <a:ext uri="{9D8B030D-6E8A-4147-A177-3AD203B41FA5}">
                      <a16:colId xmlns:a16="http://schemas.microsoft.com/office/drawing/2014/main" xmlns="" val="20018"/>
                    </a:ext>
                  </a:extLst>
                </a:gridCol>
              </a:tblGrid>
              <a:tr h="352546">
                <a:tc>
                  <a:txBody>
                    <a:bodyPr/>
                    <a:lstStyle/>
                    <a:p>
                      <a:pPr algn="ctr">
                        <a:lnSpc>
                          <a:spcPct val="125000"/>
                        </a:lnSpc>
                        <a:spcAft>
                          <a:spcPts val="600"/>
                        </a:spcAft>
                      </a:pPr>
                      <a:r>
                        <a:rPr lang="en-US" sz="1200" dirty="0">
                          <a:effectLst/>
                        </a:rPr>
                        <a:t>0</a:t>
                      </a:r>
                      <a:endParaRPr lang="zh-CN" sz="1200" dirty="0">
                        <a:effectLst/>
                        <a:latin typeface="Times New Roman"/>
                        <a:ea typeface="宋体"/>
                      </a:endParaRPr>
                    </a:p>
                  </a:txBody>
                  <a:tcPr marL="68580" marR="68580" marT="0" marB="0" anchor="ctr"/>
                </a:tc>
                <a:tc>
                  <a:txBody>
                    <a:bodyPr/>
                    <a:lstStyle/>
                    <a:p>
                      <a:pPr algn="ctr">
                        <a:lnSpc>
                          <a:spcPct val="125000"/>
                        </a:lnSpc>
                        <a:spcAft>
                          <a:spcPts val="600"/>
                        </a:spcAft>
                      </a:pPr>
                      <a:r>
                        <a:rPr lang="en-US" sz="1200" dirty="0">
                          <a:effectLst/>
                        </a:rPr>
                        <a:t>1</a:t>
                      </a:r>
                      <a:endParaRPr lang="zh-CN" sz="1200" dirty="0">
                        <a:effectLst/>
                        <a:latin typeface="Times New Roman"/>
                        <a:ea typeface="宋体"/>
                      </a:endParaRPr>
                    </a:p>
                  </a:txBody>
                  <a:tcPr marL="68580" marR="68580" marT="0" marB="0" anchor="ctr"/>
                </a:tc>
                <a:tc>
                  <a:txBody>
                    <a:bodyPr/>
                    <a:lstStyle/>
                    <a:p>
                      <a:pPr algn="ctr">
                        <a:lnSpc>
                          <a:spcPct val="125000"/>
                        </a:lnSpc>
                        <a:spcAft>
                          <a:spcPts val="600"/>
                        </a:spcAft>
                      </a:pPr>
                      <a:r>
                        <a:rPr lang="en-US" sz="1200" dirty="0">
                          <a:effectLst/>
                        </a:rPr>
                        <a:t>2</a:t>
                      </a:r>
                      <a:endParaRPr lang="zh-CN" sz="1200" dirty="0">
                        <a:effectLst/>
                        <a:latin typeface="Times New Roman"/>
                        <a:ea typeface="宋体"/>
                      </a:endParaRPr>
                    </a:p>
                  </a:txBody>
                  <a:tcPr marL="68580" marR="68580" marT="0" marB="0" anchor="ctr"/>
                </a:tc>
                <a:tc>
                  <a:txBody>
                    <a:bodyPr/>
                    <a:lstStyle/>
                    <a:p>
                      <a:pPr algn="ctr">
                        <a:lnSpc>
                          <a:spcPct val="125000"/>
                        </a:lnSpc>
                        <a:spcAft>
                          <a:spcPts val="600"/>
                        </a:spcAft>
                      </a:pPr>
                      <a:r>
                        <a:rPr lang="en-US" sz="1200" dirty="0">
                          <a:effectLst/>
                        </a:rPr>
                        <a:t>3</a:t>
                      </a:r>
                      <a:endParaRPr lang="zh-CN" sz="1200" dirty="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4</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5</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6</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7</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8</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just">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13</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14</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15</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16</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17</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127</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xmlns="" val="10000"/>
                  </a:ext>
                </a:extLst>
              </a:tr>
              <a:tr h="352546">
                <a:tc>
                  <a:txBody>
                    <a:bodyPr/>
                    <a:lstStyle/>
                    <a:p>
                      <a:pPr algn="ctr">
                        <a:lnSpc>
                          <a:spcPct val="125000"/>
                        </a:lnSpc>
                        <a:spcAft>
                          <a:spcPts val="600"/>
                        </a:spcAft>
                      </a:pPr>
                      <a:r>
                        <a:rPr lang="en-US" sz="1200">
                          <a:effectLst/>
                        </a:rPr>
                        <a:t>EB</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90</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dirty="0">
                          <a:effectLst/>
                        </a:rPr>
                        <a:t>##</a:t>
                      </a:r>
                      <a:endParaRPr lang="zh-CN" sz="1200" dirty="0">
                        <a:effectLst/>
                        <a:latin typeface="Times New Roman"/>
                        <a:ea typeface="宋体"/>
                      </a:endParaRPr>
                    </a:p>
                  </a:txBody>
                  <a:tcPr marL="68580" marR="68580" marT="0" marB="0" anchor="ctr"/>
                </a:tc>
                <a:tc>
                  <a:txBody>
                    <a:bodyPr/>
                    <a:lstStyle/>
                    <a:p>
                      <a:pPr algn="ctr">
                        <a:lnSpc>
                          <a:spcPct val="125000"/>
                        </a:lnSpc>
                        <a:spcAft>
                          <a:spcPts val="600"/>
                        </a:spcAft>
                      </a:pPr>
                      <a:r>
                        <a:rPr lang="en-US" sz="1200" dirty="0">
                          <a:effectLst/>
                        </a:rPr>
                        <a:t>##</a:t>
                      </a:r>
                      <a:endParaRPr lang="zh-CN" sz="1200" dirty="0">
                        <a:effectLst/>
                        <a:latin typeface="Times New Roman"/>
                        <a:ea typeface="宋体"/>
                      </a:endParaRPr>
                    </a:p>
                  </a:txBody>
                  <a:tcPr marL="68580" marR="68580" marT="0" marB="0" anchor="ctr"/>
                </a:tc>
                <a:tc>
                  <a:txBody>
                    <a:bodyPr/>
                    <a:lstStyle/>
                    <a:p>
                      <a:pPr algn="ctr">
                        <a:lnSpc>
                          <a:spcPct val="125000"/>
                        </a:lnSpc>
                        <a:spcAft>
                          <a:spcPts val="600"/>
                        </a:spcAft>
                      </a:pPr>
                      <a:r>
                        <a:rPr lang="en-US" sz="1200" dirty="0">
                          <a:effectLst/>
                        </a:rPr>
                        <a:t>##</a:t>
                      </a:r>
                      <a:endParaRPr lang="zh-CN" sz="1200" dirty="0">
                        <a:effectLst/>
                        <a:latin typeface="Times New Roman"/>
                        <a:ea typeface="宋体"/>
                      </a:endParaRPr>
                    </a:p>
                  </a:txBody>
                  <a:tcPr marL="68580" marR="68580" marT="0" marB="0" anchor="ctr"/>
                </a:tc>
                <a:tc>
                  <a:txBody>
                    <a:bodyPr/>
                    <a:lstStyle/>
                    <a:p>
                      <a:pPr algn="ctr">
                        <a:lnSpc>
                          <a:spcPct val="125000"/>
                        </a:lnSpc>
                        <a:spcAft>
                          <a:spcPts val="600"/>
                        </a:spcAft>
                      </a:pPr>
                      <a:r>
                        <a:rPr lang="en-US" sz="1200" dirty="0">
                          <a:effectLst/>
                        </a:rPr>
                        <a:t>##</a:t>
                      </a:r>
                      <a:endParaRPr lang="zh-CN" sz="1200" dirty="0">
                        <a:effectLst/>
                        <a:latin typeface="Times New Roman"/>
                        <a:ea typeface="宋体"/>
                      </a:endParaRPr>
                    </a:p>
                  </a:txBody>
                  <a:tcPr marL="68580" marR="68580" marT="0" marB="0" anchor="ctr"/>
                </a:tc>
                <a:tc>
                  <a:txBody>
                    <a:bodyPr/>
                    <a:lstStyle/>
                    <a:p>
                      <a:pPr algn="ctr">
                        <a:lnSpc>
                          <a:spcPct val="125000"/>
                        </a:lnSpc>
                        <a:spcAft>
                          <a:spcPts val="600"/>
                        </a:spcAft>
                      </a:pPr>
                      <a:r>
                        <a:rPr lang="en-US" sz="1200" dirty="0">
                          <a:effectLst/>
                        </a:rPr>
                        <a:t>##</a:t>
                      </a:r>
                      <a:endParaRPr lang="zh-CN" sz="1200" dirty="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M</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FE</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xmlns="" val="10001"/>
                  </a:ext>
                </a:extLst>
              </a:tr>
              <a:tr h="352546">
                <a:tc>
                  <a:txBody>
                    <a:bodyPr/>
                    <a:lstStyle/>
                    <a:p>
                      <a:pPr algn="ctr">
                        <a:lnSpc>
                          <a:spcPct val="125000"/>
                        </a:lnSpc>
                        <a:spcAft>
                          <a:spcPts val="600"/>
                        </a:spcAft>
                      </a:pPr>
                      <a:r>
                        <a:rPr lang="en-US" sz="1200">
                          <a:effectLst/>
                        </a:rPr>
                        <a:t>EB</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90</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dirty="0">
                          <a:effectLst/>
                        </a:rPr>
                        <a:t>##</a:t>
                      </a:r>
                      <a:endParaRPr lang="zh-CN" sz="1200" dirty="0">
                        <a:effectLst/>
                        <a:latin typeface="Times New Roman"/>
                        <a:ea typeface="宋体"/>
                      </a:endParaRPr>
                    </a:p>
                  </a:txBody>
                  <a:tcPr marL="68580" marR="68580" marT="0" marB="0" anchor="ctr"/>
                </a:tc>
                <a:tc>
                  <a:txBody>
                    <a:bodyPr/>
                    <a:lstStyle/>
                    <a:p>
                      <a:pPr algn="ctr">
                        <a:lnSpc>
                          <a:spcPct val="125000"/>
                        </a:lnSpc>
                        <a:spcAft>
                          <a:spcPts val="600"/>
                        </a:spcAft>
                      </a:pPr>
                      <a:r>
                        <a:rPr lang="en-US" sz="1200" dirty="0">
                          <a:effectLst/>
                        </a:rPr>
                        <a:t>##</a:t>
                      </a:r>
                      <a:endParaRPr lang="zh-CN" sz="1200" dirty="0">
                        <a:effectLst/>
                        <a:latin typeface="Times New Roman"/>
                        <a:ea typeface="宋体"/>
                      </a:endParaRPr>
                    </a:p>
                  </a:txBody>
                  <a:tcPr marL="68580" marR="68580" marT="0" marB="0" anchor="ctr"/>
                </a:tc>
                <a:tc>
                  <a:txBody>
                    <a:bodyPr/>
                    <a:lstStyle/>
                    <a:p>
                      <a:pPr algn="ctr">
                        <a:lnSpc>
                          <a:spcPct val="125000"/>
                        </a:lnSpc>
                        <a:spcAft>
                          <a:spcPts val="600"/>
                        </a:spcAft>
                      </a:pPr>
                      <a:r>
                        <a:rPr lang="en-US" sz="1200" dirty="0">
                          <a:effectLst/>
                        </a:rPr>
                        <a:t>##</a:t>
                      </a:r>
                      <a:endParaRPr lang="zh-CN" sz="1200" dirty="0">
                        <a:effectLst/>
                        <a:latin typeface="Times New Roman"/>
                        <a:ea typeface="宋体"/>
                      </a:endParaRPr>
                    </a:p>
                  </a:txBody>
                  <a:tcPr marL="68580" marR="68580" marT="0" marB="0" anchor="ctr"/>
                </a:tc>
                <a:tc>
                  <a:txBody>
                    <a:bodyPr/>
                    <a:lstStyle/>
                    <a:p>
                      <a:pPr algn="ctr">
                        <a:lnSpc>
                          <a:spcPct val="125000"/>
                        </a:lnSpc>
                        <a:spcAft>
                          <a:spcPts val="600"/>
                        </a:spcAft>
                      </a:pPr>
                      <a:r>
                        <a:rPr lang="en-US" sz="1200" dirty="0">
                          <a:effectLst/>
                        </a:rPr>
                        <a:t>##</a:t>
                      </a:r>
                      <a:endParaRPr lang="zh-CN" sz="1200" dirty="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M+1</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FF</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spcAft>
                          <a:spcPts val="0"/>
                        </a:spcAft>
                      </a:pPr>
                      <a:r>
                        <a:rPr lang="en-US" sz="1200" kern="100">
                          <a:effectLst/>
                        </a:rPr>
                        <a:t>##</a:t>
                      </a:r>
                      <a:endParaRPr lang="zh-CN" sz="1200" kern="100">
                        <a:effectLst/>
                        <a:latin typeface="Times New Roman"/>
                        <a:ea typeface="宋体"/>
                      </a:endParaRPr>
                    </a:p>
                  </a:txBody>
                  <a:tcPr marL="68580" marR="68580" marT="0" marB="0" anchor="ctr"/>
                </a:tc>
                <a:tc>
                  <a:txBody>
                    <a:bodyPr/>
                    <a:lstStyle/>
                    <a:p>
                      <a:pPr algn="ctr">
                        <a:spcAft>
                          <a:spcPts val="0"/>
                        </a:spcAft>
                      </a:pPr>
                      <a:r>
                        <a:rPr lang="en-US" sz="1200" kern="100">
                          <a:effectLst/>
                        </a:rPr>
                        <a:t>##</a:t>
                      </a:r>
                      <a:endParaRPr lang="zh-CN" sz="1200" kern="100">
                        <a:effectLst/>
                        <a:latin typeface="Times New Roman"/>
                        <a:ea typeface="宋体"/>
                      </a:endParaRPr>
                    </a:p>
                  </a:txBody>
                  <a:tcPr marL="68580" marR="68580" marT="0" marB="0" anchor="ctr"/>
                </a:tc>
                <a:extLst>
                  <a:ext uri="{0D108BD9-81ED-4DB2-BD59-A6C34878D82A}">
                    <a16:rowId xmlns:a16="http://schemas.microsoft.com/office/drawing/2014/main" xmlns="" val="10002"/>
                  </a:ext>
                </a:extLst>
              </a:tr>
              <a:tr h="352546">
                <a:tc>
                  <a:txBody>
                    <a:bodyPr/>
                    <a:lstStyle/>
                    <a:p>
                      <a:pPr algn="ctr">
                        <a:lnSpc>
                          <a:spcPct val="125000"/>
                        </a:lnSpc>
                        <a:spcAft>
                          <a:spcPts val="600"/>
                        </a:spcAft>
                      </a:pPr>
                      <a:r>
                        <a:rPr lang="en-US" sz="1200">
                          <a:effectLst/>
                        </a:rPr>
                        <a:t>EB</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90</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dirty="0">
                          <a:effectLst/>
                        </a:rPr>
                        <a:t>##</a:t>
                      </a:r>
                      <a:endParaRPr lang="zh-CN" sz="1200" dirty="0">
                        <a:effectLst/>
                        <a:latin typeface="Times New Roman"/>
                        <a:ea typeface="宋体"/>
                      </a:endParaRPr>
                    </a:p>
                  </a:txBody>
                  <a:tcPr marL="68580" marR="68580" marT="0" marB="0" anchor="ctr"/>
                </a:tc>
                <a:tc>
                  <a:txBody>
                    <a:bodyPr/>
                    <a:lstStyle/>
                    <a:p>
                      <a:pPr algn="ctr">
                        <a:lnSpc>
                          <a:spcPct val="125000"/>
                        </a:lnSpc>
                        <a:spcAft>
                          <a:spcPts val="600"/>
                        </a:spcAft>
                      </a:pPr>
                      <a:r>
                        <a:rPr lang="en-US" sz="1200" dirty="0">
                          <a:effectLst/>
                        </a:rPr>
                        <a:t>##</a:t>
                      </a:r>
                      <a:endParaRPr lang="zh-CN" sz="1200" dirty="0">
                        <a:effectLst/>
                        <a:latin typeface="Times New Roman"/>
                        <a:ea typeface="宋体"/>
                      </a:endParaRPr>
                    </a:p>
                  </a:txBody>
                  <a:tcPr marL="68580" marR="68580" marT="0" marB="0" anchor="ctr"/>
                </a:tc>
                <a:tc>
                  <a:txBody>
                    <a:bodyPr/>
                    <a:lstStyle/>
                    <a:p>
                      <a:pPr algn="ctr">
                        <a:lnSpc>
                          <a:spcPct val="125000"/>
                        </a:lnSpc>
                        <a:spcAft>
                          <a:spcPts val="600"/>
                        </a:spcAft>
                      </a:pPr>
                      <a:r>
                        <a:rPr lang="en-US" sz="1200" dirty="0">
                          <a:effectLst/>
                        </a:rPr>
                        <a:t>M+2</a:t>
                      </a:r>
                      <a:endParaRPr lang="zh-CN" sz="1200" dirty="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00</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spcAft>
                          <a:spcPts val="0"/>
                        </a:spcAft>
                      </a:pPr>
                      <a:r>
                        <a:rPr lang="en-US" sz="1200" kern="100">
                          <a:effectLst/>
                        </a:rPr>
                        <a:t>##</a:t>
                      </a:r>
                      <a:endParaRPr lang="zh-CN" sz="1200" kern="100">
                        <a:effectLst/>
                        <a:latin typeface="Times New Roman"/>
                        <a:ea typeface="宋体"/>
                      </a:endParaRPr>
                    </a:p>
                  </a:txBody>
                  <a:tcPr marL="68580" marR="68580" marT="0" marB="0" anchor="ctr"/>
                </a:tc>
                <a:tc>
                  <a:txBody>
                    <a:bodyPr/>
                    <a:lstStyle/>
                    <a:p>
                      <a:pPr algn="ctr">
                        <a:spcAft>
                          <a:spcPts val="0"/>
                        </a:spcAft>
                      </a:pPr>
                      <a:r>
                        <a:rPr lang="en-US" sz="1200" kern="100">
                          <a:effectLst/>
                        </a:rPr>
                        <a:t>##</a:t>
                      </a:r>
                      <a:endParaRPr lang="zh-CN" sz="1200" kern="100">
                        <a:effectLst/>
                        <a:latin typeface="Times New Roman"/>
                        <a:ea typeface="宋体"/>
                      </a:endParaRPr>
                    </a:p>
                  </a:txBody>
                  <a:tcPr marL="68580" marR="68580" marT="0" marB="0" anchor="ctr"/>
                </a:tc>
                <a:extLst>
                  <a:ext uri="{0D108BD9-81ED-4DB2-BD59-A6C34878D82A}">
                    <a16:rowId xmlns:a16="http://schemas.microsoft.com/office/drawing/2014/main" xmlns="" val="10003"/>
                  </a:ext>
                </a:extLst>
              </a:tr>
              <a:tr h="352546">
                <a:tc>
                  <a:txBody>
                    <a:bodyPr/>
                    <a:lstStyle/>
                    <a:p>
                      <a:pPr algn="ctr">
                        <a:lnSpc>
                          <a:spcPct val="125000"/>
                        </a:lnSpc>
                        <a:spcAft>
                          <a:spcPts val="600"/>
                        </a:spcAft>
                      </a:pPr>
                      <a:r>
                        <a:rPr lang="en-US" sz="1200">
                          <a:effectLst/>
                        </a:rPr>
                        <a:t>EB</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90</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dirty="0">
                          <a:effectLst/>
                        </a:rPr>
                        <a:t>M+3</a:t>
                      </a:r>
                      <a:endParaRPr lang="zh-CN" sz="1200" dirty="0">
                        <a:effectLst/>
                        <a:latin typeface="Times New Roman"/>
                        <a:ea typeface="宋体"/>
                      </a:endParaRPr>
                    </a:p>
                  </a:txBody>
                  <a:tcPr marL="68580" marR="68580" marT="0" marB="0" anchor="ctr"/>
                </a:tc>
                <a:tc>
                  <a:txBody>
                    <a:bodyPr/>
                    <a:lstStyle/>
                    <a:p>
                      <a:pPr algn="ctr">
                        <a:lnSpc>
                          <a:spcPct val="125000"/>
                        </a:lnSpc>
                        <a:spcAft>
                          <a:spcPts val="600"/>
                        </a:spcAft>
                      </a:pPr>
                      <a:r>
                        <a:rPr lang="en-US" sz="1200" dirty="0">
                          <a:effectLst/>
                        </a:rPr>
                        <a:t>01</a:t>
                      </a:r>
                      <a:endParaRPr lang="zh-CN" sz="1200" dirty="0">
                        <a:effectLst/>
                        <a:latin typeface="Times New Roman"/>
                        <a:ea typeface="宋体"/>
                      </a:endParaRPr>
                    </a:p>
                  </a:txBody>
                  <a:tcPr marL="68580" marR="68580" marT="0" marB="0" anchor="ctr"/>
                </a:tc>
                <a:tc>
                  <a:txBody>
                    <a:bodyPr/>
                    <a:lstStyle/>
                    <a:p>
                      <a:pPr algn="ctr">
                        <a:lnSpc>
                          <a:spcPct val="125000"/>
                        </a:lnSpc>
                        <a:spcAft>
                          <a:spcPts val="600"/>
                        </a:spcAft>
                      </a:pPr>
                      <a:r>
                        <a:rPr lang="en-US" sz="1200" dirty="0">
                          <a:effectLst/>
                        </a:rPr>
                        <a:t>##</a:t>
                      </a:r>
                      <a:endParaRPr lang="zh-CN" sz="1200" dirty="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spcAft>
                          <a:spcPts val="0"/>
                        </a:spcAft>
                      </a:pPr>
                      <a:r>
                        <a:rPr lang="en-US" sz="1200" kern="100">
                          <a:effectLst/>
                        </a:rPr>
                        <a:t>##</a:t>
                      </a:r>
                      <a:endParaRPr lang="zh-CN" sz="1200" kern="100">
                        <a:effectLst/>
                        <a:latin typeface="Times New Roman"/>
                        <a:ea typeface="宋体"/>
                      </a:endParaRPr>
                    </a:p>
                  </a:txBody>
                  <a:tcPr marL="68580" marR="68580" marT="0" marB="0" anchor="ctr"/>
                </a:tc>
                <a:tc>
                  <a:txBody>
                    <a:bodyPr/>
                    <a:lstStyle/>
                    <a:p>
                      <a:pPr algn="ctr">
                        <a:spcAft>
                          <a:spcPts val="0"/>
                        </a:spcAft>
                      </a:pPr>
                      <a:r>
                        <a:rPr lang="en-US" sz="1200" kern="100">
                          <a:effectLst/>
                        </a:rPr>
                        <a:t>##</a:t>
                      </a:r>
                      <a:endParaRPr lang="zh-CN" sz="1200" kern="100">
                        <a:effectLst/>
                        <a:latin typeface="Times New Roman"/>
                        <a:ea typeface="宋体"/>
                      </a:endParaRPr>
                    </a:p>
                  </a:txBody>
                  <a:tcPr marL="68580" marR="68580" marT="0" marB="0" anchor="ctr"/>
                </a:tc>
                <a:extLst>
                  <a:ext uri="{0D108BD9-81ED-4DB2-BD59-A6C34878D82A}">
                    <a16:rowId xmlns:a16="http://schemas.microsoft.com/office/drawing/2014/main" xmlns="" val="10004"/>
                  </a:ext>
                </a:extLst>
              </a:tr>
              <a:tr h="352546">
                <a:tc>
                  <a:txBody>
                    <a:bodyPr/>
                    <a:lstStyle/>
                    <a:p>
                      <a:pPr algn="ctr">
                        <a:lnSpc>
                          <a:spcPct val="125000"/>
                        </a:lnSpc>
                        <a:spcAft>
                          <a:spcPts val="600"/>
                        </a:spcAft>
                      </a:pPr>
                      <a:r>
                        <a:rPr lang="en-US" sz="1200">
                          <a:effectLst/>
                        </a:rPr>
                        <a:t>EB</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90</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dirty="0">
                          <a:effectLst/>
                        </a:rPr>
                        <a:t>##</a:t>
                      </a:r>
                      <a:endParaRPr lang="zh-CN" sz="1200" dirty="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M+4</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02</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dirty="0">
                          <a:effectLst/>
                        </a:rPr>
                        <a:t>##</a:t>
                      </a:r>
                      <a:endParaRPr lang="zh-CN" sz="1200" dirty="0">
                        <a:effectLst/>
                        <a:latin typeface="Times New Roman"/>
                        <a:ea typeface="宋体"/>
                      </a:endParaRPr>
                    </a:p>
                  </a:txBody>
                  <a:tcPr marL="68580" marR="68580" marT="0" marB="0" anchor="ctr"/>
                </a:tc>
                <a:tc>
                  <a:txBody>
                    <a:bodyPr/>
                    <a:lstStyle/>
                    <a:p>
                      <a:pPr algn="ctr">
                        <a:spcAft>
                          <a:spcPts val="0"/>
                        </a:spcAft>
                      </a:pPr>
                      <a:r>
                        <a:rPr lang="en-US" sz="1200" kern="100" dirty="0">
                          <a:effectLst/>
                        </a:rPr>
                        <a:t>##</a:t>
                      </a:r>
                      <a:endParaRPr lang="zh-CN" sz="1200" kern="100" dirty="0">
                        <a:effectLst/>
                        <a:latin typeface="Times New Roman"/>
                        <a:ea typeface="宋体"/>
                      </a:endParaRPr>
                    </a:p>
                  </a:txBody>
                  <a:tcPr marL="68580" marR="68580" marT="0" marB="0" anchor="ctr"/>
                </a:tc>
                <a:tc>
                  <a:txBody>
                    <a:bodyPr/>
                    <a:lstStyle/>
                    <a:p>
                      <a:pPr algn="ctr">
                        <a:spcAft>
                          <a:spcPts val="0"/>
                        </a:spcAft>
                      </a:pPr>
                      <a:r>
                        <a:rPr lang="en-US" sz="1200" kern="100" dirty="0">
                          <a:effectLst/>
                        </a:rPr>
                        <a:t>##</a:t>
                      </a:r>
                      <a:endParaRPr lang="zh-CN" sz="1200" kern="100" dirty="0">
                        <a:effectLst/>
                        <a:latin typeface="Times New Roman"/>
                        <a:ea typeface="宋体"/>
                      </a:endParaRPr>
                    </a:p>
                  </a:txBody>
                  <a:tcPr marL="68580" marR="68580" marT="0" marB="0" anchor="ctr"/>
                </a:tc>
                <a:extLst>
                  <a:ext uri="{0D108BD9-81ED-4DB2-BD59-A6C34878D82A}">
                    <a16:rowId xmlns:a16="http://schemas.microsoft.com/office/drawing/2014/main" xmlns="" val="10005"/>
                  </a:ext>
                </a:extLst>
              </a:tr>
            </a:tbl>
          </a:graphicData>
        </a:graphic>
      </p:graphicFrame>
    </p:spTree>
    <p:extLst>
      <p:ext uri="{BB962C8B-B14F-4D97-AF65-F5344CB8AC3E}">
        <p14:creationId xmlns:p14="http://schemas.microsoft.com/office/powerpoint/2010/main" val="24129118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PART 2: Telemetry Management</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17</a:t>
            </a:fld>
            <a:r>
              <a:rPr lang="zh-CN" altLang="en-US"/>
              <a:t> </a:t>
            </a:r>
            <a:endParaRPr lang="zh-CN" altLang="en-US" dirty="0">
              <a:latin typeface="微软雅黑" pitchFamily="34" charset="-122"/>
              <a:ea typeface="微软雅黑" pitchFamily="34" charset="-122"/>
            </a:endParaRPr>
          </a:p>
        </p:txBody>
      </p:sp>
      <p:sp>
        <p:nvSpPr>
          <p:cNvPr id="6" name="矩形 5"/>
          <p:cNvSpPr/>
          <p:nvPr/>
        </p:nvSpPr>
        <p:spPr>
          <a:xfrm>
            <a:off x="373066" y="1256005"/>
            <a:ext cx="8434387" cy="1754326"/>
          </a:xfrm>
          <a:prstGeom prst="rect">
            <a:avLst/>
          </a:prstGeom>
        </p:spPr>
        <p:txBody>
          <a:bodyPr>
            <a:spAutoFit/>
          </a:bodyPr>
          <a:lstStyle/>
          <a:p>
            <a:pPr algn="l">
              <a:lnSpc>
                <a:spcPct val="150000"/>
              </a:lnSpc>
            </a:pPr>
            <a:r>
              <a:rPr lang="en-US" altLang="zh-CN" b="1" dirty="0">
                <a:solidFill>
                  <a:srgbClr val="000000"/>
                </a:solidFill>
                <a:latin typeface="Times New Roman" pitchFamily="18" charset="0"/>
                <a:cs typeface="Times New Roman" pitchFamily="18" charset="0"/>
              </a:rPr>
              <a:t>Fixed Format Telemetry: </a:t>
            </a:r>
          </a:p>
          <a:p>
            <a:pPr algn="l">
              <a:lnSpc>
                <a:spcPct val="150000"/>
              </a:lnSpc>
            </a:pPr>
            <a:r>
              <a:rPr lang="en-US" altLang="zh-CN" b="0" dirty="0">
                <a:solidFill>
                  <a:srgbClr val="000000"/>
                </a:solidFill>
                <a:latin typeface="Times New Roman" pitchFamily="18" charset="0"/>
                <a:cs typeface="Times New Roman" pitchFamily="18" charset="0"/>
              </a:rPr>
              <a:t>Fixed format telemetry is positioned in Secondary Header of the frame, which indicates the state of TM&amp;TC channel, including satellite time, </a:t>
            </a:r>
            <a:r>
              <a:rPr lang="en-US" altLang="zh-CN" dirty="0">
                <a:solidFill>
                  <a:srgbClr val="000000"/>
                </a:solidFill>
                <a:latin typeface="Times New Roman" pitchFamily="18" charset="0"/>
                <a:cs typeface="Times New Roman" pitchFamily="18" charset="0"/>
              </a:rPr>
              <a:t>Trans</a:t>
            </a:r>
            <a:r>
              <a:rPr lang="en-US" altLang="zh-CN" b="0" dirty="0">
                <a:solidFill>
                  <a:srgbClr val="000000"/>
                </a:solidFill>
                <a:latin typeface="Times New Roman" pitchFamily="18" charset="0"/>
                <a:cs typeface="Times New Roman" pitchFamily="18" charset="0"/>
              </a:rPr>
              <a:t>ponder status.</a:t>
            </a:r>
          </a:p>
          <a:p>
            <a:pPr algn="l">
              <a:lnSpc>
                <a:spcPct val="150000"/>
              </a:lnSpc>
            </a:pPr>
            <a:r>
              <a:rPr lang="en-US" altLang="zh-CN" b="0" dirty="0">
                <a:solidFill>
                  <a:srgbClr val="000000"/>
                </a:solidFill>
                <a:latin typeface="Times New Roman" pitchFamily="18" charset="0"/>
                <a:cs typeface="Times New Roman" pitchFamily="18" charset="0"/>
              </a:rPr>
              <a:t> </a:t>
            </a:r>
            <a:endParaRPr lang="zh-CN" altLang="zh-CN" b="0" dirty="0">
              <a:solidFill>
                <a:srgbClr val="000000"/>
              </a:solidFill>
              <a:latin typeface="Times New Roman" pitchFamily="18" charset="0"/>
              <a:cs typeface="Times New Roman" pitchFamily="18" charset="0"/>
            </a:endParaRPr>
          </a:p>
        </p:txBody>
      </p:sp>
      <p:sp>
        <p:nvSpPr>
          <p:cNvPr id="7" name="矩形 6"/>
          <p:cNvSpPr/>
          <p:nvPr/>
        </p:nvSpPr>
        <p:spPr>
          <a:xfrm>
            <a:off x="409575" y="3111810"/>
            <a:ext cx="8434388" cy="1338828"/>
          </a:xfrm>
          <a:prstGeom prst="rect">
            <a:avLst/>
          </a:prstGeom>
        </p:spPr>
        <p:txBody>
          <a:bodyPr>
            <a:spAutoFit/>
          </a:bodyPr>
          <a:lstStyle/>
          <a:p>
            <a:pPr algn="l">
              <a:lnSpc>
                <a:spcPct val="150000"/>
              </a:lnSpc>
            </a:pPr>
            <a:r>
              <a:rPr lang="en-US" altLang="zh-CN" b="1" dirty="0">
                <a:solidFill>
                  <a:srgbClr val="000000"/>
                </a:solidFill>
                <a:latin typeface="Times New Roman" pitchFamily="18" charset="0"/>
                <a:cs typeface="Times New Roman" pitchFamily="18" charset="0"/>
              </a:rPr>
              <a:t>Packet Telemetry: </a:t>
            </a:r>
          </a:p>
          <a:p>
            <a:pPr algn="l">
              <a:lnSpc>
                <a:spcPct val="150000"/>
              </a:lnSpc>
            </a:pPr>
            <a:r>
              <a:rPr lang="en-US" altLang="zh-CN" b="0" dirty="0">
                <a:solidFill>
                  <a:srgbClr val="000000"/>
                </a:solidFill>
                <a:latin typeface="Times New Roman" pitchFamily="18" charset="0"/>
                <a:cs typeface="Times New Roman" pitchFamily="18" charset="0"/>
              </a:rPr>
              <a:t>Packet telemetry is positioned in transfer frame data field</a:t>
            </a:r>
            <a:r>
              <a:rPr lang="zh-CN" altLang="en-US" b="0" dirty="0">
                <a:solidFill>
                  <a:srgbClr val="000000"/>
                </a:solidFill>
                <a:latin typeface="Times New Roman" pitchFamily="18" charset="0"/>
                <a:cs typeface="Times New Roman" pitchFamily="18" charset="0"/>
              </a:rPr>
              <a:t> </a:t>
            </a:r>
            <a:r>
              <a:rPr lang="en-US" altLang="zh-CN" b="0" dirty="0">
                <a:solidFill>
                  <a:srgbClr val="000000"/>
                </a:solidFill>
                <a:latin typeface="Times New Roman" pitchFamily="18" charset="0"/>
                <a:cs typeface="Times New Roman" pitchFamily="18" charset="0"/>
              </a:rPr>
              <a:t>of the frame, including the other state of the satellite.</a:t>
            </a:r>
          </a:p>
        </p:txBody>
      </p:sp>
    </p:spTree>
    <p:extLst>
      <p:ext uri="{BB962C8B-B14F-4D97-AF65-F5344CB8AC3E}">
        <p14:creationId xmlns:p14="http://schemas.microsoft.com/office/powerpoint/2010/main" val="24129118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PART 2: Telemetry Management</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18</a:t>
            </a:fld>
            <a:r>
              <a:rPr lang="zh-CN" altLang="en-US"/>
              <a:t> </a:t>
            </a:r>
            <a:endParaRPr lang="zh-CN" altLang="en-US" dirty="0">
              <a:latin typeface="微软雅黑" pitchFamily="34" charset="-122"/>
              <a:ea typeface="微软雅黑" pitchFamily="34" charset="-122"/>
            </a:endParaRPr>
          </a:p>
        </p:txBody>
      </p:sp>
      <p:sp>
        <p:nvSpPr>
          <p:cNvPr id="6" name="内容占位符 2"/>
          <p:cNvSpPr>
            <a:spLocks noGrp="1"/>
          </p:cNvSpPr>
          <p:nvPr>
            <p:ph idx="1"/>
          </p:nvPr>
        </p:nvSpPr>
        <p:spPr bwMode="auto">
          <a:xfrm>
            <a:off x="285750" y="1059118"/>
            <a:ext cx="8229600" cy="32146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62500" lnSpcReduction="20000"/>
          </a:bodyPr>
          <a:lstStyle/>
          <a:p>
            <a:pPr marL="0" lvl="2">
              <a:buFontTx/>
              <a:buNone/>
            </a:pPr>
            <a:r>
              <a:rPr lang="en-US" altLang="zh-CN" sz="1800" dirty="0">
                <a:latin typeface="Times New Roman" pitchFamily="18" charset="0"/>
                <a:cs typeface="Times New Roman" pitchFamily="18" charset="0"/>
              </a:rPr>
              <a:t>TM packet format</a:t>
            </a:r>
          </a:p>
        </p:txBody>
      </p:sp>
      <p:graphicFrame>
        <p:nvGraphicFramePr>
          <p:cNvPr id="7" name="表格 6"/>
          <p:cNvGraphicFramePr>
            <a:graphicFrameLocks noGrp="1"/>
          </p:cNvGraphicFramePr>
          <p:nvPr>
            <p:extLst>
              <p:ext uri="{D42A27DB-BD31-4B8C-83A1-F6EECF244321}">
                <p14:modId xmlns:p14="http://schemas.microsoft.com/office/powerpoint/2010/main" val="1373055704"/>
              </p:ext>
            </p:extLst>
          </p:nvPr>
        </p:nvGraphicFramePr>
        <p:xfrm>
          <a:off x="428625" y="1648476"/>
          <a:ext cx="8358188" cy="2171700"/>
        </p:xfrm>
        <a:graphic>
          <a:graphicData uri="http://schemas.openxmlformats.org/drawingml/2006/table">
            <a:tbl>
              <a:tblPr/>
              <a:tblGrid>
                <a:gridCol w="861146">
                  <a:extLst>
                    <a:ext uri="{9D8B030D-6E8A-4147-A177-3AD203B41FA5}">
                      <a16:colId xmlns:a16="http://schemas.microsoft.com/office/drawing/2014/main" xmlns="" val="20000"/>
                    </a:ext>
                  </a:extLst>
                </a:gridCol>
                <a:gridCol w="824228">
                  <a:extLst>
                    <a:ext uri="{9D8B030D-6E8A-4147-A177-3AD203B41FA5}">
                      <a16:colId xmlns:a16="http://schemas.microsoft.com/office/drawing/2014/main" xmlns="" val="20001"/>
                    </a:ext>
                  </a:extLst>
                </a:gridCol>
                <a:gridCol w="1253514">
                  <a:extLst>
                    <a:ext uri="{9D8B030D-6E8A-4147-A177-3AD203B41FA5}">
                      <a16:colId xmlns:a16="http://schemas.microsoft.com/office/drawing/2014/main" xmlns="" val="20002"/>
                    </a:ext>
                  </a:extLst>
                </a:gridCol>
                <a:gridCol w="1253514">
                  <a:extLst>
                    <a:ext uri="{9D8B030D-6E8A-4147-A177-3AD203B41FA5}">
                      <a16:colId xmlns:a16="http://schemas.microsoft.com/office/drawing/2014/main" xmlns="" val="20003"/>
                    </a:ext>
                  </a:extLst>
                </a:gridCol>
                <a:gridCol w="975336">
                  <a:extLst>
                    <a:ext uri="{9D8B030D-6E8A-4147-A177-3AD203B41FA5}">
                      <a16:colId xmlns:a16="http://schemas.microsoft.com/office/drawing/2014/main" xmlns="" val="20004"/>
                    </a:ext>
                  </a:extLst>
                </a:gridCol>
                <a:gridCol w="975336">
                  <a:extLst>
                    <a:ext uri="{9D8B030D-6E8A-4147-A177-3AD203B41FA5}">
                      <a16:colId xmlns:a16="http://schemas.microsoft.com/office/drawing/2014/main" xmlns="" val="20005"/>
                    </a:ext>
                  </a:extLst>
                </a:gridCol>
                <a:gridCol w="899475">
                  <a:extLst>
                    <a:ext uri="{9D8B030D-6E8A-4147-A177-3AD203B41FA5}">
                      <a16:colId xmlns:a16="http://schemas.microsoft.com/office/drawing/2014/main" xmlns="" val="20006"/>
                    </a:ext>
                  </a:extLst>
                </a:gridCol>
                <a:gridCol w="1315639">
                  <a:extLst>
                    <a:ext uri="{9D8B030D-6E8A-4147-A177-3AD203B41FA5}">
                      <a16:colId xmlns:a16="http://schemas.microsoft.com/office/drawing/2014/main" xmlns="" val="20007"/>
                    </a:ext>
                  </a:extLst>
                </a:gridCol>
              </a:tblGrid>
              <a:tr h="434340">
                <a:tc gridSpan="7">
                  <a:txBody>
                    <a:bodyPr/>
                    <a:lstStyle/>
                    <a:p>
                      <a:pPr algn="ctr">
                        <a:spcAft>
                          <a:spcPts val="0"/>
                        </a:spcAft>
                      </a:pPr>
                      <a:r>
                        <a:rPr lang="en-US" sz="1400" kern="100" dirty="0">
                          <a:solidFill>
                            <a:srgbClr val="000000"/>
                          </a:solidFill>
                          <a:latin typeface="Times New Roman"/>
                          <a:ea typeface="Times New Roman"/>
                        </a:rPr>
                        <a:t>Packet Primary Header                                                                                                                (48 bits)</a:t>
                      </a:r>
                      <a:endParaRPr lang="zh-CN" sz="1400" kern="100" dirty="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ctr">
                        <a:spcAft>
                          <a:spcPts val="0"/>
                        </a:spcAft>
                      </a:pPr>
                      <a:r>
                        <a:rPr lang="en-US" sz="1400" kern="100">
                          <a:solidFill>
                            <a:srgbClr val="000000"/>
                          </a:solidFill>
                          <a:latin typeface="Times New Roman"/>
                          <a:ea typeface="Times New Roman"/>
                        </a:rPr>
                        <a:t>Packet Data Field</a:t>
                      </a:r>
                      <a:endParaRPr lang="zh-CN" sz="1400" kern="10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0"/>
                  </a:ext>
                </a:extLst>
              </a:tr>
              <a:tr h="434340">
                <a:tc rowSpan="2">
                  <a:txBody>
                    <a:bodyPr/>
                    <a:lstStyle/>
                    <a:p>
                      <a:pPr algn="ctr">
                        <a:spcAft>
                          <a:spcPts val="0"/>
                        </a:spcAft>
                      </a:pPr>
                      <a:r>
                        <a:rPr lang="en-US" sz="1400" kern="100">
                          <a:solidFill>
                            <a:srgbClr val="000000"/>
                          </a:solidFill>
                          <a:latin typeface="Times New Roman"/>
                          <a:ea typeface="Times New Roman"/>
                        </a:rPr>
                        <a:t>Packet Version Number</a:t>
                      </a:r>
                      <a:endParaRPr lang="zh-CN" sz="1400" kern="10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algn="ctr">
                        <a:spcAft>
                          <a:spcPts val="0"/>
                        </a:spcAft>
                      </a:pPr>
                      <a:r>
                        <a:rPr lang="en-US" sz="1400" kern="100" dirty="0">
                          <a:solidFill>
                            <a:srgbClr val="000000"/>
                          </a:solidFill>
                          <a:latin typeface="Times New Roman"/>
                          <a:ea typeface="Times New Roman"/>
                        </a:rPr>
                        <a:t>Packet Identification</a:t>
                      </a:r>
                      <a:endParaRPr lang="zh-CN" sz="1400" kern="100" dirty="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gridSpan="2">
                  <a:txBody>
                    <a:bodyPr/>
                    <a:lstStyle/>
                    <a:p>
                      <a:pPr algn="ctr">
                        <a:spcAft>
                          <a:spcPts val="0"/>
                        </a:spcAft>
                      </a:pPr>
                      <a:r>
                        <a:rPr lang="en-US" sz="1400" kern="100" dirty="0">
                          <a:solidFill>
                            <a:srgbClr val="000000"/>
                          </a:solidFill>
                          <a:latin typeface="Times New Roman"/>
                          <a:ea typeface="Times New Roman"/>
                        </a:rPr>
                        <a:t>Packet Sequence Control</a:t>
                      </a:r>
                      <a:endParaRPr lang="zh-CN" sz="14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rowSpan="2">
                  <a:txBody>
                    <a:bodyPr/>
                    <a:lstStyle/>
                    <a:p>
                      <a:pPr algn="ctr">
                        <a:spcAft>
                          <a:spcPts val="0"/>
                        </a:spcAft>
                      </a:pPr>
                      <a:r>
                        <a:rPr lang="en-US" sz="1400" kern="100">
                          <a:solidFill>
                            <a:srgbClr val="000000"/>
                          </a:solidFill>
                          <a:latin typeface="Times New Roman"/>
                          <a:ea typeface="Times New Roman"/>
                        </a:rPr>
                        <a:t>Packet Data Length</a:t>
                      </a:r>
                      <a:endParaRPr lang="zh-CN" sz="1400" kern="10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algn="ctr">
                        <a:spcAft>
                          <a:spcPts val="0"/>
                        </a:spcAft>
                      </a:pPr>
                      <a:r>
                        <a:rPr lang="en-US" sz="1400" kern="100">
                          <a:solidFill>
                            <a:srgbClr val="000000"/>
                          </a:solidFill>
                          <a:latin typeface="Times New Roman"/>
                          <a:ea typeface="Times New Roman"/>
                        </a:rPr>
                        <a:t>User Data</a:t>
                      </a:r>
                      <a:endParaRPr lang="zh-CN" sz="1400" kern="10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r h="651510">
                <a:tc vMerge="1">
                  <a:txBody>
                    <a:bodyPr/>
                    <a:lstStyle/>
                    <a:p>
                      <a:endParaRPr lang="zh-CN" altLang="en-US"/>
                    </a:p>
                  </a:txBody>
                  <a:tcPr/>
                </a:tc>
                <a:tc>
                  <a:txBody>
                    <a:bodyPr/>
                    <a:lstStyle/>
                    <a:p>
                      <a:pPr algn="ctr">
                        <a:spcAft>
                          <a:spcPts val="0"/>
                        </a:spcAft>
                      </a:pPr>
                      <a:r>
                        <a:rPr lang="en-US" sz="1400" kern="100">
                          <a:solidFill>
                            <a:srgbClr val="000000"/>
                          </a:solidFill>
                          <a:latin typeface="Times New Roman"/>
                          <a:ea typeface="Times New Roman"/>
                        </a:rPr>
                        <a:t>Packet Type</a:t>
                      </a:r>
                      <a:endParaRPr lang="zh-CN" sz="1400" kern="10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solidFill>
                            <a:srgbClr val="000000"/>
                          </a:solidFill>
                          <a:latin typeface="Times New Roman"/>
                          <a:ea typeface="Times New Roman"/>
                        </a:rPr>
                        <a:t>Sec. Hdr. Flag</a:t>
                      </a:r>
                      <a:endParaRPr lang="zh-CN" sz="1400" kern="10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solidFill>
                            <a:srgbClr val="000000"/>
                          </a:solidFill>
                          <a:latin typeface="Times New Roman"/>
                          <a:ea typeface="Times New Roman"/>
                        </a:rPr>
                        <a:t>Application Process Identifier</a:t>
                      </a:r>
                      <a:endParaRPr lang="zh-CN" sz="1400" kern="10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solidFill>
                            <a:srgbClr val="000000"/>
                          </a:solidFill>
                          <a:latin typeface="Times New Roman"/>
                          <a:ea typeface="Times New Roman"/>
                        </a:rPr>
                        <a:t>Sequence Flags</a:t>
                      </a:r>
                      <a:endParaRPr lang="zh-CN" sz="1400" kern="10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dirty="0">
                          <a:solidFill>
                            <a:srgbClr val="000000"/>
                          </a:solidFill>
                          <a:latin typeface="Times New Roman"/>
                          <a:ea typeface="Times New Roman"/>
                        </a:rPr>
                        <a:t>Packet Sequence Count</a:t>
                      </a:r>
                      <a:endParaRPr lang="zh-CN" sz="1400" kern="100" dirty="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xmlns="" val="10002"/>
                  </a:ext>
                </a:extLst>
              </a:tr>
              <a:tr h="434340">
                <a:tc>
                  <a:txBody>
                    <a:bodyPr/>
                    <a:lstStyle/>
                    <a:p>
                      <a:pPr algn="ctr">
                        <a:spcAft>
                          <a:spcPts val="0"/>
                        </a:spcAft>
                      </a:pPr>
                      <a:r>
                        <a:rPr lang="en-US" sz="1400" kern="100">
                          <a:solidFill>
                            <a:srgbClr val="000000"/>
                          </a:solidFill>
                          <a:latin typeface="Times New Roman"/>
                          <a:ea typeface="Times New Roman"/>
                        </a:rPr>
                        <a:t>3 bits</a:t>
                      </a:r>
                      <a:endParaRPr lang="zh-CN" sz="1400" kern="10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solidFill>
                            <a:srgbClr val="000000"/>
                          </a:solidFill>
                          <a:latin typeface="Times New Roman"/>
                          <a:ea typeface="Times New Roman"/>
                        </a:rPr>
                        <a:t>1 bit</a:t>
                      </a:r>
                      <a:endParaRPr lang="zh-CN" sz="1400" kern="10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solidFill>
                            <a:srgbClr val="000000"/>
                          </a:solidFill>
                          <a:latin typeface="Times New Roman"/>
                          <a:ea typeface="Times New Roman"/>
                        </a:rPr>
                        <a:t>1 bit</a:t>
                      </a:r>
                      <a:endParaRPr lang="zh-CN" sz="1400" kern="10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solidFill>
                            <a:srgbClr val="000000"/>
                          </a:solidFill>
                          <a:latin typeface="Times New Roman"/>
                          <a:ea typeface="Times New Roman"/>
                        </a:rPr>
                        <a:t>11 bits</a:t>
                      </a:r>
                      <a:endParaRPr lang="zh-CN" sz="1400" kern="10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solidFill>
                            <a:srgbClr val="000000"/>
                          </a:solidFill>
                          <a:latin typeface="Times New Roman"/>
                          <a:ea typeface="Times New Roman"/>
                        </a:rPr>
                        <a:t>2 bits</a:t>
                      </a:r>
                      <a:endParaRPr lang="zh-CN" sz="1400" kern="10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solidFill>
                            <a:srgbClr val="000000"/>
                          </a:solidFill>
                          <a:latin typeface="Times New Roman"/>
                          <a:ea typeface="Times New Roman"/>
                        </a:rPr>
                        <a:t>14 bits</a:t>
                      </a:r>
                      <a:endParaRPr lang="zh-CN" sz="1400" kern="10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dirty="0">
                          <a:solidFill>
                            <a:srgbClr val="000000"/>
                          </a:solidFill>
                          <a:latin typeface="Times New Roman"/>
                          <a:ea typeface="Times New Roman"/>
                        </a:rPr>
                        <a:t>16 bits</a:t>
                      </a:r>
                      <a:endParaRPr lang="zh-CN" sz="14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solidFill>
                            <a:srgbClr val="000000"/>
                          </a:solidFill>
                          <a:latin typeface="Times New Roman"/>
                          <a:ea typeface="Times New Roman"/>
                        </a:rPr>
                        <a:t>Variable Length</a:t>
                      </a:r>
                      <a:endParaRPr lang="zh-CN" sz="1400" kern="10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3"/>
                  </a:ext>
                </a:extLst>
              </a:tr>
              <a:tr h="217170">
                <a:tc>
                  <a:txBody>
                    <a:bodyPr/>
                    <a:lstStyle/>
                    <a:p>
                      <a:pPr algn="ctr">
                        <a:spcAft>
                          <a:spcPts val="0"/>
                        </a:spcAft>
                      </a:pPr>
                      <a:r>
                        <a:rPr lang="en-US" sz="1400" kern="100" dirty="0">
                          <a:solidFill>
                            <a:srgbClr val="000000"/>
                          </a:solidFill>
                          <a:latin typeface="Times New Roman"/>
                          <a:ea typeface="Times New Roman"/>
                        </a:rPr>
                        <a:t>"000"</a:t>
                      </a:r>
                      <a:endParaRPr lang="zh-CN" sz="14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solidFill>
                            <a:srgbClr val="000000"/>
                          </a:solidFill>
                          <a:latin typeface="Times New Roman"/>
                          <a:ea typeface="Times New Roman"/>
                        </a:rPr>
                        <a:t>0</a:t>
                      </a:r>
                      <a:endParaRPr lang="zh-CN" sz="1400" kern="10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dirty="0">
                          <a:solidFill>
                            <a:srgbClr val="000000"/>
                          </a:solidFill>
                          <a:latin typeface="Times New Roman"/>
                          <a:ea typeface="Times New Roman"/>
                        </a:rPr>
                        <a:t>0</a:t>
                      </a:r>
                      <a:endParaRPr lang="zh-CN" sz="14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solidFill>
                            <a:srgbClr val="000000"/>
                          </a:solidFill>
                          <a:latin typeface="Times New Roman"/>
                          <a:ea typeface="Times New Roman"/>
                        </a:rPr>
                        <a:t> </a:t>
                      </a:r>
                      <a:endParaRPr lang="zh-CN" sz="1400" kern="10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solidFill>
                            <a:srgbClr val="000000"/>
                          </a:solidFill>
                          <a:latin typeface="Times New Roman"/>
                          <a:ea typeface="Times New Roman"/>
                        </a:rPr>
                        <a:t>"11"</a:t>
                      </a:r>
                      <a:endParaRPr lang="zh-CN" sz="1400" kern="10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solidFill>
                            <a:srgbClr val="000000"/>
                          </a:solidFill>
                          <a:latin typeface="Times New Roman"/>
                          <a:ea typeface="Times New Roman"/>
                        </a:rPr>
                        <a:t> </a:t>
                      </a:r>
                      <a:endParaRPr lang="zh-CN" sz="1400" kern="10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dirty="0">
                          <a:solidFill>
                            <a:srgbClr val="000000"/>
                          </a:solidFill>
                          <a:latin typeface="Times New Roman"/>
                          <a:ea typeface="Times New Roman"/>
                        </a:rPr>
                        <a:t> </a:t>
                      </a:r>
                      <a:endParaRPr lang="zh-CN" sz="14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dirty="0">
                          <a:solidFill>
                            <a:srgbClr val="000000"/>
                          </a:solidFill>
                          <a:latin typeface="Times New Roman"/>
                          <a:ea typeface="Times New Roman"/>
                        </a:rPr>
                        <a:t> </a:t>
                      </a:r>
                      <a:endParaRPr lang="zh-CN" sz="14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4"/>
                  </a:ext>
                </a:extLst>
              </a:tr>
            </a:tbl>
          </a:graphicData>
        </a:graphic>
      </p:graphicFrame>
    </p:spTree>
    <p:extLst>
      <p:ext uri="{BB962C8B-B14F-4D97-AF65-F5344CB8AC3E}">
        <p14:creationId xmlns:p14="http://schemas.microsoft.com/office/powerpoint/2010/main" val="24129118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PART 2: Telemetry Management</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19</a:t>
            </a:fld>
            <a:r>
              <a:rPr lang="zh-CN" altLang="en-US"/>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2198282214"/>
              </p:ext>
            </p:extLst>
          </p:nvPr>
        </p:nvGraphicFramePr>
        <p:xfrm>
          <a:off x="446088" y="1114964"/>
          <a:ext cx="8358188" cy="2171700"/>
        </p:xfrm>
        <a:graphic>
          <a:graphicData uri="http://schemas.openxmlformats.org/drawingml/2006/table">
            <a:tbl>
              <a:tblPr/>
              <a:tblGrid>
                <a:gridCol w="861146">
                  <a:extLst>
                    <a:ext uri="{9D8B030D-6E8A-4147-A177-3AD203B41FA5}">
                      <a16:colId xmlns:a16="http://schemas.microsoft.com/office/drawing/2014/main" xmlns="" val="20000"/>
                    </a:ext>
                  </a:extLst>
                </a:gridCol>
                <a:gridCol w="824228">
                  <a:extLst>
                    <a:ext uri="{9D8B030D-6E8A-4147-A177-3AD203B41FA5}">
                      <a16:colId xmlns:a16="http://schemas.microsoft.com/office/drawing/2014/main" xmlns="" val="20001"/>
                    </a:ext>
                  </a:extLst>
                </a:gridCol>
                <a:gridCol w="1253514">
                  <a:extLst>
                    <a:ext uri="{9D8B030D-6E8A-4147-A177-3AD203B41FA5}">
                      <a16:colId xmlns:a16="http://schemas.microsoft.com/office/drawing/2014/main" xmlns="" val="20002"/>
                    </a:ext>
                  </a:extLst>
                </a:gridCol>
                <a:gridCol w="1253514">
                  <a:extLst>
                    <a:ext uri="{9D8B030D-6E8A-4147-A177-3AD203B41FA5}">
                      <a16:colId xmlns:a16="http://schemas.microsoft.com/office/drawing/2014/main" xmlns="" val="20003"/>
                    </a:ext>
                  </a:extLst>
                </a:gridCol>
                <a:gridCol w="975336">
                  <a:extLst>
                    <a:ext uri="{9D8B030D-6E8A-4147-A177-3AD203B41FA5}">
                      <a16:colId xmlns:a16="http://schemas.microsoft.com/office/drawing/2014/main" xmlns="" val="20004"/>
                    </a:ext>
                  </a:extLst>
                </a:gridCol>
                <a:gridCol w="975336">
                  <a:extLst>
                    <a:ext uri="{9D8B030D-6E8A-4147-A177-3AD203B41FA5}">
                      <a16:colId xmlns:a16="http://schemas.microsoft.com/office/drawing/2014/main" xmlns="" val="20005"/>
                    </a:ext>
                  </a:extLst>
                </a:gridCol>
                <a:gridCol w="899475">
                  <a:extLst>
                    <a:ext uri="{9D8B030D-6E8A-4147-A177-3AD203B41FA5}">
                      <a16:colId xmlns:a16="http://schemas.microsoft.com/office/drawing/2014/main" xmlns="" val="20006"/>
                    </a:ext>
                  </a:extLst>
                </a:gridCol>
                <a:gridCol w="1315639">
                  <a:extLst>
                    <a:ext uri="{9D8B030D-6E8A-4147-A177-3AD203B41FA5}">
                      <a16:colId xmlns:a16="http://schemas.microsoft.com/office/drawing/2014/main" xmlns="" val="20007"/>
                    </a:ext>
                  </a:extLst>
                </a:gridCol>
              </a:tblGrid>
              <a:tr h="434340">
                <a:tc gridSpan="7">
                  <a:txBody>
                    <a:bodyPr/>
                    <a:lstStyle/>
                    <a:p>
                      <a:pPr algn="ctr">
                        <a:spcAft>
                          <a:spcPts val="0"/>
                        </a:spcAft>
                      </a:pPr>
                      <a:r>
                        <a:rPr lang="en-US" sz="1400" kern="100" dirty="0">
                          <a:solidFill>
                            <a:srgbClr val="000000"/>
                          </a:solidFill>
                          <a:latin typeface="Times New Roman"/>
                          <a:ea typeface="Times New Roman"/>
                        </a:rPr>
                        <a:t>Packet Primary Header                                                                                                                (48 bits)</a:t>
                      </a:r>
                      <a:endParaRPr lang="zh-CN" sz="1400" kern="100" dirty="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ctr">
                        <a:spcAft>
                          <a:spcPts val="0"/>
                        </a:spcAft>
                      </a:pPr>
                      <a:r>
                        <a:rPr lang="en-US" sz="1400" kern="100">
                          <a:solidFill>
                            <a:srgbClr val="000000"/>
                          </a:solidFill>
                          <a:latin typeface="Times New Roman"/>
                          <a:ea typeface="Times New Roman"/>
                        </a:rPr>
                        <a:t>Packet Data Field</a:t>
                      </a:r>
                      <a:endParaRPr lang="zh-CN" sz="1400" kern="10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0"/>
                  </a:ext>
                </a:extLst>
              </a:tr>
              <a:tr h="434340">
                <a:tc rowSpan="2">
                  <a:txBody>
                    <a:bodyPr/>
                    <a:lstStyle/>
                    <a:p>
                      <a:pPr algn="ctr">
                        <a:spcAft>
                          <a:spcPts val="0"/>
                        </a:spcAft>
                      </a:pPr>
                      <a:r>
                        <a:rPr lang="en-US" sz="1400" kern="100">
                          <a:solidFill>
                            <a:srgbClr val="000000"/>
                          </a:solidFill>
                          <a:latin typeface="Times New Roman"/>
                          <a:ea typeface="Times New Roman"/>
                        </a:rPr>
                        <a:t>Packet Version Number</a:t>
                      </a:r>
                      <a:endParaRPr lang="zh-CN" sz="1400" kern="10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66"/>
                    </a:solidFill>
                  </a:tcPr>
                </a:tc>
                <a:tc gridSpan="3">
                  <a:txBody>
                    <a:bodyPr/>
                    <a:lstStyle/>
                    <a:p>
                      <a:pPr algn="ctr">
                        <a:spcAft>
                          <a:spcPts val="0"/>
                        </a:spcAft>
                      </a:pPr>
                      <a:r>
                        <a:rPr lang="en-US" sz="1400" kern="100" dirty="0">
                          <a:solidFill>
                            <a:srgbClr val="000000"/>
                          </a:solidFill>
                          <a:latin typeface="Times New Roman"/>
                          <a:ea typeface="Times New Roman"/>
                        </a:rPr>
                        <a:t>Packet Identification</a:t>
                      </a:r>
                      <a:endParaRPr lang="zh-CN" sz="1400" kern="100" dirty="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gridSpan="2">
                  <a:txBody>
                    <a:bodyPr/>
                    <a:lstStyle/>
                    <a:p>
                      <a:pPr algn="ctr">
                        <a:spcAft>
                          <a:spcPts val="0"/>
                        </a:spcAft>
                      </a:pPr>
                      <a:r>
                        <a:rPr lang="en-US" sz="1400" kern="100" dirty="0">
                          <a:solidFill>
                            <a:srgbClr val="000000"/>
                          </a:solidFill>
                          <a:latin typeface="Times New Roman"/>
                          <a:ea typeface="Times New Roman"/>
                        </a:rPr>
                        <a:t>Packet Sequence Control</a:t>
                      </a:r>
                      <a:endParaRPr lang="zh-CN" sz="14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rowSpan="2">
                  <a:txBody>
                    <a:bodyPr/>
                    <a:lstStyle/>
                    <a:p>
                      <a:pPr algn="ctr">
                        <a:spcAft>
                          <a:spcPts val="0"/>
                        </a:spcAft>
                      </a:pPr>
                      <a:r>
                        <a:rPr lang="en-US" sz="1400" kern="100">
                          <a:solidFill>
                            <a:srgbClr val="000000"/>
                          </a:solidFill>
                          <a:latin typeface="Times New Roman"/>
                          <a:ea typeface="Times New Roman"/>
                        </a:rPr>
                        <a:t>Packet Data Length</a:t>
                      </a:r>
                      <a:endParaRPr lang="zh-CN" sz="1400" kern="10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algn="ctr">
                        <a:spcAft>
                          <a:spcPts val="0"/>
                        </a:spcAft>
                      </a:pPr>
                      <a:r>
                        <a:rPr lang="en-US" sz="1400" kern="100">
                          <a:solidFill>
                            <a:srgbClr val="000000"/>
                          </a:solidFill>
                          <a:latin typeface="Times New Roman"/>
                          <a:ea typeface="Times New Roman"/>
                        </a:rPr>
                        <a:t>User Data</a:t>
                      </a:r>
                      <a:endParaRPr lang="zh-CN" sz="1400" kern="10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r h="651510">
                <a:tc vMerge="1">
                  <a:txBody>
                    <a:bodyPr/>
                    <a:lstStyle/>
                    <a:p>
                      <a:endParaRPr lang="zh-CN" altLang="en-US"/>
                    </a:p>
                  </a:txBody>
                  <a:tcPr/>
                </a:tc>
                <a:tc>
                  <a:txBody>
                    <a:bodyPr/>
                    <a:lstStyle/>
                    <a:p>
                      <a:pPr algn="ctr">
                        <a:spcAft>
                          <a:spcPts val="0"/>
                        </a:spcAft>
                      </a:pPr>
                      <a:r>
                        <a:rPr lang="en-US" sz="1400" kern="100" dirty="0">
                          <a:solidFill>
                            <a:srgbClr val="000000"/>
                          </a:solidFill>
                          <a:latin typeface="Times New Roman"/>
                          <a:ea typeface="Times New Roman"/>
                        </a:rPr>
                        <a:t>Packet Type</a:t>
                      </a:r>
                      <a:endParaRPr lang="zh-CN" sz="1400" kern="100" dirty="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a:spcAft>
                          <a:spcPts val="0"/>
                        </a:spcAft>
                      </a:pPr>
                      <a:r>
                        <a:rPr lang="en-US" sz="1400" kern="100">
                          <a:solidFill>
                            <a:srgbClr val="000000"/>
                          </a:solidFill>
                          <a:latin typeface="Times New Roman"/>
                          <a:ea typeface="Times New Roman"/>
                        </a:rPr>
                        <a:t>Sec. Hdr. Flag</a:t>
                      </a:r>
                      <a:endParaRPr lang="zh-CN" sz="1400" kern="10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400" kern="100">
                          <a:solidFill>
                            <a:srgbClr val="000000"/>
                          </a:solidFill>
                          <a:latin typeface="Times New Roman"/>
                          <a:ea typeface="Times New Roman"/>
                        </a:rPr>
                        <a:t>Application Process Identifier</a:t>
                      </a:r>
                      <a:endParaRPr lang="zh-CN" sz="1400" kern="10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solidFill>
                            <a:srgbClr val="000000"/>
                          </a:solidFill>
                          <a:latin typeface="Times New Roman"/>
                          <a:ea typeface="Times New Roman"/>
                        </a:rPr>
                        <a:t>Sequence Flags</a:t>
                      </a:r>
                      <a:endParaRPr lang="zh-CN" sz="1400" kern="10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dirty="0">
                          <a:solidFill>
                            <a:srgbClr val="000000"/>
                          </a:solidFill>
                          <a:latin typeface="Times New Roman"/>
                          <a:ea typeface="Times New Roman"/>
                        </a:rPr>
                        <a:t>Packet Sequence Count</a:t>
                      </a:r>
                      <a:endParaRPr lang="zh-CN" sz="1400" kern="100" dirty="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xmlns="" val="10002"/>
                  </a:ext>
                </a:extLst>
              </a:tr>
              <a:tr h="434340">
                <a:tc>
                  <a:txBody>
                    <a:bodyPr/>
                    <a:lstStyle/>
                    <a:p>
                      <a:pPr algn="ctr">
                        <a:spcAft>
                          <a:spcPts val="0"/>
                        </a:spcAft>
                      </a:pPr>
                      <a:r>
                        <a:rPr lang="en-US" sz="1400" kern="100">
                          <a:solidFill>
                            <a:srgbClr val="000000"/>
                          </a:solidFill>
                          <a:latin typeface="Times New Roman"/>
                          <a:ea typeface="Times New Roman"/>
                        </a:rPr>
                        <a:t>3 bits</a:t>
                      </a:r>
                      <a:endParaRPr lang="zh-CN" sz="1400" kern="10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66"/>
                    </a:solidFill>
                  </a:tcPr>
                </a:tc>
                <a:tc>
                  <a:txBody>
                    <a:bodyPr/>
                    <a:lstStyle/>
                    <a:p>
                      <a:pPr algn="ctr">
                        <a:spcAft>
                          <a:spcPts val="0"/>
                        </a:spcAft>
                      </a:pPr>
                      <a:r>
                        <a:rPr lang="en-US" sz="1400" kern="100">
                          <a:solidFill>
                            <a:srgbClr val="000000"/>
                          </a:solidFill>
                          <a:latin typeface="Times New Roman"/>
                          <a:ea typeface="Times New Roman"/>
                        </a:rPr>
                        <a:t>1 bit</a:t>
                      </a:r>
                      <a:endParaRPr lang="zh-CN" sz="1400" kern="10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a:spcAft>
                          <a:spcPts val="0"/>
                        </a:spcAft>
                      </a:pPr>
                      <a:r>
                        <a:rPr lang="en-US" sz="1400" kern="100">
                          <a:solidFill>
                            <a:srgbClr val="000000"/>
                          </a:solidFill>
                          <a:latin typeface="Times New Roman"/>
                          <a:ea typeface="Times New Roman"/>
                        </a:rPr>
                        <a:t>1 bit</a:t>
                      </a:r>
                      <a:endParaRPr lang="zh-CN" sz="1400" kern="10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400" kern="100">
                          <a:solidFill>
                            <a:srgbClr val="000000"/>
                          </a:solidFill>
                          <a:latin typeface="Times New Roman"/>
                          <a:ea typeface="Times New Roman"/>
                        </a:rPr>
                        <a:t>11 bits</a:t>
                      </a:r>
                      <a:endParaRPr lang="zh-CN" sz="1400" kern="10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solidFill>
                            <a:srgbClr val="000000"/>
                          </a:solidFill>
                          <a:latin typeface="Times New Roman"/>
                          <a:ea typeface="Times New Roman"/>
                        </a:rPr>
                        <a:t>2 bits</a:t>
                      </a:r>
                      <a:endParaRPr lang="zh-CN" sz="1400" kern="10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solidFill>
                            <a:srgbClr val="000000"/>
                          </a:solidFill>
                          <a:latin typeface="Times New Roman"/>
                          <a:ea typeface="Times New Roman"/>
                        </a:rPr>
                        <a:t>14 bits</a:t>
                      </a:r>
                      <a:endParaRPr lang="zh-CN" sz="1400" kern="10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dirty="0">
                          <a:solidFill>
                            <a:srgbClr val="000000"/>
                          </a:solidFill>
                          <a:latin typeface="Times New Roman"/>
                          <a:ea typeface="Times New Roman"/>
                        </a:rPr>
                        <a:t>16 bits</a:t>
                      </a:r>
                      <a:endParaRPr lang="zh-CN" sz="14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solidFill>
                            <a:srgbClr val="000000"/>
                          </a:solidFill>
                          <a:latin typeface="Times New Roman"/>
                          <a:ea typeface="Times New Roman"/>
                        </a:rPr>
                        <a:t>Variable Length</a:t>
                      </a:r>
                      <a:endParaRPr lang="zh-CN" sz="1400" kern="10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3"/>
                  </a:ext>
                </a:extLst>
              </a:tr>
              <a:tr h="217170">
                <a:tc>
                  <a:txBody>
                    <a:bodyPr/>
                    <a:lstStyle/>
                    <a:p>
                      <a:pPr algn="ctr">
                        <a:spcAft>
                          <a:spcPts val="0"/>
                        </a:spcAft>
                      </a:pPr>
                      <a:r>
                        <a:rPr lang="en-US" sz="1400" kern="100" dirty="0">
                          <a:solidFill>
                            <a:srgbClr val="000000"/>
                          </a:solidFill>
                          <a:latin typeface="Times New Roman"/>
                          <a:ea typeface="Times New Roman"/>
                        </a:rPr>
                        <a:t>"000"</a:t>
                      </a:r>
                      <a:endParaRPr lang="zh-CN" sz="14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66"/>
                    </a:solidFill>
                  </a:tcPr>
                </a:tc>
                <a:tc>
                  <a:txBody>
                    <a:bodyPr/>
                    <a:lstStyle/>
                    <a:p>
                      <a:pPr algn="ctr">
                        <a:spcAft>
                          <a:spcPts val="0"/>
                        </a:spcAft>
                      </a:pPr>
                      <a:r>
                        <a:rPr lang="en-US" sz="1400" kern="100" dirty="0">
                          <a:solidFill>
                            <a:srgbClr val="000000"/>
                          </a:solidFill>
                          <a:latin typeface="Times New Roman"/>
                          <a:ea typeface="Times New Roman"/>
                        </a:rPr>
                        <a:t>0</a:t>
                      </a:r>
                      <a:endParaRPr lang="zh-CN" sz="14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a:spcAft>
                          <a:spcPts val="0"/>
                        </a:spcAft>
                      </a:pPr>
                      <a:r>
                        <a:rPr lang="en-US" sz="1400" kern="100" dirty="0">
                          <a:solidFill>
                            <a:srgbClr val="000000"/>
                          </a:solidFill>
                          <a:latin typeface="Times New Roman"/>
                          <a:ea typeface="Times New Roman"/>
                        </a:rPr>
                        <a:t>0</a:t>
                      </a:r>
                      <a:endParaRPr lang="zh-CN" sz="14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400" kern="100">
                          <a:solidFill>
                            <a:srgbClr val="000000"/>
                          </a:solidFill>
                          <a:latin typeface="Times New Roman"/>
                          <a:ea typeface="Times New Roman"/>
                        </a:rPr>
                        <a:t> </a:t>
                      </a:r>
                      <a:endParaRPr lang="zh-CN" sz="1400" kern="10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solidFill>
                            <a:srgbClr val="000000"/>
                          </a:solidFill>
                          <a:latin typeface="Times New Roman"/>
                          <a:ea typeface="Times New Roman"/>
                        </a:rPr>
                        <a:t>"11"</a:t>
                      </a:r>
                      <a:endParaRPr lang="zh-CN" sz="1400" kern="10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solidFill>
                            <a:srgbClr val="000000"/>
                          </a:solidFill>
                          <a:latin typeface="Times New Roman"/>
                          <a:ea typeface="Times New Roman"/>
                        </a:rPr>
                        <a:t> </a:t>
                      </a:r>
                      <a:endParaRPr lang="zh-CN" sz="1400" kern="10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dirty="0">
                          <a:solidFill>
                            <a:srgbClr val="000000"/>
                          </a:solidFill>
                          <a:latin typeface="Times New Roman"/>
                          <a:ea typeface="Times New Roman"/>
                        </a:rPr>
                        <a:t> </a:t>
                      </a:r>
                      <a:endParaRPr lang="zh-CN" sz="14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dirty="0">
                          <a:solidFill>
                            <a:srgbClr val="000000"/>
                          </a:solidFill>
                          <a:latin typeface="Times New Roman"/>
                          <a:ea typeface="Times New Roman"/>
                        </a:rPr>
                        <a:t> </a:t>
                      </a:r>
                      <a:endParaRPr lang="zh-CN" sz="14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4"/>
                  </a:ext>
                </a:extLst>
              </a:tr>
            </a:tbl>
          </a:graphicData>
        </a:graphic>
      </p:graphicFrame>
      <p:sp>
        <p:nvSpPr>
          <p:cNvPr id="7" name="内容占位符 2"/>
          <p:cNvSpPr>
            <a:spLocks noGrp="1"/>
          </p:cNvSpPr>
          <p:nvPr>
            <p:ph idx="1"/>
          </p:nvPr>
        </p:nvSpPr>
        <p:spPr bwMode="auto">
          <a:xfrm>
            <a:off x="482603" y="3415252"/>
            <a:ext cx="8397875" cy="147875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2500" lnSpcReduction="20000"/>
          </a:bodyPr>
          <a:lstStyle/>
          <a:p>
            <a:pPr marL="0">
              <a:lnSpc>
                <a:spcPct val="150000"/>
              </a:lnSpc>
              <a:buFont typeface="Wingdings" pitchFamily="2" charset="2"/>
              <a:buChar char="Ø"/>
            </a:pPr>
            <a:r>
              <a:rPr lang="zh-CN" altLang="zh-CN" sz="1800">
                <a:latin typeface="Times New Roman" pitchFamily="18" charset="0"/>
                <a:cs typeface="Times New Roman" pitchFamily="18" charset="0"/>
              </a:rPr>
              <a:t>Packet Version Number shall be set to “000”.</a:t>
            </a:r>
            <a:endParaRPr lang="zh-CN" altLang="en-US" sz="1800">
              <a:latin typeface="Times New Roman" pitchFamily="18" charset="0"/>
              <a:cs typeface="Times New Roman" pitchFamily="18" charset="0"/>
            </a:endParaRPr>
          </a:p>
          <a:p>
            <a:pPr marL="0">
              <a:lnSpc>
                <a:spcPct val="150000"/>
              </a:lnSpc>
              <a:buFont typeface="Wingdings" pitchFamily="2" charset="2"/>
              <a:buChar char="Ø"/>
            </a:pPr>
            <a:r>
              <a:rPr lang="zh-CN" altLang="zh-CN" sz="1800">
                <a:latin typeface="Times New Roman" pitchFamily="18" charset="0"/>
                <a:cs typeface="Times New Roman" pitchFamily="18" charset="0"/>
              </a:rPr>
              <a:t>Packet Type shall be set to “0” for packet telemetry</a:t>
            </a:r>
            <a:r>
              <a:rPr lang="zh-CN" altLang="en-US" sz="1800">
                <a:latin typeface="Times New Roman" pitchFamily="18" charset="0"/>
                <a:cs typeface="Times New Roman" pitchFamily="18" charset="0"/>
              </a:rPr>
              <a:t>，</a:t>
            </a:r>
            <a:r>
              <a:rPr lang="zh-CN" altLang="zh-CN" sz="1800">
                <a:latin typeface="Times New Roman" pitchFamily="18" charset="0"/>
                <a:cs typeface="Times New Roman" pitchFamily="18" charset="0"/>
              </a:rPr>
              <a:t>used to distinguish with TC.</a:t>
            </a:r>
            <a:endParaRPr lang="zh-CN" altLang="en-US" sz="1800">
              <a:latin typeface="Times New Roman" pitchFamily="18" charset="0"/>
              <a:cs typeface="Times New Roman" pitchFamily="18" charset="0"/>
            </a:endParaRPr>
          </a:p>
          <a:p>
            <a:pPr marL="0">
              <a:lnSpc>
                <a:spcPct val="150000"/>
              </a:lnSpc>
              <a:buFont typeface="Wingdings" pitchFamily="2" charset="2"/>
              <a:buChar char="Ø"/>
            </a:pPr>
            <a:r>
              <a:rPr lang="zh-CN" altLang="zh-CN" sz="1800">
                <a:latin typeface="Times New Roman" pitchFamily="18" charset="0"/>
                <a:cs typeface="Times New Roman" pitchFamily="18" charset="0"/>
              </a:rPr>
              <a:t>Secondary Header Flag shall be “0”, namely a packet secondary header is not present.</a:t>
            </a:r>
            <a:endParaRPr lang="zh-CN" altLang="en-US" sz="1800">
              <a:latin typeface="Times New Roman" pitchFamily="18" charset="0"/>
              <a:cs typeface="Times New Roman" pitchFamily="18" charset="0"/>
            </a:endParaRPr>
          </a:p>
        </p:txBody>
      </p:sp>
    </p:spTree>
    <p:extLst>
      <p:ext uri="{BB962C8B-B14F-4D97-AF65-F5344CB8AC3E}">
        <p14:creationId xmlns:p14="http://schemas.microsoft.com/office/powerpoint/2010/main" val="24129118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PART 2: Telemetry Management</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20</a:t>
            </a:fld>
            <a:r>
              <a:rPr lang="zh-CN" altLang="en-US"/>
              <a:t> </a:t>
            </a:r>
            <a:endParaRPr lang="zh-CN" altLang="en-US" dirty="0">
              <a:latin typeface="微软雅黑" pitchFamily="34" charset="-122"/>
              <a:ea typeface="微软雅黑" pitchFamily="34" charset="-122"/>
            </a:endParaRPr>
          </a:p>
        </p:txBody>
      </p:sp>
      <p:sp>
        <p:nvSpPr>
          <p:cNvPr id="6" name="内容占位符 2"/>
          <p:cNvSpPr>
            <a:spLocks noGrp="1"/>
          </p:cNvSpPr>
          <p:nvPr>
            <p:ph idx="1"/>
          </p:nvPr>
        </p:nvSpPr>
        <p:spPr bwMode="auto">
          <a:xfrm>
            <a:off x="519113" y="3365897"/>
            <a:ext cx="8229600" cy="1533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47500" lnSpcReduction="20000"/>
          </a:bodyPr>
          <a:lstStyle/>
          <a:p>
            <a:pPr marL="0">
              <a:spcBef>
                <a:spcPts val="600"/>
              </a:spcBef>
              <a:spcAft>
                <a:spcPts val="600"/>
              </a:spcAft>
              <a:buFont typeface="Wingdings" pitchFamily="2" charset="2"/>
              <a:buChar char="Ø"/>
            </a:pPr>
            <a:r>
              <a:rPr lang="zh-CN" altLang="zh-CN" sz="1800" b="1">
                <a:latin typeface="Times New Roman" pitchFamily="18" charset="0"/>
                <a:cs typeface="Times New Roman" pitchFamily="18" charset="0"/>
              </a:rPr>
              <a:t>Application Process Identifier</a:t>
            </a:r>
            <a:r>
              <a:rPr lang="zh-CN" altLang="en-US" sz="1800">
                <a:latin typeface="Times New Roman" pitchFamily="18" charset="0"/>
                <a:cs typeface="Times New Roman" pitchFamily="18" charset="0"/>
              </a:rPr>
              <a:t>：</a:t>
            </a:r>
            <a:r>
              <a:rPr lang="zh-CN" altLang="zh-CN" sz="1800">
                <a:latin typeface="Times New Roman" pitchFamily="18" charset="0"/>
                <a:cs typeface="Times New Roman" pitchFamily="18" charset="0"/>
              </a:rPr>
              <a:t>used to identify TM packet, the highest bit: ‘0 ‘means real-time TM packet, while ‘1’ means delay time TM packet. </a:t>
            </a:r>
            <a:endParaRPr lang="en-US" altLang="zh-CN" sz="1800">
              <a:latin typeface="Times New Roman" pitchFamily="18" charset="0"/>
              <a:cs typeface="Times New Roman" pitchFamily="18" charset="0"/>
            </a:endParaRPr>
          </a:p>
          <a:p>
            <a:pPr marL="0">
              <a:spcBef>
                <a:spcPts val="600"/>
              </a:spcBef>
              <a:spcAft>
                <a:spcPts val="600"/>
              </a:spcAft>
              <a:buFont typeface="Wingdings" pitchFamily="2" charset="2"/>
              <a:buChar char="Ø"/>
            </a:pPr>
            <a:r>
              <a:rPr lang="zh-CN" altLang="zh-CN" sz="1800">
                <a:latin typeface="Times New Roman" pitchFamily="18" charset="0"/>
                <a:cs typeface="Times New Roman" pitchFamily="18" charset="0"/>
              </a:rPr>
              <a:t>Sequence Flags set to “11”, </a:t>
            </a:r>
            <a:r>
              <a:rPr lang="en-US" altLang="zh-CN" sz="1800">
                <a:latin typeface="Times New Roman" pitchFamily="18" charset="0"/>
                <a:cs typeface="Times New Roman" pitchFamily="18" charset="0"/>
              </a:rPr>
              <a:t>means</a:t>
            </a:r>
            <a:r>
              <a:rPr lang="zh-CN" altLang="zh-CN" sz="1800">
                <a:latin typeface="Times New Roman" pitchFamily="18" charset="0"/>
                <a:cs typeface="Times New Roman" pitchFamily="18" charset="0"/>
              </a:rPr>
              <a:t> the packet contains unsegmented user data.</a:t>
            </a:r>
            <a:endParaRPr lang="zh-CN" altLang="en-US" sz="1800">
              <a:latin typeface="Times New Roman" pitchFamily="18" charset="0"/>
              <a:cs typeface="Times New Roman" pitchFamily="18" charset="0"/>
            </a:endParaRPr>
          </a:p>
          <a:p>
            <a:pPr marL="0">
              <a:spcBef>
                <a:spcPts val="600"/>
              </a:spcBef>
              <a:spcAft>
                <a:spcPts val="600"/>
              </a:spcAft>
              <a:buFont typeface="Wingdings" pitchFamily="2" charset="2"/>
              <a:buChar char="Ø"/>
            </a:pPr>
            <a:r>
              <a:rPr lang="zh-CN" altLang="zh-CN" sz="1800">
                <a:latin typeface="Times New Roman" pitchFamily="18" charset="0"/>
                <a:cs typeface="Times New Roman" pitchFamily="18" charset="0"/>
              </a:rPr>
              <a:t>Packet Sequence Count</a:t>
            </a:r>
            <a:r>
              <a:rPr lang="zh-CN" altLang="en-US" sz="1800">
                <a:latin typeface="Times New Roman" pitchFamily="18" charset="0"/>
                <a:cs typeface="Times New Roman" pitchFamily="18" charset="0"/>
              </a:rPr>
              <a:t>：</a:t>
            </a:r>
            <a:r>
              <a:rPr lang="zh-CN" altLang="zh-CN" sz="1800">
                <a:latin typeface="Times New Roman" pitchFamily="18" charset="0"/>
                <a:cs typeface="Times New Roman" pitchFamily="18" charset="0"/>
              </a:rPr>
              <a:t>a counter for a packet.</a:t>
            </a:r>
            <a:endParaRPr lang="zh-CN" altLang="en-US" sz="1800">
              <a:latin typeface="Times New Roman" pitchFamily="18" charset="0"/>
              <a:cs typeface="Times New Roman" pitchFamily="18" charset="0"/>
            </a:endParaRPr>
          </a:p>
          <a:p>
            <a:pPr marL="0">
              <a:spcBef>
                <a:spcPts val="600"/>
              </a:spcBef>
              <a:spcAft>
                <a:spcPts val="600"/>
              </a:spcAft>
              <a:buFont typeface="Wingdings" pitchFamily="2" charset="2"/>
              <a:buChar char="Ø"/>
            </a:pPr>
            <a:r>
              <a:rPr lang="zh-CN" altLang="en-US" sz="1800">
                <a:latin typeface="Times New Roman" pitchFamily="18" charset="0"/>
                <a:cs typeface="Times New Roman" pitchFamily="18" charset="0"/>
              </a:rPr>
              <a:t> </a:t>
            </a:r>
            <a:r>
              <a:rPr lang="en-US" altLang="en-US" sz="1800">
                <a:latin typeface="Times New Roman" pitchFamily="18" charset="0"/>
                <a:cs typeface="Times New Roman" pitchFamily="18" charset="0"/>
              </a:rPr>
              <a:t>Packet Data Length: equal to the size of packet data field minus 1.</a:t>
            </a:r>
            <a:endParaRPr lang="zh-CN" altLang="en-US" sz="1800">
              <a:latin typeface="Times New Roman" pitchFamily="18" charset="0"/>
              <a:cs typeface="Times New Roman" pitchFamily="18" charset="0"/>
            </a:endParaRPr>
          </a:p>
          <a:p>
            <a:pPr marL="0">
              <a:buFontTx/>
              <a:buNone/>
            </a:pPr>
            <a:endParaRPr lang="zh-CN" altLang="en-US" sz="1400">
              <a:latin typeface="Times New Roman" pitchFamily="18" charset="0"/>
              <a:cs typeface="Times New Roman" pitchFamily="18" charset="0"/>
            </a:endParaRPr>
          </a:p>
        </p:txBody>
      </p:sp>
      <p:graphicFrame>
        <p:nvGraphicFramePr>
          <p:cNvPr id="7" name="表格 6"/>
          <p:cNvGraphicFramePr>
            <a:graphicFrameLocks noGrp="1"/>
          </p:cNvGraphicFramePr>
          <p:nvPr>
            <p:extLst>
              <p:ext uri="{D42A27DB-BD31-4B8C-83A1-F6EECF244321}">
                <p14:modId xmlns:p14="http://schemas.microsoft.com/office/powerpoint/2010/main" val="1983381202"/>
              </p:ext>
            </p:extLst>
          </p:nvPr>
        </p:nvGraphicFramePr>
        <p:xfrm>
          <a:off x="409575" y="983456"/>
          <a:ext cx="8358188" cy="2171700"/>
        </p:xfrm>
        <a:graphic>
          <a:graphicData uri="http://schemas.openxmlformats.org/drawingml/2006/table">
            <a:tbl>
              <a:tblPr/>
              <a:tblGrid>
                <a:gridCol w="861146">
                  <a:extLst>
                    <a:ext uri="{9D8B030D-6E8A-4147-A177-3AD203B41FA5}">
                      <a16:colId xmlns:a16="http://schemas.microsoft.com/office/drawing/2014/main" xmlns="" val="20000"/>
                    </a:ext>
                  </a:extLst>
                </a:gridCol>
                <a:gridCol w="824228">
                  <a:extLst>
                    <a:ext uri="{9D8B030D-6E8A-4147-A177-3AD203B41FA5}">
                      <a16:colId xmlns:a16="http://schemas.microsoft.com/office/drawing/2014/main" xmlns="" val="20001"/>
                    </a:ext>
                  </a:extLst>
                </a:gridCol>
                <a:gridCol w="1253514">
                  <a:extLst>
                    <a:ext uri="{9D8B030D-6E8A-4147-A177-3AD203B41FA5}">
                      <a16:colId xmlns:a16="http://schemas.microsoft.com/office/drawing/2014/main" xmlns="" val="20002"/>
                    </a:ext>
                  </a:extLst>
                </a:gridCol>
                <a:gridCol w="1253514">
                  <a:extLst>
                    <a:ext uri="{9D8B030D-6E8A-4147-A177-3AD203B41FA5}">
                      <a16:colId xmlns:a16="http://schemas.microsoft.com/office/drawing/2014/main" xmlns="" val="20003"/>
                    </a:ext>
                  </a:extLst>
                </a:gridCol>
                <a:gridCol w="975336">
                  <a:extLst>
                    <a:ext uri="{9D8B030D-6E8A-4147-A177-3AD203B41FA5}">
                      <a16:colId xmlns:a16="http://schemas.microsoft.com/office/drawing/2014/main" xmlns="" val="20004"/>
                    </a:ext>
                  </a:extLst>
                </a:gridCol>
                <a:gridCol w="975336">
                  <a:extLst>
                    <a:ext uri="{9D8B030D-6E8A-4147-A177-3AD203B41FA5}">
                      <a16:colId xmlns:a16="http://schemas.microsoft.com/office/drawing/2014/main" xmlns="" val="20005"/>
                    </a:ext>
                  </a:extLst>
                </a:gridCol>
                <a:gridCol w="899475">
                  <a:extLst>
                    <a:ext uri="{9D8B030D-6E8A-4147-A177-3AD203B41FA5}">
                      <a16:colId xmlns:a16="http://schemas.microsoft.com/office/drawing/2014/main" xmlns="" val="20006"/>
                    </a:ext>
                  </a:extLst>
                </a:gridCol>
                <a:gridCol w="1315639">
                  <a:extLst>
                    <a:ext uri="{9D8B030D-6E8A-4147-A177-3AD203B41FA5}">
                      <a16:colId xmlns:a16="http://schemas.microsoft.com/office/drawing/2014/main" xmlns="" val="20007"/>
                    </a:ext>
                  </a:extLst>
                </a:gridCol>
              </a:tblGrid>
              <a:tr h="434340">
                <a:tc gridSpan="7">
                  <a:txBody>
                    <a:bodyPr/>
                    <a:lstStyle/>
                    <a:p>
                      <a:pPr algn="ctr">
                        <a:spcAft>
                          <a:spcPts val="0"/>
                        </a:spcAft>
                      </a:pPr>
                      <a:r>
                        <a:rPr lang="en-US" sz="1400" kern="100" dirty="0">
                          <a:solidFill>
                            <a:srgbClr val="000000"/>
                          </a:solidFill>
                          <a:latin typeface="Times New Roman"/>
                          <a:ea typeface="Times New Roman"/>
                        </a:rPr>
                        <a:t>Packet Primary Header                                                                                                                (48 bits)</a:t>
                      </a:r>
                      <a:endParaRPr lang="zh-CN" sz="1400" kern="100" dirty="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ctr">
                        <a:spcAft>
                          <a:spcPts val="0"/>
                        </a:spcAft>
                      </a:pPr>
                      <a:r>
                        <a:rPr lang="en-US" sz="1400" kern="100">
                          <a:solidFill>
                            <a:srgbClr val="000000"/>
                          </a:solidFill>
                          <a:latin typeface="Times New Roman"/>
                          <a:ea typeface="Times New Roman"/>
                        </a:rPr>
                        <a:t>Packet Data Field</a:t>
                      </a:r>
                      <a:endParaRPr lang="zh-CN" sz="1400" kern="10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0"/>
                  </a:ext>
                </a:extLst>
              </a:tr>
              <a:tr h="434340">
                <a:tc rowSpan="2">
                  <a:txBody>
                    <a:bodyPr/>
                    <a:lstStyle/>
                    <a:p>
                      <a:pPr algn="ctr">
                        <a:spcAft>
                          <a:spcPts val="0"/>
                        </a:spcAft>
                      </a:pPr>
                      <a:r>
                        <a:rPr lang="en-US" sz="1400" kern="100">
                          <a:solidFill>
                            <a:srgbClr val="000000"/>
                          </a:solidFill>
                          <a:latin typeface="Times New Roman"/>
                          <a:ea typeface="Times New Roman"/>
                        </a:rPr>
                        <a:t>Packet Version Number</a:t>
                      </a:r>
                      <a:endParaRPr lang="zh-CN" sz="1400" kern="10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algn="ctr">
                        <a:spcAft>
                          <a:spcPts val="0"/>
                        </a:spcAft>
                      </a:pPr>
                      <a:r>
                        <a:rPr lang="en-US" sz="1400" kern="100" dirty="0">
                          <a:solidFill>
                            <a:srgbClr val="000000"/>
                          </a:solidFill>
                          <a:latin typeface="Times New Roman"/>
                          <a:ea typeface="Times New Roman"/>
                        </a:rPr>
                        <a:t>Packet Identification</a:t>
                      </a:r>
                      <a:endParaRPr lang="zh-CN" sz="1400" kern="100" dirty="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gridSpan="2">
                  <a:txBody>
                    <a:bodyPr/>
                    <a:lstStyle/>
                    <a:p>
                      <a:pPr algn="ctr">
                        <a:spcAft>
                          <a:spcPts val="0"/>
                        </a:spcAft>
                      </a:pPr>
                      <a:r>
                        <a:rPr lang="en-US" sz="1400" kern="100" dirty="0">
                          <a:solidFill>
                            <a:srgbClr val="000000"/>
                          </a:solidFill>
                          <a:latin typeface="Times New Roman"/>
                          <a:ea typeface="Times New Roman"/>
                        </a:rPr>
                        <a:t>Packet Sequence Control</a:t>
                      </a:r>
                      <a:endParaRPr lang="zh-CN" sz="14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rowSpan="2">
                  <a:txBody>
                    <a:bodyPr/>
                    <a:lstStyle/>
                    <a:p>
                      <a:pPr algn="ctr">
                        <a:spcAft>
                          <a:spcPts val="0"/>
                        </a:spcAft>
                      </a:pPr>
                      <a:r>
                        <a:rPr lang="en-US" sz="1400" kern="100">
                          <a:solidFill>
                            <a:srgbClr val="000000"/>
                          </a:solidFill>
                          <a:latin typeface="Times New Roman"/>
                          <a:ea typeface="Times New Roman"/>
                        </a:rPr>
                        <a:t>Packet Data Length</a:t>
                      </a:r>
                      <a:endParaRPr lang="zh-CN" sz="1400" kern="10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FF"/>
                    </a:solidFill>
                  </a:tcPr>
                </a:tc>
                <a:tc rowSpan="2">
                  <a:txBody>
                    <a:bodyPr/>
                    <a:lstStyle/>
                    <a:p>
                      <a:pPr algn="ctr">
                        <a:spcAft>
                          <a:spcPts val="0"/>
                        </a:spcAft>
                      </a:pPr>
                      <a:r>
                        <a:rPr lang="en-US" sz="1400" kern="100">
                          <a:solidFill>
                            <a:srgbClr val="000000"/>
                          </a:solidFill>
                          <a:latin typeface="Times New Roman"/>
                          <a:ea typeface="Times New Roman"/>
                        </a:rPr>
                        <a:t>User Data</a:t>
                      </a:r>
                      <a:endParaRPr lang="zh-CN" sz="1400" kern="10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r h="651510">
                <a:tc vMerge="1">
                  <a:txBody>
                    <a:bodyPr/>
                    <a:lstStyle/>
                    <a:p>
                      <a:endParaRPr lang="zh-CN" altLang="en-US"/>
                    </a:p>
                  </a:txBody>
                  <a:tcPr/>
                </a:tc>
                <a:tc>
                  <a:txBody>
                    <a:bodyPr/>
                    <a:lstStyle/>
                    <a:p>
                      <a:pPr algn="ctr">
                        <a:spcAft>
                          <a:spcPts val="0"/>
                        </a:spcAft>
                      </a:pPr>
                      <a:r>
                        <a:rPr lang="en-US" sz="1400" kern="100">
                          <a:solidFill>
                            <a:srgbClr val="000000"/>
                          </a:solidFill>
                          <a:latin typeface="Times New Roman"/>
                          <a:ea typeface="Times New Roman"/>
                        </a:rPr>
                        <a:t>Packet Type</a:t>
                      </a:r>
                      <a:endParaRPr lang="zh-CN" sz="1400" kern="10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solidFill>
                            <a:srgbClr val="000000"/>
                          </a:solidFill>
                          <a:latin typeface="Times New Roman"/>
                          <a:ea typeface="Times New Roman"/>
                        </a:rPr>
                        <a:t>Sec. Hdr. Flag</a:t>
                      </a:r>
                      <a:endParaRPr lang="zh-CN" sz="1400" kern="10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dirty="0">
                          <a:solidFill>
                            <a:srgbClr val="000000"/>
                          </a:solidFill>
                          <a:latin typeface="Times New Roman"/>
                          <a:ea typeface="Times New Roman"/>
                        </a:rPr>
                        <a:t>Application Process Identifier</a:t>
                      </a:r>
                      <a:endParaRPr lang="zh-CN" sz="1400" kern="100" dirty="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spcAft>
                          <a:spcPts val="0"/>
                        </a:spcAft>
                      </a:pPr>
                      <a:r>
                        <a:rPr lang="en-US" sz="1400" kern="100">
                          <a:solidFill>
                            <a:srgbClr val="000000"/>
                          </a:solidFill>
                          <a:latin typeface="Times New Roman"/>
                          <a:ea typeface="Times New Roman"/>
                        </a:rPr>
                        <a:t>Sequence Flags</a:t>
                      </a:r>
                      <a:endParaRPr lang="zh-CN" sz="1400" kern="10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400" kern="100" dirty="0">
                          <a:solidFill>
                            <a:srgbClr val="000000"/>
                          </a:solidFill>
                          <a:latin typeface="Times New Roman"/>
                          <a:ea typeface="Times New Roman"/>
                        </a:rPr>
                        <a:t>Packet Sequence Count</a:t>
                      </a:r>
                      <a:endParaRPr lang="zh-CN" sz="1400" kern="100" dirty="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70C0"/>
                    </a:solidFill>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xmlns="" val="10002"/>
                  </a:ext>
                </a:extLst>
              </a:tr>
              <a:tr h="434340">
                <a:tc>
                  <a:txBody>
                    <a:bodyPr/>
                    <a:lstStyle/>
                    <a:p>
                      <a:pPr algn="ctr">
                        <a:spcAft>
                          <a:spcPts val="0"/>
                        </a:spcAft>
                      </a:pPr>
                      <a:r>
                        <a:rPr lang="en-US" sz="1400" kern="100">
                          <a:solidFill>
                            <a:srgbClr val="000000"/>
                          </a:solidFill>
                          <a:latin typeface="Times New Roman"/>
                          <a:ea typeface="Times New Roman"/>
                        </a:rPr>
                        <a:t>3 bits</a:t>
                      </a:r>
                      <a:endParaRPr lang="zh-CN" sz="1400" kern="10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solidFill>
                            <a:srgbClr val="000000"/>
                          </a:solidFill>
                          <a:latin typeface="Times New Roman"/>
                          <a:ea typeface="Times New Roman"/>
                        </a:rPr>
                        <a:t>1 bit</a:t>
                      </a:r>
                      <a:endParaRPr lang="zh-CN" sz="1400" kern="10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solidFill>
                            <a:srgbClr val="000000"/>
                          </a:solidFill>
                          <a:latin typeface="Times New Roman"/>
                          <a:ea typeface="Times New Roman"/>
                        </a:rPr>
                        <a:t>1 bit</a:t>
                      </a:r>
                      <a:endParaRPr lang="zh-CN" sz="1400" kern="10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dirty="0">
                          <a:solidFill>
                            <a:srgbClr val="000000"/>
                          </a:solidFill>
                          <a:latin typeface="Times New Roman"/>
                          <a:ea typeface="Times New Roman"/>
                        </a:rPr>
                        <a:t>11 bits</a:t>
                      </a:r>
                      <a:endParaRPr lang="zh-CN" sz="14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spcAft>
                          <a:spcPts val="0"/>
                        </a:spcAft>
                      </a:pPr>
                      <a:r>
                        <a:rPr lang="en-US" sz="1400" kern="100">
                          <a:solidFill>
                            <a:srgbClr val="000000"/>
                          </a:solidFill>
                          <a:latin typeface="Times New Roman"/>
                          <a:ea typeface="Times New Roman"/>
                        </a:rPr>
                        <a:t>2 bits</a:t>
                      </a:r>
                      <a:endParaRPr lang="zh-CN" sz="1400" kern="10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400" kern="100" dirty="0">
                          <a:solidFill>
                            <a:srgbClr val="000000"/>
                          </a:solidFill>
                          <a:latin typeface="Times New Roman"/>
                          <a:ea typeface="Times New Roman"/>
                        </a:rPr>
                        <a:t>14 bits</a:t>
                      </a:r>
                      <a:endParaRPr lang="zh-CN" sz="14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70C0"/>
                    </a:solidFill>
                  </a:tcPr>
                </a:tc>
                <a:tc>
                  <a:txBody>
                    <a:bodyPr/>
                    <a:lstStyle/>
                    <a:p>
                      <a:pPr algn="ctr">
                        <a:spcAft>
                          <a:spcPts val="0"/>
                        </a:spcAft>
                      </a:pPr>
                      <a:r>
                        <a:rPr lang="en-US" sz="1400" kern="100" dirty="0">
                          <a:solidFill>
                            <a:srgbClr val="000000"/>
                          </a:solidFill>
                          <a:latin typeface="Times New Roman"/>
                          <a:ea typeface="Times New Roman"/>
                        </a:rPr>
                        <a:t>16 bits</a:t>
                      </a:r>
                      <a:endParaRPr lang="zh-CN" sz="14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FF"/>
                    </a:solidFill>
                  </a:tcPr>
                </a:tc>
                <a:tc>
                  <a:txBody>
                    <a:bodyPr/>
                    <a:lstStyle/>
                    <a:p>
                      <a:pPr algn="ctr">
                        <a:spcAft>
                          <a:spcPts val="0"/>
                        </a:spcAft>
                      </a:pPr>
                      <a:r>
                        <a:rPr lang="en-US" sz="1400" kern="100">
                          <a:solidFill>
                            <a:srgbClr val="000000"/>
                          </a:solidFill>
                          <a:latin typeface="Times New Roman"/>
                          <a:ea typeface="Times New Roman"/>
                        </a:rPr>
                        <a:t>Variable Length</a:t>
                      </a:r>
                      <a:endParaRPr lang="zh-CN" sz="1400" kern="10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3"/>
                  </a:ext>
                </a:extLst>
              </a:tr>
              <a:tr h="217170">
                <a:tc>
                  <a:txBody>
                    <a:bodyPr/>
                    <a:lstStyle/>
                    <a:p>
                      <a:pPr algn="ctr">
                        <a:spcAft>
                          <a:spcPts val="0"/>
                        </a:spcAft>
                      </a:pPr>
                      <a:r>
                        <a:rPr lang="en-US" sz="1400" kern="100" dirty="0">
                          <a:solidFill>
                            <a:srgbClr val="000000"/>
                          </a:solidFill>
                          <a:latin typeface="Times New Roman"/>
                          <a:ea typeface="Times New Roman"/>
                        </a:rPr>
                        <a:t>"000"</a:t>
                      </a:r>
                      <a:endParaRPr lang="zh-CN" sz="14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solidFill>
                            <a:srgbClr val="000000"/>
                          </a:solidFill>
                          <a:latin typeface="Times New Roman"/>
                          <a:ea typeface="Times New Roman"/>
                        </a:rPr>
                        <a:t>0</a:t>
                      </a:r>
                      <a:endParaRPr lang="zh-CN" sz="1400" kern="10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dirty="0">
                          <a:solidFill>
                            <a:srgbClr val="000000"/>
                          </a:solidFill>
                          <a:latin typeface="Times New Roman"/>
                          <a:ea typeface="Times New Roman"/>
                        </a:rPr>
                        <a:t>0</a:t>
                      </a:r>
                      <a:endParaRPr lang="zh-CN" sz="14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dirty="0">
                          <a:solidFill>
                            <a:srgbClr val="000000"/>
                          </a:solidFill>
                          <a:latin typeface="Times New Roman"/>
                          <a:ea typeface="Times New Roman"/>
                        </a:rPr>
                        <a:t> </a:t>
                      </a:r>
                      <a:endParaRPr lang="zh-CN" sz="14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spcAft>
                          <a:spcPts val="0"/>
                        </a:spcAft>
                      </a:pPr>
                      <a:r>
                        <a:rPr lang="en-US" sz="1400" kern="100" dirty="0">
                          <a:solidFill>
                            <a:srgbClr val="000000"/>
                          </a:solidFill>
                          <a:latin typeface="Times New Roman"/>
                          <a:ea typeface="Times New Roman"/>
                        </a:rPr>
                        <a:t>"11"</a:t>
                      </a:r>
                      <a:endParaRPr lang="zh-CN" sz="14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400" kern="100" dirty="0">
                          <a:solidFill>
                            <a:srgbClr val="000000"/>
                          </a:solidFill>
                          <a:latin typeface="Times New Roman"/>
                          <a:ea typeface="Times New Roman"/>
                        </a:rPr>
                        <a:t> </a:t>
                      </a:r>
                      <a:endParaRPr lang="zh-CN" sz="14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dirty="0">
                          <a:solidFill>
                            <a:srgbClr val="000000"/>
                          </a:solidFill>
                          <a:latin typeface="Times New Roman"/>
                          <a:ea typeface="Times New Roman"/>
                        </a:rPr>
                        <a:t> </a:t>
                      </a:r>
                      <a:endParaRPr lang="zh-CN" sz="14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dirty="0">
                          <a:solidFill>
                            <a:srgbClr val="000000"/>
                          </a:solidFill>
                          <a:latin typeface="Times New Roman"/>
                          <a:ea typeface="Times New Roman"/>
                        </a:rPr>
                        <a:t> </a:t>
                      </a:r>
                      <a:endParaRPr lang="zh-CN" sz="14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4"/>
                  </a:ext>
                </a:extLst>
              </a:tr>
            </a:tbl>
          </a:graphicData>
        </a:graphic>
      </p:graphicFrame>
    </p:spTree>
    <p:extLst>
      <p:ext uri="{BB962C8B-B14F-4D97-AF65-F5344CB8AC3E}">
        <p14:creationId xmlns:p14="http://schemas.microsoft.com/office/powerpoint/2010/main" val="24129118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PART 2: Telemetry Management</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21</a:t>
            </a:fld>
            <a:r>
              <a:rPr lang="zh-CN" altLang="en-US"/>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55311710"/>
              </p:ext>
            </p:extLst>
          </p:nvPr>
        </p:nvGraphicFramePr>
        <p:xfrm>
          <a:off x="409575" y="1200151"/>
          <a:ext cx="7886700" cy="3125153"/>
        </p:xfrm>
        <a:graphic>
          <a:graphicData uri="http://schemas.openxmlformats.org/drawingml/2006/table">
            <a:tbl>
              <a:tblPr/>
              <a:tblGrid>
                <a:gridCol w="474663">
                  <a:extLst>
                    <a:ext uri="{9D8B030D-6E8A-4147-A177-3AD203B41FA5}">
                      <a16:colId xmlns:a16="http://schemas.microsoft.com/office/drawing/2014/main" xmlns="" val="20000"/>
                    </a:ext>
                  </a:extLst>
                </a:gridCol>
                <a:gridCol w="2054225">
                  <a:extLst>
                    <a:ext uri="{9D8B030D-6E8A-4147-A177-3AD203B41FA5}">
                      <a16:colId xmlns:a16="http://schemas.microsoft.com/office/drawing/2014/main" xmlns="" val="20001"/>
                    </a:ext>
                  </a:extLst>
                </a:gridCol>
                <a:gridCol w="850900">
                  <a:extLst>
                    <a:ext uri="{9D8B030D-6E8A-4147-A177-3AD203B41FA5}">
                      <a16:colId xmlns:a16="http://schemas.microsoft.com/office/drawing/2014/main" xmlns="" val="20002"/>
                    </a:ext>
                  </a:extLst>
                </a:gridCol>
                <a:gridCol w="1374775">
                  <a:extLst>
                    <a:ext uri="{9D8B030D-6E8A-4147-A177-3AD203B41FA5}">
                      <a16:colId xmlns:a16="http://schemas.microsoft.com/office/drawing/2014/main" xmlns="" val="20003"/>
                    </a:ext>
                  </a:extLst>
                </a:gridCol>
                <a:gridCol w="1282700">
                  <a:extLst>
                    <a:ext uri="{9D8B030D-6E8A-4147-A177-3AD203B41FA5}">
                      <a16:colId xmlns:a16="http://schemas.microsoft.com/office/drawing/2014/main" xmlns="" val="20004"/>
                    </a:ext>
                  </a:extLst>
                </a:gridCol>
                <a:gridCol w="827087">
                  <a:extLst>
                    <a:ext uri="{9D8B030D-6E8A-4147-A177-3AD203B41FA5}">
                      <a16:colId xmlns:a16="http://schemas.microsoft.com/office/drawing/2014/main" xmlns="" val="20005"/>
                    </a:ext>
                  </a:extLst>
                </a:gridCol>
                <a:gridCol w="1022350">
                  <a:extLst>
                    <a:ext uri="{9D8B030D-6E8A-4147-A177-3AD203B41FA5}">
                      <a16:colId xmlns:a16="http://schemas.microsoft.com/office/drawing/2014/main" xmlns="" val="20006"/>
                    </a:ext>
                  </a:extLst>
                </a:gridCol>
              </a:tblGrid>
              <a:tr h="36576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dirty="0">
                          <a:ln>
                            <a:noFill/>
                          </a:ln>
                          <a:solidFill>
                            <a:srgbClr val="000000"/>
                          </a:solidFill>
                          <a:effectLst/>
                          <a:latin typeface="Times New Roman" pitchFamily="18" charset="0"/>
                          <a:ea typeface="宋体" pitchFamily="2" charset="-122"/>
                        </a:rPr>
                        <a:t>NO</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TM Name</a:t>
                      </a:r>
                      <a:endParaRPr kumimoji="0" lang="zh-CN" altLang="zh-CN" sz="12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Packet I D</a:t>
                      </a:r>
                      <a:endParaRPr kumimoji="0" lang="zh-CN" altLang="zh-CN" sz="12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Packet length (bytes)</a:t>
                      </a:r>
                      <a:endParaRPr kumimoji="0" lang="zh-CN" altLang="zh-CN" sz="12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000000"/>
                          </a:solidFill>
                          <a:effectLst/>
                          <a:latin typeface="Times New Roman" pitchFamily="18" charset="0"/>
                          <a:ea typeface="宋体" pitchFamily="2" charset="-122"/>
                        </a:rPr>
                        <a:t>Data</a:t>
                      </a:r>
                      <a:r>
                        <a:rPr kumimoji="0" lang="en-US" altLang="zh-CN" sz="12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 length (bytes) </a:t>
                      </a:r>
                      <a:endParaRPr kumimoji="0" lang="zh-CN" altLang="zh-CN" sz="12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Period </a:t>
                      </a:r>
                      <a:endParaRPr kumimoji="0" lang="zh-CN" altLang="zh-CN" sz="12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Delay Pack</a:t>
                      </a:r>
                      <a:r>
                        <a:rPr kumimoji="0" lang="en-US" altLang="zh-CN" sz="1200" b="1" i="0" u="none" strike="noStrike" cap="none" normalizeH="0" baseline="0">
                          <a:ln>
                            <a:noFill/>
                          </a:ln>
                          <a:solidFill>
                            <a:srgbClr val="000000"/>
                          </a:solidFill>
                          <a:effectLst/>
                          <a:latin typeface="Times New Roman" pitchFamily="18" charset="0"/>
                          <a:ea typeface="宋体" pitchFamily="2" charset="-122"/>
                        </a:rPr>
                        <a:t>et</a:t>
                      </a:r>
                      <a:r>
                        <a:rPr kumimoji="0" lang="en-US" altLang="zh-CN" sz="12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 ID</a:t>
                      </a:r>
                      <a:endParaRPr kumimoji="0" lang="zh-CN" altLang="zh-CN" sz="12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274320">
                <a:tc rowSpan="10">
                  <a:txBody>
                    <a:bodyPr/>
                    <a:lstStyle/>
                    <a:p>
                      <a:pPr marL="342900" marR="0" lvl="0" indent="-342900" algn="ctr" defTabSz="914400" rtl="0" eaLnBrk="1" fontAlgn="base" latinLnBrk="0" hangingPunct="1">
                        <a:lnSpc>
                          <a:spcPct val="150000"/>
                        </a:lnSpc>
                        <a:spcBef>
                          <a:spcPct val="0"/>
                        </a:spcBef>
                        <a:spcAft>
                          <a:spcPct val="0"/>
                        </a:spcAft>
                        <a:buClrTx/>
                        <a:buSzTx/>
                        <a:buFont typeface="+mj-lt"/>
                        <a:buNone/>
                        <a:tabLst/>
                      </a:pPr>
                      <a:r>
                        <a:rPr kumimoji="0" lang="en-US" altLang="zh-CN" sz="1200" b="0" i="0" u="none" strike="noStrike" cap="none" normalizeH="0" baseline="0">
                          <a:ln>
                            <a:noFill/>
                          </a:ln>
                          <a:solidFill>
                            <a:srgbClr val="000000"/>
                          </a:solidFill>
                          <a:effectLst/>
                          <a:latin typeface="Times New Roman" pitchFamily="18" charset="0"/>
                          <a:ea typeface="宋体" pitchFamily="2" charset="-122"/>
                        </a:rPr>
                        <a:t>1</a:t>
                      </a: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OBC fast</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20H</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sz="1200" b="0" i="0" u="none" strike="noStrike" kern="1200" cap="none" normalizeH="0" baseline="0" dirty="0">
                          <a:ln>
                            <a:noFill/>
                          </a:ln>
                          <a:solidFill>
                            <a:srgbClr val="000000"/>
                          </a:solidFill>
                          <a:effectLst/>
                          <a:latin typeface="Times New Roman" pitchFamily="18" charset="0"/>
                          <a:ea typeface="宋体" pitchFamily="2" charset="-122"/>
                          <a:cs typeface="+mn-cs"/>
                        </a:rPr>
                        <a:t>49</a:t>
                      </a:r>
                      <a:endParaRPr kumimoji="0" lang="zh-CN" sz="1200" b="0" i="0" u="none" strike="noStrike" kern="1200" cap="none" normalizeH="0" baseline="0" dirty="0">
                        <a:ln>
                          <a:noFill/>
                        </a:ln>
                        <a:solidFill>
                          <a:srgbClr val="000000"/>
                        </a:solidFill>
                        <a:effectLst/>
                        <a:latin typeface="Times New Roman" pitchFamily="18" charset="0"/>
                        <a:ea typeface="宋体" pitchFamily="2" charset="-122"/>
                        <a:cs typeface="+mn-cs"/>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sz="1200" b="0" i="0" u="none" strike="noStrike" kern="1200" cap="none" normalizeH="0" baseline="0" dirty="0">
                          <a:ln>
                            <a:noFill/>
                          </a:ln>
                          <a:solidFill>
                            <a:srgbClr val="000000"/>
                          </a:solidFill>
                          <a:effectLst/>
                          <a:latin typeface="Times New Roman" pitchFamily="18" charset="0"/>
                          <a:ea typeface="宋体" pitchFamily="2" charset="-122"/>
                          <a:cs typeface="+mn-cs"/>
                        </a:rPr>
                        <a:t>50</a:t>
                      </a:r>
                      <a:endParaRPr kumimoji="0" lang="zh-CN" sz="1200" b="0" i="0" u="none" strike="noStrike" kern="1200" cap="none" normalizeH="0" baseline="0" dirty="0">
                        <a:ln>
                          <a:noFill/>
                        </a:ln>
                        <a:solidFill>
                          <a:srgbClr val="000000"/>
                        </a:solidFill>
                        <a:effectLst/>
                        <a:latin typeface="Times New Roman" pitchFamily="18" charset="0"/>
                        <a:ea typeface="宋体" pitchFamily="2" charset="-122"/>
                        <a:cs typeface="+mn-cs"/>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1</a:t>
                      </a:r>
                      <a:endParaRPr kumimoji="0" lang="zh-CN" altLang="zh-CN" sz="12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420H</a:t>
                      </a:r>
                      <a:endParaRPr kumimoji="0" lang="zh-CN" altLang="zh-CN" sz="12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274320">
                <a:tc vMerge="1">
                  <a:txBody>
                    <a:bodyPr/>
                    <a:lstStyle/>
                    <a:p>
                      <a:endParaRPr lang="zh-CN" altLang="en-US"/>
                    </a:p>
                  </a:txBody>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OBC fixed format TM</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30H</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rgbClr val="000000"/>
                          </a:solidFill>
                          <a:effectLst/>
                          <a:latin typeface="Times New Roman" pitchFamily="18" charset="0"/>
                          <a:ea typeface="宋体" pitchFamily="2" charset="-122"/>
                        </a:rPr>
                        <a:t>23</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rgbClr val="000000"/>
                          </a:solidFill>
                          <a:effectLst/>
                          <a:latin typeface="Times New Roman" pitchFamily="18" charset="0"/>
                          <a:ea typeface="宋体" pitchFamily="2" charset="-122"/>
                        </a:rPr>
                        <a:t>24</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1</a:t>
                      </a:r>
                      <a:endParaRPr kumimoji="0" lang="zh-CN" altLang="zh-CN" sz="12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430H</a:t>
                      </a:r>
                      <a:endParaRPr kumimoji="0" lang="zh-CN" altLang="zh-CN" sz="12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274320">
                <a:tc vMerge="1">
                  <a:txBody>
                    <a:bodyPr/>
                    <a:lstStyle/>
                    <a:p>
                      <a:endParaRPr lang="zh-CN" altLang="en-US"/>
                    </a:p>
                  </a:txBody>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OBC Slow</a:t>
                      </a:r>
                      <a:endParaRPr kumimoji="0" lang="zh-CN" altLang="zh-CN" sz="12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40H</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Times New Roman" pitchFamily="18" charset="0"/>
                          <a:ea typeface="宋体" pitchFamily="2" charset="-122"/>
                        </a:rPr>
                        <a:t>63</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Times New Roman" pitchFamily="18" charset="0"/>
                          <a:ea typeface="宋体" pitchFamily="2" charset="-122"/>
                        </a:rPr>
                        <a:t>64</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16</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440H</a:t>
                      </a:r>
                      <a:endParaRPr kumimoji="0" lang="zh-CN" altLang="zh-CN" sz="12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274320">
                <a:tc vMerge="1">
                  <a:txBody>
                    <a:bodyPr/>
                    <a:lstStyle/>
                    <a:p>
                      <a:endParaRPr lang="zh-CN" altLang="en-US"/>
                    </a:p>
                  </a:txBody>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OBC RTT</a:t>
                      </a:r>
                      <a:r>
                        <a:rPr kumimoji="0" lang="en-US" altLang="zh-CN" sz="1200" b="0" i="0" u="none" strike="noStrike" cap="none" normalizeH="0" baseline="0" dirty="0">
                          <a:ln>
                            <a:noFill/>
                          </a:ln>
                          <a:solidFill>
                            <a:schemeClr val="tx1"/>
                          </a:solidFill>
                          <a:effectLst/>
                          <a:latin typeface="Times New Roman" pitchFamily="18" charset="0"/>
                          <a:ea typeface="宋体" pitchFamily="2" charset="-122"/>
                        </a:rPr>
                        <a:t>C</a:t>
                      </a:r>
                      <a:r>
                        <a:rPr kumimoji="0"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 counter</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70H</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Times New Roman" pitchFamily="18" charset="0"/>
                          <a:ea typeface="宋体" pitchFamily="2" charset="-122"/>
                        </a:rPr>
                        <a:t>95</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Times New Roman" pitchFamily="18" charset="0"/>
                          <a:ea typeface="宋体" pitchFamily="2" charset="-122"/>
                        </a:rPr>
                        <a:t>96</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32</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470H</a:t>
                      </a:r>
                      <a:endParaRPr kumimoji="0" lang="zh-CN" altLang="zh-CN" sz="12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r h="274320">
                <a:tc vMerge="1">
                  <a:txBody>
                    <a:bodyPr/>
                    <a:lstStyle/>
                    <a:p>
                      <a:endParaRPr lang="zh-CN" altLang="en-US"/>
                    </a:p>
                  </a:txBody>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OBC TTC </a:t>
                      </a:r>
                      <a:endParaRPr kumimoji="0" lang="zh-CN" altLang="zh-CN" sz="12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90H</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Times New Roman" pitchFamily="18" charset="0"/>
                          <a:ea typeface="宋体" pitchFamily="2" charset="-122"/>
                        </a:rPr>
                        <a:t>61</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Times New Roman" pitchFamily="18" charset="0"/>
                          <a:ea typeface="宋体" pitchFamily="2" charset="-122"/>
                        </a:rPr>
                        <a:t>62</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32</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490H</a:t>
                      </a:r>
                      <a:endParaRPr kumimoji="0" lang="zh-CN" altLang="zh-CN" sz="12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274320">
                <a:tc vMerge="1">
                  <a:txBody>
                    <a:bodyPr/>
                    <a:lstStyle/>
                    <a:p>
                      <a:endParaRPr lang="zh-CN" altLang="en-US"/>
                    </a:p>
                  </a:txBody>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OBC bus counter</a:t>
                      </a:r>
                      <a:endParaRPr kumimoji="0" lang="zh-CN" altLang="zh-CN" sz="12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A0H</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Times New Roman" pitchFamily="18" charset="0"/>
                          <a:ea typeface="宋体" pitchFamily="2" charset="-122"/>
                        </a:rPr>
                        <a:t>57</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Times New Roman" pitchFamily="18" charset="0"/>
                          <a:ea typeface="宋体" pitchFamily="2" charset="-122"/>
                        </a:rPr>
                        <a:t>58</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16</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4A0H</a:t>
                      </a:r>
                      <a:endParaRPr kumimoji="0" lang="zh-CN" altLang="zh-CN" sz="12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6"/>
                  </a:ext>
                </a:extLst>
              </a:tr>
              <a:tr h="274320">
                <a:tc vMerge="1">
                  <a:txBody>
                    <a:bodyPr/>
                    <a:lstStyle/>
                    <a:p>
                      <a:endParaRPr lang="zh-CN" altLang="en-US"/>
                    </a:p>
                  </a:txBody>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OBC uplink data block</a:t>
                      </a:r>
                      <a:endParaRPr kumimoji="0" lang="zh-CN" altLang="zh-CN" sz="12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B0H</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Times New Roman" pitchFamily="18" charset="0"/>
                          <a:ea typeface="宋体" pitchFamily="2" charset="-122"/>
                        </a:rPr>
                        <a:t>VARIABLE</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Times New Roman" pitchFamily="18" charset="0"/>
                          <a:ea typeface="宋体" pitchFamily="2" charset="-122"/>
                        </a:rPr>
                        <a:t>VARIABLE</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32</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Times New Roman" pitchFamily="18" charset="0"/>
                          <a:ea typeface="宋体" pitchFamily="2" charset="-122"/>
                        </a:rPr>
                        <a:t>/</a:t>
                      </a: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r h="274320">
                <a:tc vMerge="1">
                  <a:txBody>
                    <a:bodyPr/>
                    <a:lstStyle/>
                    <a:p>
                      <a:endParaRPr lang="zh-CN" altLang="en-US"/>
                    </a:p>
                  </a:txBody>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Times New Roman" pitchFamily="18" charset="0"/>
                          <a:ea typeface="宋体" pitchFamily="2" charset="-122"/>
                        </a:rPr>
                        <a:t>OBC SRAM downlink</a:t>
                      </a:r>
                      <a:endParaRPr kumimoji="0" lang="zh-CN" altLang="zh-CN" sz="12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rgbClr val="000000"/>
                          </a:solidFill>
                          <a:effectLst/>
                          <a:latin typeface="Times New Roman" pitchFamily="18" charset="0"/>
                          <a:ea typeface="宋体" pitchFamily="2" charset="-122"/>
                        </a:rPr>
                        <a:t>C0H</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Times New Roman" pitchFamily="18" charset="0"/>
                          <a:ea typeface="宋体" pitchFamily="2" charset="-122"/>
                        </a:rPr>
                        <a:t>57</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Times New Roman" pitchFamily="18" charset="0"/>
                          <a:ea typeface="宋体" pitchFamily="2" charset="-122"/>
                        </a:rPr>
                        <a:t>68</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rgbClr val="000000"/>
                          </a:solidFill>
                          <a:effectLst/>
                          <a:latin typeface="Times New Roman" pitchFamily="18" charset="0"/>
                          <a:ea typeface="宋体" pitchFamily="2" charset="-122"/>
                        </a:rPr>
                        <a:t>1</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a:t>
                      </a: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8"/>
                  </a:ext>
                </a:extLst>
              </a:tr>
              <a:tr h="290513">
                <a:tc vMerge="1">
                  <a:txBody>
                    <a:bodyPr/>
                    <a:lstStyle/>
                    <a:p>
                      <a:endParaRPr lang="zh-CN" altLang="en-US"/>
                    </a:p>
                  </a:txBody>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OBC data block</a:t>
                      </a:r>
                      <a:endParaRPr kumimoji="0" lang="zh-CN" altLang="zh-CN" sz="12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E0H</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Times New Roman" pitchFamily="18" charset="0"/>
                          <a:ea typeface="宋体" pitchFamily="2" charset="-122"/>
                        </a:rPr>
                        <a:t>65</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Times New Roman" pitchFamily="18" charset="0"/>
                          <a:ea typeface="宋体" pitchFamily="2" charset="-122"/>
                        </a:rPr>
                        <a:t>66</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32</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4E0H</a:t>
                      </a:r>
                      <a:endParaRPr kumimoji="0" lang="zh-CN" altLang="zh-CN" sz="12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9"/>
                  </a:ext>
                </a:extLst>
              </a:tr>
              <a:tr h="274320">
                <a:tc vMerge="1">
                  <a:txBody>
                    <a:bodyPr/>
                    <a:lstStyle/>
                    <a:p>
                      <a:endParaRPr lang="zh-CN" altLang="en-US"/>
                    </a:p>
                  </a:txBody>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OBC RTTC</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F0H</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Times New Roman" pitchFamily="18" charset="0"/>
                          <a:ea typeface="宋体" pitchFamily="2" charset="-122"/>
                        </a:rPr>
                        <a:t>255</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Times New Roman" pitchFamily="18" charset="0"/>
                          <a:ea typeface="宋体" pitchFamily="2" charset="-122"/>
                        </a:rPr>
                        <a:t>256</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32</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a:t>
                      </a: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10"/>
                  </a:ext>
                </a:extLst>
              </a:tr>
            </a:tbl>
          </a:graphicData>
        </a:graphic>
      </p:graphicFrame>
    </p:spTree>
    <p:extLst>
      <p:ext uri="{BB962C8B-B14F-4D97-AF65-F5344CB8AC3E}">
        <p14:creationId xmlns:p14="http://schemas.microsoft.com/office/powerpoint/2010/main" val="24129118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PART 2: Telemetry Management</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22</a:t>
            </a:fld>
            <a:r>
              <a:rPr lang="zh-CN" altLang="en-US"/>
              <a:t> </a:t>
            </a:r>
            <a:endParaRPr lang="zh-CN" altLang="en-US" dirty="0">
              <a:latin typeface="微软雅黑" pitchFamily="34" charset="-122"/>
              <a:ea typeface="微软雅黑" pitchFamily="34" charset="-122"/>
            </a:endParaRPr>
          </a:p>
        </p:txBody>
      </p:sp>
      <p:graphicFrame>
        <p:nvGraphicFramePr>
          <p:cNvPr id="7" name="表格 6"/>
          <p:cNvGraphicFramePr>
            <a:graphicFrameLocks noGrp="1"/>
          </p:cNvGraphicFramePr>
          <p:nvPr>
            <p:extLst>
              <p:ext uri="{D42A27DB-BD31-4B8C-83A1-F6EECF244321}">
                <p14:modId xmlns:p14="http://schemas.microsoft.com/office/powerpoint/2010/main" val="2999387362"/>
              </p:ext>
            </p:extLst>
          </p:nvPr>
        </p:nvGraphicFramePr>
        <p:xfrm>
          <a:off x="539555" y="1275607"/>
          <a:ext cx="8105775" cy="3180400"/>
        </p:xfrm>
        <a:graphic>
          <a:graphicData uri="http://schemas.openxmlformats.org/drawingml/2006/table">
            <a:tbl>
              <a:tblPr/>
              <a:tblGrid>
                <a:gridCol w="474663">
                  <a:extLst>
                    <a:ext uri="{9D8B030D-6E8A-4147-A177-3AD203B41FA5}">
                      <a16:colId xmlns:a16="http://schemas.microsoft.com/office/drawing/2014/main" xmlns="" val="20000"/>
                    </a:ext>
                  </a:extLst>
                </a:gridCol>
                <a:gridCol w="1813520">
                  <a:extLst>
                    <a:ext uri="{9D8B030D-6E8A-4147-A177-3AD203B41FA5}">
                      <a16:colId xmlns:a16="http://schemas.microsoft.com/office/drawing/2014/main" xmlns="" val="20001"/>
                    </a:ext>
                  </a:extLst>
                </a:gridCol>
                <a:gridCol w="936104">
                  <a:extLst>
                    <a:ext uri="{9D8B030D-6E8A-4147-A177-3AD203B41FA5}">
                      <a16:colId xmlns:a16="http://schemas.microsoft.com/office/drawing/2014/main" xmlns="" val="20002"/>
                    </a:ext>
                  </a:extLst>
                </a:gridCol>
                <a:gridCol w="1408038">
                  <a:extLst>
                    <a:ext uri="{9D8B030D-6E8A-4147-A177-3AD203B41FA5}">
                      <a16:colId xmlns:a16="http://schemas.microsoft.com/office/drawing/2014/main" xmlns="" val="20003"/>
                    </a:ext>
                  </a:extLst>
                </a:gridCol>
                <a:gridCol w="1157288">
                  <a:extLst>
                    <a:ext uri="{9D8B030D-6E8A-4147-A177-3AD203B41FA5}">
                      <a16:colId xmlns:a16="http://schemas.microsoft.com/office/drawing/2014/main" xmlns="" val="20004"/>
                    </a:ext>
                  </a:extLst>
                </a:gridCol>
                <a:gridCol w="1158875">
                  <a:extLst>
                    <a:ext uri="{9D8B030D-6E8A-4147-A177-3AD203B41FA5}">
                      <a16:colId xmlns:a16="http://schemas.microsoft.com/office/drawing/2014/main" xmlns="" val="20005"/>
                    </a:ext>
                  </a:extLst>
                </a:gridCol>
                <a:gridCol w="1157287">
                  <a:extLst>
                    <a:ext uri="{9D8B030D-6E8A-4147-A177-3AD203B41FA5}">
                      <a16:colId xmlns:a16="http://schemas.microsoft.com/office/drawing/2014/main" xmlns="" val="20006"/>
                    </a:ext>
                  </a:extLst>
                </a:gridCol>
              </a:tblGrid>
              <a:tr h="36576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dirty="0">
                          <a:ln>
                            <a:noFill/>
                          </a:ln>
                          <a:solidFill>
                            <a:srgbClr val="000000"/>
                          </a:solidFill>
                          <a:effectLst/>
                          <a:latin typeface="Times New Roman" pitchFamily="18" charset="0"/>
                          <a:ea typeface="宋体" pitchFamily="2" charset="-122"/>
                        </a:rPr>
                        <a:t>NO</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TM Name</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Packet ID</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Packet length (bytes)</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dirty="0">
                          <a:ln>
                            <a:noFill/>
                          </a:ln>
                          <a:solidFill>
                            <a:srgbClr val="000000"/>
                          </a:solidFill>
                          <a:effectLst/>
                          <a:latin typeface="Times New Roman" pitchFamily="18" charset="0"/>
                          <a:ea typeface="宋体" pitchFamily="2" charset="-122"/>
                        </a:rPr>
                        <a:t>Data</a:t>
                      </a:r>
                      <a:r>
                        <a:rPr kumimoji="0" lang="en-US" altLang="zh-CN" sz="12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 length (bytes) </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Period </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Delay Pack</a:t>
                      </a:r>
                      <a:r>
                        <a:rPr kumimoji="0" lang="en-US" altLang="zh-CN" sz="1200" b="1" i="0" u="none" strike="noStrike" cap="none" normalizeH="0" baseline="0" dirty="0">
                          <a:ln>
                            <a:noFill/>
                          </a:ln>
                          <a:solidFill>
                            <a:srgbClr val="000000"/>
                          </a:solidFill>
                          <a:effectLst/>
                          <a:latin typeface="Times New Roman" pitchFamily="18" charset="0"/>
                          <a:ea typeface="宋体" pitchFamily="2" charset="-122"/>
                        </a:rPr>
                        <a:t>et</a:t>
                      </a:r>
                      <a:r>
                        <a:rPr kumimoji="0" lang="en-US" altLang="zh-CN" sz="1200" b="1"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 ID</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281464">
                <a:tc>
                  <a:txBody>
                    <a:bodyPr/>
                    <a:lstStyle/>
                    <a:p>
                      <a:pPr marL="342900" marR="0" lvl="0" indent="-342900" algn="l" defTabSz="914400" rtl="0" eaLnBrk="1" fontAlgn="base" latinLnBrk="0" hangingPunct="1">
                        <a:lnSpc>
                          <a:spcPct val="150000"/>
                        </a:lnSpc>
                        <a:spcBef>
                          <a:spcPct val="0"/>
                        </a:spcBef>
                        <a:spcAft>
                          <a:spcPct val="0"/>
                        </a:spcAft>
                        <a:buClrTx/>
                        <a:buSzTx/>
                        <a:buFont typeface="+mj-lt"/>
                        <a:buNone/>
                        <a:tabLst/>
                      </a:pPr>
                      <a:r>
                        <a:rPr kumimoji="0" lang="en-US" altLang="zh-CN" sz="1200" b="0" i="0" u="none" strike="noStrike" cap="none" normalizeH="0" baseline="0">
                          <a:ln>
                            <a:noFill/>
                          </a:ln>
                          <a:solidFill>
                            <a:srgbClr val="000000"/>
                          </a:solidFill>
                          <a:effectLst/>
                          <a:latin typeface="Times New Roman" pitchFamily="18" charset="0"/>
                          <a:ea typeface="宋体" pitchFamily="2" charset="-122"/>
                        </a:rPr>
                        <a:t>2</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l" fontAlgn="ctr"/>
                      <a:r>
                        <a:rPr lang="en-US" sz="900" b="0" i="0" u="none" strike="noStrike" dirty="0">
                          <a:solidFill>
                            <a:srgbClr val="000000"/>
                          </a:solidFill>
                          <a:effectLst/>
                          <a:latin typeface="Times New Roman" pitchFamily="18" charset="0"/>
                          <a:cs typeface="Times New Roman" pitchFamily="18" charset="0"/>
                        </a:rPr>
                        <a:t>Transponder A fast TM</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kern="1200" cap="none" normalizeH="0" baseline="0" dirty="0">
                          <a:ln>
                            <a:noFill/>
                          </a:ln>
                          <a:solidFill>
                            <a:srgbClr val="000000"/>
                          </a:solidFill>
                          <a:effectLst/>
                          <a:latin typeface="Times New Roman" pitchFamily="18" charset="0"/>
                          <a:ea typeface="宋体" pitchFamily="2" charset="-122"/>
                          <a:cs typeface="Times New Roman" pitchFamily="18" charset="0"/>
                        </a:rPr>
                        <a:t>22H</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kern="1200" cap="none" normalizeH="0" baseline="0" dirty="0">
                          <a:ln>
                            <a:noFill/>
                          </a:ln>
                          <a:solidFill>
                            <a:srgbClr val="000000"/>
                          </a:solidFill>
                          <a:effectLst/>
                          <a:latin typeface="Times New Roman" pitchFamily="18" charset="0"/>
                          <a:ea typeface="宋体" pitchFamily="2" charset="-122"/>
                          <a:cs typeface="Times New Roman" pitchFamily="18" charset="0"/>
                        </a:rPr>
                        <a:t>15</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kern="1200" cap="none" normalizeH="0" baseline="0">
                          <a:ln>
                            <a:noFill/>
                          </a:ln>
                          <a:solidFill>
                            <a:srgbClr val="000000"/>
                          </a:solidFill>
                          <a:effectLst/>
                          <a:latin typeface="Times New Roman" pitchFamily="18" charset="0"/>
                          <a:ea typeface="宋体" pitchFamily="2" charset="-122"/>
                          <a:cs typeface="Times New Roman" pitchFamily="18" charset="0"/>
                        </a:rPr>
                        <a:t>16</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1</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422H</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281464">
                <a:tc>
                  <a:txBody>
                    <a:bodyPr/>
                    <a:lstStyle/>
                    <a:p>
                      <a:pPr marL="342900" marR="0" lvl="0" indent="-342900" algn="l" defTabSz="914400" rtl="0" eaLnBrk="1" fontAlgn="base" latinLnBrk="0" hangingPunct="1">
                        <a:lnSpc>
                          <a:spcPct val="150000"/>
                        </a:lnSpc>
                        <a:spcBef>
                          <a:spcPct val="0"/>
                        </a:spcBef>
                        <a:spcAft>
                          <a:spcPct val="0"/>
                        </a:spcAft>
                        <a:buClrTx/>
                        <a:buSzTx/>
                        <a:buFont typeface="+mj-lt"/>
                        <a:buNone/>
                        <a:tabLst/>
                      </a:pPr>
                      <a:r>
                        <a:rPr kumimoji="0" lang="en-US" altLang="zh-CN" sz="1200" b="0" i="0" u="none" strike="noStrike" cap="none" normalizeH="0" baseline="0">
                          <a:ln>
                            <a:noFill/>
                          </a:ln>
                          <a:solidFill>
                            <a:srgbClr val="000000"/>
                          </a:solidFill>
                          <a:effectLst/>
                          <a:latin typeface="Times New Roman" pitchFamily="18" charset="0"/>
                          <a:ea typeface="宋体" pitchFamily="2" charset="-122"/>
                        </a:rPr>
                        <a:t>3</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l" fontAlgn="ctr"/>
                      <a:r>
                        <a:rPr lang="en-US" sz="900" b="0" i="0" u="none" strike="noStrike" kern="1200" dirty="0">
                          <a:solidFill>
                            <a:srgbClr val="000000"/>
                          </a:solidFill>
                          <a:effectLst/>
                          <a:latin typeface="Times New Roman" pitchFamily="18" charset="0"/>
                          <a:ea typeface="+mn-ea"/>
                          <a:cs typeface="Times New Roman" pitchFamily="18" charset="0"/>
                        </a:rPr>
                        <a:t>Transponder B fast TM</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kern="1200" cap="none" normalizeH="0" baseline="0" dirty="0">
                          <a:ln>
                            <a:noFill/>
                          </a:ln>
                          <a:solidFill>
                            <a:srgbClr val="000000"/>
                          </a:solidFill>
                          <a:effectLst/>
                          <a:latin typeface="Times New Roman" pitchFamily="18" charset="0"/>
                          <a:ea typeface="宋体" pitchFamily="2" charset="-122"/>
                          <a:cs typeface="Times New Roman" pitchFamily="18" charset="0"/>
                        </a:rPr>
                        <a:t>25H</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kern="1200" cap="none" normalizeH="0" baseline="0" dirty="0">
                          <a:ln>
                            <a:noFill/>
                          </a:ln>
                          <a:solidFill>
                            <a:srgbClr val="000000"/>
                          </a:solidFill>
                          <a:effectLst/>
                          <a:latin typeface="Times New Roman" pitchFamily="18" charset="0"/>
                          <a:ea typeface="宋体" pitchFamily="2" charset="-122"/>
                          <a:cs typeface="Times New Roman" pitchFamily="18" charset="0"/>
                        </a:rPr>
                        <a:t>15</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kern="1200" cap="none" normalizeH="0" baseline="0" dirty="0">
                          <a:ln>
                            <a:noFill/>
                          </a:ln>
                          <a:solidFill>
                            <a:srgbClr val="000000"/>
                          </a:solidFill>
                          <a:effectLst/>
                          <a:latin typeface="Times New Roman" pitchFamily="18" charset="0"/>
                          <a:ea typeface="宋体" pitchFamily="2" charset="-122"/>
                          <a:cs typeface="Times New Roman" pitchFamily="18" charset="0"/>
                        </a:rPr>
                        <a:t>16</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1</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425H</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281464">
                <a:tc>
                  <a:txBody>
                    <a:bodyPr/>
                    <a:lstStyle/>
                    <a:p>
                      <a:pPr marL="342900" marR="0" lvl="0" indent="-342900" algn="l" defTabSz="914400" rtl="0" eaLnBrk="1" fontAlgn="base" latinLnBrk="0" hangingPunct="1">
                        <a:lnSpc>
                          <a:spcPct val="150000"/>
                        </a:lnSpc>
                        <a:spcBef>
                          <a:spcPct val="0"/>
                        </a:spcBef>
                        <a:spcAft>
                          <a:spcPct val="0"/>
                        </a:spcAft>
                        <a:buClrTx/>
                        <a:buSzTx/>
                        <a:buFont typeface="+mj-lt"/>
                        <a:buNone/>
                        <a:tabLst/>
                      </a:pPr>
                      <a:r>
                        <a:rPr kumimoji="0" lang="en-US" altLang="zh-CN" sz="1200" b="0" i="0" u="none" strike="noStrike" cap="none" normalizeH="0" baseline="0">
                          <a:ln>
                            <a:noFill/>
                          </a:ln>
                          <a:solidFill>
                            <a:srgbClr val="000000"/>
                          </a:solidFill>
                          <a:effectLst/>
                          <a:latin typeface="Times New Roman" pitchFamily="18" charset="0"/>
                          <a:ea typeface="宋体" pitchFamily="2" charset="-122"/>
                        </a:rPr>
                        <a:t>4</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l" fontAlgn="ctr"/>
                      <a:r>
                        <a:rPr lang="en-US" sz="1200" b="0" i="0" u="none" strike="noStrike" kern="1200" dirty="0">
                          <a:solidFill>
                            <a:srgbClr val="000000"/>
                          </a:solidFill>
                          <a:effectLst/>
                          <a:latin typeface="Times New Roman" pitchFamily="18" charset="0"/>
                          <a:ea typeface="+mn-ea"/>
                          <a:cs typeface="Times New Roman" pitchFamily="18" charset="0"/>
                        </a:rPr>
                        <a:t>PCU fast TM</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kern="1200" cap="none" normalizeH="0" baseline="0" dirty="0">
                          <a:ln>
                            <a:noFill/>
                          </a:ln>
                          <a:solidFill>
                            <a:srgbClr val="000000"/>
                          </a:solidFill>
                          <a:effectLst/>
                          <a:latin typeface="Times New Roman" pitchFamily="18" charset="0"/>
                          <a:ea typeface="宋体" pitchFamily="2" charset="-122"/>
                          <a:cs typeface="Times New Roman" pitchFamily="18" charset="0"/>
                        </a:rPr>
                        <a:t>23H</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kern="1200" cap="none" normalizeH="0" baseline="0" dirty="0">
                          <a:ln>
                            <a:noFill/>
                          </a:ln>
                          <a:solidFill>
                            <a:srgbClr val="000000"/>
                          </a:solidFill>
                          <a:effectLst/>
                          <a:latin typeface="Times New Roman" pitchFamily="18" charset="0"/>
                          <a:ea typeface="宋体" pitchFamily="2" charset="-122"/>
                          <a:cs typeface="Times New Roman" pitchFamily="18" charset="0"/>
                        </a:rPr>
                        <a:t>11</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kern="1200" cap="none" normalizeH="0" baseline="0" dirty="0">
                          <a:ln>
                            <a:noFill/>
                          </a:ln>
                          <a:solidFill>
                            <a:srgbClr val="000000"/>
                          </a:solidFill>
                          <a:effectLst/>
                          <a:latin typeface="Times New Roman" pitchFamily="18" charset="0"/>
                          <a:ea typeface="宋体" pitchFamily="2" charset="-122"/>
                          <a:cs typeface="Times New Roman" pitchFamily="18" charset="0"/>
                        </a:rPr>
                        <a:t>12</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32</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423H</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281464">
                <a:tc>
                  <a:txBody>
                    <a:bodyPr/>
                    <a:lstStyle/>
                    <a:p>
                      <a:pPr marL="342900" marR="0" lvl="0" indent="-342900" algn="l" defTabSz="914400" rtl="0" eaLnBrk="1" fontAlgn="base" latinLnBrk="0" hangingPunct="1">
                        <a:lnSpc>
                          <a:spcPct val="150000"/>
                        </a:lnSpc>
                        <a:spcBef>
                          <a:spcPct val="0"/>
                        </a:spcBef>
                        <a:spcAft>
                          <a:spcPct val="0"/>
                        </a:spcAft>
                        <a:buClrTx/>
                        <a:buSzTx/>
                        <a:buFont typeface="+mj-lt"/>
                        <a:buNone/>
                        <a:tabLst/>
                      </a:pPr>
                      <a:r>
                        <a:rPr kumimoji="0" lang="en-US" altLang="zh-CN" sz="1200" b="0" i="0" u="none" strike="noStrike" cap="none" normalizeH="0" baseline="0">
                          <a:ln>
                            <a:noFill/>
                          </a:ln>
                          <a:solidFill>
                            <a:srgbClr val="000000"/>
                          </a:solidFill>
                          <a:effectLst/>
                          <a:latin typeface="Times New Roman" pitchFamily="18" charset="0"/>
                          <a:ea typeface="宋体" pitchFamily="2" charset="-122"/>
                        </a:rPr>
                        <a:t>5</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l" fontAlgn="ctr"/>
                      <a:r>
                        <a:rPr lang="en-US" sz="1200" b="0" i="0" u="none" strike="noStrike" kern="1200" dirty="0">
                          <a:solidFill>
                            <a:srgbClr val="000000"/>
                          </a:solidFill>
                          <a:effectLst/>
                          <a:latin typeface="Times New Roman" pitchFamily="18" charset="0"/>
                          <a:ea typeface="+mn-ea"/>
                          <a:cs typeface="Times New Roman" pitchFamily="18" charset="0"/>
                        </a:rPr>
                        <a:t>PCU slow TM</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kern="1200" cap="none" normalizeH="0" baseline="0" dirty="0">
                          <a:ln>
                            <a:noFill/>
                          </a:ln>
                          <a:solidFill>
                            <a:srgbClr val="000000"/>
                          </a:solidFill>
                          <a:effectLst/>
                          <a:latin typeface="Times New Roman" pitchFamily="18" charset="0"/>
                          <a:ea typeface="宋体" pitchFamily="2" charset="-122"/>
                          <a:cs typeface="Times New Roman" pitchFamily="18" charset="0"/>
                        </a:rPr>
                        <a:t>43H</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kern="1200" cap="none" normalizeH="0" baseline="0" dirty="0">
                          <a:ln>
                            <a:noFill/>
                          </a:ln>
                          <a:solidFill>
                            <a:srgbClr val="000000"/>
                          </a:solidFill>
                          <a:effectLst/>
                          <a:latin typeface="Times New Roman" pitchFamily="18" charset="0"/>
                          <a:ea typeface="宋体" pitchFamily="2" charset="-122"/>
                          <a:cs typeface="Times New Roman" pitchFamily="18" charset="0"/>
                        </a:rPr>
                        <a:t>25</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kern="1200" cap="none" normalizeH="0" baseline="0" dirty="0">
                          <a:ln>
                            <a:noFill/>
                          </a:ln>
                          <a:solidFill>
                            <a:srgbClr val="000000"/>
                          </a:solidFill>
                          <a:effectLst/>
                          <a:latin typeface="Times New Roman" pitchFamily="18" charset="0"/>
                          <a:ea typeface="宋体" pitchFamily="2" charset="-122"/>
                          <a:cs typeface="Times New Roman" pitchFamily="18" charset="0"/>
                        </a:rPr>
                        <a:t>26</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32</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443H</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r h="281464">
                <a:tc>
                  <a:txBody>
                    <a:bodyPr/>
                    <a:lstStyle/>
                    <a:p>
                      <a:pPr marL="342900" marR="0" lvl="0" indent="-342900" algn="l" defTabSz="914400" rtl="0" eaLnBrk="1" fontAlgn="base" latinLnBrk="0" hangingPunct="1">
                        <a:lnSpc>
                          <a:spcPct val="150000"/>
                        </a:lnSpc>
                        <a:spcBef>
                          <a:spcPct val="0"/>
                        </a:spcBef>
                        <a:spcAft>
                          <a:spcPct val="0"/>
                        </a:spcAft>
                        <a:buClrTx/>
                        <a:buSzTx/>
                        <a:buFont typeface="+mj-lt"/>
                        <a:buNone/>
                        <a:tabLst/>
                      </a:pPr>
                      <a:r>
                        <a:rPr kumimoji="0" lang="en-US" altLang="zh-CN" sz="1200" b="0" i="0" u="none" strike="noStrike" cap="none" normalizeH="0" baseline="0">
                          <a:ln>
                            <a:noFill/>
                          </a:ln>
                          <a:solidFill>
                            <a:srgbClr val="000000"/>
                          </a:solidFill>
                          <a:effectLst/>
                          <a:latin typeface="Times New Roman" pitchFamily="18" charset="0"/>
                          <a:ea typeface="宋体" pitchFamily="2" charset="-122"/>
                        </a:rPr>
                        <a:t>6</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l" fontAlgn="ctr"/>
                      <a:r>
                        <a:rPr lang="en-US" sz="1200" b="0" i="0" u="none" strike="noStrike" kern="1200" dirty="0">
                          <a:solidFill>
                            <a:srgbClr val="000000"/>
                          </a:solidFill>
                          <a:effectLst/>
                          <a:latin typeface="Times New Roman" pitchFamily="18" charset="0"/>
                          <a:ea typeface="+mn-ea"/>
                          <a:cs typeface="Times New Roman" pitchFamily="18" charset="0"/>
                        </a:rPr>
                        <a:t>AOCs fast TM</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kern="1200" cap="none" normalizeH="0" baseline="0" dirty="0">
                          <a:ln>
                            <a:noFill/>
                          </a:ln>
                          <a:solidFill>
                            <a:srgbClr val="000000"/>
                          </a:solidFill>
                          <a:effectLst/>
                          <a:latin typeface="Times New Roman" pitchFamily="18" charset="0"/>
                          <a:ea typeface="宋体" pitchFamily="2" charset="-122"/>
                          <a:cs typeface="Times New Roman" pitchFamily="18" charset="0"/>
                        </a:rPr>
                        <a:t>24H</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kern="1200" cap="none" normalizeH="0" baseline="0" dirty="0">
                          <a:ln>
                            <a:noFill/>
                          </a:ln>
                          <a:solidFill>
                            <a:srgbClr val="000000"/>
                          </a:solidFill>
                          <a:effectLst/>
                          <a:latin typeface="Times New Roman" pitchFamily="18" charset="0"/>
                          <a:ea typeface="宋体" pitchFamily="2" charset="-122"/>
                          <a:cs typeface="Times New Roman" pitchFamily="18" charset="0"/>
                        </a:rPr>
                        <a:t>127</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kern="1200" cap="none" normalizeH="0" baseline="0" dirty="0">
                          <a:ln>
                            <a:noFill/>
                          </a:ln>
                          <a:solidFill>
                            <a:srgbClr val="000000"/>
                          </a:solidFill>
                          <a:effectLst/>
                          <a:latin typeface="Times New Roman" pitchFamily="18" charset="0"/>
                          <a:ea typeface="宋体" pitchFamily="2" charset="-122"/>
                          <a:cs typeface="Times New Roman" pitchFamily="18" charset="0"/>
                        </a:rPr>
                        <a:t>128</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1</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424H</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281464">
                <a:tc>
                  <a:txBody>
                    <a:bodyPr/>
                    <a:lstStyle/>
                    <a:p>
                      <a:pPr marL="342900" marR="0" lvl="0" indent="-342900" algn="l" defTabSz="914400" rtl="0" eaLnBrk="1" fontAlgn="base" latinLnBrk="0" hangingPunct="1">
                        <a:lnSpc>
                          <a:spcPct val="150000"/>
                        </a:lnSpc>
                        <a:spcBef>
                          <a:spcPct val="0"/>
                        </a:spcBef>
                        <a:spcAft>
                          <a:spcPct val="0"/>
                        </a:spcAft>
                        <a:buClrTx/>
                        <a:buSzTx/>
                        <a:buFont typeface="+mj-lt"/>
                        <a:buNone/>
                        <a:tabLst/>
                      </a:pPr>
                      <a:r>
                        <a:rPr kumimoji="0" lang="en-US" altLang="zh-CN" sz="1200" b="0" i="0" u="none" strike="noStrike" cap="none" normalizeH="0" baseline="0">
                          <a:ln>
                            <a:noFill/>
                          </a:ln>
                          <a:solidFill>
                            <a:srgbClr val="000000"/>
                          </a:solidFill>
                          <a:effectLst/>
                          <a:latin typeface="Times New Roman" pitchFamily="18" charset="0"/>
                          <a:ea typeface="宋体" pitchFamily="2" charset="-122"/>
                        </a:rPr>
                        <a:t>7</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l" fontAlgn="ctr"/>
                      <a:r>
                        <a:rPr lang="en-US" sz="1200" b="0" i="0" u="none" strike="noStrike" kern="1200" dirty="0">
                          <a:solidFill>
                            <a:srgbClr val="000000"/>
                          </a:solidFill>
                          <a:effectLst/>
                          <a:latin typeface="Times New Roman" pitchFamily="18" charset="0"/>
                          <a:ea typeface="+mn-ea"/>
                          <a:cs typeface="Times New Roman" pitchFamily="18" charset="0"/>
                        </a:rPr>
                        <a:t>AOCs slow TM</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kern="1200" cap="none" normalizeH="0" baseline="0" dirty="0">
                          <a:ln>
                            <a:noFill/>
                          </a:ln>
                          <a:solidFill>
                            <a:srgbClr val="000000"/>
                          </a:solidFill>
                          <a:effectLst/>
                          <a:latin typeface="Times New Roman" pitchFamily="18" charset="0"/>
                          <a:ea typeface="宋体" pitchFamily="2" charset="-122"/>
                          <a:cs typeface="Times New Roman" pitchFamily="18" charset="0"/>
                        </a:rPr>
                        <a:t>44H</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kern="1200" cap="none" normalizeH="0" baseline="0" dirty="0">
                          <a:ln>
                            <a:noFill/>
                          </a:ln>
                          <a:solidFill>
                            <a:srgbClr val="000000"/>
                          </a:solidFill>
                          <a:effectLst/>
                          <a:latin typeface="Times New Roman" pitchFamily="18" charset="0"/>
                          <a:ea typeface="宋体" pitchFamily="2" charset="-122"/>
                          <a:cs typeface="Times New Roman" pitchFamily="18" charset="0"/>
                        </a:rPr>
                        <a:t>127</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kern="1200" cap="none" normalizeH="0" baseline="0" dirty="0">
                          <a:ln>
                            <a:noFill/>
                          </a:ln>
                          <a:solidFill>
                            <a:srgbClr val="000000"/>
                          </a:solidFill>
                          <a:effectLst/>
                          <a:latin typeface="Times New Roman" pitchFamily="18" charset="0"/>
                          <a:ea typeface="宋体" pitchFamily="2" charset="-122"/>
                          <a:cs typeface="Times New Roman" pitchFamily="18" charset="0"/>
                        </a:rPr>
                        <a:t>128</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Times New Roman" pitchFamily="18" charset="0"/>
                          <a:ea typeface="宋体" pitchFamily="2" charset="-122"/>
                        </a:rPr>
                        <a:t>32</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defRPr/>
                      </a:pPr>
                      <a:r>
                        <a:rPr kumimoji="0" lang="en-US" altLang="zh-CN" sz="1200" b="0"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444H</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6"/>
                  </a:ext>
                </a:extLst>
              </a:tr>
              <a:tr h="281464">
                <a:tc>
                  <a:txBody>
                    <a:bodyPr/>
                    <a:lstStyle/>
                    <a:p>
                      <a:pPr marL="342900" marR="0" lvl="0" indent="-342900" algn="l" defTabSz="914400" rtl="0" eaLnBrk="1" fontAlgn="base" latinLnBrk="0" hangingPunct="1">
                        <a:lnSpc>
                          <a:spcPct val="150000"/>
                        </a:lnSpc>
                        <a:spcBef>
                          <a:spcPct val="0"/>
                        </a:spcBef>
                        <a:spcAft>
                          <a:spcPct val="0"/>
                        </a:spcAft>
                        <a:buClrTx/>
                        <a:buSzTx/>
                        <a:buFont typeface="+mj-lt"/>
                        <a:buNone/>
                        <a:tabLst/>
                      </a:pPr>
                      <a:r>
                        <a:rPr kumimoji="0" lang="en-US" altLang="zh-CN" sz="1200" b="0" i="0" u="none" strike="noStrike" cap="none" normalizeH="0" baseline="0">
                          <a:ln>
                            <a:noFill/>
                          </a:ln>
                          <a:solidFill>
                            <a:srgbClr val="000000"/>
                          </a:solidFill>
                          <a:effectLst/>
                          <a:latin typeface="Times New Roman" pitchFamily="18" charset="0"/>
                          <a:ea typeface="宋体" pitchFamily="2" charset="-122"/>
                        </a:rPr>
                        <a:t>8</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l" fontAlgn="ctr"/>
                      <a:r>
                        <a:rPr lang="en-US" sz="1200" b="0" i="0" u="none" strike="noStrike" dirty="0">
                          <a:solidFill>
                            <a:srgbClr val="000000"/>
                          </a:solidFill>
                          <a:effectLst/>
                          <a:latin typeface="Times New Roman" pitchFamily="18" charset="0"/>
                          <a:cs typeface="Times New Roman" pitchFamily="18" charset="0"/>
                        </a:rPr>
                        <a:t>BMU fast TM</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kern="1200" cap="none" normalizeH="0" baseline="0" dirty="0">
                          <a:ln>
                            <a:noFill/>
                          </a:ln>
                          <a:solidFill>
                            <a:srgbClr val="000000"/>
                          </a:solidFill>
                          <a:effectLst/>
                          <a:latin typeface="Times New Roman" pitchFamily="18" charset="0"/>
                          <a:ea typeface="宋体" pitchFamily="2" charset="-122"/>
                          <a:cs typeface="Times New Roman" pitchFamily="18" charset="0"/>
                        </a:rPr>
                        <a:t>28H</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kern="1200" cap="none" normalizeH="0" baseline="0" dirty="0">
                          <a:ln>
                            <a:noFill/>
                          </a:ln>
                          <a:solidFill>
                            <a:srgbClr val="000000"/>
                          </a:solidFill>
                          <a:effectLst/>
                          <a:latin typeface="Times New Roman" pitchFamily="18" charset="0"/>
                          <a:ea typeface="宋体" pitchFamily="2" charset="-122"/>
                          <a:cs typeface="Times New Roman" pitchFamily="18" charset="0"/>
                        </a:rPr>
                        <a:t>13</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kern="1200" cap="none" normalizeH="0" baseline="0">
                          <a:ln>
                            <a:noFill/>
                          </a:ln>
                          <a:solidFill>
                            <a:srgbClr val="000000"/>
                          </a:solidFill>
                          <a:effectLst/>
                          <a:latin typeface="Times New Roman" pitchFamily="18" charset="0"/>
                          <a:ea typeface="宋体" pitchFamily="2" charset="-122"/>
                          <a:cs typeface="Times New Roman" pitchFamily="18" charset="0"/>
                        </a:rPr>
                        <a:t>14</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Times New Roman" pitchFamily="18" charset="0"/>
                          <a:ea typeface="宋体" pitchFamily="2" charset="-122"/>
                        </a:rPr>
                        <a:t>4</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Times New Roman" pitchFamily="18" charset="0"/>
                          <a:ea typeface="宋体" pitchFamily="2" charset="-122"/>
                        </a:rPr>
                        <a:t>428H</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r h="281464">
                <a:tc>
                  <a:txBody>
                    <a:bodyPr/>
                    <a:lstStyle/>
                    <a:p>
                      <a:pPr marL="342900" marR="0" lvl="0" indent="-342900" algn="l" defTabSz="914400" rtl="0" eaLnBrk="1" fontAlgn="base" latinLnBrk="0" hangingPunct="1">
                        <a:lnSpc>
                          <a:spcPct val="150000"/>
                        </a:lnSpc>
                        <a:spcBef>
                          <a:spcPct val="0"/>
                        </a:spcBef>
                        <a:spcAft>
                          <a:spcPct val="0"/>
                        </a:spcAft>
                        <a:buClrTx/>
                        <a:buSzTx/>
                        <a:buFont typeface="+mj-lt"/>
                        <a:buNone/>
                        <a:tabLst/>
                      </a:pPr>
                      <a:r>
                        <a:rPr kumimoji="0" lang="en-US" altLang="zh-CN" sz="1200" b="0" i="0" u="none" strike="noStrike" cap="none" normalizeH="0" baseline="0">
                          <a:ln>
                            <a:noFill/>
                          </a:ln>
                          <a:solidFill>
                            <a:srgbClr val="000000"/>
                          </a:solidFill>
                          <a:effectLst/>
                          <a:latin typeface="Times New Roman" pitchFamily="18" charset="0"/>
                          <a:ea typeface="宋体" pitchFamily="2" charset="-122"/>
                        </a:rPr>
                        <a:t>9</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l" fontAlgn="ctr"/>
                      <a:r>
                        <a:rPr lang="en-US" sz="1200" b="0" i="0" u="none" strike="noStrike" dirty="0">
                          <a:solidFill>
                            <a:srgbClr val="000000"/>
                          </a:solidFill>
                          <a:effectLst/>
                          <a:latin typeface="Times New Roman" pitchFamily="18" charset="0"/>
                          <a:cs typeface="Times New Roman" pitchFamily="18" charset="0"/>
                        </a:rPr>
                        <a:t>TCU </a:t>
                      </a:r>
                      <a:r>
                        <a:rPr lang="en-US" sz="1200" b="0" i="0" u="none" strike="noStrike" dirty="0" err="1">
                          <a:solidFill>
                            <a:srgbClr val="000000"/>
                          </a:solidFill>
                          <a:effectLst/>
                          <a:latin typeface="Times New Roman" pitchFamily="18" charset="0"/>
                          <a:cs typeface="Times New Roman" pitchFamily="18" charset="0"/>
                        </a:rPr>
                        <a:t>Anolog</a:t>
                      </a:r>
                      <a:r>
                        <a:rPr lang="en-US" sz="1200" b="0" i="0" u="none" strike="noStrike" dirty="0">
                          <a:solidFill>
                            <a:srgbClr val="000000"/>
                          </a:solidFill>
                          <a:effectLst/>
                          <a:latin typeface="Times New Roman" pitchFamily="18" charset="0"/>
                          <a:cs typeface="Times New Roman" pitchFamily="18" charset="0"/>
                        </a:rPr>
                        <a:t> fast TM</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kern="1200" cap="none" normalizeH="0" baseline="0" dirty="0">
                          <a:ln>
                            <a:noFill/>
                          </a:ln>
                          <a:solidFill>
                            <a:srgbClr val="000000"/>
                          </a:solidFill>
                          <a:effectLst/>
                          <a:latin typeface="Times New Roman" pitchFamily="18" charset="0"/>
                          <a:ea typeface="宋体" pitchFamily="2" charset="-122"/>
                          <a:cs typeface="Times New Roman" pitchFamily="18" charset="0"/>
                        </a:rPr>
                        <a:t>27H</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kern="1200" cap="none" normalizeH="0" baseline="0">
                          <a:ln>
                            <a:noFill/>
                          </a:ln>
                          <a:solidFill>
                            <a:srgbClr val="000000"/>
                          </a:solidFill>
                          <a:effectLst/>
                          <a:latin typeface="Times New Roman" pitchFamily="18" charset="0"/>
                          <a:ea typeface="宋体" pitchFamily="2" charset="-122"/>
                          <a:cs typeface="Times New Roman" pitchFamily="18" charset="0"/>
                        </a:rPr>
                        <a:t>11</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kern="1200" cap="none" normalizeH="0" baseline="0" dirty="0">
                          <a:ln>
                            <a:noFill/>
                          </a:ln>
                          <a:solidFill>
                            <a:srgbClr val="000000"/>
                          </a:solidFill>
                          <a:effectLst/>
                          <a:latin typeface="Times New Roman" pitchFamily="18" charset="0"/>
                          <a:ea typeface="宋体" pitchFamily="2" charset="-122"/>
                          <a:cs typeface="Times New Roman" pitchFamily="18" charset="0"/>
                        </a:rPr>
                        <a:t>12</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Times New Roman" pitchFamily="18" charset="0"/>
                          <a:ea typeface="宋体" pitchFamily="2" charset="-122"/>
                        </a:rPr>
                        <a:t>2</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Times New Roman" pitchFamily="18" charset="0"/>
                          <a:ea typeface="宋体" pitchFamily="2" charset="-122"/>
                        </a:rPr>
                        <a:t>427H</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8"/>
                  </a:ext>
                </a:extLst>
              </a:tr>
              <a:tr h="281464">
                <a:tc>
                  <a:txBody>
                    <a:bodyPr/>
                    <a:lstStyle/>
                    <a:p>
                      <a:pPr marL="342900" marR="0" lvl="0" indent="-342900" algn="l" defTabSz="914400" rtl="0" eaLnBrk="1" fontAlgn="base" latinLnBrk="0" hangingPunct="1">
                        <a:lnSpc>
                          <a:spcPct val="150000"/>
                        </a:lnSpc>
                        <a:spcBef>
                          <a:spcPct val="0"/>
                        </a:spcBef>
                        <a:spcAft>
                          <a:spcPct val="0"/>
                        </a:spcAft>
                        <a:buClrTx/>
                        <a:buSzTx/>
                        <a:buFont typeface="+mj-lt"/>
                        <a:buNone/>
                        <a:tabLst/>
                      </a:pPr>
                      <a:r>
                        <a:rPr kumimoji="0" lang="en-US" altLang="zh-CN" sz="12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10</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l" fontAlgn="ctr"/>
                      <a:r>
                        <a:rPr lang="en-US" sz="900" b="0" i="0" u="none" strike="noStrike" dirty="0">
                          <a:solidFill>
                            <a:srgbClr val="000000"/>
                          </a:solidFill>
                          <a:effectLst/>
                          <a:latin typeface="Times New Roman" pitchFamily="18" charset="0"/>
                          <a:cs typeface="Times New Roman" pitchFamily="18" charset="0"/>
                        </a:rPr>
                        <a:t>TCU Temperature slow TM</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kern="1200" cap="none" normalizeH="0" baseline="0" dirty="0">
                          <a:ln>
                            <a:noFill/>
                          </a:ln>
                          <a:solidFill>
                            <a:srgbClr val="000000"/>
                          </a:solidFill>
                          <a:effectLst/>
                          <a:latin typeface="Times New Roman" pitchFamily="18" charset="0"/>
                          <a:ea typeface="宋体" pitchFamily="2" charset="-122"/>
                          <a:cs typeface="Times New Roman" pitchFamily="18" charset="0"/>
                        </a:rPr>
                        <a:t>47H</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kern="1200" cap="none" normalizeH="0" baseline="0">
                          <a:ln>
                            <a:noFill/>
                          </a:ln>
                          <a:solidFill>
                            <a:srgbClr val="000000"/>
                          </a:solidFill>
                          <a:effectLst/>
                          <a:latin typeface="Times New Roman" pitchFamily="18" charset="0"/>
                          <a:ea typeface="宋体" pitchFamily="2" charset="-122"/>
                          <a:cs typeface="Times New Roman" pitchFamily="18" charset="0"/>
                        </a:rPr>
                        <a:t>63</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kern="1200" cap="none" normalizeH="0" baseline="0" dirty="0">
                          <a:ln>
                            <a:noFill/>
                          </a:ln>
                          <a:solidFill>
                            <a:srgbClr val="000000"/>
                          </a:solidFill>
                          <a:effectLst/>
                          <a:latin typeface="Times New Roman" pitchFamily="18" charset="0"/>
                          <a:ea typeface="宋体" pitchFamily="2" charset="-122"/>
                          <a:cs typeface="Times New Roman" pitchFamily="18" charset="0"/>
                        </a:rPr>
                        <a:t>64</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Times New Roman" pitchFamily="18" charset="0"/>
                          <a:ea typeface="宋体" pitchFamily="2" charset="-122"/>
                        </a:rPr>
                        <a:t>32</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Times New Roman" pitchFamily="18" charset="0"/>
                          <a:ea typeface="宋体" pitchFamily="2" charset="-122"/>
                        </a:rPr>
                        <a:t>447H</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9"/>
                  </a:ext>
                </a:extLst>
              </a:tr>
              <a:tr h="281464">
                <a:tc>
                  <a:txBody>
                    <a:bodyPr/>
                    <a:lstStyle/>
                    <a:p>
                      <a:pPr marL="342900" marR="0" lvl="0" indent="-342900" algn="l" defTabSz="914400" rtl="0" eaLnBrk="1" fontAlgn="base" latinLnBrk="0" hangingPunct="1">
                        <a:lnSpc>
                          <a:spcPct val="150000"/>
                        </a:lnSpc>
                        <a:spcBef>
                          <a:spcPct val="0"/>
                        </a:spcBef>
                        <a:spcAft>
                          <a:spcPct val="0"/>
                        </a:spcAft>
                        <a:buClrTx/>
                        <a:buSzTx/>
                        <a:buFont typeface="+mj-lt"/>
                        <a:buNone/>
                        <a:tabLst/>
                      </a:pPr>
                      <a:r>
                        <a:rPr kumimoji="0" lang="en-US" altLang="zh-CN" sz="12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11</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l" fontAlgn="ctr"/>
                      <a:r>
                        <a:rPr lang="en-US" sz="900" b="0" i="0" u="none" strike="noStrike" dirty="0">
                          <a:solidFill>
                            <a:srgbClr val="000000"/>
                          </a:solidFill>
                          <a:effectLst/>
                          <a:latin typeface="Times New Roman" pitchFamily="18" charset="0"/>
                          <a:cs typeface="Times New Roman" pitchFamily="18" charset="0"/>
                        </a:rPr>
                        <a:t>TCU Configuration slow TM</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r>
                        <a:rPr lang="en-US" altLang="zh-CN" sz="1200" dirty="0"/>
                        <a:t>67H</a:t>
                      </a:r>
                      <a:endParaRPr lang="zh-CN" altLang="en-US" sz="1200" dirty="0"/>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kern="1200" cap="none" normalizeH="0" baseline="0" dirty="0">
                          <a:ln>
                            <a:noFill/>
                          </a:ln>
                          <a:solidFill>
                            <a:srgbClr val="000000"/>
                          </a:solidFill>
                          <a:effectLst/>
                          <a:latin typeface="Times New Roman" pitchFamily="18" charset="0"/>
                          <a:ea typeface="宋体" pitchFamily="2" charset="-122"/>
                          <a:cs typeface="Times New Roman" pitchFamily="18" charset="0"/>
                        </a:rPr>
                        <a:t>107</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kern="1200" cap="none" normalizeH="0" baseline="0" dirty="0">
                          <a:ln>
                            <a:noFill/>
                          </a:ln>
                          <a:solidFill>
                            <a:srgbClr val="000000"/>
                          </a:solidFill>
                          <a:effectLst/>
                          <a:latin typeface="Times New Roman" pitchFamily="18" charset="0"/>
                          <a:ea typeface="宋体" pitchFamily="2" charset="-122"/>
                          <a:cs typeface="Times New Roman" pitchFamily="18" charset="0"/>
                        </a:rPr>
                        <a:t>108</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32</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451H</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10"/>
                  </a:ext>
                </a:extLst>
              </a:tr>
            </a:tbl>
          </a:graphicData>
        </a:graphic>
      </p:graphicFrame>
    </p:spTree>
    <p:extLst>
      <p:ext uri="{BB962C8B-B14F-4D97-AF65-F5344CB8AC3E}">
        <p14:creationId xmlns:p14="http://schemas.microsoft.com/office/powerpoint/2010/main" val="18677705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PART 2: Telemetry Management</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23</a:t>
            </a:fld>
            <a:r>
              <a:rPr lang="zh-CN" altLang="en-US"/>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3848299890"/>
              </p:ext>
            </p:extLst>
          </p:nvPr>
        </p:nvGraphicFramePr>
        <p:xfrm>
          <a:off x="555625" y="1524000"/>
          <a:ext cx="8105776" cy="2834640"/>
        </p:xfrm>
        <a:graphic>
          <a:graphicData uri="http://schemas.openxmlformats.org/drawingml/2006/table">
            <a:tbl>
              <a:tblPr/>
              <a:tblGrid>
                <a:gridCol w="474664">
                  <a:extLst>
                    <a:ext uri="{9D8B030D-6E8A-4147-A177-3AD203B41FA5}">
                      <a16:colId xmlns:a16="http://schemas.microsoft.com/office/drawing/2014/main" xmlns="" val="20000"/>
                    </a:ext>
                  </a:extLst>
                </a:gridCol>
                <a:gridCol w="1813519">
                  <a:extLst>
                    <a:ext uri="{9D8B030D-6E8A-4147-A177-3AD203B41FA5}">
                      <a16:colId xmlns:a16="http://schemas.microsoft.com/office/drawing/2014/main" xmlns="" val="20001"/>
                    </a:ext>
                  </a:extLst>
                </a:gridCol>
                <a:gridCol w="815381">
                  <a:extLst>
                    <a:ext uri="{9D8B030D-6E8A-4147-A177-3AD203B41FA5}">
                      <a16:colId xmlns:a16="http://schemas.microsoft.com/office/drawing/2014/main" xmlns="" val="20002"/>
                    </a:ext>
                  </a:extLst>
                </a:gridCol>
                <a:gridCol w="1528308">
                  <a:extLst>
                    <a:ext uri="{9D8B030D-6E8A-4147-A177-3AD203B41FA5}">
                      <a16:colId xmlns:a16="http://schemas.microsoft.com/office/drawing/2014/main" xmlns="" val="20003"/>
                    </a:ext>
                  </a:extLst>
                </a:gridCol>
                <a:gridCol w="1157968">
                  <a:extLst>
                    <a:ext uri="{9D8B030D-6E8A-4147-A177-3AD203B41FA5}">
                      <a16:colId xmlns:a16="http://schemas.microsoft.com/office/drawing/2014/main" xmlns="" val="20004"/>
                    </a:ext>
                  </a:extLst>
                </a:gridCol>
                <a:gridCol w="1157968">
                  <a:extLst>
                    <a:ext uri="{9D8B030D-6E8A-4147-A177-3AD203B41FA5}">
                      <a16:colId xmlns:a16="http://schemas.microsoft.com/office/drawing/2014/main" xmlns="" val="20005"/>
                    </a:ext>
                  </a:extLst>
                </a:gridCol>
                <a:gridCol w="1157968">
                  <a:extLst>
                    <a:ext uri="{9D8B030D-6E8A-4147-A177-3AD203B41FA5}">
                      <a16:colId xmlns:a16="http://schemas.microsoft.com/office/drawing/2014/main" xmlns="" val="20006"/>
                    </a:ext>
                  </a:extLst>
                </a:gridCol>
              </a:tblGrid>
              <a:tr h="365760">
                <a:tc>
                  <a:txBody>
                    <a:bodyPr/>
                    <a:lstStyle/>
                    <a:p>
                      <a:pPr algn="ctr">
                        <a:spcAft>
                          <a:spcPts val="0"/>
                        </a:spcAft>
                      </a:pPr>
                      <a:r>
                        <a:rPr lang="en-US" sz="1200" b="1" kern="0" dirty="0">
                          <a:solidFill>
                            <a:srgbClr val="000000"/>
                          </a:solidFill>
                          <a:latin typeface="Times New Roman"/>
                          <a:ea typeface="宋体"/>
                        </a:rPr>
                        <a:t>NO</a:t>
                      </a:r>
                      <a:endParaRPr lang="zh-CN" sz="1200" kern="100" dirty="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b="1" kern="0" dirty="0">
                          <a:solidFill>
                            <a:srgbClr val="000000"/>
                          </a:solidFill>
                          <a:latin typeface="Times New Roman"/>
                          <a:ea typeface="Times New Roman"/>
                        </a:rPr>
                        <a:t>TM Name</a:t>
                      </a:r>
                      <a:endParaRPr lang="zh-CN" sz="1200" kern="100" dirty="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0" dirty="0">
                          <a:solidFill>
                            <a:srgbClr val="000000"/>
                          </a:solidFill>
                          <a:latin typeface="Times New Roman"/>
                          <a:ea typeface="Times New Roman"/>
                        </a:rPr>
                        <a:t>Packet ID</a:t>
                      </a:r>
                      <a:endParaRPr lang="zh-CN" sz="12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0">
                          <a:solidFill>
                            <a:srgbClr val="000000"/>
                          </a:solidFill>
                          <a:latin typeface="Times New Roman"/>
                          <a:ea typeface="Times New Roman"/>
                        </a:rPr>
                        <a:t>Packet length (bytes)</a:t>
                      </a:r>
                      <a:endParaRPr lang="zh-CN" sz="1200" kern="10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0">
                          <a:solidFill>
                            <a:srgbClr val="000000"/>
                          </a:solidFill>
                          <a:latin typeface="Times New Roman"/>
                          <a:ea typeface="宋体"/>
                        </a:rPr>
                        <a:t>Data</a:t>
                      </a:r>
                      <a:r>
                        <a:rPr lang="en-US" sz="1200" b="1" kern="0">
                          <a:solidFill>
                            <a:srgbClr val="000000"/>
                          </a:solidFill>
                          <a:latin typeface="Times New Roman"/>
                          <a:ea typeface="Times New Roman"/>
                        </a:rPr>
                        <a:t> length (bytes) </a:t>
                      </a:r>
                      <a:endParaRPr lang="zh-CN" sz="1200" kern="10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0">
                          <a:solidFill>
                            <a:srgbClr val="000000"/>
                          </a:solidFill>
                          <a:latin typeface="Times New Roman"/>
                          <a:ea typeface="Times New Roman"/>
                        </a:rPr>
                        <a:t>Period </a:t>
                      </a:r>
                      <a:endParaRPr lang="zh-CN" sz="1200" kern="10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0">
                          <a:solidFill>
                            <a:srgbClr val="000000"/>
                          </a:solidFill>
                          <a:latin typeface="Times New Roman"/>
                          <a:ea typeface="Times New Roman"/>
                        </a:rPr>
                        <a:t>Delay Pack</a:t>
                      </a:r>
                      <a:r>
                        <a:rPr lang="en-US" sz="1200" b="1" kern="0">
                          <a:solidFill>
                            <a:srgbClr val="000000"/>
                          </a:solidFill>
                          <a:latin typeface="Times New Roman"/>
                          <a:ea typeface="宋体"/>
                        </a:rPr>
                        <a:t>et</a:t>
                      </a:r>
                      <a:r>
                        <a:rPr lang="en-US" sz="1200" b="1" kern="0">
                          <a:solidFill>
                            <a:srgbClr val="000000"/>
                          </a:solidFill>
                          <a:latin typeface="Times New Roman"/>
                          <a:ea typeface="Times New Roman"/>
                        </a:rPr>
                        <a:t> ID</a:t>
                      </a:r>
                      <a:endParaRPr lang="zh-CN" sz="1200" kern="10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0"/>
                  </a:ext>
                </a:extLst>
              </a:tr>
              <a:tr h="274320">
                <a:tc>
                  <a:txBody>
                    <a:bodyPr/>
                    <a:lstStyle/>
                    <a:p>
                      <a:pPr marL="342900" lvl="0" indent="-342900" algn="l">
                        <a:lnSpc>
                          <a:spcPct val="150000"/>
                        </a:lnSpc>
                        <a:spcAft>
                          <a:spcPts val="0"/>
                        </a:spcAft>
                        <a:buFont typeface="+mj-lt"/>
                        <a:buNone/>
                      </a:pPr>
                      <a:r>
                        <a:rPr lang="en-US" altLang="zh-CN" sz="1200" kern="0" dirty="0">
                          <a:solidFill>
                            <a:srgbClr val="000000"/>
                          </a:solidFill>
                          <a:latin typeface="Times New Roman"/>
                          <a:ea typeface="宋体"/>
                        </a:rPr>
                        <a:t>12</a:t>
                      </a:r>
                      <a:endParaRPr lang="en-US" sz="1200" kern="0" dirty="0">
                        <a:solidFill>
                          <a:srgbClr val="000000"/>
                        </a:solidFill>
                        <a:latin typeface="Times New Roman"/>
                        <a:ea typeface="宋体"/>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defTabSz="914400" rtl="0" eaLnBrk="1" fontAlgn="ctr" latinLnBrk="0" hangingPunct="1"/>
                      <a:r>
                        <a:rPr lang="en-US" sz="1200" b="0" i="0" u="none" strike="noStrike" kern="1200" dirty="0">
                          <a:solidFill>
                            <a:srgbClr val="000000"/>
                          </a:solidFill>
                          <a:effectLst/>
                          <a:latin typeface="Times New Roman" pitchFamily="18" charset="0"/>
                          <a:ea typeface="+mn-ea"/>
                          <a:cs typeface="Times New Roman" pitchFamily="18" charset="0"/>
                        </a:rPr>
                        <a:t>OBC Back Data TM</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200" b="0" i="0" u="none" strike="noStrike" kern="1200" dirty="0">
                          <a:solidFill>
                            <a:srgbClr val="000000"/>
                          </a:solidFill>
                          <a:effectLst/>
                          <a:latin typeface="Times New Roman" pitchFamily="18" charset="0"/>
                          <a:ea typeface="+mn-ea"/>
                          <a:cs typeface="Times New Roman" pitchFamily="18" charset="0"/>
                        </a:rPr>
                        <a:t>52</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200" b="0" i="0" u="none" strike="noStrike" kern="1200" dirty="0">
                          <a:solidFill>
                            <a:srgbClr val="000000"/>
                          </a:solidFill>
                          <a:effectLst/>
                          <a:latin typeface="Times New Roman" pitchFamily="18" charset="0"/>
                          <a:ea typeface="+mn-ea"/>
                          <a:cs typeface="Times New Roman" pitchFamily="18" charset="0"/>
                        </a:rPr>
                        <a:t>41</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200" b="0" i="0" u="none" strike="noStrike" kern="1200" dirty="0">
                          <a:solidFill>
                            <a:srgbClr val="000000"/>
                          </a:solidFill>
                          <a:effectLst/>
                          <a:latin typeface="Times New Roman" pitchFamily="18" charset="0"/>
                          <a:ea typeface="+mn-ea"/>
                          <a:cs typeface="Times New Roman" pitchFamily="18" charset="0"/>
                        </a:rPr>
                        <a:t>42</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200" b="0" i="0" u="none" strike="noStrike" kern="1200" dirty="0">
                          <a:solidFill>
                            <a:srgbClr val="000000"/>
                          </a:solidFill>
                          <a:effectLst/>
                          <a:latin typeface="Times New Roman" pitchFamily="18" charset="0"/>
                          <a:ea typeface="+mn-ea"/>
                          <a:cs typeface="Times New Roman" pitchFamily="18" charset="0"/>
                        </a:rPr>
                        <a:t>32</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0" dirty="0">
                          <a:solidFill>
                            <a:srgbClr val="000000"/>
                          </a:solidFill>
                          <a:latin typeface="Times New Roman"/>
                          <a:ea typeface="Times New Roman"/>
                        </a:rPr>
                        <a:t>452H</a:t>
                      </a:r>
                      <a:endParaRPr lang="zh-CN" sz="12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r h="274320">
                <a:tc>
                  <a:txBody>
                    <a:bodyPr/>
                    <a:lstStyle/>
                    <a:p>
                      <a:pPr marL="342900" lvl="0" indent="-342900" algn="l">
                        <a:lnSpc>
                          <a:spcPct val="150000"/>
                        </a:lnSpc>
                        <a:spcAft>
                          <a:spcPts val="0"/>
                        </a:spcAft>
                        <a:buFont typeface="+mj-lt"/>
                        <a:buNone/>
                      </a:pPr>
                      <a:r>
                        <a:rPr lang="en-US" altLang="zh-CN" sz="1200" kern="0" dirty="0">
                          <a:solidFill>
                            <a:srgbClr val="000000"/>
                          </a:solidFill>
                          <a:latin typeface="Times New Roman"/>
                          <a:ea typeface="宋体"/>
                        </a:rPr>
                        <a:t>13</a:t>
                      </a:r>
                      <a:endParaRPr lang="en-US" sz="1200" kern="0" dirty="0">
                        <a:solidFill>
                          <a:srgbClr val="000000"/>
                        </a:solidFill>
                        <a:latin typeface="Times New Roman"/>
                        <a:ea typeface="宋体"/>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defTabSz="914400" rtl="0" eaLnBrk="1" fontAlgn="ctr" latinLnBrk="0" hangingPunct="1"/>
                      <a:r>
                        <a:rPr lang="en-US" sz="1200" b="0" i="0" u="none" strike="noStrike" kern="1200" dirty="0">
                          <a:solidFill>
                            <a:srgbClr val="000000"/>
                          </a:solidFill>
                          <a:effectLst/>
                          <a:latin typeface="Times New Roman" pitchFamily="18" charset="0"/>
                          <a:ea typeface="+mn-ea"/>
                          <a:cs typeface="Times New Roman" pitchFamily="18" charset="0"/>
                        </a:rPr>
                        <a:t>DTS fast TM</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sz="1200" b="0" i="0" u="none" strike="noStrike" kern="1200" dirty="0">
                          <a:solidFill>
                            <a:srgbClr val="000000"/>
                          </a:solidFill>
                          <a:effectLst/>
                          <a:latin typeface="Times New Roman" pitchFamily="18" charset="0"/>
                          <a:ea typeface="+mn-ea"/>
                          <a:cs typeface="Times New Roman" pitchFamily="18" charset="0"/>
                        </a:rPr>
                        <a:t>2B</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200" b="0" i="0" u="none" strike="noStrike" kern="1200" dirty="0">
                          <a:solidFill>
                            <a:srgbClr val="000000"/>
                          </a:solidFill>
                          <a:effectLst/>
                          <a:latin typeface="Times New Roman" pitchFamily="18" charset="0"/>
                          <a:ea typeface="+mn-ea"/>
                          <a:cs typeface="Times New Roman" pitchFamily="18" charset="0"/>
                        </a:rPr>
                        <a:t>7</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200" b="0" i="0" u="none" strike="noStrike" kern="1200" dirty="0">
                          <a:solidFill>
                            <a:srgbClr val="000000"/>
                          </a:solidFill>
                          <a:effectLst/>
                          <a:latin typeface="Times New Roman" pitchFamily="18" charset="0"/>
                          <a:ea typeface="+mn-ea"/>
                          <a:cs typeface="Times New Roman" pitchFamily="18" charset="0"/>
                        </a:rPr>
                        <a:t>8</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200" b="0" i="0" u="none" strike="noStrike" kern="1200" dirty="0">
                          <a:solidFill>
                            <a:srgbClr val="000000"/>
                          </a:solidFill>
                          <a:effectLst/>
                          <a:latin typeface="Times New Roman" pitchFamily="18" charset="0"/>
                          <a:ea typeface="+mn-ea"/>
                          <a:cs typeface="Times New Roman" pitchFamily="18" charset="0"/>
                        </a:rPr>
                        <a:t>2</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0" dirty="0">
                          <a:solidFill>
                            <a:srgbClr val="000000"/>
                          </a:solidFill>
                          <a:latin typeface="Times New Roman"/>
                          <a:ea typeface="Times New Roman"/>
                        </a:rPr>
                        <a:t>42BH</a:t>
                      </a:r>
                      <a:endParaRPr lang="zh-CN" sz="12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2"/>
                  </a:ext>
                </a:extLst>
              </a:tr>
              <a:tr h="274320">
                <a:tc>
                  <a:txBody>
                    <a:bodyPr/>
                    <a:lstStyle/>
                    <a:p>
                      <a:pPr marL="342900" lvl="0" indent="-342900" algn="l">
                        <a:lnSpc>
                          <a:spcPct val="150000"/>
                        </a:lnSpc>
                        <a:spcAft>
                          <a:spcPts val="0"/>
                        </a:spcAft>
                        <a:buFont typeface="+mj-lt"/>
                        <a:buNone/>
                      </a:pPr>
                      <a:r>
                        <a:rPr lang="en-US" altLang="zh-CN" sz="1200" kern="0" dirty="0">
                          <a:solidFill>
                            <a:srgbClr val="000000"/>
                          </a:solidFill>
                          <a:latin typeface="Times New Roman"/>
                          <a:ea typeface="宋体"/>
                        </a:rPr>
                        <a:t>14</a:t>
                      </a:r>
                      <a:endParaRPr lang="en-US" sz="1200" kern="0" dirty="0">
                        <a:solidFill>
                          <a:srgbClr val="000000"/>
                        </a:solidFill>
                        <a:latin typeface="Times New Roman"/>
                        <a:ea typeface="宋体"/>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defTabSz="914400" rtl="0" eaLnBrk="1" fontAlgn="ctr" latinLnBrk="0" hangingPunct="1"/>
                      <a:r>
                        <a:rPr lang="en-US" sz="1200" b="0" i="0" u="none" strike="noStrike" kern="1200" dirty="0">
                          <a:solidFill>
                            <a:srgbClr val="000000"/>
                          </a:solidFill>
                          <a:effectLst/>
                          <a:latin typeface="Times New Roman" pitchFamily="18" charset="0"/>
                          <a:ea typeface="+mn-ea"/>
                          <a:cs typeface="Times New Roman" pitchFamily="18" charset="0"/>
                        </a:rPr>
                        <a:t>DTS slow TM</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sz="1200" b="0" i="0" u="none" strike="noStrike" kern="1200" dirty="0">
                          <a:solidFill>
                            <a:srgbClr val="000000"/>
                          </a:solidFill>
                          <a:effectLst/>
                          <a:latin typeface="Times New Roman" pitchFamily="18" charset="0"/>
                          <a:ea typeface="+mn-ea"/>
                          <a:cs typeface="Times New Roman" pitchFamily="18" charset="0"/>
                        </a:rPr>
                        <a:t>4B</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200" b="0" i="0" u="none" strike="noStrike" kern="1200">
                          <a:solidFill>
                            <a:srgbClr val="000000"/>
                          </a:solidFill>
                          <a:effectLst/>
                          <a:latin typeface="Times New Roman" pitchFamily="18" charset="0"/>
                          <a:ea typeface="+mn-ea"/>
                          <a:cs typeface="Times New Roman" pitchFamily="18" charset="0"/>
                        </a:rPr>
                        <a:t>15</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200" b="0" i="0" u="none" strike="noStrike" kern="1200" dirty="0">
                          <a:solidFill>
                            <a:srgbClr val="000000"/>
                          </a:solidFill>
                          <a:effectLst/>
                          <a:latin typeface="Times New Roman" pitchFamily="18" charset="0"/>
                          <a:ea typeface="+mn-ea"/>
                          <a:cs typeface="Times New Roman" pitchFamily="18" charset="0"/>
                        </a:rPr>
                        <a:t>16</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200" b="0" i="0" u="none" strike="noStrike" kern="1200" dirty="0">
                          <a:solidFill>
                            <a:srgbClr val="000000"/>
                          </a:solidFill>
                          <a:effectLst/>
                          <a:latin typeface="Times New Roman" pitchFamily="18" charset="0"/>
                          <a:ea typeface="+mn-ea"/>
                          <a:cs typeface="Times New Roman" pitchFamily="18" charset="0"/>
                        </a:rPr>
                        <a:t>16</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0" dirty="0">
                          <a:solidFill>
                            <a:srgbClr val="000000"/>
                          </a:solidFill>
                          <a:latin typeface="Times New Roman"/>
                          <a:ea typeface="Times New Roman"/>
                        </a:rPr>
                        <a:t>44BH</a:t>
                      </a:r>
                      <a:endParaRPr lang="zh-CN" sz="12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3"/>
                  </a:ext>
                </a:extLst>
              </a:tr>
              <a:tr h="274320">
                <a:tc>
                  <a:txBody>
                    <a:bodyPr/>
                    <a:lstStyle/>
                    <a:p>
                      <a:pPr marL="342900" lvl="0" indent="-342900" algn="l">
                        <a:lnSpc>
                          <a:spcPct val="150000"/>
                        </a:lnSpc>
                        <a:spcAft>
                          <a:spcPts val="0"/>
                        </a:spcAft>
                        <a:buFont typeface="+mj-lt"/>
                        <a:buNone/>
                      </a:pPr>
                      <a:r>
                        <a:rPr lang="en-US" altLang="zh-CN" sz="1200" kern="0" dirty="0">
                          <a:solidFill>
                            <a:srgbClr val="000000"/>
                          </a:solidFill>
                          <a:latin typeface="Times New Roman"/>
                          <a:ea typeface="宋体"/>
                        </a:rPr>
                        <a:t>15</a:t>
                      </a:r>
                      <a:endParaRPr lang="en-US" sz="1200" kern="0" dirty="0">
                        <a:solidFill>
                          <a:srgbClr val="000000"/>
                        </a:solidFill>
                        <a:latin typeface="Times New Roman"/>
                        <a:ea typeface="宋体"/>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defTabSz="914400" rtl="0" eaLnBrk="1" fontAlgn="ctr" latinLnBrk="0" hangingPunct="1"/>
                      <a:r>
                        <a:rPr lang="en-US" sz="1200" b="0" i="0" u="none" strike="noStrike" kern="1200" dirty="0">
                          <a:solidFill>
                            <a:srgbClr val="000000"/>
                          </a:solidFill>
                          <a:effectLst/>
                          <a:latin typeface="Times New Roman" pitchFamily="18" charset="0"/>
                          <a:ea typeface="+mn-ea"/>
                          <a:cs typeface="Times New Roman" pitchFamily="18" charset="0"/>
                        </a:rPr>
                        <a:t>GPS fast TM</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sz="1200" b="0" i="0" u="none" strike="noStrike" kern="1200" dirty="0">
                          <a:solidFill>
                            <a:srgbClr val="000000"/>
                          </a:solidFill>
                          <a:effectLst/>
                          <a:latin typeface="Times New Roman" pitchFamily="18" charset="0"/>
                          <a:ea typeface="+mn-ea"/>
                          <a:cs typeface="Times New Roman" pitchFamily="18" charset="0"/>
                        </a:rPr>
                        <a:t>2A</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200" b="0" i="0" u="none" strike="noStrike" kern="1200">
                          <a:solidFill>
                            <a:srgbClr val="000000"/>
                          </a:solidFill>
                          <a:effectLst/>
                          <a:latin typeface="Times New Roman" pitchFamily="18" charset="0"/>
                          <a:ea typeface="+mn-ea"/>
                          <a:cs typeface="Times New Roman" pitchFamily="18" charset="0"/>
                        </a:rPr>
                        <a:t>19</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200" b="0" i="0" u="none" strike="noStrike" kern="1200" dirty="0">
                          <a:solidFill>
                            <a:srgbClr val="000000"/>
                          </a:solidFill>
                          <a:effectLst/>
                          <a:latin typeface="Times New Roman" pitchFamily="18" charset="0"/>
                          <a:ea typeface="+mn-ea"/>
                          <a:cs typeface="Times New Roman" pitchFamily="18" charset="0"/>
                        </a:rPr>
                        <a:t>20</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200" b="0" i="0" u="none" strike="noStrike" kern="1200" dirty="0">
                          <a:solidFill>
                            <a:srgbClr val="000000"/>
                          </a:solidFill>
                          <a:effectLst/>
                          <a:latin typeface="Times New Roman" pitchFamily="18" charset="0"/>
                          <a:ea typeface="+mn-ea"/>
                          <a:cs typeface="Times New Roman" pitchFamily="18" charset="0"/>
                        </a:rPr>
                        <a:t>2</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0" dirty="0">
                          <a:solidFill>
                            <a:srgbClr val="000000"/>
                          </a:solidFill>
                          <a:latin typeface="Times New Roman"/>
                          <a:ea typeface="Times New Roman"/>
                        </a:rPr>
                        <a:t>42AH</a:t>
                      </a:r>
                      <a:endParaRPr lang="zh-CN" sz="12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4"/>
                  </a:ext>
                </a:extLst>
              </a:tr>
              <a:tr h="274320">
                <a:tc>
                  <a:txBody>
                    <a:bodyPr/>
                    <a:lstStyle/>
                    <a:p>
                      <a:pPr marL="342900" lvl="0" indent="-342900" algn="l">
                        <a:lnSpc>
                          <a:spcPct val="150000"/>
                        </a:lnSpc>
                        <a:spcAft>
                          <a:spcPts val="0"/>
                        </a:spcAft>
                        <a:buFont typeface="+mj-lt"/>
                        <a:buNone/>
                      </a:pPr>
                      <a:r>
                        <a:rPr lang="en-US" altLang="zh-CN" sz="1200" kern="0" dirty="0">
                          <a:solidFill>
                            <a:srgbClr val="000000"/>
                          </a:solidFill>
                          <a:latin typeface="Times New Roman"/>
                          <a:ea typeface="宋体"/>
                        </a:rPr>
                        <a:t>16</a:t>
                      </a:r>
                      <a:endParaRPr lang="en-US" sz="1200" kern="0" dirty="0">
                        <a:solidFill>
                          <a:srgbClr val="000000"/>
                        </a:solidFill>
                        <a:latin typeface="Times New Roman"/>
                        <a:ea typeface="宋体"/>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defTabSz="914400" rtl="0" eaLnBrk="1" fontAlgn="ctr" latinLnBrk="0" hangingPunct="1"/>
                      <a:r>
                        <a:rPr lang="en-US" sz="1200" b="0" i="0" u="none" strike="noStrike" kern="1200" dirty="0">
                          <a:solidFill>
                            <a:srgbClr val="000000"/>
                          </a:solidFill>
                          <a:effectLst/>
                          <a:latin typeface="Times New Roman" pitchFamily="18" charset="0"/>
                          <a:ea typeface="+mn-ea"/>
                          <a:cs typeface="Times New Roman" pitchFamily="18" charset="0"/>
                        </a:rPr>
                        <a:t>GPS status slow TM</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sz="1200" b="0" i="0" u="none" strike="noStrike" kern="1200" dirty="0">
                          <a:solidFill>
                            <a:srgbClr val="000000"/>
                          </a:solidFill>
                          <a:effectLst/>
                          <a:latin typeface="Times New Roman" pitchFamily="18" charset="0"/>
                          <a:ea typeface="+mn-ea"/>
                          <a:cs typeface="Times New Roman" pitchFamily="18" charset="0"/>
                        </a:rPr>
                        <a:t>4A</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200" b="0" i="0" u="none" strike="noStrike" kern="1200">
                          <a:solidFill>
                            <a:srgbClr val="000000"/>
                          </a:solidFill>
                          <a:effectLst/>
                          <a:latin typeface="Times New Roman" pitchFamily="18" charset="0"/>
                          <a:ea typeface="+mn-ea"/>
                          <a:cs typeface="Times New Roman" pitchFamily="18" charset="0"/>
                        </a:rPr>
                        <a:t>127</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200" b="0" i="0" u="none" strike="noStrike" kern="1200" dirty="0">
                          <a:solidFill>
                            <a:srgbClr val="000000"/>
                          </a:solidFill>
                          <a:effectLst/>
                          <a:latin typeface="Times New Roman" pitchFamily="18" charset="0"/>
                          <a:ea typeface="+mn-ea"/>
                          <a:cs typeface="Times New Roman" pitchFamily="18" charset="0"/>
                        </a:rPr>
                        <a:t>128</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200" b="0" i="0" u="none" strike="noStrike" kern="1200" dirty="0">
                          <a:solidFill>
                            <a:srgbClr val="000000"/>
                          </a:solidFill>
                          <a:effectLst/>
                          <a:latin typeface="Times New Roman" pitchFamily="18" charset="0"/>
                          <a:ea typeface="+mn-ea"/>
                          <a:cs typeface="Times New Roman" pitchFamily="18" charset="0"/>
                        </a:rPr>
                        <a:t>32</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0" dirty="0">
                          <a:solidFill>
                            <a:srgbClr val="000000"/>
                          </a:solidFill>
                          <a:latin typeface="Times New Roman"/>
                          <a:ea typeface="Times New Roman"/>
                        </a:rPr>
                        <a:t>44AH</a:t>
                      </a:r>
                      <a:endParaRPr lang="zh-CN" sz="12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5"/>
                  </a:ext>
                </a:extLst>
              </a:tr>
              <a:tr h="274320">
                <a:tc>
                  <a:txBody>
                    <a:bodyPr/>
                    <a:lstStyle/>
                    <a:p>
                      <a:pPr marL="342900" lvl="0" indent="-342900" algn="l">
                        <a:lnSpc>
                          <a:spcPct val="150000"/>
                        </a:lnSpc>
                        <a:spcAft>
                          <a:spcPts val="0"/>
                        </a:spcAft>
                        <a:buFont typeface="+mj-lt"/>
                        <a:buNone/>
                      </a:pPr>
                      <a:r>
                        <a:rPr lang="en-US" altLang="zh-CN" sz="1200" kern="0" dirty="0">
                          <a:solidFill>
                            <a:srgbClr val="000000"/>
                          </a:solidFill>
                          <a:latin typeface="Times New Roman"/>
                          <a:ea typeface="宋体"/>
                        </a:rPr>
                        <a:t>17</a:t>
                      </a:r>
                      <a:endParaRPr lang="en-US" sz="1200" kern="0" dirty="0">
                        <a:solidFill>
                          <a:srgbClr val="000000"/>
                        </a:solidFill>
                        <a:latin typeface="Times New Roman"/>
                        <a:ea typeface="宋体"/>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defTabSz="914400" rtl="0" eaLnBrk="1" fontAlgn="ctr" latinLnBrk="0" hangingPunct="1"/>
                      <a:r>
                        <a:rPr lang="en-US" sz="1200" b="0" i="0" u="none" strike="noStrike" kern="1200" dirty="0">
                          <a:solidFill>
                            <a:srgbClr val="000000"/>
                          </a:solidFill>
                          <a:effectLst/>
                          <a:latin typeface="Times New Roman" pitchFamily="18" charset="0"/>
                          <a:ea typeface="+mn-ea"/>
                          <a:cs typeface="Times New Roman" pitchFamily="18" charset="0"/>
                        </a:rPr>
                        <a:t>GPS Orbit slow TM</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sz="1200" b="0" i="0" u="none" strike="noStrike" kern="1200" dirty="0">
                          <a:solidFill>
                            <a:srgbClr val="000000"/>
                          </a:solidFill>
                          <a:effectLst/>
                          <a:latin typeface="Times New Roman" pitchFamily="18" charset="0"/>
                          <a:ea typeface="+mn-ea"/>
                          <a:cs typeface="Times New Roman" pitchFamily="18" charset="0"/>
                        </a:rPr>
                        <a:t>6A</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200" b="0" i="0" u="none" strike="noStrike" kern="1200">
                          <a:solidFill>
                            <a:srgbClr val="000000"/>
                          </a:solidFill>
                          <a:effectLst/>
                          <a:latin typeface="Times New Roman" pitchFamily="18" charset="0"/>
                          <a:ea typeface="+mn-ea"/>
                          <a:cs typeface="Times New Roman" pitchFamily="18" charset="0"/>
                        </a:rPr>
                        <a:t>86</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200" b="0" i="0" u="none" strike="noStrike" kern="1200" dirty="0">
                          <a:solidFill>
                            <a:srgbClr val="000000"/>
                          </a:solidFill>
                          <a:effectLst/>
                          <a:latin typeface="Times New Roman" pitchFamily="18" charset="0"/>
                          <a:ea typeface="+mn-ea"/>
                          <a:cs typeface="Times New Roman" pitchFamily="18" charset="0"/>
                        </a:rPr>
                        <a:t>87</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200" b="0" i="0" u="none" strike="noStrike" kern="1200" dirty="0">
                          <a:solidFill>
                            <a:srgbClr val="000000"/>
                          </a:solidFill>
                          <a:effectLst/>
                          <a:latin typeface="Times New Roman" pitchFamily="18" charset="0"/>
                          <a:ea typeface="+mn-ea"/>
                          <a:cs typeface="Times New Roman" pitchFamily="18" charset="0"/>
                        </a:rPr>
                        <a:t>32</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0" dirty="0">
                          <a:solidFill>
                            <a:srgbClr val="000000"/>
                          </a:solidFill>
                          <a:latin typeface="Times New Roman"/>
                          <a:ea typeface="Times New Roman"/>
                        </a:rPr>
                        <a:t>46AH</a:t>
                      </a:r>
                      <a:endParaRPr lang="zh-CN" sz="12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6"/>
                  </a:ext>
                </a:extLst>
              </a:tr>
              <a:tr h="274320">
                <a:tc>
                  <a:txBody>
                    <a:bodyPr/>
                    <a:lstStyle/>
                    <a:p>
                      <a:pPr marL="342900" lvl="0" indent="-342900" algn="l">
                        <a:lnSpc>
                          <a:spcPct val="150000"/>
                        </a:lnSpc>
                        <a:spcAft>
                          <a:spcPts val="0"/>
                        </a:spcAft>
                        <a:buFont typeface="+mj-lt"/>
                        <a:buNone/>
                      </a:pPr>
                      <a:r>
                        <a:rPr lang="en-US" altLang="zh-CN" sz="1200" kern="0" dirty="0">
                          <a:solidFill>
                            <a:srgbClr val="000000"/>
                          </a:solidFill>
                          <a:latin typeface="Times New Roman"/>
                          <a:ea typeface="宋体"/>
                        </a:rPr>
                        <a:t>18</a:t>
                      </a:r>
                      <a:endParaRPr lang="en-US" sz="1200" kern="0" dirty="0">
                        <a:solidFill>
                          <a:srgbClr val="000000"/>
                        </a:solidFill>
                        <a:latin typeface="Times New Roman"/>
                        <a:ea typeface="宋体"/>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defTabSz="914400" rtl="0" eaLnBrk="1" fontAlgn="ctr" latinLnBrk="0" hangingPunct="1"/>
                      <a:r>
                        <a:rPr lang="en-US" sz="1200" b="0" i="0" u="none" strike="noStrike" kern="1200" dirty="0">
                          <a:solidFill>
                            <a:srgbClr val="000000"/>
                          </a:solidFill>
                          <a:effectLst/>
                          <a:latin typeface="Times New Roman" pitchFamily="18" charset="0"/>
                          <a:ea typeface="+mn-ea"/>
                          <a:cs typeface="Times New Roman" pitchFamily="18" charset="0"/>
                        </a:rPr>
                        <a:t>MC fast TM</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sz="1200" b="0" i="0" u="none" strike="noStrike" kern="1200" dirty="0">
                          <a:solidFill>
                            <a:srgbClr val="000000"/>
                          </a:solidFill>
                          <a:effectLst/>
                          <a:latin typeface="Times New Roman" pitchFamily="18" charset="0"/>
                          <a:ea typeface="+mn-ea"/>
                          <a:cs typeface="Times New Roman" pitchFamily="18" charset="0"/>
                        </a:rPr>
                        <a:t>2C</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200" b="0" i="0" u="none" strike="noStrike" kern="1200">
                          <a:solidFill>
                            <a:srgbClr val="000000"/>
                          </a:solidFill>
                          <a:effectLst/>
                          <a:latin typeface="Times New Roman" pitchFamily="18" charset="0"/>
                          <a:ea typeface="+mn-ea"/>
                          <a:cs typeface="Times New Roman" pitchFamily="18" charset="0"/>
                        </a:rPr>
                        <a:t>28</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200" b="0" i="0" u="none" strike="noStrike" kern="1200" dirty="0">
                          <a:solidFill>
                            <a:srgbClr val="000000"/>
                          </a:solidFill>
                          <a:effectLst/>
                          <a:latin typeface="Times New Roman" pitchFamily="18" charset="0"/>
                          <a:ea typeface="+mn-ea"/>
                          <a:cs typeface="Times New Roman" pitchFamily="18" charset="0"/>
                        </a:rPr>
                        <a:t>29</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200" b="0" i="0" u="none" strike="noStrike" kern="1200" dirty="0">
                          <a:solidFill>
                            <a:srgbClr val="000000"/>
                          </a:solidFill>
                          <a:effectLst/>
                          <a:latin typeface="Times New Roman" pitchFamily="18" charset="0"/>
                          <a:ea typeface="+mn-ea"/>
                          <a:cs typeface="Times New Roman" pitchFamily="18" charset="0"/>
                        </a:rPr>
                        <a:t>2</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0" dirty="0">
                          <a:solidFill>
                            <a:srgbClr val="000000"/>
                          </a:solidFill>
                          <a:latin typeface="Times New Roman"/>
                          <a:ea typeface="Times New Roman"/>
                        </a:rPr>
                        <a:t>42CH</a:t>
                      </a:r>
                      <a:endParaRPr lang="zh-CN" sz="12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7"/>
                  </a:ext>
                </a:extLst>
              </a:tr>
              <a:tr h="274320">
                <a:tc>
                  <a:txBody>
                    <a:bodyPr/>
                    <a:lstStyle/>
                    <a:p>
                      <a:pPr marL="342900" lvl="0" indent="-342900" algn="l">
                        <a:lnSpc>
                          <a:spcPct val="150000"/>
                        </a:lnSpc>
                        <a:spcAft>
                          <a:spcPts val="0"/>
                        </a:spcAft>
                        <a:buFont typeface="+mj-lt"/>
                        <a:buNone/>
                      </a:pPr>
                      <a:endParaRPr lang="en-US" sz="1200" kern="0" dirty="0">
                        <a:solidFill>
                          <a:srgbClr val="000000"/>
                        </a:solidFill>
                        <a:latin typeface="Times New Roman"/>
                        <a:ea typeface="Times New Roman"/>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endParaRPr lang="zh-CN" sz="12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endParaRPr lang="zh-CN" sz="12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ts val="1560"/>
                        </a:lnSpc>
                        <a:spcAft>
                          <a:spcPts val="0"/>
                        </a:spcAft>
                      </a:pPr>
                      <a:endParaRPr lang="zh-CN" sz="1200" kern="10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ts val="1560"/>
                        </a:lnSpc>
                        <a:spcAft>
                          <a:spcPts val="0"/>
                        </a:spcAft>
                      </a:pPr>
                      <a:endParaRPr lang="zh-CN" sz="1200" kern="10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endParaRPr lang="zh-CN" sz="1200" kern="10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endParaRPr lang="zh-CN" sz="12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8"/>
                  </a:ext>
                </a:extLst>
              </a:tr>
              <a:tr h="274320">
                <a:tc>
                  <a:txBody>
                    <a:bodyPr/>
                    <a:lstStyle/>
                    <a:p>
                      <a:pPr marL="342900" lvl="0" indent="-342900" algn="l">
                        <a:lnSpc>
                          <a:spcPct val="150000"/>
                        </a:lnSpc>
                        <a:spcAft>
                          <a:spcPts val="0"/>
                        </a:spcAft>
                        <a:buFont typeface="+mj-lt"/>
                        <a:buNone/>
                      </a:pPr>
                      <a:endParaRPr lang="en-US" sz="1200" kern="0" dirty="0">
                        <a:solidFill>
                          <a:srgbClr val="000000"/>
                        </a:solidFill>
                        <a:latin typeface="Times New Roman"/>
                        <a:ea typeface="Times New Roman"/>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endParaRPr lang="zh-CN" sz="12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endParaRPr lang="zh-CN" sz="1200" kern="10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ts val="1560"/>
                        </a:lnSpc>
                        <a:spcAft>
                          <a:spcPts val="0"/>
                        </a:spcAft>
                      </a:pPr>
                      <a:endParaRPr lang="zh-CN" sz="1200" kern="100" dirty="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ts val="1560"/>
                        </a:lnSpc>
                        <a:spcAft>
                          <a:spcPts val="0"/>
                        </a:spcAft>
                      </a:pPr>
                      <a:endParaRPr lang="zh-CN" sz="1200" kern="100" dirty="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endParaRPr lang="zh-CN" sz="12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endParaRPr lang="zh-CN" sz="12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9"/>
                  </a:ext>
                </a:extLst>
              </a:tr>
            </a:tbl>
          </a:graphicData>
        </a:graphic>
      </p:graphicFrame>
    </p:spTree>
    <p:extLst>
      <p:ext uri="{BB962C8B-B14F-4D97-AF65-F5344CB8AC3E}">
        <p14:creationId xmlns:p14="http://schemas.microsoft.com/office/powerpoint/2010/main" val="15460351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PART 2: Telemetry Management</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24</a:t>
            </a:fld>
            <a:r>
              <a:rPr lang="zh-CN" altLang="en-US"/>
              <a:t> </a:t>
            </a:r>
            <a:endParaRPr lang="zh-CN" altLang="en-US" dirty="0">
              <a:latin typeface="微软雅黑" pitchFamily="34" charset="-122"/>
              <a:ea typeface="微软雅黑" pitchFamily="34" charset="-122"/>
            </a:endParaRPr>
          </a:p>
        </p:txBody>
      </p:sp>
      <p:sp>
        <p:nvSpPr>
          <p:cNvPr id="6" name="矩形 5"/>
          <p:cNvSpPr/>
          <p:nvPr/>
        </p:nvSpPr>
        <p:spPr>
          <a:xfrm>
            <a:off x="373066" y="1419113"/>
            <a:ext cx="8434387" cy="923330"/>
          </a:xfrm>
          <a:prstGeom prst="rect">
            <a:avLst/>
          </a:prstGeom>
        </p:spPr>
        <p:txBody>
          <a:bodyPr>
            <a:spAutoFit/>
          </a:bodyPr>
          <a:lstStyle/>
          <a:p>
            <a:pPr algn="l">
              <a:lnSpc>
                <a:spcPct val="150000"/>
              </a:lnSpc>
            </a:pPr>
            <a:r>
              <a:rPr lang="en-US" altLang="zh-CN" b="1" dirty="0">
                <a:solidFill>
                  <a:srgbClr val="000000"/>
                </a:solidFill>
                <a:latin typeface="Times New Roman" pitchFamily="18" charset="0"/>
                <a:cs typeface="Times New Roman" pitchFamily="18" charset="0"/>
              </a:rPr>
              <a:t>OBC packet: </a:t>
            </a:r>
          </a:p>
          <a:p>
            <a:pPr algn="l">
              <a:lnSpc>
                <a:spcPct val="150000"/>
              </a:lnSpc>
            </a:pPr>
            <a:r>
              <a:rPr lang="en-US" altLang="zh-CN" b="0" dirty="0">
                <a:solidFill>
                  <a:srgbClr val="000000"/>
                </a:solidFill>
                <a:latin typeface="Times New Roman" pitchFamily="18" charset="0"/>
                <a:cs typeface="Times New Roman" pitchFamily="18" charset="0"/>
              </a:rPr>
              <a:t>OBC generates the TM data of itself, then forms the OBC TM packet.  </a:t>
            </a:r>
            <a:endParaRPr lang="zh-CN" altLang="zh-CN" b="0" dirty="0">
              <a:solidFill>
                <a:srgbClr val="000000"/>
              </a:solidFill>
              <a:latin typeface="Times New Roman" pitchFamily="18" charset="0"/>
              <a:cs typeface="Times New Roman" pitchFamily="18" charset="0"/>
            </a:endParaRPr>
          </a:p>
        </p:txBody>
      </p:sp>
      <p:sp>
        <p:nvSpPr>
          <p:cNvPr id="7" name="矩形 6"/>
          <p:cNvSpPr/>
          <p:nvPr/>
        </p:nvSpPr>
        <p:spPr>
          <a:xfrm>
            <a:off x="300041" y="2651410"/>
            <a:ext cx="8434387" cy="1338828"/>
          </a:xfrm>
          <a:prstGeom prst="rect">
            <a:avLst/>
          </a:prstGeom>
        </p:spPr>
        <p:txBody>
          <a:bodyPr>
            <a:spAutoFit/>
          </a:bodyPr>
          <a:lstStyle/>
          <a:p>
            <a:pPr algn="l">
              <a:lnSpc>
                <a:spcPct val="150000"/>
              </a:lnSpc>
            </a:pPr>
            <a:r>
              <a:rPr lang="en-US" altLang="zh-CN" b="1" dirty="0" err="1">
                <a:solidFill>
                  <a:srgbClr val="000000"/>
                </a:solidFill>
                <a:latin typeface="Times New Roman" pitchFamily="18" charset="0"/>
                <a:cs typeface="Times New Roman" pitchFamily="18" charset="0"/>
              </a:rPr>
              <a:t>Subcomputer</a:t>
            </a:r>
            <a:r>
              <a:rPr lang="en-US" altLang="zh-CN" b="1" dirty="0">
                <a:solidFill>
                  <a:srgbClr val="000000"/>
                </a:solidFill>
                <a:latin typeface="Times New Roman" pitchFamily="18" charset="0"/>
                <a:cs typeface="Times New Roman" pitchFamily="18" charset="0"/>
              </a:rPr>
              <a:t> packet: </a:t>
            </a:r>
          </a:p>
          <a:p>
            <a:pPr algn="l">
              <a:lnSpc>
                <a:spcPct val="150000"/>
              </a:lnSpc>
            </a:pPr>
            <a:r>
              <a:rPr lang="en-US" altLang="zh-CN" b="0" dirty="0" err="1">
                <a:solidFill>
                  <a:srgbClr val="000000"/>
                </a:solidFill>
                <a:latin typeface="Times New Roman" pitchFamily="18" charset="0"/>
                <a:cs typeface="Times New Roman" pitchFamily="18" charset="0"/>
              </a:rPr>
              <a:t>Subcomputer</a:t>
            </a:r>
            <a:r>
              <a:rPr lang="en-US" altLang="zh-CN" b="0" dirty="0">
                <a:solidFill>
                  <a:srgbClr val="000000"/>
                </a:solidFill>
                <a:latin typeface="Times New Roman" pitchFamily="18" charset="0"/>
                <a:cs typeface="Times New Roman" pitchFamily="18" charset="0"/>
              </a:rPr>
              <a:t> generates the TM data of itself, OBC collects the TM data from </a:t>
            </a:r>
            <a:r>
              <a:rPr lang="en-US" altLang="zh-CN" b="0" dirty="0" err="1">
                <a:solidFill>
                  <a:srgbClr val="000000"/>
                </a:solidFill>
                <a:latin typeface="Times New Roman" pitchFamily="18" charset="0"/>
                <a:cs typeface="Times New Roman" pitchFamily="18" charset="0"/>
              </a:rPr>
              <a:t>subcomputer</a:t>
            </a:r>
            <a:r>
              <a:rPr lang="en-US" altLang="zh-CN" b="0" dirty="0">
                <a:solidFill>
                  <a:srgbClr val="000000"/>
                </a:solidFill>
                <a:latin typeface="Times New Roman" pitchFamily="18" charset="0"/>
                <a:cs typeface="Times New Roman" pitchFamily="18" charset="0"/>
              </a:rPr>
              <a:t> via CAN bus, then forms the </a:t>
            </a:r>
            <a:r>
              <a:rPr lang="en-US" altLang="zh-CN" b="0" dirty="0" err="1">
                <a:solidFill>
                  <a:srgbClr val="000000"/>
                </a:solidFill>
                <a:latin typeface="Times New Roman" pitchFamily="18" charset="0"/>
                <a:cs typeface="Times New Roman" pitchFamily="18" charset="0"/>
              </a:rPr>
              <a:t>subcomputer</a:t>
            </a:r>
            <a:r>
              <a:rPr lang="en-US" altLang="zh-CN" b="0" dirty="0">
                <a:solidFill>
                  <a:srgbClr val="000000"/>
                </a:solidFill>
                <a:latin typeface="Times New Roman" pitchFamily="18" charset="0"/>
                <a:cs typeface="Times New Roman" pitchFamily="18" charset="0"/>
              </a:rPr>
              <a:t> TM packet. </a:t>
            </a:r>
            <a:endParaRPr lang="zh-CN" altLang="zh-CN" b="0" dirty="0">
              <a:solidFill>
                <a:srgbClr val="000000"/>
              </a:solidFill>
              <a:latin typeface="Times New Roman" pitchFamily="18" charset="0"/>
              <a:cs typeface="Times New Roman" pitchFamily="18" charset="0"/>
            </a:endParaRPr>
          </a:p>
        </p:txBody>
      </p:sp>
    </p:spTree>
    <p:extLst>
      <p:ext uri="{BB962C8B-B14F-4D97-AF65-F5344CB8AC3E}">
        <p14:creationId xmlns:p14="http://schemas.microsoft.com/office/powerpoint/2010/main" val="15460351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PART 2: Telemetry Management</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25</a:t>
            </a:fld>
            <a:r>
              <a:rPr lang="zh-CN" altLang="en-US"/>
              <a:t> </a:t>
            </a:r>
            <a:endParaRPr lang="zh-CN" altLang="en-US" dirty="0">
              <a:latin typeface="微软雅黑" pitchFamily="34" charset="-122"/>
              <a:ea typeface="微软雅黑" pitchFamily="34" charset="-122"/>
            </a:endParaRPr>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47629" y="933842"/>
            <a:ext cx="8916860" cy="91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35496" y="1941910"/>
            <a:ext cx="5200650" cy="1021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8"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gray">
          <a:xfrm>
            <a:off x="53330" y="3273829"/>
            <a:ext cx="5238750" cy="67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9"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gray">
          <a:xfrm>
            <a:off x="76228" y="4187429"/>
            <a:ext cx="269557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15460351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PART 2: Telemetry Management</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26</a:t>
            </a:fld>
            <a:r>
              <a:rPr lang="zh-CN" altLang="en-US"/>
              <a:t> </a:t>
            </a:r>
            <a:endParaRPr lang="zh-CN" altLang="en-US" dirty="0">
              <a:latin typeface="微软雅黑" pitchFamily="34" charset="-122"/>
              <a:ea typeface="微软雅黑" pitchFamily="34" charset="-122"/>
            </a:endParaRPr>
          </a:p>
        </p:txBody>
      </p:sp>
      <p:sp>
        <p:nvSpPr>
          <p:cNvPr id="6" name="标题 2"/>
          <p:cNvSpPr txBox="1">
            <a:spLocks/>
          </p:cNvSpPr>
          <p:nvPr/>
        </p:nvSpPr>
        <p:spPr bwMode="auto">
          <a:xfrm>
            <a:off x="557213" y="979663"/>
            <a:ext cx="8229600" cy="3968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algn="l">
              <a:lnSpc>
                <a:spcPct val="150000"/>
              </a:lnSpc>
              <a:spcBef>
                <a:spcPts val="600"/>
              </a:spcBef>
              <a:spcAft>
                <a:spcPts val="600"/>
              </a:spcAft>
            </a:pPr>
            <a:r>
              <a:rPr lang="en-US" altLang="zh-CN" dirty="0">
                <a:solidFill>
                  <a:schemeClr val="tx1"/>
                </a:solidFill>
              </a:rPr>
              <a:t>For the orbit of ETRSS-1, the GS can not always track and get the TM data of the satellite, thus delayed Telemetry is used to monitor the state of the satellite when it is not traced by GS. </a:t>
            </a:r>
          </a:p>
          <a:p>
            <a:pPr algn="l">
              <a:lnSpc>
                <a:spcPct val="150000"/>
              </a:lnSpc>
              <a:spcBef>
                <a:spcPts val="600"/>
              </a:spcBef>
              <a:spcAft>
                <a:spcPts val="600"/>
              </a:spcAft>
            </a:pPr>
            <a:r>
              <a:rPr lang="en-US" altLang="zh-CN" dirty="0">
                <a:solidFill>
                  <a:schemeClr val="tx1"/>
                </a:solidFill>
              </a:rPr>
              <a:t>The delayed telemetry is sampled from real-time telemetry by OBC</a:t>
            </a:r>
            <a:r>
              <a:rPr lang="zh-CN" altLang="en-US" dirty="0">
                <a:solidFill>
                  <a:schemeClr val="tx1"/>
                </a:solidFill>
              </a:rPr>
              <a:t>， </a:t>
            </a:r>
            <a:r>
              <a:rPr lang="en-US" altLang="zh-CN" dirty="0">
                <a:solidFill>
                  <a:schemeClr val="tx1"/>
                </a:solidFill>
              </a:rPr>
              <a:t>and stored in the memory of OBC, which will be transferred to GS when ETRSS-1 can be tracked. The sample ratio can be set  through indirect TC from GS.</a:t>
            </a:r>
            <a:endParaRPr lang="zh-CN" altLang="en-US" dirty="0">
              <a:solidFill>
                <a:schemeClr val="tx1"/>
              </a:solidFill>
            </a:endParaRPr>
          </a:p>
        </p:txBody>
      </p:sp>
    </p:spTree>
    <p:extLst>
      <p:ext uri="{BB962C8B-B14F-4D97-AF65-F5344CB8AC3E}">
        <p14:creationId xmlns:p14="http://schemas.microsoft.com/office/powerpoint/2010/main" val="15460351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PART 2: Telemetry Management</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27</a:t>
            </a:fld>
            <a:r>
              <a:rPr lang="zh-CN" altLang="en-US"/>
              <a:t> </a:t>
            </a:r>
            <a:endParaRPr lang="zh-CN" altLang="en-US" dirty="0">
              <a:latin typeface="微软雅黑" pitchFamily="34" charset="-122"/>
              <a:ea typeface="微软雅黑" pitchFamily="34" charset="-122"/>
            </a:endParaRPr>
          </a:p>
        </p:txBody>
      </p:sp>
      <p:sp>
        <p:nvSpPr>
          <p:cNvPr id="6" name="标题 2"/>
          <p:cNvSpPr txBox="1">
            <a:spLocks/>
          </p:cNvSpPr>
          <p:nvPr/>
        </p:nvSpPr>
        <p:spPr bwMode="auto">
          <a:xfrm>
            <a:off x="557213" y="1064791"/>
            <a:ext cx="8229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algn="l"/>
            <a:r>
              <a:rPr lang="en-US" altLang="zh-CN" sz="2800" dirty="0">
                <a:solidFill>
                  <a:schemeClr val="tx1"/>
                </a:solidFill>
              </a:rPr>
              <a:t>Delayed Telemetry</a:t>
            </a:r>
            <a:endParaRPr lang="zh-CN" altLang="en-US" sz="2800" dirty="0">
              <a:solidFill>
                <a:schemeClr val="tx1"/>
              </a:solidFill>
            </a:endParaRPr>
          </a:p>
        </p:txBody>
      </p:sp>
      <p:sp>
        <p:nvSpPr>
          <p:cNvPr id="7" name="TextBox 5"/>
          <p:cNvSpPr txBox="1">
            <a:spLocks noChangeArrowheads="1"/>
          </p:cNvSpPr>
          <p:nvPr/>
        </p:nvSpPr>
        <p:spPr bwMode="auto">
          <a:xfrm>
            <a:off x="476250" y="1920850"/>
            <a:ext cx="3879850" cy="530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954" tIns="41477" rIns="82954" bIns="41477">
            <a:spAutoFit/>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algn="l" eaLnBrk="1" hangingPunct="1"/>
            <a:r>
              <a:rPr lang="en-US" altLang="zh-CN" sz="2900" dirty="0">
                <a:solidFill>
                  <a:schemeClr val="tx1"/>
                </a:solidFill>
              </a:rPr>
              <a:t>Real time TM packet</a:t>
            </a:r>
          </a:p>
        </p:txBody>
      </p:sp>
      <p:sp>
        <p:nvSpPr>
          <p:cNvPr id="8" name="右箭头 6"/>
          <p:cNvSpPr>
            <a:spLocks noChangeArrowheads="1"/>
          </p:cNvSpPr>
          <p:nvPr/>
        </p:nvSpPr>
        <p:spPr bwMode="auto">
          <a:xfrm>
            <a:off x="4356100" y="1958950"/>
            <a:ext cx="865188" cy="289322"/>
          </a:xfrm>
          <a:prstGeom prst="rightArrow">
            <a:avLst>
              <a:gd name="adj1" fmla="val 50000"/>
              <a:gd name="adj2" fmla="val 49933"/>
            </a:avLst>
          </a:prstGeom>
          <a:solidFill>
            <a:schemeClr val="bg1"/>
          </a:solidFill>
          <a:ln w="9525" algn="ctr">
            <a:solidFill>
              <a:schemeClr val="tx1"/>
            </a:solidFill>
            <a:round/>
            <a:headEnd/>
            <a:tailEnd/>
          </a:ln>
        </p:spPr>
        <p:txBody>
          <a:bodyPr wrap="none" anchor="ctr"/>
          <a:lstStyle/>
          <a:p>
            <a:endParaRPr lang="zh-CN" altLang="en-US"/>
          </a:p>
        </p:txBody>
      </p:sp>
      <p:sp>
        <p:nvSpPr>
          <p:cNvPr id="9" name="TextBox 7"/>
          <p:cNvSpPr txBox="1">
            <a:spLocks noChangeArrowheads="1"/>
          </p:cNvSpPr>
          <p:nvPr/>
        </p:nvSpPr>
        <p:spPr bwMode="auto">
          <a:xfrm>
            <a:off x="5192716" y="1905372"/>
            <a:ext cx="3614737" cy="976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954" tIns="41477" rIns="82954" bIns="41477">
            <a:spAutoFit/>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algn="l" eaLnBrk="1" hangingPunct="1"/>
            <a:r>
              <a:rPr lang="en-US" altLang="zh-CN" sz="2900">
                <a:solidFill>
                  <a:schemeClr val="tx1"/>
                </a:solidFill>
              </a:rPr>
              <a:t>Delayed TM packet saved in RAM.</a:t>
            </a:r>
          </a:p>
        </p:txBody>
      </p:sp>
      <p:sp>
        <p:nvSpPr>
          <p:cNvPr id="10" name="矩形 2"/>
          <p:cNvSpPr>
            <a:spLocks noChangeArrowheads="1"/>
          </p:cNvSpPr>
          <p:nvPr/>
        </p:nvSpPr>
        <p:spPr bwMode="auto">
          <a:xfrm>
            <a:off x="2112963" y="2816201"/>
            <a:ext cx="4649158" cy="538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900" dirty="0">
                <a:solidFill>
                  <a:schemeClr val="tx1"/>
                </a:solidFill>
              </a:rPr>
              <a:t>Sampled </a:t>
            </a:r>
            <a:r>
              <a:rPr lang="en-US" altLang="zh-CN" dirty="0"/>
              <a:t> </a:t>
            </a:r>
            <a:r>
              <a:rPr lang="en-US" altLang="zh-CN" sz="2900" dirty="0">
                <a:solidFill>
                  <a:schemeClr val="tx1"/>
                </a:solidFill>
              </a:rPr>
              <a:t>ratio:  from 1 to 255</a:t>
            </a:r>
            <a:endParaRPr lang="zh-CN" altLang="en-US" sz="2900" dirty="0">
              <a:solidFill>
                <a:schemeClr val="tx1"/>
              </a:solidFill>
            </a:endParaRPr>
          </a:p>
        </p:txBody>
      </p:sp>
      <p:sp>
        <p:nvSpPr>
          <p:cNvPr id="11" name="TextBox 9"/>
          <p:cNvSpPr txBox="1">
            <a:spLocks noChangeArrowheads="1"/>
          </p:cNvSpPr>
          <p:nvPr/>
        </p:nvSpPr>
        <p:spPr bwMode="auto">
          <a:xfrm>
            <a:off x="4030663" y="1626767"/>
            <a:ext cx="1549400" cy="391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954" tIns="41477" rIns="82954" bIns="41477">
            <a:spAutoFit/>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algn="l" eaLnBrk="1" hangingPunct="1"/>
            <a:r>
              <a:rPr lang="en-US" altLang="zh-CN">
                <a:solidFill>
                  <a:srgbClr val="FF0000"/>
                </a:solidFill>
              </a:rPr>
              <a:t> sampled</a:t>
            </a:r>
          </a:p>
        </p:txBody>
      </p:sp>
    </p:spTree>
    <p:extLst>
      <p:ext uri="{BB962C8B-B14F-4D97-AF65-F5344CB8AC3E}">
        <p14:creationId xmlns:p14="http://schemas.microsoft.com/office/powerpoint/2010/main" val="15460351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PART 2: Telemetry Management</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28</a:t>
            </a:fld>
            <a:r>
              <a:rPr lang="zh-CN" altLang="en-US"/>
              <a:t> </a:t>
            </a:r>
            <a:endParaRPr lang="zh-CN" altLang="en-US" dirty="0">
              <a:latin typeface="微软雅黑" pitchFamily="34" charset="-122"/>
              <a:ea typeface="微软雅黑" pitchFamily="34" charset="-122"/>
            </a:endParaRPr>
          </a:p>
        </p:txBody>
      </p:sp>
      <p:sp>
        <p:nvSpPr>
          <p:cNvPr id="6" name="标题 2"/>
          <p:cNvSpPr txBox="1">
            <a:spLocks/>
          </p:cNvSpPr>
          <p:nvPr/>
        </p:nvSpPr>
        <p:spPr bwMode="auto">
          <a:xfrm>
            <a:off x="573221" y="1203598"/>
            <a:ext cx="8047235" cy="2510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algn="l">
              <a:lnSpc>
                <a:spcPct val="150000"/>
              </a:lnSpc>
              <a:spcBef>
                <a:spcPts val="600"/>
              </a:spcBef>
              <a:spcAft>
                <a:spcPts val="600"/>
              </a:spcAft>
            </a:pPr>
            <a:r>
              <a:rPr lang="en-US" altLang="zh-CN" sz="2800" dirty="0">
                <a:solidFill>
                  <a:schemeClr val="tx1"/>
                </a:solidFill>
              </a:rPr>
              <a:t>If the interval of 2 tracks is 12 hours, the sample ration of ETRSS-1 is about 175, which is so large that sometimes the delayed TM can not reflects the state of the satellite accurately. </a:t>
            </a:r>
          </a:p>
          <a:p>
            <a:pPr algn="l">
              <a:lnSpc>
                <a:spcPct val="150000"/>
              </a:lnSpc>
              <a:spcBef>
                <a:spcPts val="600"/>
              </a:spcBef>
              <a:spcAft>
                <a:spcPts val="600"/>
              </a:spcAft>
            </a:pPr>
            <a:endParaRPr lang="zh-CN" altLang="en-US" dirty="0">
              <a:solidFill>
                <a:schemeClr val="tx1"/>
              </a:solidFill>
            </a:endParaRPr>
          </a:p>
        </p:txBody>
      </p:sp>
    </p:spTree>
    <p:extLst>
      <p:ext uri="{BB962C8B-B14F-4D97-AF65-F5344CB8AC3E}">
        <p14:creationId xmlns:p14="http://schemas.microsoft.com/office/powerpoint/2010/main" val="15460351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3: </a:t>
            </a:r>
            <a:r>
              <a:rPr lang="en-US" altLang="zh-CN" sz="3000" dirty="0" err="1"/>
              <a:t>Telecommand</a:t>
            </a:r>
            <a:r>
              <a:rPr lang="en-US" altLang="zh-CN" sz="3000" dirty="0"/>
              <a:t> Format and Execution</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29</a:t>
            </a:fld>
            <a:r>
              <a:rPr lang="zh-CN" altLang="en-US"/>
              <a:t> </a:t>
            </a:r>
            <a:endParaRPr lang="zh-CN" altLang="en-US" dirty="0">
              <a:latin typeface="微软雅黑" pitchFamily="34" charset="-122"/>
              <a:ea typeface="微软雅黑" pitchFamily="34" charset="-122"/>
            </a:endParaRPr>
          </a:p>
        </p:txBody>
      </p:sp>
      <p:sp>
        <p:nvSpPr>
          <p:cNvPr id="6" name="椭圆 4"/>
          <p:cNvSpPr>
            <a:spLocks noChangeArrowheads="1"/>
          </p:cNvSpPr>
          <p:nvPr/>
        </p:nvSpPr>
        <p:spPr bwMode="auto">
          <a:xfrm rot="10800000">
            <a:off x="3773488" y="2463404"/>
            <a:ext cx="2743200" cy="903684"/>
          </a:xfrm>
          <a:prstGeom prst="ellipse">
            <a:avLst/>
          </a:prstGeom>
          <a:solidFill>
            <a:schemeClr val="bg1"/>
          </a:solidFill>
          <a:ln w="12700" algn="ctr">
            <a:solidFill>
              <a:srgbClr val="0070C0"/>
            </a:solidFill>
            <a:round/>
            <a:headEnd/>
            <a:tailEnd/>
          </a:ln>
        </p:spPr>
        <p:txBody>
          <a:bodyPr wrap="none" anchor="ctr"/>
          <a:lstStyle/>
          <a:p>
            <a:endParaRPr lang="zh-CN" altLang="en-US">
              <a:solidFill>
                <a:srgbClr val="FF0000"/>
              </a:solidFill>
            </a:endParaRPr>
          </a:p>
        </p:txBody>
      </p:sp>
      <p:pic>
        <p:nvPicPr>
          <p:cNvPr id="7" name="Picture 5" descr="haiyang1"/>
          <p:cNvPicPr>
            <a:picLocks noChangeAspect="1" noChangeArrowheads="1"/>
          </p:cNvPicPr>
          <p:nvPr/>
        </p:nvPicPr>
        <p:blipFill>
          <a:blip r:embed="rId2" cstate="print">
            <a:clrChange>
              <a:clrFrom>
                <a:srgbClr val="FDFDFD"/>
              </a:clrFrom>
              <a:clrTo>
                <a:srgbClr val="FDFDFD">
                  <a:alpha val="0"/>
                </a:srgbClr>
              </a:clrTo>
            </a:clrChange>
            <a:extLst>
              <a:ext uri="{28A0092B-C50C-407E-A947-70E740481C1C}">
                <a14:useLocalDpi xmlns:a14="http://schemas.microsoft.com/office/drawing/2010/main" val="0"/>
              </a:ext>
            </a:extLst>
          </a:blip>
          <a:srcRect/>
          <a:stretch>
            <a:fillRect/>
          </a:stretch>
        </p:blipFill>
        <p:spPr bwMode="auto">
          <a:xfrm>
            <a:off x="6119814" y="1545432"/>
            <a:ext cx="13684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403353" y="1591868"/>
            <a:ext cx="2339975" cy="1754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弧形 8"/>
          <p:cNvSpPr/>
          <p:nvPr/>
        </p:nvSpPr>
        <p:spPr bwMode="auto">
          <a:xfrm rot="1532309">
            <a:off x="3668713" y="2180036"/>
            <a:ext cx="431800" cy="309563"/>
          </a:xfrm>
          <a:prstGeom prst="arc">
            <a:avLst/>
          </a:prstGeom>
          <a:ln>
            <a:headEnd type="none" w="med" len="med"/>
            <a:tailEnd type="none" w="med" len="med"/>
          </a:ln>
        </p:spPr>
        <p:style>
          <a:lnRef idx="2">
            <a:schemeClr val="dk1"/>
          </a:lnRef>
          <a:fillRef idx="0">
            <a:schemeClr val="dk1"/>
          </a:fillRef>
          <a:effectRef idx="1">
            <a:schemeClr val="dk1"/>
          </a:effectRef>
          <a:fontRef idx="minor">
            <a:schemeClr val="tx1"/>
          </a:fontRef>
        </p:style>
        <p:txBody>
          <a:bodyPr wrap="none" anchor="ctr"/>
          <a:lstStyle/>
          <a:p>
            <a:pPr>
              <a:defRPr/>
            </a:pPr>
            <a:endParaRPr lang="zh-CN" altLang="en-US">
              <a:solidFill>
                <a:srgbClr val="575F6D"/>
              </a:solidFill>
            </a:endParaRPr>
          </a:p>
        </p:txBody>
      </p:sp>
      <p:sp>
        <p:nvSpPr>
          <p:cNvPr id="10" name="弧形 9"/>
          <p:cNvSpPr/>
          <p:nvPr/>
        </p:nvSpPr>
        <p:spPr bwMode="auto">
          <a:xfrm rot="1532309">
            <a:off x="3835400" y="2138362"/>
            <a:ext cx="431800" cy="310754"/>
          </a:xfrm>
          <a:prstGeom prst="arc">
            <a:avLst/>
          </a:prstGeom>
          <a:ln>
            <a:headEnd type="none" w="med" len="med"/>
            <a:tailEnd type="none" w="med" len="med"/>
          </a:ln>
        </p:spPr>
        <p:style>
          <a:lnRef idx="2">
            <a:schemeClr val="dk1"/>
          </a:lnRef>
          <a:fillRef idx="0">
            <a:schemeClr val="dk1"/>
          </a:fillRef>
          <a:effectRef idx="1">
            <a:schemeClr val="dk1"/>
          </a:effectRef>
          <a:fontRef idx="minor">
            <a:schemeClr val="tx1"/>
          </a:fontRef>
        </p:style>
        <p:txBody>
          <a:bodyPr wrap="none" anchor="ctr"/>
          <a:lstStyle/>
          <a:p>
            <a:pPr>
              <a:defRPr/>
            </a:pPr>
            <a:endParaRPr lang="zh-CN" altLang="en-US">
              <a:solidFill>
                <a:srgbClr val="575F6D"/>
              </a:solidFill>
            </a:endParaRPr>
          </a:p>
        </p:txBody>
      </p:sp>
      <p:sp>
        <p:nvSpPr>
          <p:cNvPr id="11" name="弧形 10"/>
          <p:cNvSpPr/>
          <p:nvPr/>
        </p:nvSpPr>
        <p:spPr bwMode="auto">
          <a:xfrm rot="1532309">
            <a:off x="3995738" y="2099074"/>
            <a:ext cx="431800" cy="310753"/>
          </a:xfrm>
          <a:prstGeom prst="arc">
            <a:avLst/>
          </a:prstGeom>
          <a:ln>
            <a:headEnd type="none" w="med" len="med"/>
            <a:tailEnd type="none" w="med" len="med"/>
          </a:ln>
        </p:spPr>
        <p:style>
          <a:lnRef idx="2">
            <a:schemeClr val="dk1"/>
          </a:lnRef>
          <a:fillRef idx="0">
            <a:schemeClr val="dk1"/>
          </a:fillRef>
          <a:effectRef idx="1">
            <a:schemeClr val="dk1"/>
          </a:effectRef>
          <a:fontRef idx="minor">
            <a:schemeClr val="tx1"/>
          </a:fontRef>
        </p:style>
        <p:txBody>
          <a:bodyPr wrap="none" anchor="ctr"/>
          <a:lstStyle/>
          <a:p>
            <a:pPr>
              <a:defRPr/>
            </a:pPr>
            <a:endParaRPr lang="zh-CN" altLang="en-US">
              <a:solidFill>
                <a:srgbClr val="575F6D"/>
              </a:solidFill>
            </a:endParaRPr>
          </a:p>
        </p:txBody>
      </p:sp>
      <p:sp>
        <p:nvSpPr>
          <p:cNvPr id="12" name="弧形 11"/>
          <p:cNvSpPr/>
          <p:nvPr/>
        </p:nvSpPr>
        <p:spPr bwMode="auto">
          <a:xfrm rot="1532309">
            <a:off x="5216525" y="1875236"/>
            <a:ext cx="431800" cy="310753"/>
          </a:xfrm>
          <a:prstGeom prst="arc">
            <a:avLst/>
          </a:prstGeom>
          <a:ln>
            <a:headEnd type="none" w="med" len="med"/>
            <a:tailEnd type="none" w="med" len="med"/>
          </a:ln>
        </p:spPr>
        <p:style>
          <a:lnRef idx="2">
            <a:schemeClr val="dk1"/>
          </a:lnRef>
          <a:fillRef idx="0">
            <a:schemeClr val="dk1"/>
          </a:fillRef>
          <a:effectRef idx="1">
            <a:schemeClr val="dk1"/>
          </a:effectRef>
          <a:fontRef idx="minor">
            <a:schemeClr val="tx1"/>
          </a:fontRef>
        </p:style>
        <p:txBody>
          <a:bodyPr wrap="none" anchor="ctr"/>
          <a:lstStyle/>
          <a:p>
            <a:pPr>
              <a:defRPr/>
            </a:pPr>
            <a:endParaRPr lang="zh-CN" altLang="en-US">
              <a:solidFill>
                <a:srgbClr val="575F6D"/>
              </a:solidFill>
            </a:endParaRPr>
          </a:p>
        </p:txBody>
      </p:sp>
      <p:sp>
        <p:nvSpPr>
          <p:cNvPr id="13" name="弧形 12"/>
          <p:cNvSpPr/>
          <p:nvPr/>
        </p:nvSpPr>
        <p:spPr bwMode="auto">
          <a:xfrm rot="1532309">
            <a:off x="5376863" y="1835944"/>
            <a:ext cx="431800" cy="310754"/>
          </a:xfrm>
          <a:prstGeom prst="arc">
            <a:avLst/>
          </a:prstGeom>
          <a:ln>
            <a:headEnd type="none" w="med" len="med"/>
            <a:tailEnd type="none" w="med" len="med"/>
          </a:ln>
        </p:spPr>
        <p:style>
          <a:lnRef idx="2">
            <a:schemeClr val="dk1"/>
          </a:lnRef>
          <a:fillRef idx="0">
            <a:schemeClr val="dk1"/>
          </a:fillRef>
          <a:effectRef idx="1">
            <a:schemeClr val="dk1"/>
          </a:effectRef>
          <a:fontRef idx="minor">
            <a:schemeClr val="tx1"/>
          </a:fontRef>
        </p:style>
        <p:txBody>
          <a:bodyPr wrap="none" anchor="ctr"/>
          <a:lstStyle/>
          <a:p>
            <a:pPr>
              <a:defRPr/>
            </a:pPr>
            <a:endParaRPr lang="zh-CN" altLang="en-US">
              <a:solidFill>
                <a:srgbClr val="575F6D"/>
              </a:solidFill>
            </a:endParaRPr>
          </a:p>
        </p:txBody>
      </p:sp>
      <p:sp>
        <p:nvSpPr>
          <p:cNvPr id="14" name="弧形 13"/>
          <p:cNvSpPr/>
          <p:nvPr/>
        </p:nvSpPr>
        <p:spPr bwMode="auto">
          <a:xfrm rot="1532309">
            <a:off x="5070475" y="1928812"/>
            <a:ext cx="431800" cy="310754"/>
          </a:xfrm>
          <a:prstGeom prst="arc">
            <a:avLst/>
          </a:prstGeom>
          <a:ln>
            <a:headEnd type="none" w="med" len="med"/>
            <a:tailEnd type="none" w="med" len="med"/>
          </a:ln>
        </p:spPr>
        <p:style>
          <a:lnRef idx="2">
            <a:schemeClr val="dk1"/>
          </a:lnRef>
          <a:fillRef idx="0">
            <a:schemeClr val="dk1"/>
          </a:fillRef>
          <a:effectRef idx="1">
            <a:schemeClr val="dk1"/>
          </a:effectRef>
          <a:fontRef idx="minor">
            <a:schemeClr val="tx1"/>
          </a:fontRef>
        </p:style>
        <p:txBody>
          <a:bodyPr wrap="none" anchor="ctr"/>
          <a:lstStyle/>
          <a:p>
            <a:pPr>
              <a:defRPr/>
            </a:pPr>
            <a:endParaRPr lang="zh-CN" altLang="en-US">
              <a:solidFill>
                <a:srgbClr val="575F6D"/>
              </a:solidFill>
            </a:endParaRPr>
          </a:p>
        </p:txBody>
      </p:sp>
      <p:sp>
        <p:nvSpPr>
          <p:cNvPr id="15" name="矩形 1"/>
          <p:cNvSpPr>
            <a:spLocks noChangeArrowheads="1"/>
          </p:cNvSpPr>
          <p:nvPr/>
        </p:nvSpPr>
        <p:spPr bwMode="auto">
          <a:xfrm>
            <a:off x="1619253" y="3301604"/>
            <a:ext cx="260191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lnSpc>
                <a:spcPct val="150000"/>
              </a:lnSpc>
            </a:pPr>
            <a:r>
              <a:rPr lang="en-US" altLang="zh-CN" sz="2400">
                <a:solidFill>
                  <a:schemeClr val="tx1"/>
                </a:solidFill>
              </a:rPr>
              <a:t>Ground Users</a:t>
            </a:r>
          </a:p>
        </p:txBody>
      </p:sp>
      <p:sp>
        <p:nvSpPr>
          <p:cNvPr id="16" name="矩形 1"/>
          <p:cNvSpPr>
            <a:spLocks noChangeArrowheads="1"/>
          </p:cNvSpPr>
          <p:nvPr/>
        </p:nvSpPr>
        <p:spPr bwMode="auto">
          <a:xfrm>
            <a:off x="3987803" y="2651523"/>
            <a:ext cx="260032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lnSpc>
                <a:spcPct val="150000"/>
              </a:lnSpc>
            </a:pPr>
            <a:r>
              <a:rPr lang="en-US" altLang="zh-CN" sz="2400">
                <a:solidFill>
                  <a:schemeClr val="tx1"/>
                </a:solidFill>
              </a:rPr>
              <a:t>Telecommand</a:t>
            </a:r>
          </a:p>
        </p:txBody>
      </p:sp>
      <p:sp>
        <p:nvSpPr>
          <p:cNvPr id="17" name="矩形 1"/>
          <p:cNvSpPr>
            <a:spLocks noChangeArrowheads="1"/>
          </p:cNvSpPr>
          <p:nvPr/>
        </p:nvSpPr>
        <p:spPr bwMode="auto">
          <a:xfrm>
            <a:off x="6183313" y="2108598"/>
            <a:ext cx="260191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lnSpc>
                <a:spcPct val="150000"/>
              </a:lnSpc>
            </a:pPr>
            <a:r>
              <a:rPr lang="en-US" altLang="zh-CN" sz="2400">
                <a:solidFill>
                  <a:schemeClr val="tx1"/>
                </a:solidFill>
              </a:rPr>
              <a:t>Satellite</a:t>
            </a:r>
          </a:p>
        </p:txBody>
      </p:sp>
      <p:cxnSp>
        <p:nvCxnSpPr>
          <p:cNvPr id="18" name="直接箭头连接符 21"/>
          <p:cNvCxnSpPr>
            <a:cxnSpLocks noChangeShapeType="1"/>
          </p:cNvCxnSpPr>
          <p:nvPr/>
        </p:nvCxnSpPr>
        <p:spPr bwMode="auto">
          <a:xfrm flipV="1">
            <a:off x="3851278" y="1591866"/>
            <a:ext cx="1789113" cy="491728"/>
          </a:xfrm>
          <a:prstGeom prst="straightConnector1">
            <a:avLst/>
          </a:prstGeom>
          <a:noFill/>
          <a:ln w="28575" algn="ctr">
            <a:solidFill>
              <a:srgbClr val="0070C0"/>
            </a:solidFill>
            <a:round/>
            <a:headEnd/>
            <a:tailEnd type="arrow" w="med" len="med"/>
          </a:ln>
          <a:extLst>
            <a:ext uri="{909E8E84-426E-40DD-AFC4-6F175D3DCCD1}">
              <a14:hiddenFill xmlns:a14="http://schemas.microsoft.com/office/drawing/2010/main">
                <a:noFill/>
              </a14:hiddenFill>
            </a:ext>
          </a:extLst>
        </p:spPr>
      </p:cxnSp>
      <p:sp>
        <p:nvSpPr>
          <p:cNvPr id="19" name="矩形 1"/>
          <p:cNvSpPr>
            <a:spLocks noChangeArrowheads="1"/>
          </p:cNvSpPr>
          <p:nvPr/>
        </p:nvSpPr>
        <p:spPr bwMode="auto">
          <a:xfrm>
            <a:off x="3033713" y="4030267"/>
            <a:ext cx="355441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lnSpc>
                <a:spcPct val="150000"/>
              </a:lnSpc>
            </a:pPr>
            <a:r>
              <a:rPr lang="en-US" altLang="zh-CN" sz="2400">
                <a:solidFill>
                  <a:srgbClr val="C00000"/>
                </a:solidFill>
              </a:rPr>
              <a:t>Data rate: 2000 bps</a:t>
            </a:r>
          </a:p>
        </p:txBody>
      </p:sp>
    </p:spTree>
    <p:extLst>
      <p:ext uri="{BB962C8B-B14F-4D97-AF65-F5344CB8AC3E}">
        <p14:creationId xmlns:p14="http://schemas.microsoft.com/office/powerpoint/2010/main" val="15460351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3: </a:t>
            </a:r>
            <a:r>
              <a:rPr lang="en-US" altLang="zh-CN" sz="3000" dirty="0" err="1"/>
              <a:t>Telecommand</a:t>
            </a:r>
            <a:r>
              <a:rPr lang="en-US" altLang="zh-CN" sz="3000" dirty="0"/>
              <a:t> Format and Execution</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30</a:t>
            </a:fld>
            <a:r>
              <a:rPr lang="zh-CN" altLang="en-US"/>
              <a:t> </a:t>
            </a:r>
            <a:endParaRPr lang="zh-CN" altLang="en-US" dirty="0">
              <a:latin typeface="微软雅黑" pitchFamily="34" charset="-122"/>
              <a:ea typeface="微软雅黑" pitchFamily="34" charset="-122"/>
            </a:endParaRPr>
          </a:p>
        </p:txBody>
      </p:sp>
      <p:sp>
        <p:nvSpPr>
          <p:cNvPr id="20" name="内容占位符 2"/>
          <p:cNvSpPr>
            <a:spLocks noGrp="1"/>
          </p:cNvSpPr>
          <p:nvPr>
            <p:ph idx="1"/>
          </p:nvPr>
        </p:nvSpPr>
        <p:spPr bwMode="auto">
          <a:xfrm>
            <a:off x="467544" y="1491631"/>
            <a:ext cx="8374384" cy="196557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pPr marL="0">
              <a:lnSpc>
                <a:spcPct val="150000"/>
              </a:lnSpc>
              <a:spcBef>
                <a:spcPts val="600"/>
              </a:spcBef>
              <a:spcAft>
                <a:spcPts val="600"/>
              </a:spcAft>
              <a:buFontTx/>
              <a:buNone/>
            </a:pPr>
            <a:r>
              <a:rPr lang="en-US" altLang="zh-CN" sz="2800" dirty="0" err="1">
                <a:solidFill>
                  <a:schemeClr val="tx2"/>
                </a:solidFill>
              </a:rPr>
              <a:t>Telecommand</a:t>
            </a:r>
            <a:r>
              <a:rPr lang="en-US" altLang="zh-CN" sz="2800" dirty="0">
                <a:solidFill>
                  <a:schemeClr val="tx2"/>
                </a:solidFill>
              </a:rPr>
              <a:t>(</a:t>
            </a:r>
            <a:r>
              <a:rPr lang="en-US" altLang="zh-CN" sz="2800" dirty="0">
                <a:solidFill>
                  <a:srgbClr val="FF0000"/>
                </a:solidFill>
              </a:rPr>
              <a:t>TC</a:t>
            </a:r>
            <a:r>
              <a:rPr lang="en-US" altLang="zh-CN" sz="2800" dirty="0">
                <a:solidFill>
                  <a:schemeClr val="tx2"/>
                </a:solidFill>
              </a:rPr>
              <a:t>) is the only way to control the satellite from GS. In </a:t>
            </a:r>
            <a:r>
              <a:rPr lang="en-US" altLang="zh-CN" sz="2800" dirty="0">
                <a:solidFill>
                  <a:schemeClr val="tx2"/>
                </a:solidFill>
                <a:cs typeface="Times New Roman" pitchFamily="18" charset="0"/>
              </a:rPr>
              <a:t>ETRSS-1 OBDH subsystem, the function of TC is fulfilled by Transponder and OBC.</a:t>
            </a:r>
          </a:p>
        </p:txBody>
      </p:sp>
    </p:spTree>
    <p:extLst>
      <p:ext uri="{BB962C8B-B14F-4D97-AF65-F5344CB8AC3E}">
        <p14:creationId xmlns:p14="http://schemas.microsoft.com/office/powerpoint/2010/main" val="26233960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3: </a:t>
            </a:r>
            <a:r>
              <a:rPr lang="en-US" altLang="zh-CN" sz="3000" dirty="0" err="1"/>
              <a:t>Telecommand</a:t>
            </a:r>
            <a:r>
              <a:rPr lang="en-US" altLang="zh-CN" sz="3000" dirty="0"/>
              <a:t> Format and Execution</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31</a:t>
            </a:fld>
            <a:r>
              <a:rPr lang="zh-CN" altLang="en-US"/>
              <a:t> </a:t>
            </a:r>
            <a:endParaRPr lang="zh-CN" altLang="en-US" dirty="0">
              <a:latin typeface="微软雅黑" pitchFamily="34" charset="-122"/>
              <a:ea typeface="微软雅黑" pitchFamily="34" charset="-122"/>
            </a:endParaRPr>
          </a:p>
        </p:txBody>
      </p:sp>
      <p:sp>
        <p:nvSpPr>
          <p:cNvPr id="6" name="内容占位符 2"/>
          <p:cNvSpPr>
            <a:spLocks noGrp="1"/>
          </p:cNvSpPr>
          <p:nvPr>
            <p:ph idx="1"/>
          </p:nvPr>
        </p:nvSpPr>
        <p:spPr bwMode="auto">
          <a:xfrm>
            <a:off x="467546" y="1167596"/>
            <a:ext cx="8434387" cy="82153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2500" lnSpcReduction="20000"/>
          </a:bodyPr>
          <a:lstStyle/>
          <a:p>
            <a:pPr marL="0" lvl="2" indent="-342900">
              <a:lnSpc>
                <a:spcPct val="150000"/>
              </a:lnSpc>
              <a:spcBef>
                <a:spcPts val="600"/>
              </a:spcBef>
              <a:spcAft>
                <a:spcPts val="600"/>
              </a:spcAft>
              <a:buFontTx/>
              <a:buNone/>
            </a:pPr>
            <a:r>
              <a:rPr lang="en-US" altLang="zh-CN" sz="2000" dirty="0">
                <a:solidFill>
                  <a:schemeClr val="tx2"/>
                </a:solidFill>
                <a:cs typeface="Times New Roman" pitchFamily="18" charset="0"/>
              </a:rPr>
              <a:t>From the aspect of the way of execution, TC can be classified as direct TC, indirect TC and indirect TC &amp; data block.</a:t>
            </a:r>
          </a:p>
        </p:txBody>
      </p:sp>
      <p:graphicFrame>
        <p:nvGraphicFramePr>
          <p:cNvPr id="7" name="表格 6"/>
          <p:cNvGraphicFramePr>
            <a:graphicFrameLocks noGrp="1"/>
          </p:cNvGraphicFramePr>
          <p:nvPr>
            <p:extLst>
              <p:ext uri="{D42A27DB-BD31-4B8C-83A1-F6EECF244321}">
                <p14:modId xmlns:p14="http://schemas.microsoft.com/office/powerpoint/2010/main" val="2944820772"/>
              </p:ext>
            </p:extLst>
          </p:nvPr>
        </p:nvGraphicFramePr>
        <p:xfrm>
          <a:off x="611563" y="2301722"/>
          <a:ext cx="8215313" cy="1463135"/>
        </p:xfrm>
        <a:graphic>
          <a:graphicData uri="http://schemas.openxmlformats.org/drawingml/2006/table">
            <a:tbl>
              <a:tblPr/>
              <a:tblGrid>
                <a:gridCol w="2232248">
                  <a:extLst>
                    <a:ext uri="{9D8B030D-6E8A-4147-A177-3AD203B41FA5}">
                      <a16:colId xmlns:a16="http://schemas.microsoft.com/office/drawing/2014/main" xmlns="" val="20000"/>
                    </a:ext>
                  </a:extLst>
                </a:gridCol>
                <a:gridCol w="5983065">
                  <a:extLst>
                    <a:ext uri="{9D8B030D-6E8A-4147-A177-3AD203B41FA5}">
                      <a16:colId xmlns:a16="http://schemas.microsoft.com/office/drawing/2014/main" xmlns="" val="20001"/>
                    </a:ext>
                  </a:extLst>
                </a:gridCol>
              </a:tblGrid>
              <a:tr h="228615">
                <a:tc>
                  <a:txBody>
                    <a:bodyPr/>
                    <a:lstStyle/>
                    <a:p>
                      <a:pPr algn="ctr">
                        <a:spcAft>
                          <a:spcPts val="0"/>
                        </a:spcAft>
                      </a:pPr>
                      <a:r>
                        <a:rPr lang="en-US" sz="1500" b="1" kern="100" cap="all" dirty="0">
                          <a:latin typeface="Times New Roman"/>
                          <a:ea typeface="宋体"/>
                        </a:rPr>
                        <a:t>TYPES</a:t>
                      </a:r>
                      <a:endParaRPr lang="zh-CN" sz="1500" kern="100" dirty="0">
                        <a:latin typeface="Times New Roman"/>
                        <a:ea typeface="宋体"/>
                      </a:endParaRPr>
                    </a:p>
                  </a:txBody>
                  <a:tcPr marL="57186" marR="571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500" b="1" kern="100" cap="all">
                          <a:latin typeface="Times New Roman"/>
                          <a:ea typeface="宋体"/>
                        </a:rPr>
                        <a:t>DESCRIPTIONS</a:t>
                      </a:r>
                      <a:endParaRPr lang="zh-CN" sz="1500" kern="100">
                        <a:latin typeface="Times New Roman"/>
                        <a:ea typeface="宋体"/>
                      </a:endParaRPr>
                    </a:p>
                  </a:txBody>
                  <a:tcPr marL="57186" marR="571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0"/>
                  </a:ext>
                </a:extLst>
              </a:tr>
              <a:tr h="493808">
                <a:tc>
                  <a:txBody>
                    <a:bodyPr/>
                    <a:lstStyle/>
                    <a:p>
                      <a:pPr algn="just">
                        <a:lnSpc>
                          <a:spcPct val="135000"/>
                        </a:lnSpc>
                        <a:spcAft>
                          <a:spcPts val="0"/>
                        </a:spcAft>
                      </a:pPr>
                      <a:r>
                        <a:rPr lang="en-US" sz="1200" kern="100" dirty="0">
                          <a:latin typeface="Times New Roman"/>
                          <a:ea typeface="宋体"/>
                        </a:rPr>
                        <a:t>Direct TC</a:t>
                      </a:r>
                      <a:endParaRPr lang="zh-CN" sz="1200" kern="100" dirty="0">
                        <a:latin typeface="Times New Roman"/>
                        <a:ea typeface="宋体"/>
                      </a:endParaRPr>
                    </a:p>
                  </a:txBody>
                  <a:tcPr marL="57186" marR="571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35000"/>
                        </a:lnSpc>
                        <a:spcBef>
                          <a:spcPts val="0"/>
                        </a:spcBef>
                        <a:spcAft>
                          <a:spcPts val="0"/>
                        </a:spcAft>
                        <a:buClrTx/>
                        <a:buSzTx/>
                        <a:buFontTx/>
                        <a:buNone/>
                        <a:tabLst/>
                        <a:defRPr/>
                      </a:pPr>
                      <a:r>
                        <a:rPr lang="en-US" sz="1200" kern="100" dirty="0">
                          <a:latin typeface="Times New Roman"/>
                          <a:ea typeface="+mn-ea"/>
                          <a:cs typeface="Times New Roman" pitchFamily="18" charset="0"/>
                        </a:rPr>
                        <a:t>R</a:t>
                      </a:r>
                      <a:r>
                        <a:rPr lang="en-US" sz="1200" kern="100" dirty="0">
                          <a:latin typeface="Times New Roman" pitchFamily="18" charset="0"/>
                          <a:ea typeface="宋体"/>
                          <a:cs typeface="Times New Roman" pitchFamily="18" charset="0"/>
                        </a:rPr>
                        <a:t>eceived,</a:t>
                      </a:r>
                      <a:r>
                        <a:rPr lang="en-US" sz="1200" kern="100" baseline="0" dirty="0">
                          <a:latin typeface="Times New Roman" pitchFamily="18" charset="0"/>
                          <a:ea typeface="宋体"/>
                          <a:cs typeface="Times New Roman" pitchFamily="18" charset="0"/>
                        </a:rPr>
                        <a:t> </a:t>
                      </a:r>
                      <a:r>
                        <a:rPr lang="en-US" sz="1200" kern="100" dirty="0">
                          <a:latin typeface="Times New Roman" pitchFamily="18" charset="0"/>
                          <a:ea typeface="宋体"/>
                          <a:cs typeface="Times New Roman" pitchFamily="18" charset="0"/>
                        </a:rPr>
                        <a:t>decoded,</a:t>
                      </a:r>
                      <a:r>
                        <a:rPr lang="en-US" sz="1200" kern="100" baseline="0" dirty="0">
                          <a:latin typeface="Times New Roman" pitchFamily="18" charset="0"/>
                          <a:ea typeface="+mn-ea"/>
                          <a:cs typeface="Times New Roman" pitchFamily="18" charset="0"/>
                        </a:rPr>
                        <a:t> authenticated by Transponder, and </a:t>
                      </a:r>
                      <a:r>
                        <a:rPr lang="en-US" altLang="zh-CN" sz="1200" kern="100" baseline="0" dirty="0">
                          <a:latin typeface="Times New Roman" pitchFamily="18" charset="0"/>
                          <a:ea typeface="+mn-ea"/>
                          <a:cs typeface="Times New Roman" pitchFamily="18" charset="0"/>
                        </a:rPr>
                        <a:t>Transponder</a:t>
                      </a:r>
                      <a:r>
                        <a:rPr lang="en-US" sz="1200" kern="100" baseline="0" dirty="0">
                          <a:latin typeface="Times New Roman" pitchFamily="18" charset="0"/>
                          <a:ea typeface="+mn-ea"/>
                          <a:cs typeface="Times New Roman" pitchFamily="18" charset="0"/>
                        </a:rPr>
                        <a:t> will </a:t>
                      </a:r>
                      <a:r>
                        <a:rPr lang="en-US" sz="1200" kern="100" baseline="0" dirty="0">
                          <a:latin typeface="Times New Roman" pitchFamily="18" charset="0"/>
                          <a:ea typeface="宋体"/>
                          <a:cs typeface="Times New Roman" pitchFamily="18" charset="0"/>
                        </a:rPr>
                        <a:t>execute the TC </a:t>
                      </a:r>
                      <a:r>
                        <a:rPr lang="en-US" sz="1200" kern="100" baseline="0" dirty="0">
                          <a:latin typeface="Times New Roman" pitchFamily="18" charset="0"/>
                          <a:ea typeface="+mn-ea"/>
                          <a:cs typeface="Times New Roman" pitchFamily="18" charset="0"/>
                        </a:rPr>
                        <a:t>in</a:t>
                      </a:r>
                      <a:r>
                        <a:rPr lang="en-US" altLang="zh-CN" sz="1200" dirty="0">
                          <a:solidFill>
                            <a:schemeClr val="tx1"/>
                          </a:solidFill>
                          <a:latin typeface="Times New Roman" pitchFamily="18" charset="0"/>
                          <a:cs typeface="Times New Roman" pitchFamily="18" charset="0"/>
                        </a:rPr>
                        <a:t> the way of OC</a:t>
                      </a:r>
                      <a:r>
                        <a:rPr lang="en-US" altLang="zh-CN" sz="1200" baseline="0" dirty="0">
                          <a:solidFill>
                            <a:schemeClr val="tx1"/>
                          </a:solidFill>
                          <a:latin typeface="Times New Roman" pitchFamily="18" charset="0"/>
                          <a:cs typeface="Times New Roman" pitchFamily="18" charset="0"/>
                        </a:rPr>
                        <a:t>.</a:t>
                      </a:r>
                      <a:endParaRPr lang="zh-CN" sz="1200" kern="100" dirty="0">
                        <a:latin typeface="Times New Roman" pitchFamily="18" charset="0"/>
                        <a:ea typeface="宋体"/>
                        <a:cs typeface="Times New Roman" pitchFamily="18" charset="0"/>
                      </a:endParaRPr>
                    </a:p>
                  </a:txBody>
                  <a:tcPr marL="57186" marR="571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r h="740712">
                <a:tc>
                  <a:txBody>
                    <a:bodyPr/>
                    <a:lstStyle/>
                    <a:p>
                      <a:pPr algn="just">
                        <a:lnSpc>
                          <a:spcPct val="135000"/>
                        </a:lnSpc>
                        <a:spcAft>
                          <a:spcPts val="0"/>
                        </a:spcAft>
                      </a:pPr>
                      <a:r>
                        <a:rPr lang="en-US" sz="1200" kern="100" dirty="0">
                          <a:latin typeface="Times New Roman"/>
                          <a:ea typeface="宋体"/>
                        </a:rPr>
                        <a:t>Indirect TC &amp; Data</a:t>
                      </a:r>
                      <a:r>
                        <a:rPr lang="en-US" sz="1200" kern="100" baseline="0" dirty="0">
                          <a:latin typeface="Times New Roman"/>
                          <a:ea typeface="宋体"/>
                        </a:rPr>
                        <a:t> block</a:t>
                      </a:r>
                      <a:endParaRPr lang="zh-CN" sz="1200" kern="100" dirty="0">
                        <a:latin typeface="Times New Roman"/>
                        <a:ea typeface="宋体"/>
                      </a:endParaRPr>
                    </a:p>
                  </a:txBody>
                  <a:tcPr marL="57186" marR="571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35000"/>
                        </a:lnSpc>
                        <a:spcAft>
                          <a:spcPts val="0"/>
                        </a:spcAft>
                      </a:pPr>
                      <a:r>
                        <a:rPr lang="en-US" sz="1200" kern="100" dirty="0">
                          <a:latin typeface="Times New Roman"/>
                          <a:ea typeface="+mn-ea"/>
                          <a:cs typeface="Times New Roman" pitchFamily="18" charset="0"/>
                        </a:rPr>
                        <a:t>R</a:t>
                      </a:r>
                      <a:r>
                        <a:rPr lang="en-US" sz="1200" kern="100" dirty="0">
                          <a:latin typeface="Times New Roman" pitchFamily="18" charset="0"/>
                          <a:ea typeface="+mn-ea"/>
                          <a:cs typeface="Times New Roman" pitchFamily="18" charset="0"/>
                        </a:rPr>
                        <a:t>eceived,</a:t>
                      </a:r>
                      <a:r>
                        <a:rPr lang="en-US" sz="1200" kern="100" baseline="0" dirty="0">
                          <a:latin typeface="Times New Roman" pitchFamily="18" charset="0"/>
                          <a:ea typeface="+mn-ea"/>
                          <a:cs typeface="Times New Roman" pitchFamily="18" charset="0"/>
                        </a:rPr>
                        <a:t> </a:t>
                      </a:r>
                      <a:r>
                        <a:rPr lang="en-US" sz="1200" kern="100" dirty="0">
                          <a:latin typeface="Times New Roman" pitchFamily="18" charset="0"/>
                          <a:ea typeface="+mn-ea"/>
                          <a:cs typeface="Times New Roman" pitchFamily="18" charset="0"/>
                        </a:rPr>
                        <a:t>decoded</a:t>
                      </a:r>
                      <a:r>
                        <a:rPr lang="en-US" sz="1200" kern="100" baseline="0" dirty="0">
                          <a:latin typeface="Times New Roman" pitchFamily="18" charset="0"/>
                          <a:ea typeface="+mn-ea"/>
                          <a:cs typeface="Times New Roman" pitchFamily="18" charset="0"/>
                        </a:rPr>
                        <a:t> by Transponder, then the TC is sent to OBC, OBC executes the TC or sends the TC to the corresponding device via CAN bus, and the device will execute the TC. </a:t>
                      </a:r>
                      <a:endParaRPr lang="en-US" sz="1200" kern="100" dirty="0">
                        <a:latin typeface="Times New Roman"/>
                        <a:ea typeface="宋体"/>
                      </a:endParaRPr>
                    </a:p>
                  </a:txBody>
                  <a:tcPr marL="57186" marR="571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2"/>
                  </a:ext>
                </a:extLst>
              </a:tr>
            </a:tbl>
          </a:graphicData>
        </a:graphic>
      </p:graphicFrame>
    </p:spTree>
    <p:extLst>
      <p:ext uri="{BB962C8B-B14F-4D97-AF65-F5344CB8AC3E}">
        <p14:creationId xmlns:p14="http://schemas.microsoft.com/office/powerpoint/2010/main" val="12839182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3: </a:t>
            </a:r>
            <a:r>
              <a:rPr lang="en-US" altLang="zh-CN" sz="3000" dirty="0" err="1"/>
              <a:t>Telecommand</a:t>
            </a:r>
            <a:r>
              <a:rPr lang="en-US" altLang="zh-CN" sz="3000" dirty="0"/>
              <a:t> Format and Execution</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32</a:t>
            </a:fld>
            <a:r>
              <a:rPr lang="zh-CN" altLang="en-US"/>
              <a:t> </a:t>
            </a:r>
            <a:endParaRPr lang="zh-CN" altLang="en-US" dirty="0">
              <a:latin typeface="微软雅黑" pitchFamily="34" charset="-122"/>
              <a:ea typeface="微软雅黑" pitchFamily="34" charset="-122"/>
            </a:endParaRPr>
          </a:p>
        </p:txBody>
      </p:sp>
      <p:sp>
        <p:nvSpPr>
          <p:cNvPr id="8" name="标题 2"/>
          <p:cNvSpPr txBox="1">
            <a:spLocks/>
          </p:cNvSpPr>
          <p:nvPr/>
        </p:nvSpPr>
        <p:spPr bwMode="auto">
          <a:xfrm>
            <a:off x="557213" y="903685"/>
            <a:ext cx="8229600" cy="45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algn="l"/>
            <a:r>
              <a:rPr lang="en-US" altLang="zh-CN" sz="2800" dirty="0" err="1">
                <a:solidFill>
                  <a:schemeClr val="tx1"/>
                </a:solidFill>
              </a:rPr>
              <a:t>Telecommand</a:t>
            </a:r>
            <a:r>
              <a:rPr lang="en-US" altLang="zh-CN" sz="2800" dirty="0">
                <a:solidFill>
                  <a:schemeClr val="tx1"/>
                </a:solidFill>
              </a:rPr>
              <a:t> Information Flow</a:t>
            </a:r>
            <a:endParaRPr lang="zh-CN" altLang="en-US" sz="2800" dirty="0">
              <a:solidFill>
                <a:schemeClr val="tx1"/>
              </a:solidFill>
            </a:endParaRPr>
          </a:p>
        </p:txBody>
      </p:sp>
      <p:sp>
        <p:nvSpPr>
          <p:cNvPr id="9" name="内容占位符 2"/>
          <p:cNvSpPr>
            <a:spLocks noGrp="1"/>
          </p:cNvSpPr>
          <p:nvPr>
            <p:ph idx="1"/>
          </p:nvPr>
        </p:nvSpPr>
        <p:spPr>
          <a:xfrm>
            <a:off x="352425" y="1545636"/>
            <a:ext cx="8434388" cy="2538282"/>
          </a:xfrm>
        </p:spPr>
        <p:txBody>
          <a:bodyPr>
            <a:noAutofit/>
          </a:bodyPr>
          <a:lstStyle/>
          <a:p>
            <a:pPr marL="0">
              <a:lnSpc>
                <a:spcPct val="150000"/>
              </a:lnSpc>
              <a:spcBef>
                <a:spcPts val="0"/>
              </a:spcBef>
              <a:buFontTx/>
              <a:buNone/>
              <a:defRPr/>
            </a:pPr>
            <a:r>
              <a:rPr lang="x-none" altLang="zh-CN" sz="2000" b="0" kern="1200" dirty="0"/>
              <a:t>TC data shall be uploaded from GS, received by USB transponder. After demodulation</a:t>
            </a:r>
            <a:r>
              <a:rPr lang="en-US" altLang="zh-CN" sz="2000" b="0" kern="1200" dirty="0"/>
              <a:t> </a:t>
            </a:r>
            <a:r>
              <a:rPr lang="x-none" altLang="zh-CN" sz="2000" b="0" kern="1200" dirty="0"/>
              <a:t>and analysis, direct TC will be executed immediately, all the indirect TC and data block will be transmitted to OBC. OBC shall handle them and then transmit them to different units through CAN bus.</a:t>
            </a:r>
            <a:endParaRPr lang="zh-CN" altLang="en-US" sz="2000" b="0" kern="1200" dirty="0"/>
          </a:p>
        </p:txBody>
      </p:sp>
    </p:spTree>
    <p:extLst>
      <p:ext uri="{BB962C8B-B14F-4D97-AF65-F5344CB8AC3E}">
        <p14:creationId xmlns:p14="http://schemas.microsoft.com/office/powerpoint/2010/main" val="12839182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3: </a:t>
            </a:r>
            <a:r>
              <a:rPr lang="en-US" altLang="zh-CN" sz="3000" dirty="0" err="1"/>
              <a:t>Telecommand</a:t>
            </a:r>
            <a:r>
              <a:rPr lang="en-US" altLang="zh-CN" sz="3000" dirty="0"/>
              <a:t> Format and Execution</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33</a:t>
            </a:fld>
            <a:r>
              <a:rPr lang="zh-CN" altLang="en-US"/>
              <a:t> </a:t>
            </a:r>
            <a:endParaRPr lang="zh-CN" altLang="en-US" dirty="0">
              <a:latin typeface="微软雅黑" pitchFamily="34" charset="-122"/>
              <a:ea typeface="微软雅黑" pitchFamily="34" charset="-122"/>
            </a:endParaRPr>
          </a:p>
        </p:txBody>
      </p:sp>
      <p:sp>
        <p:nvSpPr>
          <p:cNvPr id="7" name="内容占位符 2"/>
          <p:cNvSpPr>
            <a:spLocks noGrp="1"/>
          </p:cNvSpPr>
          <p:nvPr>
            <p:ph idx="1"/>
          </p:nvPr>
        </p:nvSpPr>
        <p:spPr>
          <a:xfrm>
            <a:off x="285750" y="1060196"/>
            <a:ext cx="8229600" cy="3833813"/>
          </a:xfrm>
        </p:spPr>
        <p:txBody>
          <a:bodyPr>
            <a:normAutofit fontScale="55000" lnSpcReduction="20000"/>
          </a:bodyPr>
          <a:lstStyle/>
          <a:p>
            <a:pPr marL="0" lvl="2">
              <a:buFontTx/>
              <a:buNone/>
              <a:defRPr/>
            </a:pPr>
            <a:r>
              <a:rPr lang="en-US" sz="2600" b="0" dirty="0">
                <a:latin typeface="Times New Roman" pitchFamily="18" charset="0"/>
                <a:cs typeface="Times New Roman" pitchFamily="18" charset="0"/>
              </a:rPr>
              <a:t>TC format</a:t>
            </a:r>
          </a:p>
          <a:p>
            <a:pPr marL="0" lvl="2">
              <a:buFontTx/>
              <a:buNone/>
              <a:defRPr/>
            </a:pPr>
            <a:endParaRPr lang="en-US" sz="2000" b="0" dirty="0">
              <a:latin typeface="Times New Roman" pitchFamily="18" charset="0"/>
              <a:cs typeface="Times New Roman" pitchFamily="18" charset="0"/>
            </a:endParaRPr>
          </a:p>
          <a:p>
            <a:pPr marL="0" lvl="2">
              <a:buFontTx/>
              <a:buNone/>
              <a:defRPr/>
            </a:pPr>
            <a:endParaRPr lang="en-US" sz="2000" b="0" dirty="0">
              <a:latin typeface="Times New Roman" pitchFamily="18" charset="0"/>
              <a:cs typeface="Times New Roman" pitchFamily="18" charset="0"/>
            </a:endParaRPr>
          </a:p>
          <a:p>
            <a:pPr marL="0" lvl="2">
              <a:buFontTx/>
              <a:buNone/>
              <a:defRPr/>
            </a:pPr>
            <a:endParaRPr lang="en-US" sz="2000" b="0" dirty="0">
              <a:latin typeface="Times New Roman" pitchFamily="18" charset="0"/>
              <a:cs typeface="Times New Roman" pitchFamily="18" charset="0"/>
            </a:endParaRPr>
          </a:p>
          <a:p>
            <a:pPr marL="0" lvl="2">
              <a:buFontTx/>
              <a:buNone/>
              <a:defRPr/>
            </a:pPr>
            <a:r>
              <a:rPr lang="en-US" sz="2600" b="0" dirty="0">
                <a:latin typeface="Times New Roman" pitchFamily="18" charset="0"/>
                <a:cs typeface="Times New Roman" pitchFamily="18" charset="0"/>
              </a:rPr>
              <a:t>Direct TC </a:t>
            </a:r>
          </a:p>
          <a:p>
            <a:pPr marL="0" lvl="2">
              <a:buFontTx/>
              <a:buNone/>
              <a:defRPr/>
            </a:pPr>
            <a:endParaRPr lang="en-US" sz="2000" b="0" dirty="0">
              <a:latin typeface="Times New Roman" pitchFamily="18" charset="0"/>
              <a:cs typeface="Times New Roman" pitchFamily="18" charset="0"/>
            </a:endParaRPr>
          </a:p>
          <a:p>
            <a:pPr marL="0" lvl="2">
              <a:buFontTx/>
              <a:buNone/>
              <a:defRPr/>
            </a:pPr>
            <a:endParaRPr lang="en-US" sz="2000" b="0" dirty="0">
              <a:latin typeface="Times New Roman" pitchFamily="18" charset="0"/>
              <a:cs typeface="Times New Roman" pitchFamily="18" charset="0"/>
            </a:endParaRPr>
          </a:p>
          <a:p>
            <a:pPr marL="0" lvl="2">
              <a:buFontTx/>
              <a:buNone/>
              <a:defRPr/>
            </a:pPr>
            <a:endParaRPr lang="en-US" sz="2000" b="0" dirty="0">
              <a:latin typeface="Times New Roman" pitchFamily="18" charset="0"/>
              <a:cs typeface="Times New Roman" pitchFamily="18" charset="0"/>
            </a:endParaRPr>
          </a:p>
          <a:p>
            <a:pPr marL="0" lvl="2">
              <a:buFontTx/>
              <a:buNone/>
              <a:defRPr/>
            </a:pPr>
            <a:endParaRPr lang="en-US" sz="2000" b="0" dirty="0">
              <a:latin typeface="Times New Roman" pitchFamily="18" charset="0"/>
              <a:cs typeface="Times New Roman" pitchFamily="18" charset="0"/>
            </a:endParaRPr>
          </a:p>
          <a:p>
            <a:pPr marL="0" lvl="2">
              <a:buFontTx/>
              <a:buNone/>
              <a:defRPr/>
            </a:pPr>
            <a:endParaRPr lang="en-US" sz="2000" b="0" dirty="0">
              <a:latin typeface="Times New Roman" pitchFamily="18" charset="0"/>
              <a:cs typeface="Times New Roman" pitchFamily="18" charset="0"/>
            </a:endParaRPr>
          </a:p>
          <a:p>
            <a:pPr marL="0" lvl="2">
              <a:buFontTx/>
              <a:buNone/>
              <a:defRPr/>
            </a:pPr>
            <a:endParaRPr lang="en-US" sz="2000" b="0" dirty="0">
              <a:latin typeface="Times New Roman" pitchFamily="18" charset="0"/>
              <a:cs typeface="Times New Roman" pitchFamily="18" charset="0"/>
            </a:endParaRPr>
          </a:p>
          <a:p>
            <a:pPr>
              <a:buFontTx/>
              <a:buNone/>
              <a:defRPr/>
            </a:pPr>
            <a:endParaRPr lang="en-US" sz="2000" b="0" dirty="0">
              <a:latin typeface="Times New Roman" pitchFamily="18" charset="0"/>
              <a:cs typeface="Times New Roman" pitchFamily="18" charset="0"/>
            </a:endParaRPr>
          </a:p>
          <a:p>
            <a:pPr>
              <a:buFontTx/>
              <a:buNone/>
              <a:defRPr/>
            </a:pPr>
            <a:endParaRPr lang="en-US" sz="2000" b="0" dirty="0">
              <a:latin typeface="Times New Roman" pitchFamily="18" charset="0"/>
              <a:cs typeface="Times New Roman" pitchFamily="18" charset="0"/>
            </a:endParaRPr>
          </a:p>
          <a:p>
            <a:pPr>
              <a:buFontTx/>
              <a:buNone/>
              <a:defRPr/>
            </a:pPr>
            <a:endParaRPr lang="en-US" sz="2000" b="0" dirty="0">
              <a:latin typeface="Times New Roman" pitchFamily="18" charset="0"/>
              <a:cs typeface="Times New Roman" pitchFamily="18" charset="0"/>
            </a:endParaRPr>
          </a:p>
          <a:p>
            <a:pPr>
              <a:buFontTx/>
              <a:buNone/>
              <a:defRPr/>
            </a:pPr>
            <a:r>
              <a:rPr lang="en-US" sz="2900" b="0" dirty="0">
                <a:latin typeface="Times New Roman" pitchFamily="18" charset="0"/>
                <a:cs typeface="Times New Roman" pitchFamily="18" charset="0"/>
              </a:rPr>
              <a:t>Satellite address synchronization word: </a:t>
            </a:r>
            <a:r>
              <a:rPr lang="en-US" sz="2900" dirty="0">
                <a:latin typeface="Times New Roman" pitchFamily="18" charset="0"/>
                <a:cs typeface="Times New Roman" pitchFamily="18" charset="0"/>
              </a:rPr>
              <a:t>7718H</a:t>
            </a:r>
            <a:r>
              <a:rPr lang="en-US" sz="2900" b="0" dirty="0">
                <a:latin typeface="Times New Roman" pitchFamily="18" charset="0"/>
                <a:cs typeface="Times New Roman" pitchFamily="18" charset="0"/>
              </a:rPr>
              <a:t> </a:t>
            </a:r>
          </a:p>
        </p:txBody>
      </p:sp>
      <p:graphicFrame>
        <p:nvGraphicFramePr>
          <p:cNvPr id="8" name="表格 7"/>
          <p:cNvGraphicFramePr>
            <a:graphicFrameLocks noGrp="1"/>
          </p:cNvGraphicFramePr>
          <p:nvPr>
            <p:extLst>
              <p:ext uri="{D42A27DB-BD31-4B8C-83A1-F6EECF244321}">
                <p14:modId xmlns:p14="http://schemas.microsoft.com/office/powerpoint/2010/main" val="3806654665"/>
              </p:ext>
            </p:extLst>
          </p:nvPr>
        </p:nvGraphicFramePr>
        <p:xfrm>
          <a:off x="2016128" y="1114964"/>
          <a:ext cx="4575175" cy="308610"/>
        </p:xfrm>
        <a:graphic>
          <a:graphicData uri="http://schemas.openxmlformats.org/drawingml/2006/table">
            <a:tbl>
              <a:tblPr/>
              <a:tblGrid>
                <a:gridCol w="2147907">
                  <a:extLst>
                    <a:ext uri="{9D8B030D-6E8A-4147-A177-3AD203B41FA5}">
                      <a16:colId xmlns:a16="http://schemas.microsoft.com/office/drawing/2014/main" xmlns="" val="20000"/>
                    </a:ext>
                  </a:extLst>
                </a:gridCol>
                <a:gridCol w="2427268">
                  <a:extLst>
                    <a:ext uri="{9D8B030D-6E8A-4147-A177-3AD203B41FA5}">
                      <a16:colId xmlns:a16="http://schemas.microsoft.com/office/drawing/2014/main" xmlns="" val="20001"/>
                    </a:ext>
                  </a:extLst>
                </a:gridCol>
              </a:tblGrid>
              <a:tr h="308610">
                <a:tc>
                  <a:txBody>
                    <a:bodyPr/>
                    <a:lstStyle/>
                    <a:p>
                      <a:pPr algn="ctr">
                        <a:lnSpc>
                          <a:spcPct val="135000"/>
                        </a:lnSpc>
                        <a:spcAft>
                          <a:spcPts val="0"/>
                        </a:spcAft>
                      </a:pPr>
                      <a:r>
                        <a:rPr lang="en-US" sz="1500" kern="100" dirty="0">
                          <a:latin typeface="Times New Roman"/>
                          <a:ea typeface="宋体"/>
                        </a:rPr>
                        <a:t>PSK Preamble</a:t>
                      </a:r>
                      <a:endParaRPr lang="zh-CN" sz="1500" kern="100" dirty="0">
                        <a:latin typeface="Times New Roman"/>
                        <a:ea typeface="宋体"/>
                      </a:endParaRPr>
                    </a:p>
                  </a:txBody>
                  <a:tcPr marL="68570" marR="6857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35000"/>
                        </a:lnSpc>
                        <a:spcAft>
                          <a:spcPts val="0"/>
                        </a:spcAft>
                      </a:pPr>
                      <a:r>
                        <a:rPr lang="en-US" sz="1500" kern="100" dirty="0">
                          <a:latin typeface="Times New Roman"/>
                          <a:ea typeface="宋体"/>
                        </a:rPr>
                        <a:t>TC code</a:t>
                      </a:r>
                      <a:endParaRPr lang="zh-CN" sz="1500" kern="100" dirty="0">
                        <a:latin typeface="Times New Roman"/>
                        <a:ea typeface="宋体"/>
                      </a:endParaRPr>
                    </a:p>
                  </a:txBody>
                  <a:tcPr marL="68570" marR="6857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0"/>
                  </a:ext>
                </a:extLst>
              </a:tr>
            </a:tbl>
          </a:graphicData>
        </a:graphic>
      </p:graphicFrame>
      <p:graphicFrame>
        <p:nvGraphicFramePr>
          <p:cNvPr id="9" name="表格 8"/>
          <p:cNvGraphicFramePr>
            <a:graphicFrameLocks noGrp="1"/>
          </p:cNvGraphicFramePr>
          <p:nvPr>
            <p:extLst>
              <p:ext uri="{D42A27DB-BD31-4B8C-83A1-F6EECF244321}">
                <p14:modId xmlns:p14="http://schemas.microsoft.com/office/powerpoint/2010/main" val="2655055214"/>
              </p:ext>
            </p:extLst>
          </p:nvPr>
        </p:nvGraphicFramePr>
        <p:xfrm>
          <a:off x="2016125" y="1717421"/>
          <a:ext cx="6000750" cy="964407"/>
        </p:xfrm>
        <a:graphic>
          <a:graphicData uri="http://schemas.openxmlformats.org/drawingml/2006/table">
            <a:tbl>
              <a:tblPr/>
              <a:tblGrid>
                <a:gridCol w="1143000">
                  <a:extLst>
                    <a:ext uri="{9D8B030D-6E8A-4147-A177-3AD203B41FA5}">
                      <a16:colId xmlns:a16="http://schemas.microsoft.com/office/drawing/2014/main" xmlns="" val="20000"/>
                    </a:ext>
                  </a:extLst>
                </a:gridCol>
                <a:gridCol w="2428875">
                  <a:extLst>
                    <a:ext uri="{9D8B030D-6E8A-4147-A177-3AD203B41FA5}">
                      <a16:colId xmlns:a16="http://schemas.microsoft.com/office/drawing/2014/main" xmlns="" val="20001"/>
                    </a:ext>
                  </a:extLst>
                </a:gridCol>
                <a:gridCol w="1071563">
                  <a:extLst>
                    <a:ext uri="{9D8B030D-6E8A-4147-A177-3AD203B41FA5}">
                      <a16:colId xmlns:a16="http://schemas.microsoft.com/office/drawing/2014/main" xmlns="" val="20002"/>
                    </a:ext>
                  </a:extLst>
                </a:gridCol>
                <a:gridCol w="1357312">
                  <a:extLst>
                    <a:ext uri="{9D8B030D-6E8A-4147-A177-3AD203B41FA5}">
                      <a16:colId xmlns:a16="http://schemas.microsoft.com/office/drawing/2014/main" xmlns="" val="20003"/>
                    </a:ext>
                  </a:extLst>
                </a:gridCol>
              </a:tblGrid>
              <a:tr h="228600">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500" b="0" i="0" u="none" strike="noStrike" cap="none" normalizeH="0" baseline="0" dirty="0">
                          <a:ln>
                            <a:noFill/>
                          </a:ln>
                          <a:solidFill>
                            <a:schemeClr val="tx1"/>
                          </a:solidFill>
                          <a:effectLst/>
                          <a:latin typeface="Times New Roman" pitchFamily="18" charset="0"/>
                          <a:ea typeface="黑体" pitchFamily="2" charset="-122"/>
                          <a:cs typeface="Times New Roman" pitchFamily="18" charset="0"/>
                        </a:rPr>
                        <a:t>PSK Preamble</a:t>
                      </a:r>
                      <a:endParaRPr kumimoji="0" lang="zh-CN" altLang="zh-CN" sz="1500" b="0" i="0" u="none" strike="noStrike" cap="none" normalizeH="0" baseline="0" dirty="0">
                        <a:ln>
                          <a:noFill/>
                        </a:ln>
                        <a:solidFill>
                          <a:schemeClr val="tx1"/>
                        </a:solidFill>
                        <a:effectLst/>
                        <a:latin typeface="Times New Roman" pitchFamily="18" charset="0"/>
                        <a:ea typeface="黑体" pitchFamily="2" charset="-122"/>
                        <a:cs typeface="Times New Roman" pitchFamily="18" charset="0"/>
                      </a:endParaRPr>
                    </a:p>
                  </a:txBody>
                  <a:tcPr marL="68533" marR="6853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500" b="0" i="0" u="none" strike="noStrike" cap="none" normalizeH="0" baseline="0">
                          <a:ln>
                            <a:noFill/>
                          </a:ln>
                          <a:solidFill>
                            <a:schemeClr val="tx1"/>
                          </a:solidFill>
                          <a:effectLst/>
                          <a:latin typeface="Times New Roman" pitchFamily="18" charset="0"/>
                          <a:ea typeface="黑体" pitchFamily="2" charset="-122"/>
                          <a:cs typeface="Times New Roman" pitchFamily="18" charset="0"/>
                        </a:rPr>
                        <a:t>TC Code</a:t>
                      </a:r>
                      <a:endParaRPr kumimoji="0" lang="zh-CN" altLang="zh-CN" sz="1500" b="0" i="0" u="none" strike="noStrike" cap="none" normalizeH="0" baseline="0">
                        <a:ln>
                          <a:noFill/>
                        </a:ln>
                        <a:solidFill>
                          <a:schemeClr val="tx1"/>
                        </a:solidFill>
                        <a:effectLst/>
                        <a:latin typeface="Times New Roman" pitchFamily="18" charset="0"/>
                        <a:ea typeface="黑体" pitchFamily="2" charset="-122"/>
                        <a:cs typeface="Times New Roman" pitchFamily="18" charset="0"/>
                      </a:endParaRPr>
                    </a:p>
                  </a:txBody>
                  <a:tcPr marL="68533" marR="6853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xmlns="" val="10000"/>
                  </a:ext>
                </a:extLst>
              </a:tr>
              <a:tr h="467916">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500" b="0" i="0" u="none" strike="noStrike" cap="none" normalizeH="0" baseline="0">
                          <a:ln>
                            <a:noFill/>
                          </a:ln>
                          <a:solidFill>
                            <a:schemeClr val="tx1"/>
                          </a:solidFill>
                          <a:effectLst/>
                          <a:latin typeface="Times New Roman" pitchFamily="18" charset="0"/>
                          <a:ea typeface="黑体" pitchFamily="2" charset="-122"/>
                          <a:cs typeface="Times New Roman" pitchFamily="18" charset="0"/>
                        </a:rPr>
                        <a:t>Satellite address synchronization word</a:t>
                      </a:r>
                      <a:endParaRPr kumimoji="0" lang="zh-CN" altLang="zh-CN" sz="1500" b="0" i="0" u="none" strike="noStrike" cap="none" normalizeH="0" baseline="0">
                        <a:ln>
                          <a:noFill/>
                        </a:ln>
                        <a:solidFill>
                          <a:schemeClr val="tx1"/>
                        </a:solidFill>
                        <a:effectLst/>
                        <a:latin typeface="Times New Roman" pitchFamily="18" charset="0"/>
                        <a:ea typeface="黑体" pitchFamily="2" charset="-122"/>
                        <a:cs typeface="Times New Roman" pitchFamily="18" charset="0"/>
                      </a:endParaRPr>
                    </a:p>
                  </a:txBody>
                  <a:tcPr marL="68533" marR="6853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500" b="0" i="0" u="none" strike="noStrike" cap="none" normalizeH="0" baseline="0">
                          <a:ln>
                            <a:noFill/>
                          </a:ln>
                          <a:solidFill>
                            <a:schemeClr val="tx1"/>
                          </a:solidFill>
                          <a:effectLst/>
                          <a:latin typeface="Times New Roman" pitchFamily="18" charset="0"/>
                          <a:ea typeface="黑体" pitchFamily="2" charset="-122"/>
                          <a:cs typeface="Times New Roman" pitchFamily="18" charset="0"/>
                        </a:rPr>
                        <a:t>Mode word</a:t>
                      </a:r>
                      <a:endParaRPr kumimoji="0" lang="zh-CN" altLang="zh-CN" sz="1500" b="0" i="0" u="none" strike="noStrike" cap="none" normalizeH="0" baseline="0">
                        <a:ln>
                          <a:noFill/>
                        </a:ln>
                        <a:solidFill>
                          <a:schemeClr val="tx1"/>
                        </a:solidFill>
                        <a:effectLst/>
                        <a:latin typeface="Times New Roman" pitchFamily="18" charset="0"/>
                        <a:ea typeface="黑体" pitchFamily="2" charset="-122"/>
                        <a:cs typeface="Times New Roman" pitchFamily="18" charset="0"/>
                      </a:endParaRPr>
                    </a:p>
                  </a:txBody>
                  <a:tcPr marL="68533" marR="6853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500" b="0" i="0" u="none" strike="noStrike" cap="none" normalizeH="0" baseline="0">
                          <a:ln>
                            <a:noFill/>
                          </a:ln>
                          <a:solidFill>
                            <a:schemeClr val="tx1"/>
                          </a:solidFill>
                          <a:effectLst/>
                          <a:latin typeface="Times New Roman" pitchFamily="18" charset="0"/>
                          <a:ea typeface="黑体" pitchFamily="2" charset="-122"/>
                          <a:cs typeface="Times New Roman" pitchFamily="18" charset="0"/>
                        </a:rPr>
                        <a:t>Execution Code</a:t>
                      </a:r>
                      <a:endParaRPr kumimoji="0" lang="zh-CN" altLang="zh-CN" sz="1500" b="0" i="0" u="none" strike="noStrike" cap="none" normalizeH="0" baseline="0">
                        <a:ln>
                          <a:noFill/>
                        </a:ln>
                        <a:solidFill>
                          <a:schemeClr val="tx1"/>
                        </a:solidFill>
                        <a:effectLst/>
                        <a:latin typeface="Times New Roman" pitchFamily="18" charset="0"/>
                        <a:ea typeface="黑体" pitchFamily="2" charset="-122"/>
                        <a:cs typeface="Times New Roman" pitchFamily="18" charset="0"/>
                      </a:endParaRPr>
                    </a:p>
                  </a:txBody>
                  <a:tcPr marL="68533" marR="6853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26789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500" b="0" i="0" u="none" strike="noStrike" cap="none" normalizeH="0" baseline="0">
                          <a:ln>
                            <a:noFill/>
                          </a:ln>
                          <a:solidFill>
                            <a:schemeClr val="tx1"/>
                          </a:solidFill>
                          <a:effectLst/>
                          <a:latin typeface="Times New Roman" pitchFamily="18" charset="0"/>
                          <a:ea typeface="黑体" pitchFamily="2" charset="-122"/>
                          <a:cs typeface="Times New Roman" pitchFamily="18" charset="0"/>
                        </a:rPr>
                        <a:t>128bits</a:t>
                      </a:r>
                      <a:endParaRPr kumimoji="0" lang="zh-CN" altLang="zh-CN" sz="1500" b="0" i="0" u="none" strike="noStrike" cap="none" normalizeH="0" baseline="0">
                        <a:ln>
                          <a:noFill/>
                        </a:ln>
                        <a:solidFill>
                          <a:schemeClr val="tx1"/>
                        </a:solidFill>
                        <a:effectLst/>
                        <a:latin typeface="Times New Roman" pitchFamily="18" charset="0"/>
                        <a:ea typeface="黑体" pitchFamily="2" charset="-122"/>
                        <a:cs typeface="Times New Roman" pitchFamily="18" charset="0"/>
                      </a:endParaRPr>
                    </a:p>
                  </a:txBody>
                  <a:tcPr marL="68533" marR="6853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500" b="0" i="0" u="none" strike="noStrike" cap="none" normalizeH="0" baseline="0">
                          <a:ln>
                            <a:noFill/>
                          </a:ln>
                          <a:solidFill>
                            <a:schemeClr val="tx1"/>
                          </a:solidFill>
                          <a:effectLst/>
                          <a:latin typeface="Times New Roman" pitchFamily="18" charset="0"/>
                          <a:ea typeface="黑体" pitchFamily="2" charset="-122"/>
                          <a:cs typeface="Times New Roman" pitchFamily="18" charset="0"/>
                        </a:rPr>
                        <a:t>16bits</a:t>
                      </a:r>
                      <a:endParaRPr kumimoji="0" lang="zh-CN" altLang="zh-CN" sz="1500" b="0" i="0" u="none" strike="noStrike" cap="none" normalizeH="0" baseline="0">
                        <a:ln>
                          <a:noFill/>
                        </a:ln>
                        <a:solidFill>
                          <a:schemeClr val="tx1"/>
                        </a:solidFill>
                        <a:effectLst/>
                        <a:latin typeface="Times New Roman" pitchFamily="18" charset="0"/>
                        <a:ea typeface="黑体" pitchFamily="2" charset="-122"/>
                        <a:cs typeface="Times New Roman" pitchFamily="18" charset="0"/>
                      </a:endParaRPr>
                    </a:p>
                  </a:txBody>
                  <a:tcPr marL="68533" marR="6853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500" b="0" i="0" u="none" strike="noStrike" cap="none" normalizeH="0" baseline="0">
                          <a:ln>
                            <a:noFill/>
                          </a:ln>
                          <a:solidFill>
                            <a:schemeClr val="tx1"/>
                          </a:solidFill>
                          <a:effectLst/>
                          <a:latin typeface="Times New Roman" pitchFamily="18" charset="0"/>
                          <a:ea typeface="黑体" pitchFamily="2" charset="-122"/>
                          <a:cs typeface="Times New Roman" pitchFamily="18" charset="0"/>
                        </a:rPr>
                        <a:t>8bits</a:t>
                      </a:r>
                      <a:endParaRPr kumimoji="0" lang="zh-CN" altLang="zh-CN" sz="1500" b="0" i="0" u="none" strike="noStrike" cap="none" normalizeH="0" baseline="0">
                        <a:ln>
                          <a:noFill/>
                        </a:ln>
                        <a:solidFill>
                          <a:schemeClr val="tx1"/>
                        </a:solidFill>
                        <a:effectLst/>
                        <a:latin typeface="Times New Roman" pitchFamily="18" charset="0"/>
                        <a:ea typeface="黑体" pitchFamily="2" charset="-122"/>
                        <a:cs typeface="Times New Roman" pitchFamily="18" charset="0"/>
                      </a:endParaRPr>
                    </a:p>
                  </a:txBody>
                  <a:tcPr marL="68533" marR="6853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500" b="0" i="0" u="none" strike="noStrike" cap="none" normalizeH="0" baseline="0">
                          <a:ln>
                            <a:noFill/>
                          </a:ln>
                          <a:solidFill>
                            <a:schemeClr val="tx1"/>
                          </a:solidFill>
                          <a:effectLst/>
                          <a:latin typeface="Times New Roman" pitchFamily="18" charset="0"/>
                          <a:ea typeface="黑体" pitchFamily="2" charset="-122"/>
                          <a:cs typeface="Times New Roman" pitchFamily="18" charset="0"/>
                        </a:rPr>
                        <a:t>72bits</a:t>
                      </a:r>
                      <a:endParaRPr kumimoji="0" lang="zh-CN" altLang="zh-CN" sz="1500" b="0" i="0" u="none" strike="noStrike" cap="none" normalizeH="0" baseline="0">
                        <a:ln>
                          <a:noFill/>
                        </a:ln>
                        <a:solidFill>
                          <a:schemeClr val="tx1"/>
                        </a:solidFill>
                        <a:effectLst/>
                        <a:latin typeface="Times New Roman" pitchFamily="18" charset="0"/>
                        <a:ea typeface="黑体" pitchFamily="2" charset="-122"/>
                        <a:cs typeface="Times New Roman" pitchFamily="18" charset="0"/>
                      </a:endParaRPr>
                    </a:p>
                  </a:txBody>
                  <a:tcPr marL="68533" marR="6853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bl>
          </a:graphicData>
        </a:graphic>
      </p:graphicFrame>
    </p:spTree>
    <p:extLst>
      <p:ext uri="{BB962C8B-B14F-4D97-AF65-F5344CB8AC3E}">
        <p14:creationId xmlns:p14="http://schemas.microsoft.com/office/powerpoint/2010/main" val="12839182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4162129772"/>
              </p:ext>
            </p:extLst>
          </p:nvPr>
        </p:nvGraphicFramePr>
        <p:xfrm>
          <a:off x="1403350" y="1221582"/>
          <a:ext cx="6337300" cy="3702844"/>
        </p:xfrm>
        <a:graphic>
          <a:graphicData uri="http://schemas.openxmlformats.org/presentationml/2006/ole">
            <mc:AlternateContent xmlns:mc="http://schemas.openxmlformats.org/markup-compatibility/2006">
              <mc:Choice xmlns:v="urn:schemas-microsoft-com:vml" Requires="v">
                <p:oleObj spid="_x0000_s116769" name="Visio" r:id="rId3" imgW="7097078" imgH="6327458" progId="Visio.Drawing.11">
                  <p:embed/>
                </p:oleObj>
              </mc:Choice>
              <mc:Fallback>
                <p:oleObj name="Visio" r:id="rId3" imgW="7097078" imgH="6327458" progId="Visio.Drawing.11">
                  <p:embed/>
                  <p:pic>
                    <p:nvPicPr>
                      <p:cNvPr id="0" name="对象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3350" y="1221582"/>
                        <a:ext cx="6337300" cy="3702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标题 1"/>
          <p:cNvSpPr>
            <a:spLocks noGrp="1"/>
          </p:cNvSpPr>
          <p:nvPr>
            <p:ph type="title"/>
          </p:nvPr>
        </p:nvSpPr>
        <p:spPr>
          <a:xfrm>
            <a:off x="0" y="205979"/>
            <a:ext cx="9144000" cy="811995"/>
          </a:xfrm>
        </p:spPr>
        <p:txBody>
          <a:bodyPr>
            <a:normAutofit/>
          </a:bodyPr>
          <a:lstStyle/>
          <a:p>
            <a:r>
              <a:rPr lang="en-US" altLang="zh-CN" sz="3000" dirty="0"/>
              <a:t>PART 3: </a:t>
            </a:r>
            <a:r>
              <a:rPr lang="en-US" altLang="zh-CN" sz="3000" dirty="0" err="1"/>
              <a:t>Telecommand</a:t>
            </a:r>
            <a:r>
              <a:rPr lang="en-US" altLang="zh-CN" sz="3000" dirty="0"/>
              <a:t> Format and Execution</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34</a:t>
            </a:fld>
            <a:r>
              <a:rPr lang="zh-CN" altLang="en-US"/>
              <a:t> </a:t>
            </a:r>
            <a:endParaRPr lang="zh-CN" altLang="en-US" dirty="0">
              <a:latin typeface="微软雅黑" pitchFamily="34" charset="-122"/>
              <a:ea typeface="微软雅黑" pitchFamily="34" charset="-122"/>
            </a:endParaRPr>
          </a:p>
        </p:txBody>
      </p:sp>
      <p:sp>
        <p:nvSpPr>
          <p:cNvPr id="7" name="剪去同侧角的矩形 6"/>
          <p:cNvSpPr/>
          <p:nvPr/>
        </p:nvSpPr>
        <p:spPr bwMode="auto">
          <a:xfrm>
            <a:off x="683568" y="3806871"/>
            <a:ext cx="914400" cy="419100"/>
          </a:xfrm>
          <a:prstGeom prst="snip2SameRect">
            <a:avLst>
              <a:gd name="adj1" fmla="val 50000"/>
              <a:gd name="adj2" fmla="val 0"/>
            </a:avLst>
          </a:prstGeom>
          <a:solidFill>
            <a:schemeClr val="bg1"/>
          </a:solidFill>
          <a:ln w="9525" cap="flat" cmpd="sng" algn="ctr">
            <a:solidFill>
              <a:schemeClr val="folHlink"/>
            </a:solidFill>
            <a:prstDash val="solid"/>
            <a:round/>
            <a:headEnd type="none" w="med" len="med"/>
            <a:tailEnd type="none" w="med" len="med"/>
          </a:ln>
          <a:effectLst/>
        </p:spPr>
        <p:txBody>
          <a:bodyPr wrap="none" anchor="ctr"/>
          <a:lstStyle/>
          <a:p>
            <a:pPr algn="ctr">
              <a:defRPr/>
            </a:pPr>
            <a:r>
              <a:rPr lang="en-US" altLang="zh-CN" dirty="0">
                <a:latin typeface="Arial" charset="0"/>
              </a:rPr>
              <a:t>Ground</a:t>
            </a:r>
            <a:endParaRPr lang="zh-CN" altLang="en-US" dirty="0">
              <a:latin typeface="Arial" charset="0"/>
            </a:endParaRPr>
          </a:p>
        </p:txBody>
      </p:sp>
      <p:sp>
        <p:nvSpPr>
          <p:cNvPr id="8" name="空心弧 7"/>
          <p:cNvSpPr/>
          <p:nvPr/>
        </p:nvSpPr>
        <p:spPr bwMode="auto">
          <a:xfrm>
            <a:off x="840731" y="3422300"/>
            <a:ext cx="576262" cy="307181"/>
          </a:xfrm>
          <a:prstGeom prst="blockArc">
            <a:avLst>
              <a:gd name="adj1" fmla="val 12454868"/>
              <a:gd name="adj2" fmla="val 19832590"/>
              <a:gd name="adj3" fmla="val 22160"/>
            </a:avLst>
          </a:prstGeom>
          <a:solidFill>
            <a:schemeClr val="bg1"/>
          </a:solidFill>
          <a:ln w="9525" cap="flat" cmpd="sng" algn="ctr">
            <a:solidFill>
              <a:schemeClr val="folHlink"/>
            </a:solidFill>
            <a:prstDash val="solid"/>
            <a:round/>
            <a:headEnd type="none" w="med" len="med"/>
            <a:tailEnd type="none" w="med" len="med"/>
          </a:ln>
          <a:effectLst/>
        </p:spPr>
        <p:txBody>
          <a:bodyPr wrap="none" anchor="ctr"/>
          <a:lstStyle/>
          <a:p>
            <a:pPr>
              <a:defRPr/>
            </a:pPr>
            <a:endParaRPr lang="zh-CN" altLang="en-US">
              <a:latin typeface="Arial" charset="0"/>
            </a:endParaRPr>
          </a:p>
        </p:txBody>
      </p:sp>
      <p:sp>
        <p:nvSpPr>
          <p:cNvPr id="9" name="空心弧 8"/>
          <p:cNvSpPr/>
          <p:nvPr/>
        </p:nvSpPr>
        <p:spPr bwMode="auto">
          <a:xfrm>
            <a:off x="851846" y="3608038"/>
            <a:ext cx="576263" cy="288131"/>
          </a:xfrm>
          <a:prstGeom prst="blockArc">
            <a:avLst/>
          </a:prstGeom>
          <a:solidFill>
            <a:schemeClr val="bg1"/>
          </a:solidFill>
          <a:ln w="9525" cap="flat" cmpd="sng" algn="ctr">
            <a:solidFill>
              <a:schemeClr val="folHlink"/>
            </a:solidFill>
            <a:prstDash val="solid"/>
            <a:round/>
            <a:headEnd type="none" w="med" len="med"/>
            <a:tailEnd type="none" w="med" len="med"/>
          </a:ln>
          <a:effectLst/>
        </p:spPr>
        <p:txBody>
          <a:bodyPr wrap="none" anchor="ctr"/>
          <a:lstStyle/>
          <a:p>
            <a:pPr>
              <a:defRPr/>
            </a:pPr>
            <a:endParaRPr lang="zh-CN" altLang="en-US">
              <a:latin typeface="Arial" charset="0"/>
            </a:endParaRPr>
          </a:p>
        </p:txBody>
      </p:sp>
      <p:sp>
        <p:nvSpPr>
          <p:cNvPr id="10" name="右箭头 9"/>
          <p:cNvSpPr>
            <a:spLocks noChangeArrowheads="1"/>
          </p:cNvSpPr>
          <p:nvPr/>
        </p:nvSpPr>
        <p:spPr bwMode="auto">
          <a:xfrm rot="20735497">
            <a:off x="1733201" y="2968119"/>
            <a:ext cx="1541343" cy="284560"/>
          </a:xfrm>
          <a:prstGeom prst="rightArrow">
            <a:avLst>
              <a:gd name="adj1" fmla="val 50000"/>
              <a:gd name="adj2" fmla="val 49812"/>
            </a:avLst>
          </a:prstGeom>
          <a:solidFill>
            <a:schemeClr val="bg1"/>
          </a:solidFill>
          <a:ln w="9525" algn="ctr">
            <a:solidFill>
              <a:schemeClr val="folHlink"/>
            </a:solidFill>
            <a:round/>
            <a:headEnd/>
            <a:tailEnd/>
          </a:ln>
        </p:spPr>
        <p:txBody>
          <a:bodyPr wrap="none" anchor="ctr"/>
          <a:lstStyle/>
          <a:p>
            <a:r>
              <a:rPr lang="en-US" altLang="zh-CN"/>
              <a:t>Direct TC</a:t>
            </a:r>
            <a:endParaRPr lang="zh-CN" altLang="en-US"/>
          </a:p>
        </p:txBody>
      </p:sp>
      <p:sp>
        <p:nvSpPr>
          <p:cNvPr id="13" name="下箭头 12"/>
          <p:cNvSpPr>
            <a:spLocks noChangeArrowheads="1"/>
          </p:cNvSpPr>
          <p:nvPr/>
        </p:nvSpPr>
        <p:spPr bwMode="auto">
          <a:xfrm>
            <a:off x="3244556" y="3130037"/>
            <a:ext cx="360363" cy="876300"/>
          </a:xfrm>
          <a:prstGeom prst="downArrow">
            <a:avLst>
              <a:gd name="adj1" fmla="val 50000"/>
              <a:gd name="adj2" fmla="val 49940"/>
            </a:avLst>
          </a:prstGeom>
          <a:solidFill>
            <a:schemeClr val="bg1"/>
          </a:solidFill>
          <a:ln w="9525" algn="ctr">
            <a:solidFill>
              <a:schemeClr val="folHlink"/>
            </a:solidFill>
            <a:round/>
            <a:headEnd/>
            <a:tailEnd/>
          </a:ln>
        </p:spPr>
        <p:txBody>
          <a:bodyPr wrap="none" anchor="ctr"/>
          <a:lstStyle/>
          <a:p>
            <a:r>
              <a:rPr lang="en-US" altLang="zh-CN" dirty="0"/>
              <a:t>OC</a:t>
            </a:r>
            <a:endParaRPr lang="zh-CN" altLang="en-US" dirty="0"/>
          </a:p>
        </p:txBody>
      </p:sp>
    </p:spTree>
    <p:extLst>
      <p:ext uri="{BB962C8B-B14F-4D97-AF65-F5344CB8AC3E}">
        <p14:creationId xmlns:p14="http://schemas.microsoft.com/office/powerpoint/2010/main" val="1283918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8"/>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nodeType="afterEffect">
                                  <p:stCondLst>
                                    <p:cond delay="0"/>
                                  </p:stCondLst>
                                  <p:childTnLst>
                                    <p:set>
                                      <p:cBhvr>
                                        <p:cTn id="12" dur="1" fill="hold">
                                          <p:stCondLst>
                                            <p:cond delay="499"/>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autoUpdateAnimBg="0"/>
      <p:bldP spid="13" grpId="0" animBg="1"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3: </a:t>
            </a:r>
            <a:r>
              <a:rPr lang="en-US" altLang="zh-CN" sz="3000" dirty="0" err="1"/>
              <a:t>Telecommand</a:t>
            </a:r>
            <a:r>
              <a:rPr lang="en-US" altLang="zh-CN" sz="3000" dirty="0"/>
              <a:t> Format and Execution</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35</a:t>
            </a:fld>
            <a:r>
              <a:rPr lang="zh-CN" altLang="en-US"/>
              <a:t> </a:t>
            </a:r>
            <a:endParaRPr lang="zh-CN" altLang="en-US" dirty="0">
              <a:latin typeface="微软雅黑" pitchFamily="34" charset="-122"/>
              <a:ea typeface="微软雅黑" pitchFamily="34" charset="-122"/>
            </a:endParaRPr>
          </a:p>
        </p:txBody>
      </p:sp>
      <p:sp>
        <p:nvSpPr>
          <p:cNvPr id="6" name="内容占位符 2"/>
          <p:cNvSpPr>
            <a:spLocks noGrp="1"/>
          </p:cNvSpPr>
          <p:nvPr>
            <p:ph idx="1"/>
          </p:nvPr>
        </p:nvSpPr>
        <p:spPr bwMode="auto">
          <a:xfrm>
            <a:off x="323528" y="1059582"/>
            <a:ext cx="3096344" cy="81009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85000" lnSpcReduction="20000"/>
          </a:bodyPr>
          <a:lstStyle/>
          <a:p>
            <a:pPr marL="0" lvl="2">
              <a:buFontTx/>
              <a:buNone/>
            </a:pPr>
            <a:endParaRPr lang="en-US" altLang="zh-CN" sz="2000" dirty="0">
              <a:latin typeface="Times New Roman" pitchFamily="18" charset="0"/>
              <a:cs typeface="Times New Roman" pitchFamily="18" charset="0"/>
            </a:endParaRPr>
          </a:p>
          <a:p>
            <a:pPr marL="0" lvl="2">
              <a:buFontTx/>
              <a:buNone/>
            </a:pPr>
            <a:r>
              <a:rPr lang="en-US" altLang="zh-CN" sz="2000" dirty="0">
                <a:latin typeface="Times New Roman" pitchFamily="18" charset="0"/>
                <a:cs typeface="Times New Roman" pitchFamily="18" charset="0"/>
              </a:rPr>
              <a:t>Indirect TC &amp; Data block </a:t>
            </a:r>
          </a:p>
          <a:p>
            <a:pPr marL="0" lvl="2">
              <a:buFontTx/>
              <a:buNone/>
            </a:pPr>
            <a:endParaRPr lang="en-US" altLang="zh-CN" sz="2000" dirty="0">
              <a:latin typeface="Times New Roman" pitchFamily="18" charset="0"/>
              <a:cs typeface="Times New Roman" pitchFamily="18" charset="0"/>
            </a:endParaRPr>
          </a:p>
          <a:p>
            <a:pPr marL="0" lvl="2">
              <a:buFontTx/>
              <a:buNone/>
            </a:pPr>
            <a:endParaRPr lang="en-US" altLang="zh-CN" sz="2000" dirty="0">
              <a:latin typeface="Times New Roman" pitchFamily="18" charset="0"/>
              <a:cs typeface="Times New Roman" pitchFamily="18" charset="0"/>
            </a:endParaRPr>
          </a:p>
          <a:p>
            <a:pPr marL="0" lvl="2">
              <a:buFontTx/>
              <a:buNone/>
            </a:pPr>
            <a:endParaRPr lang="en-US" altLang="zh-CN" sz="2000" dirty="0">
              <a:latin typeface="Times New Roman" pitchFamily="18" charset="0"/>
              <a:cs typeface="Times New Roman" pitchFamily="18" charset="0"/>
            </a:endParaRPr>
          </a:p>
          <a:p>
            <a:pPr marL="0" lvl="2">
              <a:buFontTx/>
              <a:buNone/>
            </a:pPr>
            <a:endParaRPr lang="en-US" altLang="zh-CN" sz="2000" dirty="0">
              <a:latin typeface="Times New Roman" pitchFamily="18" charset="0"/>
              <a:cs typeface="Times New Roman" pitchFamily="18" charset="0"/>
            </a:endParaRPr>
          </a:p>
          <a:p>
            <a:pPr marL="0" lvl="2">
              <a:buFontTx/>
              <a:buNone/>
            </a:pPr>
            <a:endParaRPr lang="en-US" altLang="zh-CN" sz="2000" dirty="0">
              <a:solidFill>
                <a:srgbClr val="000000"/>
              </a:solidFill>
              <a:latin typeface="Times New Roman" pitchFamily="18" charset="0"/>
              <a:cs typeface="Times New Roman" pitchFamily="18" charset="0"/>
            </a:endParaRPr>
          </a:p>
          <a:p>
            <a:pPr marL="0" lvl="2">
              <a:buFontTx/>
              <a:buNone/>
            </a:pPr>
            <a:endParaRPr lang="en-US" altLang="zh-CN" sz="2000" dirty="0">
              <a:latin typeface="Times New Roman" pitchFamily="18" charset="0"/>
              <a:cs typeface="Times New Roman" pitchFamily="18" charset="0"/>
            </a:endParaRPr>
          </a:p>
        </p:txBody>
      </p:sp>
      <p:graphicFrame>
        <p:nvGraphicFramePr>
          <p:cNvPr id="7" name="表格 6"/>
          <p:cNvGraphicFramePr>
            <a:graphicFrameLocks noGrp="1"/>
          </p:cNvGraphicFramePr>
          <p:nvPr>
            <p:extLst>
              <p:ext uri="{D42A27DB-BD31-4B8C-83A1-F6EECF244321}">
                <p14:modId xmlns:p14="http://schemas.microsoft.com/office/powerpoint/2010/main" val="1073683019"/>
              </p:ext>
            </p:extLst>
          </p:nvPr>
        </p:nvGraphicFramePr>
        <p:xfrm>
          <a:off x="971603" y="2301720"/>
          <a:ext cx="7000875" cy="1097280"/>
        </p:xfrm>
        <a:graphic>
          <a:graphicData uri="http://schemas.openxmlformats.org/drawingml/2006/table">
            <a:tbl>
              <a:tblPr/>
              <a:tblGrid>
                <a:gridCol w="1093788">
                  <a:extLst>
                    <a:ext uri="{9D8B030D-6E8A-4147-A177-3AD203B41FA5}">
                      <a16:colId xmlns:a16="http://schemas.microsoft.com/office/drawing/2014/main" xmlns="" val="20000"/>
                    </a:ext>
                  </a:extLst>
                </a:gridCol>
                <a:gridCol w="2260600">
                  <a:extLst>
                    <a:ext uri="{9D8B030D-6E8A-4147-A177-3AD203B41FA5}">
                      <a16:colId xmlns:a16="http://schemas.microsoft.com/office/drawing/2014/main" xmlns="" val="20001"/>
                    </a:ext>
                  </a:extLst>
                </a:gridCol>
                <a:gridCol w="728662">
                  <a:extLst>
                    <a:ext uri="{9D8B030D-6E8A-4147-A177-3AD203B41FA5}">
                      <a16:colId xmlns:a16="http://schemas.microsoft.com/office/drawing/2014/main" xmlns="" val="20002"/>
                    </a:ext>
                  </a:extLst>
                </a:gridCol>
                <a:gridCol w="2132013">
                  <a:extLst>
                    <a:ext uri="{9D8B030D-6E8A-4147-A177-3AD203B41FA5}">
                      <a16:colId xmlns:a16="http://schemas.microsoft.com/office/drawing/2014/main" xmlns="" val="20003"/>
                    </a:ext>
                  </a:extLst>
                </a:gridCol>
                <a:gridCol w="785812">
                  <a:extLst>
                    <a:ext uri="{9D8B030D-6E8A-4147-A177-3AD203B41FA5}">
                      <a16:colId xmlns:a16="http://schemas.microsoft.com/office/drawing/2014/main" xmlns="" val="20004"/>
                    </a:ext>
                  </a:extLst>
                </a:gridCol>
              </a:tblGrid>
              <a:tr h="228600">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黑体" pitchFamily="2" charset="-122"/>
                          <a:cs typeface="Times New Roman" pitchFamily="18" charset="0"/>
                        </a:rPr>
                        <a:t>PSK Preamble</a:t>
                      </a:r>
                      <a:endParaRPr kumimoji="0" lang="zh-CN" altLang="zh-CN" sz="1400" b="0" i="0" u="none" strike="noStrike" cap="none" normalizeH="0" baseline="0">
                        <a:ln>
                          <a:noFill/>
                        </a:ln>
                        <a:solidFill>
                          <a:schemeClr val="tx1"/>
                        </a:solidFill>
                        <a:effectLst/>
                        <a:latin typeface="Times New Roman" pitchFamily="18" charset="0"/>
                        <a:ea typeface="黑体" pitchFamily="2" charset="-122"/>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4">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500" b="0" i="0" u="none" strike="noStrike" cap="none" normalizeH="0" baseline="0">
                          <a:ln>
                            <a:noFill/>
                          </a:ln>
                          <a:solidFill>
                            <a:schemeClr val="tx1"/>
                          </a:solidFill>
                          <a:effectLst/>
                          <a:latin typeface="Times New Roman" pitchFamily="18" charset="0"/>
                          <a:ea typeface="黑体" pitchFamily="2" charset="-122"/>
                          <a:cs typeface="Times New Roman" pitchFamily="18" charset="0"/>
                        </a:rPr>
                        <a:t>TC Code</a:t>
                      </a:r>
                      <a:endParaRPr kumimoji="0" lang="zh-CN" altLang="zh-CN" sz="1500" b="0" i="0" u="none" strike="noStrike" cap="none" normalizeH="0" baseline="0">
                        <a:ln>
                          <a:noFill/>
                        </a:ln>
                        <a:solidFill>
                          <a:schemeClr val="tx1"/>
                        </a:solidFill>
                        <a:effectLst/>
                        <a:latin typeface="Times New Roman" pitchFamily="18" charset="0"/>
                        <a:ea typeface="黑体" pitchFamily="2" charset="-122"/>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xmlns="" val="10000"/>
                  </a:ext>
                </a:extLst>
              </a:tr>
              <a:tr h="434340">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黑体" pitchFamily="2" charset="-122"/>
                          <a:cs typeface="Times New Roman" pitchFamily="18" charset="0"/>
                        </a:rPr>
                        <a:t>Satellite address synchronization word</a:t>
                      </a:r>
                      <a:endParaRPr kumimoji="0" lang="zh-CN" altLang="zh-CN" sz="1400" b="0" i="0" u="none" strike="noStrike" cap="none" normalizeH="0" baseline="0">
                        <a:ln>
                          <a:noFill/>
                        </a:ln>
                        <a:solidFill>
                          <a:schemeClr val="tx1"/>
                        </a:solidFill>
                        <a:effectLst/>
                        <a:latin typeface="Times New Roman" pitchFamily="18" charset="0"/>
                        <a:ea typeface="黑体" pitchFamily="2" charset="-122"/>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黑体" pitchFamily="2" charset="-122"/>
                          <a:cs typeface="Times New Roman" pitchFamily="18" charset="0"/>
                        </a:rPr>
                        <a:t>Mode word</a:t>
                      </a:r>
                      <a:endParaRPr kumimoji="0" lang="zh-CN" altLang="zh-CN" sz="1400" b="0" i="0" u="none" strike="noStrike" cap="none" normalizeH="0" baseline="0">
                        <a:ln>
                          <a:noFill/>
                        </a:ln>
                        <a:solidFill>
                          <a:schemeClr val="tx1"/>
                        </a:solidFill>
                        <a:effectLst/>
                        <a:latin typeface="Times New Roman" pitchFamily="18" charset="0"/>
                        <a:ea typeface="黑体" pitchFamily="2" charset="-122"/>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黑体" pitchFamily="2" charset="-122"/>
                          <a:cs typeface="Times New Roman" pitchFamily="18" charset="0"/>
                        </a:rPr>
                        <a:t>Execution Code</a:t>
                      </a:r>
                      <a:endParaRPr kumimoji="0" lang="zh-CN" altLang="zh-CN" sz="1400" b="0" i="0" u="none" strike="noStrike" cap="none" normalizeH="0" baseline="0">
                        <a:ln>
                          <a:noFill/>
                        </a:ln>
                        <a:solidFill>
                          <a:schemeClr val="tx1"/>
                        </a:solidFill>
                        <a:effectLst/>
                        <a:latin typeface="Times New Roman" pitchFamily="18" charset="0"/>
                        <a:ea typeface="黑体" pitchFamily="2" charset="-122"/>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黑体" pitchFamily="2" charset="-122"/>
                          <a:cs typeface="Times New Roman" pitchFamily="18" charset="0"/>
                        </a:rPr>
                        <a:t>(TC Transfer Frame)</a:t>
                      </a:r>
                      <a:endParaRPr kumimoji="0" lang="zh-CN" altLang="zh-CN" sz="1400" b="0" i="0" u="none" strike="noStrike" cap="none" normalizeH="0" baseline="0">
                        <a:ln>
                          <a:noFill/>
                        </a:ln>
                        <a:solidFill>
                          <a:schemeClr val="tx1"/>
                        </a:solidFill>
                        <a:effectLst/>
                        <a:latin typeface="Times New Roman" pitchFamily="18" charset="0"/>
                        <a:ea typeface="黑体" pitchFamily="2" charset="-122"/>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黑体" pitchFamily="2" charset="-122"/>
                          <a:cs typeface="Times New Roman" pitchFamily="18" charset="0"/>
                        </a:rPr>
                        <a:t>CRC</a:t>
                      </a:r>
                      <a:endParaRPr kumimoji="0" lang="zh-CN" altLang="zh-CN" sz="1400" b="0" i="0" u="none" strike="noStrike" cap="none" normalizeH="0" baseline="0">
                        <a:ln>
                          <a:noFill/>
                        </a:ln>
                        <a:solidFill>
                          <a:schemeClr val="tx1"/>
                        </a:solidFill>
                        <a:effectLst/>
                        <a:latin typeface="Times New Roman" pitchFamily="18" charset="0"/>
                        <a:ea typeface="黑体" pitchFamily="2" charset="-122"/>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43434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黑体" pitchFamily="2" charset="-122"/>
                          <a:cs typeface="Times New Roman" pitchFamily="18" charset="0"/>
                        </a:rPr>
                        <a:t>128bits</a:t>
                      </a:r>
                      <a:endParaRPr kumimoji="0" lang="zh-CN" altLang="zh-CN" sz="1400" b="0" i="0" u="none" strike="noStrike" cap="none" normalizeH="0" baseline="0">
                        <a:ln>
                          <a:noFill/>
                        </a:ln>
                        <a:solidFill>
                          <a:schemeClr val="tx1"/>
                        </a:solidFill>
                        <a:effectLst/>
                        <a:latin typeface="Times New Roman" pitchFamily="18" charset="0"/>
                        <a:ea typeface="黑体" pitchFamily="2" charset="-122"/>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黑体" pitchFamily="2" charset="-122"/>
                          <a:cs typeface="Times New Roman" pitchFamily="18" charset="0"/>
                        </a:rPr>
                        <a:t>16bits</a:t>
                      </a:r>
                      <a:endParaRPr kumimoji="0" lang="zh-CN" altLang="zh-CN" sz="1400" b="0" i="0" u="none" strike="noStrike" cap="none" normalizeH="0" baseline="0">
                        <a:ln>
                          <a:noFill/>
                        </a:ln>
                        <a:solidFill>
                          <a:schemeClr val="tx1"/>
                        </a:solidFill>
                        <a:effectLst/>
                        <a:latin typeface="Times New Roman" pitchFamily="18" charset="0"/>
                        <a:ea typeface="黑体" pitchFamily="2" charset="-122"/>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黑体" pitchFamily="2" charset="-122"/>
                          <a:cs typeface="Times New Roman" pitchFamily="18" charset="0"/>
                        </a:rPr>
                        <a:t>8bits</a:t>
                      </a:r>
                      <a:endParaRPr kumimoji="0" lang="zh-CN" altLang="zh-CN" sz="1400" b="0" i="0" u="none" strike="noStrike" cap="none" normalizeH="0" baseline="0">
                        <a:ln>
                          <a:noFill/>
                        </a:ln>
                        <a:solidFill>
                          <a:schemeClr val="tx1"/>
                        </a:solidFill>
                        <a:effectLst/>
                        <a:latin typeface="Times New Roman" pitchFamily="18" charset="0"/>
                        <a:ea typeface="黑体" pitchFamily="2" charset="-122"/>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黑体" pitchFamily="2" charset="-122"/>
                          <a:cs typeface="Times New Roman" pitchFamily="18" charset="0"/>
                        </a:rPr>
                        <a:t>128/512/1024/2048</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黑体" pitchFamily="2" charset="-122"/>
                          <a:cs typeface="Times New Roman" pitchFamily="18" charset="0"/>
                        </a:rPr>
                        <a:t>bits</a:t>
                      </a:r>
                      <a:endParaRPr kumimoji="0" lang="zh-CN" altLang="zh-CN" sz="1400" b="0" i="0" u="none" strike="noStrike" cap="none" normalizeH="0" baseline="0">
                        <a:ln>
                          <a:noFill/>
                        </a:ln>
                        <a:solidFill>
                          <a:schemeClr val="tx1"/>
                        </a:solidFill>
                        <a:effectLst/>
                        <a:latin typeface="Times New Roman" pitchFamily="18" charset="0"/>
                        <a:ea typeface="黑体" pitchFamily="2" charset="-122"/>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chemeClr val="tx1"/>
                          </a:solidFill>
                          <a:effectLst/>
                          <a:latin typeface="Times New Roman" pitchFamily="18" charset="0"/>
                          <a:ea typeface="黑体" pitchFamily="2" charset="-122"/>
                          <a:cs typeface="Times New Roman" pitchFamily="18" charset="0"/>
                        </a:rPr>
                        <a:t>16bits</a:t>
                      </a:r>
                      <a:endParaRPr kumimoji="0" lang="zh-CN" altLang="zh-CN" sz="1400" b="0" i="0" u="none" strike="noStrike" cap="none" normalizeH="0" baseline="0" dirty="0">
                        <a:ln>
                          <a:noFill/>
                        </a:ln>
                        <a:solidFill>
                          <a:schemeClr val="tx1"/>
                        </a:solidFill>
                        <a:effectLst/>
                        <a:latin typeface="Times New Roman" pitchFamily="18" charset="0"/>
                        <a:ea typeface="黑体" pitchFamily="2" charset="-122"/>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bl>
          </a:graphicData>
        </a:graphic>
      </p:graphicFrame>
    </p:spTree>
    <p:extLst>
      <p:ext uri="{BB962C8B-B14F-4D97-AF65-F5344CB8AC3E}">
        <p14:creationId xmlns:p14="http://schemas.microsoft.com/office/powerpoint/2010/main" val="12839182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3: </a:t>
            </a:r>
            <a:r>
              <a:rPr lang="en-US" altLang="zh-CN" sz="3000" dirty="0" err="1"/>
              <a:t>Telecommand</a:t>
            </a:r>
            <a:r>
              <a:rPr lang="en-US" altLang="zh-CN" sz="3000" dirty="0"/>
              <a:t> Format and Execution</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36</a:t>
            </a:fld>
            <a:r>
              <a:rPr lang="zh-CN" altLang="en-US"/>
              <a:t> </a:t>
            </a:r>
            <a:endParaRPr lang="zh-CN" altLang="en-US" dirty="0">
              <a:latin typeface="微软雅黑" pitchFamily="34" charset="-122"/>
              <a:ea typeface="微软雅黑" pitchFamily="34" charset="-122"/>
            </a:endParaRPr>
          </a:p>
        </p:txBody>
      </p:sp>
      <p:sp>
        <p:nvSpPr>
          <p:cNvPr id="6" name="内容占位符 2"/>
          <p:cNvSpPr>
            <a:spLocks noGrp="1"/>
          </p:cNvSpPr>
          <p:nvPr>
            <p:ph idx="1"/>
          </p:nvPr>
        </p:nvSpPr>
        <p:spPr bwMode="auto">
          <a:xfrm>
            <a:off x="285750" y="979810"/>
            <a:ext cx="8229600" cy="353615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buFontTx/>
              <a:buNone/>
            </a:pPr>
            <a:endParaRPr lang="en-US" altLang="zh-CN" sz="2400" dirty="0">
              <a:latin typeface="Times New Roman" pitchFamily="18" charset="0"/>
              <a:cs typeface="Times New Roman" pitchFamily="18" charset="0"/>
            </a:endParaRPr>
          </a:p>
          <a:p>
            <a:pPr>
              <a:buFontTx/>
              <a:buNone/>
            </a:pPr>
            <a:r>
              <a:rPr lang="en-US" altLang="zh-CN" sz="2000" dirty="0">
                <a:latin typeface="Times New Roman" pitchFamily="18" charset="0"/>
                <a:cs typeface="Times New Roman" pitchFamily="18" charset="0"/>
              </a:rPr>
              <a:t>Mode word:</a:t>
            </a:r>
            <a:endParaRPr lang="zh-CN" altLang="en-US" sz="2000" dirty="0">
              <a:latin typeface="Times New Roman" pitchFamily="18" charset="0"/>
              <a:cs typeface="Times New Roman" pitchFamily="18" charset="0"/>
            </a:endParaRPr>
          </a:p>
          <a:p>
            <a:pPr marL="0" lvl="2">
              <a:buFontTx/>
              <a:buNone/>
            </a:pPr>
            <a:endParaRPr lang="zh-CN" altLang="en-US" sz="2000" dirty="0">
              <a:latin typeface="Times New Roman" pitchFamily="18" charset="0"/>
              <a:cs typeface="Times New Roman" pitchFamily="18" charset="0"/>
            </a:endParaRPr>
          </a:p>
        </p:txBody>
      </p:sp>
      <p:graphicFrame>
        <p:nvGraphicFramePr>
          <p:cNvPr id="7" name="表格 6"/>
          <p:cNvGraphicFramePr>
            <a:graphicFrameLocks noGrp="1"/>
          </p:cNvGraphicFramePr>
          <p:nvPr>
            <p:extLst>
              <p:ext uri="{D42A27DB-BD31-4B8C-83A1-F6EECF244321}">
                <p14:modId xmlns:p14="http://schemas.microsoft.com/office/powerpoint/2010/main" val="1955642242"/>
              </p:ext>
            </p:extLst>
          </p:nvPr>
        </p:nvGraphicFramePr>
        <p:xfrm>
          <a:off x="2000253" y="1837060"/>
          <a:ext cx="6429375" cy="1371600"/>
        </p:xfrm>
        <a:graphic>
          <a:graphicData uri="http://schemas.openxmlformats.org/drawingml/2006/table">
            <a:tbl>
              <a:tblPr/>
              <a:tblGrid>
                <a:gridCol w="694770">
                  <a:extLst>
                    <a:ext uri="{9D8B030D-6E8A-4147-A177-3AD203B41FA5}">
                      <a16:colId xmlns:a16="http://schemas.microsoft.com/office/drawing/2014/main" xmlns="" val="20000"/>
                    </a:ext>
                  </a:extLst>
                </a:gridCol>
                <a:gridCol w="5734605">
                  <a:extLst>
                    <a:ext uri="{9D8B030D-6E8A-4147-A177-3AD203B41FA5}">
                      <a16:colId xmlns:a16="http://schemas.microsoft.com/office/drawing/2014/main" xmlns="" val="20001"/>
                    </a:ext>
                  </a:extLst>
                </a:gridCol>
              </a:tblGrid>
              <a:tr h="342900">
                <a:tc>
                  <a:txBody>
                    <a:bodyPr/>
                    <a:lstStyle/>
                    <a:p>
                      <a:pPr algn="just">
                        <a:lnSpc>
                          <a:spcPct val="150000"/>
                        </a:lnSpc>
                        <a:spcAft>
                          <a:spcPts val="0"/>
                        </a:spcAft>
                      </a:pPr>
                      <a:r>
                        <a:rPr lang="en-US" sz="1500" kern="100" dirty="0">
                          <a:latin typeface="Times New Roman"/>
                          <a:ea typeface="宋体"/>
                          <a:cs typeface="Times New Roman"/>
                        </a:rPr>
                        <a:t>5AH</a:t>
                      </a:r>
                      <a:endParaRPr lang="zh-CN" sz="1500" kern="100" dirty="0">
                        <a:latin typeface="Times New Roman"/>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lnSpc>
                          <a:spcPct val="150000"/>
                        </a:lnSpc>
                        <a:spcAft>
                          <a:spcPts val="0"/>
                        </a:spcAft>
                      </a:pPr>
                      <a:r>
                        <a:rPr lang="en-US" sz="1500" kern="100" dirty="0">
                          <a:latin typeface="Times New Roman"/>
                          <a:ea typeface="宋体"/>
                          <a:cs typeface="Times New Roman"/>
                        </a:rPr>
                        <a:t>The length of executing code is 128bits(16bytes)</a:t>
                      </a:r>
                      <a:endParaRPr lang="zh-CN" sz="1500" kern="100" dirty="0">
                        <a:latin typeface="Times New Roman"/>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0"/>
                  </a:ext>
                </a:extLst>
              </a:tr>
              <a:tr h="342900">
                <a:tc>
                  <a:txBody>
                    <a:bodyPr/>
                    <a:lstStyle/>
                    <a:p>
                      <a:pPr algn="just">
                        <a:lnSpc>
                          <a:spcPct val="150000"/>
                        </a:lnSpc>
                        <a:spcAft>
                          <a:spcPts val="0"/>
                        </a:spcAft>
                      </a:pPr>
                      <a:r>
                        <a:rPr lang="en-US" sz="1500" kern="100">
                          <a:latin typeface="Times New Roman"/>
                          <a:ea typeface="宋体"/>
                          <a:cs typeface="Times New Roman"/>
                        </a:rPr>
                        <a:t>69H</a:t>
                      </a:r>
                      <a:endParaRPr lang="zh-CN" sz="1500" kern="100">
                        <a:latin typeface="Times New Roman"/>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lnSpc>
                          <a:spcPct val="150000"/>
                        </a:lnSpc>
                        <a:spcAft>
                          <a:spcPts val="0"/>
                        </a:spcAft>
                      </a:pPr>
                      <a:r>
                        <a:rPr lang="en-US" sz="1500" kern="100" dirty="0">
                          <a:latin typeface="Times New Roman"/>
                          <a:ea typeface="宋体"/>
                          <a:cs typeface="Times New Roman"/>
                        </a:rPr>
                        <a:t>The length of executing code is 512bits(64bytes)</a:t>
                      </a:r>
                      <a:endParaRPr lang="zh-CN" sz="1500" kern="100" dirty="0">
                        <a:latin typeface="Times New Roman"/>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r h="342900">
                <a:tc>
                  <a:txBody>
                    <a:bodyPr/>
                    <a:lstStyle/>
                    <a:p>
                      <a:pPr algn="just">
                        <a:lnSpc>
                          <a:spcPct val="150000"/>
                        </a:lnSpc>
                        <a:spcAft>
                          <a:spcPts val="0"/>
                        </a:spcAft>
                      </a:pPr>
                      <a:r>
                        <a:rPr lang="en-US" sz="1500" kern="100">
                          <a:latin typeface="Times New Roman"/>
                          <a:ea typeface="宋体"/>
                          <a:cs typeface="Times New Roman"/>
                        </a:rPr>
                        <a:t>99H</a:t>
                      </a:r>
                      <a:endParaRPr lang="zh-CN" sz="1500" kern="100">
                        <a:latin typeface="Times New Roman"/>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lnSpc>
                          <a:spcPct val="150000"/>
                        </a:lnSpc>
                        <a:spcAft>
                          <a:spcPts val="0"/>
                        </a:spcAft>
                      </a:pPr>
                      <a:r>
                        <a:rPr lang="en-US" sz="1500" kern="100" dirty="0">
                          <a:latin typeface="Times New Roman"/>
                          <a:ea typeface="宋体"/>
                          <a:cs typeface="Times New Roman"/>
                        </a:rPr>
                        <a:t>The length of executing code is 1024bits(128bytes)</a:t>
                      </a:r>
                      <a:endParaRPr lang="zh-CN" sz="1500" kern="100" dirty="0">
                        <a:latin typeface="Times New Roman"/>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2"/>
                  </a:ext>
                </a:extLst>
              </a:tr>
              <a:tr h="342900">
                <a:tc>
                  <a:txBody>
                    <a:bodyPr/>
                    <a:lstStyle/>
                    <a:p>
                      <a:pPr algn="just">
                        <a:lnSpc>
                          <a:spcPct val="150000"/>
                        </a:lnSpc>
                        <a:spcAft>
                          <a:spcPts val="0"/>
                        </a:spcAft>
                      </a:pPr>
                      <a:r>
                        <a:rPr lang="en-US" sz="1500" kern="100" dirty="0">
                          <a:latin typeface="Times New Roman"/>
                          <a:ea typeface="宋体"/>
                          <a:cs typeface="Times New Roman"/>
                        </a:rPr>
                        <a:t>A5H</a:t>
                      </a:r>
                      <a:endParaRPr lang="zh-CN" sz="1500" kern="100" dirty="0">
                        <a:latin typeface="Times New Roman"/>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lnSpc>
                          <a:spcPct val="150000"/>
                        </a:lnSpc>
                        <a:spcAft>
                          <a:spcPts val="0"/>
                        </a:spcAft>
                      </a:pPr>
                      <a:r>
                        <a:rPr lang="en-US" sz="1500" kern="100" dirty="0">
                          <a:latin typeface="Times New Roman"/>
                          <a:ea typeface="宋体"/>
                          <a:cs typeface="Times New Roman"/>
                        </a:rPr>
                        <a:t>The length of executing code is 2048bits(256bytes) </a:t>
                      </a:r>
                      <a:endParaRPr lang="zh-CN" sz="1500" kern="100" dirty="0">
                        <a:latin typeface="Times New Roman"/>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3"/>
                  </a:ext>
                </a:extLst>
              </a:tr>
            </a:tbl>
          </a:graphicData>
        </a:graphic>
      </p:graphicFrame>
    </p:spTree>
    <p:extLst>
      <p:ext uri="{BB962C8B-B14F-4D97-AF65-F5344CB8AC3E}">
        <p14:creationId xmlns:p14="http://schemas.microsoft.com/office/powerpoint/2010/main" val="12839182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3: </a:t>
            </a:r>
            <a:r>
              <a:rPr lang="en-US" altLang="zh-CN" sz="3000" dirty="0" err="1"/>
              <a:t>Telecommand</a:t>
            </a:r>
            <a:r>
              <a:rPr lang="en-US" altLang="zh-CN" sz="3000" dirty="0"/>
              <a:t> Format and Execution</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37</a:t>
            </a:fld>
            <a:r>
              <a:rPr lang="zh-CN" altLang="en-US"/>
              <a:t> </a:t>
            </a:r>
            <a:endParaRPr lang="zh-CN" altLang="en-US" dirty="0">
              <a:latin typeface="微软雅黑" pitchFamily="34" charset="-122"/>
              <a:ea typeface="微软雅黑" pitchFamily="34" charset="-122"/>
            </a:endParaRPr>
          </a:p>
        </p:txBody>
      </p:sp>
      <p:sp>
        <p:nvSpPr>
          <p:cNvPr id="6" name="内容占位符 2"/>
          <p:cNvSpPr>
            <a:spLocks noGrp="1"/>
          </p:cNvSpPr>
          <p:nvPr>
            <p:ph idx="1"/>
          </p:nvPr>
        </p:nvSpPr>
        <p:spPr bwMode="auto">
          <a:xfrm>
            <a:off x="500063" y="1026767"/>
            <a:ext cx="8229600" cy="37504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62500" lnSpcReduction="20000"/>
          </a:bodyPr>
          <a:lstStyle/>
          <a:p>
            <a:pPr marL="0" lvl="2">
              <a:buFontTx/>
              <a:buNone/>
            </a:pPr>
            <a:r>
              <a:rPr lang="en-US" altLang="zh-CN" dirty="0">
                <a:latin typeface="Times New Roman" pitchFamily="18" charset="0"/>
                <a:cs typeface="Times New Roman" pitchFamily="18" charset="0"/>
              </a:rPr>
              <a:t>TC transfer frame format</a:t>
            </a:r>
            <a:endParaRPr lang="zh-CN" altLang="en-US" dirty="0">
              <a:latin typeface="Times New Roman" pitchFamily="18" charset="0"/>
              <a:cs typeface="Times New Roman" pitchFamily="18" charset="0"/>
            </a:endParaRPr>
          </a:p>
        </p:txBody>
      </p:sp>
      <p:graphicFrame>
        <p:nvGraphicFramePr>
          <p:cNvPr id="7" name="表格 6"/>
          <p:cNvGraphicFramePr>
            <a:graphicFrameLocks noGrp="1"/>
          </p:cNvGraphicFramePr>
          <p:nvPr>
            <p:extLst>
              <p:ext uri="{D42A27DB-BD31-4B8C-83A1-F6EECF244321}">
                <p14:modId xmlns:p14="http://schemas.microsoft.com/office/powerpoint/2010/main" val="1166925402"/>
              </p:ext>
            </p:extLst>
          </p:nvPr>
        </p:nvGraphicFramePr>
        <p:xfrm>
          <a:off x="628652" y="1456581"/>
          <a:ext cx="8072437" cy="2400300"/>
        </p:xfrm>
        <a:graphic>
          <a:graphicData uri="http://schemas.openxmlformats.org/drawingml/2006/table">
            <a:tbl>
              <a:tblPr/>
              <a:tblGrid>
                <a:gridCol w="755650">
                  <a:extLst>
                    <a:ext uri="{9D8B030D-6E8A-4147-A177-3AD203B41FA5}">
                      <a16:colId xmlns:a16="http://schemas.microsoft.com/office/drawing/2014/main" xmlns="" val="20000"/>
                    </a:ext>
                  </a:extLst>
                </a:gridCol>
                <a:gridCol w="722312">
                  <a:extLst>
                    <a:ext uri="{9D8B030D-6E8A-4147-A177-3AD203B41FA5}">
                      <a16:colId xmlns:a16="http://schemas.microsoft.com/office/drawing/2014/main" xmlns="" val="20001"/>
                    </a:ext>
                  </a:extLst>
                </a:gridCol>
                <a:gridCol w="720725">
                  <a:extLst>
                    <a:ext uri="{9D8B030D-6E8A-4147-A177-3AD203B41FA5}">
                      <a16:colId xmlns:a16="http://schemas.microsoft.com/office/drawing/2014/main" xmlns="" val="20002"/>
                    </a:ext>
                  </a:extLst>
                </a:gridCol>
                <a:gridCol w="693738">
                  <a:extLst>
                    <a:ext uri="{9D8B030D-6E8A-4147-A177-3AD203B41FA5}">
                      <a16:colId xmlns:a16="http://schemas.microsoft.com/office/drawing/2014/main" xmlns="" val="20003"/>
                    </a:ext>
                  </a:extLst>
                </a:gridCol>
                <a:gridCol w="822325">
                  <a:extLst>
                    <a:ext uri="{9D8B030D-6E8A-4147-A177-3AD203B41FA5}">
                      <a16:colId xmlns:a16="http://schemas.microsoft.com/office/drawing/2014/main" xmlns="" val="20004"/>
                    </a:ext>
                  </a:extLst>
                </a:gridCol>
                <a:gridCol w="928687">
                  <a:extLst>
                    <a:ext uri="{9D8B030D-6E8A-4147-A177-3AD203B41FA5}">
                      <a16:colId xmlns:a16="http://schemas.microsoft.com/office/drawing/2014/main" xmlns="" val="20005"/>
                    </a:ext>
                  </a:extLst>
                </a:gridCol>
                <a:gridCol w="785813">
                  <a:extLst>
                    <a:ext uri="{9D8B030D-6E8A-4147-A177-3AD203B41FA5}">
                      <a16:colId xmlns:a16="http://schemas.microsoft.com/office/drawing/2014/main" xmlns="" val="20006"/>
                    </a:ext>
                  </a:extLst>
                </a:gridCol>
                <a:gridCol w="1000125">
                  <a:extLst>
                    <a:ext uri="{9D8B030D-6E8A-4147-A177-3AD203B41FA5}">
                      <a16:colId xmlns:a16="http://schemas.microsoft.com/office/drawing/2014/main" xmlns="" val="20007"/>
                    </a:ext>
                  </a:extLst>
                </a:gridCol>
                <a:gridCol w="785812">
                  <a:extLst>
                    <a:ext uri="{9D8B030D-6E8A-4147-A177-3AD203B41FA5}">
                      <a16:colId xmlns:a16="http://schemas.microsoft.com/office/drawing/2014/main" xmlns="" val="20008"/>
                    </a:ext>
                  </a:extLst>
                </a:gridCol>
                <a:gridCol w="857250">
                  <a:extLst>
                    <a:ext uri="{9D8B030D-6E8A-4147-A177-3AD203B41FA5}">
                      <a16:colId xmlns:a16="http://schemas.microsoft.com/office/drawing/2014/main" xmlns="" val="20009"/>
                    </a:ext>
                  </a:extLst>
                </a:gridCol>
              </a:tblGrid>
              <a:tr h="685800">
                <a:tc gridSpan="8">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Transfer Frame Primary Header (40 bits)</a:t>
                      </a:r>
                      <a:endParaRPr kumimoji="0" lang="zh-CN" altLang="zh-CN" sz="11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Transfer Frame Data Field</a:t>
                      </a:r>
                      <a:endParaRPr kumimoji="0"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Frame Error Control Field</a:t>
                      </a:r>
                      <a:endParaRPr kumimoji="0"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8572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Transfer Frame Version Number</a:t>
                      </a:r>
                      <a:endParaRPr kumimoji="0"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RSVD. SPARE</a:t>
                      </a:r>
                      <a:endParaRPr kumimoji="0"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RSVD. SPARE</a:t>
                      </a:r>
                      <a:endParaRPr kumimoji="0"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RSVD. SPARE</a:t>
                      </a:r>
                      <a:endParaRPr kumimoji="0"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Spacecraft ID</a:t>
                      </a:r>
                      <a:endParaRPr kumimoji="0"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Virtual Channel ID </a:t>
                      </a:r>
                      <a:endParaRPr kumimoji="0"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Frame Length</a:t>
                      </a:r>
                      <a:endParaRPr kumimoji="0"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Frame Sequence Number</a:t>
                      </a:r>
                      <a:endParaRPr kumimoji="0"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 </a:t>
                      </a:r>
                      <a:endParaRPr kumimoji="0"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 </a:t>
                      </a:r>
                      <a:endParaRPr kumimoji="0"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1714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2 bits</a:t>
                      </a:r>
                      <a:endParaRPr kumimoji="0"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1 bit</a:t>
                      </a:r>
                      <a:endParaRPr kumimoji="0"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1 bit</a:t>
                      </a:r>
                      <a:endParaRPr kumimoji="0"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2 bits</a:t>
                      </a:r>
                      <a:endParaRPr kumimoji="0"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10 bits</a:t>
                      </a:r>
                      <a:endParaRPr kumimoji="0"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6 bits</a:t>
                      </a:r>
                      <a:endParaRPr kumimoji="0"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10 bits</a:t>
                      </a:r>
                      <a:endParaRPr kumimoji="0"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8 bits</a:t>
                      </a:r>
                      <a:endParaRPr kumimoji="0"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 </a:t>
                      </a:r>
                      <a:endParaRPr kumimoji="0"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16 bits</a:t>
                      </a:r>
                      <a:endParaRPr kumimoji="0"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6858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00</a:t>
                      </a:r>
                      <a:endParaRPr kumimoji="0"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1 </a:t>
                      </a:r>
                      <a:endParaRPr kumimoji="0"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0</a:t>
                      </a:r>
                      <a:endParaRPr kumimoji="0"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00</a:t>
                      </a:r>
                      <a:endParaRPr kumimoji="0"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00 0000 00 00 </a:t>
                      </a:r>
                      <a:endParaRPr kumimoji="0"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 </a:t>
                      </a:r>
                      <a:endParaRPr kumimoji="0"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0x0F, 0X3F, 0X7F, 0XFF</a:t>
                      </a:r>
                      <a:endParaRPr kumimoji="0"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00 </a:t>
                      </a:r>
                      <a:endParaRPr kumimoji="0"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9,57,121,249</a:t>
                      </a:r>
                      <a:endParaRPr kumimoji="0" lang="zh-CN" altLang="zh-CN" sz="11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XOR</a:t>
                      </a:r>
                      <a:endParaRPr kumimoji="0" lang="zh-CN" altLang="zh-CN" sz="11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bl>
          </a:graphicData>
        </a:graphic>
      </p:graphicFrame>
      <p:sp>
        <p:nvSpPr>
          <p:cNvPr id="8" name="矩形 1"/>
          <p:cNvSpPr>
            <a:spLocks noChangeArrowheads="1"/>
          </p:cNvSpPr>
          <p:nvPr/>
        </p:nvSpPr>
        <p:spPr bwMode="auto">
          <a:xfrm>
            <a:off x="592138" y="3921176"/>
            <a:ext cx="8424862" cy="701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lnSpc>
                <a:spcPct val="110000"/>
              </a:lnSpc>
            </a:pPr>
            <a:r>
              <a:rPr lang="en-US" altLang="zh-CN">
                <a:solidFill>
                  <a:schemeClr val="tx1"/>
                </a:solidFill>
              </a:rPr>
              <a:t>Frame Error Control Field is used to check Transfer Frame by Calculate the</a:t>
            </a:r>
            <a:r>
              <a:rPr lang="en-US" altLang="zh-CN">
                <a:solidFill>
                  <a:srgbClr val="FF0000"/>
                </a:solidFill>
              </a:rPr>
              <a:t> word </a:t>
            </a:r>
            <a:r>
              <a:rPr lang="en-US" altLang="zh-CN">
                <a:solidFill>
                  <a:schemeClr val="tx1"/>
                </a:solidFill>
              </a:rPr>
              <a:t>XOR value of Transfer Frame Primary Header and Transfer Frame Data Field.</a:t>
            </a:r>
            <a:endParaRPr lang="zh-CN" altLang="en-US"/>
          </a:p>
        </p:txBody>
      </p:sp>
      <p:cxnSp>
        <p:nvCxnSpPr>
          <p:cNvPr id="9" name="直接箭头连接符 5"/>
          <p:cNvCxnSpPr>
            <a:cxnSpLocks noChangeShapeType="1"/>
          </p:cNvCxnSpPr>
          <p:nvPr/>
        </p:nvCxnSpPr>
        <p:spPr bwMode="auto">
          <a:xfrm rot="5400000">
            <a:off x="7800975" y="3467150"/>
            <a:ext cx="661988" cy="255588"/>
          </a:xfrm>
          <a:prstGeom prst="straightConnector1">
            <a:avLst/>
          </a:prstGeom>
          <a:noFill/>
          <a:ln w="28575" algn="ctr">
            <a:solidFill>
              <a:srgbClr val="0070C0"/>
            </a:solidFill>
            <a:round/>
            <a:headEnd/>
            <a:tailEnd type="arrow"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12839182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3: </a:t>
            </a:r>
            <a:r>
              <a:rPr lang="en-US" altLang="zh-CN" sz="3000" dirty="0" err="1"/>
              <a:t>Telecommand</a:t>
            </a:r>
            <a:r>
              <a:rPr lang="en-US" altLang="zh-CN" sz="3000" dirty="0"/>
              <a:t> Format and Execution</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38</a:t>
            </a:fld>
            <a:r>
              <a:rPr lang="zh-CN" altLang="en-US"/>
              <a:t> </a:t>
            </a:r>
            <a:endParaRPr lang="zh-CN" altLang="en-US" dirty="0">
              <a:latin typeface="微软雅黑" pitchFamily="34" charset="-122"/>
              <a:ea typeface="微软雅黑" pitchFamily="34" charset="-122"/>
            </a:endParaRPr>
          </a:p>
        </p:txBody>
      </p:sp>
      <p:sp>
        <p:nvSpPr>
          <p:cNvPr id="6" name="内容占位符 2"/>
          <p:cNvSpPr>
            <a:spLocks noGrp="1"/>
          </p:cNvSpPr>
          <p:nvPr>
            <p:ph idx="1"/>
          </p:nvPr>
        </p:nvSpPr>
        <p:spPr bwMode="auto">
          <a:xfrm>
            <a:off x="482600" y="846535"/>
            <a:ext cx="8229600" cy="358973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lvl="2">
              <a:buFontTx/>
              <a:buNone/>
            </a:pPr>
            <a:r>
              <a:rPr lang="en-US" altLang="zh-CN" sz="2000">
                <a:latin typeface="Times New Roman" pitchFamily="18" charset="0"/>
                <a:cs typeface="Times New Roman" pitchFamily="18" charset="0"/>
              </a:rPr>
              <a:t>Virtual Channel ID</a:t>
            </a:r>
            <a:endParaRPr lang="zh-CN" altLang="en-US" sz="2000">
              <a:latin typeface="Times New Roman" pitchFamily="18" charset="0"/>
              <a:cs typeface="Times New Roman" pitchFamily="18" charset="0"/>
            </a:endParaRPr>
          </a:p>
        </p:txBody>
      </p:sp>
      <p:graphicFrame>
        <p:nvGraphicFramePr>
          <p:cNvPr id="7" name="表格 6"/>
          <p:cNvGraphicFramePr>
            <a:graphicFrameLocks noGrp="1"/>
          </p:cNvGraphicFramePr>
          <p:nvPr>
            <p:extLst>
              <p:ext uri="{D42A27DB-BD31-4B8C-83A1-F6EECF244321}">
                <p14:modId xmlns:p14="http://schemas.microsoft.com/office/powerpoint/2010/main" val="1375439156"/>
              </p:ext>
            </p:extLst>
          </p:nvPr>
        </p:nvGraphicFramePr>
        <p:xfrm>
          <a:off x="2621756" y="1545636"/>
          <a:ext cx="3498850" cy="2263140"/>
        </p:xfrm>
        <a:graphic>
          <a:graphicData uri="http://schemas.openxmlformats.org/drawingml/2006/table">
            <a:tbl>
              <a:tblPr/>
              <a:tblGrid>
                <a:gridCol w="1899913">
                  <a:extLst>
                    <a:ext uri="{9D8B030D-6E8A-4147-A177-3AD203B41FA5}">
                      <a16:colId xmlns:a16="http://schemas.microsoft.com/office/drawing/2014/main" xmlns="" val="20000"/>
                    </a:ext>
                  </a:extLst>
                </a:gridCol>
                <a:gridCol w="1598937">
                  <a:extLst>
                    <a:ext uri="{9D8B030D-6E8A-4147-A177-3AD203B41FA5}">
                      <a16:colId xmlns:a16="http://schemas.microsoft.com/office/drawing/2014/main" xmlns="" val="20001"/>
                    </a:ext>
                  </a:extLst>
                </a:gridCol>
              </a:tblGrid>
              <a:tr h="205740">
                <a:tc>
                  <a:txBody>
                    <a:bodyPr/>
                    <a:lstStyle/>
                    <a:p>
                      <a:pPr algn="just">
                        <a:lnSpc>
                          <a:spcPct val="150000"/>
                        </a:lnSpc>
                        <a:spcAft>
                          <a:spcPts val="0"/>
                        </a:spcAft>
                      </a:pPr>
                      <a:r>
                        <a:rPr lang="en-US" sz="900" b="1" kern="100" dirty="0">
                          <a:latin typeface="Times New Roman"/>
                          <a:ea typeface="宋体"/>
                        </a:rPr>
                        <a:t>Subcomputer</a:t>
                      </a:r>
                      <a:endParaRPr lang="zh-CN" sz="800" kern="100" dirty="0">
                        <a:latin typeface="Times New Roman"/>
                        <a:ea typeface="宋体"/>
                      </a:endParaRPr>
                    </a:p>
                  </a:txBody>
                  <a:tcPr marL="67719" marR="677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900" b="1" kern="100" dirty="0">
                          <a:latin typeface="Times New Roman"/>
                          <a:ea typeface="宋体"/>
                        </a:rPr>
                        <a:t>Channel identification</a:t>
                      </a:r>
                      <a:endParaRPr lang="zh-CN" sz="800" kern="100" dirty="0">
                        <a:latin typeface="Times New Roman"/>
                        <a:ea typeface="宋体"/>
                      </a:endParaRPr>
                    </a:p>
                  </a:txBody>
                  <a:tcPr marL="67719" marR="677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0"/>
                  </a:ext>
                </a:extLst>
              </a:tr>
              <a:tr h="205740">
                <a:tc>
                  <a:txBody>
                    <a:bodyPr/>
                    <a:lstStyle/>
                    <a:p>
                      <a:pPr algn="just">
                        <a:lnSpc>
                          <a:spcPct val="150000"/>
                        </a:lnSpc>
                        <a:spcAft>
                          <a:spcPts val="0"/>
                        </a:spcAft>
                      </a:pPr>
                      <a:r>
                        <a:rPr lang="en-US" sz="900" kern="100">
                          <a:latin typeface="Times New Roman"/>
                          <a:ea typeface="宋体"/>
                        </a:rPr>
                        <a:t>OBC</a:t>
                      </a:r>
                      <a:endParaRPr lang="zh-CN" sz="800" kern="100">
                        <a:latin typeface="Times New Roman"/>
                        <a:ea typeface="宋体"/>
                      </a:endParaRPr>
                    </a:p>
                  </a:txBody>
                  <a:tcPr marL="67719" marR="677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900" kern="100">
                          <a:latin typeface="Times New Roman"/>
                          <a:ea typeface="宋体"/>
                        </a:rPr>
                        <a:t>00H (00 0000b) </a:t>
                      </a:r>
                      <a:endParaRPr lang="zh-CN" sz="800" kern="100">
                        <a:latin typeface="Times New Roman"/>
                        <a:ea typeface="宋体"/>
                      </a:endParaRPr>
                    </a:p>
                  </a:txBody>
                  <a:tcPr marL="67719" marR="677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r h="205740">
                <a:tc>
                  <a:txBody>
                    <a:bodyPr/>
                    <a:lstStyle/>
                    <a:p>
                      <a:pPr algn="just">
                        <a:lnSpc>
                          <a:spcPct val="150000"/>
                        </a:lnSpc>
                        <a:spcAft>
                          <a:spcPts val="0"/>
                        </a:spcAft>
                      </a:pPr>
                      <a:r>
                        <a:rPr lang="en-US" sz="900" kern="100" dirty="0">
                          <a:latin typeface="Times New Roman"/>
                          <a:ea typeface="宋体"/>
                        </a:rPr>
                        <a:t>Transponder A</a:t>
                      </a:r>
                      <a:endParaRPr lang="zh-CN" sz="800" kern="100" dirty="0">
                        <a:latin typeface="Times New Roman"/>
                        <a:ea typeface="宋体"/>
                      </a:endParaRPr>
                    </a:p>
                  </a:txBody>
                  <a:tcPr marL="67719" marR="677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900" kern="100">
                          <a:latin typeface="Times New Roman"/>
                          <a:ea typeface="宋体"/>
                        </a:rPr>
                        <a:t>02H (00 0010b) </a:t>
                      </a:r>
                      <a:endParaRPr lang="zh-CN" sz="800" kern="100">
                        <a:latin typeface="Times New Roman"/>
                        <a:ea typeface="宋体"/>
                      </a:endParaRPr>
                    </a:p>
                  </a:txBody>
                  <a:tcPr marL="67719" marR="677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2"/>
                  </a:ext>
                </a:extLst>
              </a:tr>
              <a:tr h="205740">
                <a:tc>
                  <a:txBody>
                    <a:bodyPr/>
                    <a:lstStyle/>
                    <a:p>
                      <a:pPr algn="just">
                        <a:lnSpc>
                          <a:spcPct val="150000"/>
                        </a:lnSpc>
                        <a:spcAft>
                          <a:spcPts val="0"/>
                        </a:spcAft>
                      </a:pPr>
                      <a:r>
                        <a:rPr lang="en-US" sz="900" kern="100" dirty="0">
                          <a:latin typeface="Times New Roman"/>
                          <a:ea typeface="宋体"/>
                        </a:rPr>
                        <a:t>PCU</a:t>
                      </a:r>
                      <a:endParaRPr lang="zh-CN" sz="800" kern="100" dirty="0">
                        <a:latin typeface="Times New Roman"/>
                        <a:ea typeface="宋体"/>
                      </a:endParaRPr>
                    </a:p>
                  </a:txBody>
                  <a:tcPr marL="67719" marR="677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900" kern="100">
                          <a:latin typeface="Times New Roman"/>
                          <a:ea typeface="宋体"/>
                        </a:rPr>
                        <a:t>03H (00 0011b) </a:t>
                      </a:r>
                      <a:endParaRPr lang="zh-CN" sz="800" kern="100">
                        <a:latin typeface="Times New Roman"/>
                        <a:ea typeface="宋体"/>
                      </a:endParaRPr>
                    </a:p>
                  </a:txBody>
                  <a:tcPr marL="67719" marR="677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3"/>
                  </a:ext>
                </a:extLst>
              </a:tr>
              <a:tr h="205740">
                <a:tc>
                  <a:txBody>
                    <a:bodyPr/>
                    <a:lstStyle/>
                    <a:p>
                      <a:pPr algn="just">
                        <a:lnSpc>
                          <a:spcPct val="150000"/>
                        </a:lnSpc>
                        <a:spcAft>
                          <a:spcPts val="0"/>
                        </a:spcAft>
                      </a:pPr>
                      <a:r>
                        <a:rPr lang="en-US" sz="900" kern="100" dirty="0">
                          <a:latin typeface="Times New Roman"/>
                          <a:ea typeface="宋体"/>
                        </a:rPr>
                        <a:t>AOCC</a:t>
                      </a:r>
                      <a:endParaRPr lang="zh-CN" sz="800" kern="100" dirty="0">
                        <a:latin typeface="Times New Roman"/>
                        <a:ea typeface="宋体"/>
                      </a:endParaRPr>
                    </a:p>
                  </a:txBody>
                  <a:tcPr marL="67719" marR="677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900" kern="100" dirty="0">
                          <a:latin typeface="Times New Roman"/>
                          <a:ea typeface="宋体"/>
                        </a:rPr>
                        <a:t>04H (00 0100b) </a:t>
                      </a:r>
                      <a:endParaRPr lang="zh-CN" sz="800" kern="100" dirty="0">
                        <a:latin typeface="Times New Roman"/>
                        <a:ea typeface="宋体"/>
                      </a:endParaRPr>
                    </a:p>
                  </a:txBody>
                  <a:tcPr marL="67719" marR="677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4"/>
                  </a:ext>
                </a:extLst>
              </a:tr>
              <a:tr h="205740">
                <a:tc>
                  <a:txBody>
                    <a:bodyPr/>
                    <a:lstStyle/>
                    <a:p>
                      <a:pPr algn="just">
                        <a:lnSpc>
                          <a:spcPct val="150000"/>
                        </a:lnSpc>
                        <a:spcAft>
                          <a:spcPts val="0"/>
                        </a:spcAft>
                      </a:pPr>
                      <a:r>
                        <a:rPr lang="en-US" sz="900" kern="100" dirty="0">
                          <a:latin typeface="Times New Roman"/>
                          <a:ea typeface="宋体"/>
                        </a:rPr>
                        <a:t>Transponder B</a:t>
                      </a:r>
                      <a:endParaRPr lang="zh-CN" sz="800" kern="100" dirty="0">
                        <a:latin typeface="Times New Roman"/>
                        <a:ea typeface="宋体"/>
                      </a:endParaRPr>
                    </a:p>
                  </a:txBody>
                  <a:tcPr marL="67719" marR="677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900" kern="100">
                          <a:latin typeface="Times New Roman"/>
                          <a:ea typeface="宋体"/>
                        </a:rPr>
                        <a:t>05H (00 0101b) </a:t>
                      </a:r>
                      <a:endParaRPr lang="zh-CN" sz="800" kern="100">
                        <a:latin typeface="Times New Roman"/>
                        <a:ea typeface="宋体"/>
                      </a:endParaRPr>
                    </a:p>
                  </a:txBody>
                  <a:tcPr marL="67719" marR="677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5"/>
                  </a:ext>
                </a:extLst>
              </a:tr>
              <a:tr h="205740">
                <a:tc>
                  <a:txBody>
                    <a:bodyPr/>
                    <a:lstStyle/>
                    <a:p>
                      <a:pPr algn="just">
                        <a:lnSpc>
                          <a:spcPct val="150000"/>
                        </a:lnSpc>
                        <a:spcAft>
                          <a:spcPts val="0"/>
                        </a:spcAft>
                      </a:pPr>
                      <a:r>
                        <a:rPr lang="en-US" sz="900" kern="100" dirty="0">
                          <a:latin typeface="Times New Roman"/>
                          <a:ea typeface="宋体"/>
                        </a:rPr>
                        <a:t>PCU</a:t>
                      </a:r>
                      <a:endParaRPr lang="zh-CN" sz="800" kern="100" dirty="0">
                        <a:latin typeface="Times New Roman"/>
                        <a:ea typeface="宋体"/>
                      </a:endParaRPr>
                    </a:p>
                  </a:txBody>
                  <a:tcPr marL="67719" marR="677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900" kern="100">
                          <a:latin typeface="Times New Roman"/>
                          <a:ea typeface="宋体"/>
                        </a:rPr>
                        <a:t>07H (00 0111b) </a:t>
                      </a:r>
                      <a:endParaRPr lang="zh-CN" sz="800" kern="100">
                        <a:latin typeface="Times New Roman"/>
                        <a:ea typeface="宋体"/>
                      </a:endParaRPr>
                    </a:p>
                  </a:txBody>
                  <a:tcPr marL="67719" marR="677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6"/>
                  </a:ext>
                </a:extLst>
              </a:tr>
              <a:tr h="205740">
                <a:tc>
                  <a:txBody>
                    <a:bodyPr/>
                    <a:lstStyle/>
                    <a:p>
                      <a:pPr algn="just">
                        <a:lnSpc>
                          <a:spcPct val="150000"/>
                        </a:lnSpc>
                        <a:spcAft>
                          <a:spcPts val="0"/>
                        </a:spcAft>
                      </a:pPr>
                      <a:r>
                        <a:rPr lang="en-US" sz="900" kern="100" dirty="0">
                          <a:latin typeface="Times New Roman"/>
                          <a:ea typeface="宋体"/>
                        </a:rPr>
                        <a:t>GPS </a:t>
                      </a:r>
                      <a:endParaRPr lang="zh-CN" sz="800" kern="100" dirty="0">
                        <a:latin typeface="Times New Roman"/>
                        <a:ea typeface="宋体"/>
                      </a:endParaRPr>
                    </a:p>
                  </a:txBody>
                  <a:tcPr marL="67719" marR="677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900" kern="100">
                          <a:latin typeface="Times New Roman"/>
                          <a:ea typeface="宋体"/>
                        </a:rPr>
                        <a:t>0AH (00 1010b) </a:t>
                      </a:r>
                      <a:endParaRPr lang="zh-CN" sz="800" kern="100">
                        <a:latin typeface="Times New Roman"/>
                        <a:ea typeface="宋体"/>
                      </a:endParaRPr>
                    </a:p>
                  </a:txBody>
                  <a:tcPr marL="67719" marR="677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7"/>
                  </a:ext>
                </a:extLst>
              </a:tr>
              <a:tr h="205740">
                <a:tc>
                  <a:txBody>
                    <a:bodyPr/>
                    <a:lstStyle/>
                    <a:p>
                      <a:pPr algn="just">
                        <a:lnSpc>
                          <a:spcPct val="150000"/>
                        </a:lnSpc>
                        <a:spcAft>
                          <a:spcPts val="0"/>
                        </a:spcAft>
                      </a:pPr>
                      <a:r>
                        <a:rPr lang="en-US" sz="900" kern="100" dirty="0">
                          <a:latin typeface="Times New Roman"/>
                          <a:ea typeface="宋体"/>
                        </a:rPr>
                        <a:t>DCU</a:t>
                      </a:r>
                      <a:endParaRPr lang="zh-CN" sz="800" kern="100" dirty="0">
                        <a:latin typeface="Times New Roman"/>
                        <a:ea typeface="宋体"/>
                      </a:endParaRPr>
                    </a:p>
                  </a:txBody>
                  <a:tcPr marL="67719" marR="677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900" kern="100">
                          <a:latin typeface="Times New Roman"/>
                          <a:ea typeface="宋体"/>
                        </a:rPr>
                        <a:t>0BH (00 1011b) </a:t>
                      </a:r>
                      <a:endParaRPr lang="zh-CN" sz="800" kern="100">
                        <a:latin typeface="Times New Roman"/>
                        <a:ea typeface="宋体"/>
                      </a:endParaRPr>
                    </a:p>
                  </a:txBody>
                  <a:tcPr marL="67719" marR="677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8"/>
                  </a:ext>
                </a:extLst>
              </a:tr>
              <a:tr h="205740">
                <a:tc>
                  <a:txBody>
                    <a:bodyPr/>
                    <a:lstStyle/>
                    <a:p>
                      <a:pPr algn="just">
                        <a:lnSpc>
                          <a:spcPct val="150000"/>
                        </a:lnSpc>
                        <a:spcAft>
                          <a:spcPts val="0"/>
                        </a:spcAft>
                      </a:pPr>
                      <a:r>
                        <a:rPr lang="en-US" sz="900" kern="100" dirty="0">
                          <a:latin typeface="Times New Roman"/>
                          <a:ea typeface="宋体"/>
                        </a:rPr>
                        <a:t>MC</a:t>
                      </a:r>
                      <a:endParaRPr lang="zh-CN" sz="800" kern="100" dirty="0">
                        <a:latin typeface="Times New Roman"/>
                        <a:ea typeface="宋体"/>
                      </a:endParaRPr>
                    </a:p>
                  </a:txBody>
                  <a:tcPr marL="67719" marR="677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900" kern="100">
                          <a:latin typeface="Times New Roman"/>
                          <a:ea typeface="宋体"/>
                        </a:rPr>
                        <a:t>11H (01 0001b) </a:t>
                      </a:r>
                      <a:endParaRPr lang="zh-CN" sz="800" kern="100">
                        <a:latin typeface="Times New Roman"/>
                        <a:ea typeface="宋体"/>
                      </a:endParaRPr>
                    </a:p>
                  </a:txBody>
                  <a:tcPr marL="67719" marR="677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9"/>
                  </a:ext>
                </a:extLst>
              </a:tr>
              <a:tr h="205740">
                <a:tc>
                  <a:txBody>
                    <a:bodyPr/>
                    <a:lstStyle/>
                    <a:p>
                      <a:pPr algn="just">
                        <a:lnSpc>
                          <a:spcPct val="150000"/>
                        </a:lnSpc>
                        <a:spcAft>
                          <a:spcPts val="0"/>
                        </a:spcAft>
                      </a:pPr>
                      <a:r>
                        <a:rPr lang="en-US" sz="900" kern="100" dirty="0">
                          <a:latin typeface="Times New Roman"/>
                          <a:ea typeface="宋体"/>
                        </a:rPr>
                        <a:t>BMU</a:t>
                      </a:r>
                      <a:endParaRPr lang="zh-CN" sz="800" kern="100" dirty="0">
                        <a:latin typeface="Times New Roman"/>
                        <a:ea typeface="宋体"/>
                      </a:endParaRPr>
                    </a:p>
                  </a:txBody>
                  <a:tcPr marL="67719" marR="677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900" kern="100" dirty="0">
                          <a:latin typeface="Times New Roman"/>
                          <a:ea typeface="宋体"/>
                        </a:rPr>
                        <a:t>12H (01 0010b) </a:t>
                      </a:r>
                      <a:endParaRPr lang="zh-CN" sz="800" kern="100" dirty="0">
                        <a:latin typeface="Times New Roman"/>
                        <a:ea typeface="宋体"/>
                      </a:endParaRPr>
                    </a:p>
                  </a:txBody>
                  <a:tcPr marL="67719" marR="677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10"/>
                  </a:ext>
                </a:extLst>
              </a:tr>
            </a:tbl>
          </a:graphicData>
        </a:graphic>
      </p:graphicFrame>
      <p:sp>
        <p:nvSpPr>
          <p:cNvPr id="8" name="矩形 1"/>
          <p:cNvSpPr>
            <a:spLocks noChangeArrowheads="1"/>
          </p:cNvSpPr>
          <p:nvPr/>
        </p:nvSpPr>
        <p:spPr bwMode="auto">
          <a:xfrm>
            <a:off x="519116" y="4242198"/>
            <a:ext cx="7704137" cy="646331"/>
          </a:xfrm>
          <a:prstGeom prst="rect">
            <a:avLst/>
          </a:prstGeom>
          <a:noFill/>
          <a:ln w="9525">
            <a:noFill/>
            <a:miter lim="800000"/>
            <a:headEnd/>
            <a:tailEnd/>
          </a:ln>
        </p:spPr>
        <p:txBody>
          <a:bodyPr>
            <a:spAutoFit/>
          </a:bodyPr>
          <a:lstStyle/>
          <a:p>
            <a:pPr algn="l">
              <a:defRPr/>
            </a:pPr>
            <a:r>
              <a:rPr lang="en-US" altLang="zh-CN" sz="1800" dirty="0">
                <a:solidFill>
                  <a:srgbClr val="FF0000"/>
                </a:solidFill>
              </a:rPr>
              <a:t>NOTE:  </a:t>
            </a:r>
            <a:r>
              <a:rPr lang="en-US" altLang="zh-CN" sz="1800" dirty="0">
                <a:solidFill>
                  <a:srgbClr val="FF0000"/>
                </a:solidFill>
                <a:latin typeface="Times New Roman" pitchFamily="18" charset="0"/>
                <a:ea typeface="+mn-ea"/>
                <a:cs typeface="Times New Roman" pitchFamily="18" charset="0"/>
              </a:rPr>
              <a:t>Virtual Channel ID is used for data block, </a:t>
            </a:r>
            <a:r>
              <a:rPr lang="en-US" altLang="zh-CN" sz="1800" dirty="0">
                <a:solidFill>
                  <a:srgbClr val="FF0000"/>
                </a:solidFill>
                <a:latin typeface="Times New Roman" pitchFamily="18" charset="0"/>
                <a:cs typeface="Times New Roman" pitchFamily="18" charset="0"/>
              </a:rPr>
              <a:t>all indirect TC from GS, Virtual Channel ID is always 0.</a:t>
            </a:r>
            <a:endParaRPr lang="zh-CN" altLang="en-US" sz="1800"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12839182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3: </a:t>
            </a:r>
            <a:r>
              <a:rPr lang="en-US" altLang="zh-CN" sz="3000" dirty="0" err="1"/>
              <a:t>Telecommand</a:t>
            </a:r>
            <a:r>
              <a:rPr lang="en-US" altLang="zh-CN" sz="3000" dirty="0"/>
              <a:t> Format and Execution</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39</a:t>
            </a:fld>
            <a:r>
              <a:rPr lang="zh-CN" altLang="en-US"/>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nvGraphicFramePr>
        <p:xfrm>
          <a:off x="150816" y="1087041"/>
          <a:ext cx="8742363" cy="2228850"/>
        </p:xfrm>
        <a:graphic>
          <a:graphicData uri="http://schemas.openxmlformats.org/drawingml/2006/table">
            <a:tbl>
              <a:tblPr firstRow="1" firstCol="1" bandRow="1">
                <a:tableStyleId>{8A107856-5554-42FB-B03E-39F5DBC370BA}</a:tableStyleId>
              </a:tblPr>
              <a:tblGrid>
                <a:gridCol w="829274">
                  <a:extLst>
                    <a:ext uri="{9D8B030D-6E8A-4147-A177-3AD203B41FA5}">
                      <a16:colId xmlns:a16="http://schemas.microsoft.com/office/drawing/2014/main" xmlns="" val="20000"/>
                    </a:ext>
                  </a:extLst>
                </a:gridCol>
                <a:gridCol w="792063">
                  <a:extLst>
                    <a:ext uri="{9D8B030D-6E8A-4147-A177-3AD203B41FA5}">
                      <a16:colId xmlns:a16="http://schemas.microsoft.com/office/drawing/2014/main" xmlns="" val="20001"/>
                    </a:ext>
                  </a:extLst>
                </a:gridCol>
                <a:gridCol w="792063">
                  <a:extLst>
                    <a:ext uri="{9D8B030D-6E8A-4147-A177-3AD203B41FA5}">
                      <a16:colId xmlns:a16="http://schemas.microsoft.com/office/drawing/2014/main" xmlns="" val="20002"/>
                    </a:ext>
                  </a:extLst>
                </a:gridCol>
                <a:gridCol w="761940">
                  <a:extLst>
                    <a:ext uri="{9D8B030D-6E8A-4147-A177-3AD203B41FA5}">
                      <a16:colId xmlns:a16="http://schemas.microsoft.com/office/drawing/2014/main" xmlns="" val="20003"/>
                    </a:ext>
                  </a:extLst>
                </a:gridCol>
                <a:gridCol w="1139477">
                  <a:extLst>
                    <a:ext uri="{9D8B030D-6E8A-4147-A177-3AD203B41FA5}">
                      <a16:colId xmlns:a16="http://schemas.microsoft.com/office/drawing/2014/main" xmlns="" val="20004"/>
                    </a:ext>
                  </a:extLst>
                </a:gridCol>
                <a:gridCol w="852739">
                  <a:extLst>
                    <a:ext uri="{9D8B030D-6E8A-4147-A177-3AD203B41FA5}">
                      <a16:colId xmlns:a16="http://schemas.microsoft.com/office/drawing/2014/main" xmlns="" val="20005"/>
                    </a:ext>
                  </a:extLst>
                </a:gridCol>
                <a:gridCol w="830501">
                  <a:extLst>
                    <a:ext uri="{9D8B030D-6E8A-4147-A177-3AD203B41FA5}">
                      <a16:colId xmlns:a16="http://schemas.microsoft.com/office/drawing/2014/main" xmlns="" val="20006"/>
                    </a:ext>
                  </a:extLst>
                </a:gridCol>
                <a:gridCol w="952890">
                  <a:extLst>
                    <a:ext uri="{9D8B030D-6E8A-4147-A177-3AD203B41FA5}">
                      <a16:colId xmlns:a16="http://schemas.microsoft.com/office/drawing/2014/main" xmlns="" val="20007"/>
                    </a:ext>
                  </a:extLst>
                </a:gridCol>
                <a:gridCol w="929871">
                  <a:extLst>
                    <a:ext uri="{9D8B030D-6E8A-4147-A177-3AD203B41FA5}">
                      <a16:colId xmlns:a16="http://schemas.microsoft.com/office/drawing/2014/main" xmlns="" val="20008"/>
                    </a:ext>
                  </a:extLst>
                </a:gridCol>
                <a:gridCol w="861545">
                  <a:extLst>
                    <a:ext uri="{9D8B030D-6E8A-4147-A177-3AD203B41FA5}">
                      <a16:colId xmlns:a16="http://schemas.microsoft.com/office/drawing/2014/main" xmlns="" val="20009"/>
                    </a:ext>
                  </a:extLst>
                </a:gridCol>
              </a:tblGrid>
              <a:tr h="685800">
                <a:tc gridSpan="8">
                  <a:txBody>
                    <a:bodyPr/>
                    <a:lstStyle/>
                    <a:p>
                      <a:pPr algn="ctr">
                        <a:spcAft>
                          <a:spcPts val="0"/>
                        </a:spcAft>
                      </a:pPr>
                      <a:r>
                        <a:rPr lang="en-US" sz="1100" b="1" kern="0" dirty="0">
                          <a:effectLst/>
                        </a:rPr>
                        <a:t>Transfer Frame Primary Header (40 bits)</a:t>
                      </a:r>
                      <a:endParaRPr lang="zh-CN" sz="1100" b="1" kern="100" dirty="0">
                        <a:effectLst/>
                        <a:latin typeface="Times New Roman"/>
                        <a:ea typeface="宋体"/>
                      </a:endParaRPr>
                    </a:p>
                  </a:txBody>
                  <a:tcPr marL="68602" marR="68602" marT="0"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ctr">
                        <a:spcAft>
                          <a:spcPts val="0"/>
                        </a:spcAft>
                      </a:pPr>
                      <a:r>
                        <a:rPr lang="en-US" sz="1100" b="1" kern="0" dirty="0">
                          <a:effectLst/>
                        </a:rPr>
                        <a:t>Transfer Frame Data Field</a:t>
                      </a:r>
                      <a:endParaRPr lang="zh-CN" sz="1100" b="1" kern="100" dirty="0">
                        <a:effectLst/>
                        <a:latin typeface="Times New Roman"/>
                        <a:ea typeface="宋体"/>
                      </a:endParaRPr>
                    </a:p>
                  </a:txBody>
                  <a:tcPr marL="68602" marR="68602" marT="0" marB="0" anchor="ctr"/>
                </a:tc>
                <a:tc>
                  <a:txBody>
                    <a:bodyPr/>
                    <a:lstStyle/>
                    <a:p>
                      <a:pPr algn="ctr">
                        <a:spcAft>
                          <a:spcPts val="0"/>
                        </a:spcAft>
                      </a:pPr>
                      <a:r>
                        <a:rPr lang="en-US" sz="1100" b="1" kern="0">
                          <a:effectLst/>
                        </a:rPr>
                        <a:t>Frame Error Control Field</a:t>
                      </a:r>
                      <a:endParaRPr lang="zh-CN" sz="1100" b="1" kern="100">
                        <a:effectLst/>
                        <a:latin typeface="Times New Roman"/>
                        <a:ea typeface="宋体"/>
                      </a:endParaRPr>
                    </a:p>
                  </a:txBody>
                  <a:tcPr marL="68602" marR="68602" marT="0" marB="0" anchor="ctr"/>
                </a:tc>
                <a:extLst>
                  <a:ext uri="{0D108BD9-81ED-4DB2-BD59-A6C34878D82A}">
                    <a16:rowId xmlns:a16="http://schemas.microsoft.com/office/drawing/2014/main" xmlns="" val="10000"/>
                  </a:ext>
                </a:extLst>
              </a:tr>
              <a:tr h="685800">
                <a:tc>
                  <a:txBody>
                    <a:bodyPr/>
                    <a:lstStyle/>
                    <a:p>
                      <a:pPr algn="ctr">
                        <a:spcAft>
                          <a:spcPts val="0"/>
                        </a:spcAft>
                      </a:pPr>
                      <a:r>
                        <a:rPr lang="en-US" sz="1100" kern="0">
                          <a:effectLst/>
                        </a:rPr>
                        <a:t>Transfer Frame Version Number</a:t>
                      </a:r>
                      <a:endParaRPr lang="zh-CN" sz="1100" kern="100">
                        <a:effectLst/>
                        <a:latin typeface="Times New Roman"/>
                        <a:ea typeface="宋体"/>
                      </a:endParaRPr>
                    </a:p>
                  </a:txBody>
                  <a:tcPr marL="68602" marR="68602" marT="0" marB="0" anchor="ctr"/>
                </a:tc>
                <a:tc>
                  <a:txBody>
                    <a:bodyPr/>
                    <a:lstStyle/>
                    <a:p>
                      <a:pPr algn="ctr">
                        <a:spcAft>
                          <a:spcPts val="0"/>
                        </a:spcAft>
                      </a:pPr>
                      <a:r>
                        <a:rPr lang="en-US" sz="1100" b="1" kern="0" dirty="0">
                          <a:effectLst/>
                        </a:rPr>
                        <a:t>Bypass</a:t>
                      </a:r>
                    </a:p>
                    <a:p>
                      <a:pPr algn="ctr">
                        <a:spcAft>
                          <a:spcPts val="0"/>
                        </a:spcAft>
                      </a:pPr>
                      <a:r>
                        <a:rPr lang="en-US" altLang="zh-CN" sz="1100" b="1" kern="0" dirty="0">
                          <a:effectLst/>
                        </a:rPr>
                        <a:t>Flag</a:t>
                      </a:r>
                      <a:endParaRPr lang="zh-CN" sz="1100" b="1" kern="100" dirty="0">
                        <a:effectLst/>
                        <a:latin typeface="Times New Roman"/>
                        <a:ea typeface="宋体"/>
                      </a:endParaRPr>
                    </a:p>
                  </a:txBody>
                  <a:tcPr marL="68602" marR="68602" marT="0" marB="0" anchor="ctr"/>
                </a:tc>
                <a:tc>
                  <a:txBody>
                    <a:bodyPr/>
                    <a:lstStyle/>
                    <a:p>
                      <a:pPr algn="ctr">
                        <a:spcAft>
                          <a:spcPts val="0"/>
                        </a:spcAft>
                      </a:pPr>
                      <a:r>
                        <a:rPr lang="en-US" sz="1100" b="1" kern="0" dirty="0">
                          <a:effectLst/>
                        </a:rPr>
                        <a:t>Control</a:t>
                      </a:r>
                    </a:p>
                    <a:p>
                      <a:pPr algn="ctr">
                        <a:spcAft>
                          <a:spcPts val="0"/>
                        </a:spcAft>
                      </a:pPr>
                      <a:r>
                        <a:rPr lang="en-US" altLang="zh-CN" sz="1100" b="1" kern="0" dirty="0">
                          <a:effectLst/>
                        </a:rPr>
                        <a:t>COMMAND</a:t>
                      </a:r>
                    </a:p>
                    <a:p>
                      <a:pPr algn="ctr">
                        <a:spcAft>
                          <a:spcPts val="0"/>
                        </a:spcAft>
                      </a:pPr>
                      <a:r>
                        <a:rPr lang="en-US" altLang="zh-CN" sz="1100" b="1" kern="0" dirty="0">
                          <a:effectLst/>
                        </a:rPr>
                        <a:t>Flag</a:t>
                      </a:r>
                      <a:endParaRPr lang="zh-CN" sz="1100" b="1" kern="100" dirty="0">
                        <a:effectLst/>
                        <a:latin typeface="Times New Roman"/>
                        <a:ea typeface="宋体"/>
                      </a:endParaRPr>
                    </a:p>
                  </a:txBody>
                  <a:tcPr marL="68602" marR="68602" marT="0" marB="0" anchor="ctr"/>
                </a:tc>
                <a:tc>
                  <a:txBody>
                    <a:bodyPr/>
                    <a:lstStyle/>
                    <a:p>
                      <a:pPr algn="ctr">
                        <a:spcAft>
                          <a:spcPts val="0"/>
                        </a:spcAft>
                      </a:pPr>
                      <a:r>
                        <a:rPr lang="en-US" sz="1100" b="1" kern="0">
                          <a:effectLst/>
                        </a:rPr>
                        <a:t>RSVD. SPARE</a:t>
                      </a:r>
                      <a:endParaRPr lang="zh-CN" sz="1100" b="1" kern="100">
                        <a:effectLst/>
                        <a:latin typeface="Times New Roman"/>
                        <a:ea typeface="宋体"/>
                      </a:endParaRPr>
                    </a:p>
                  </a:txBody>
                  <a:tcPr marL="68602" marR="68602" marT="0" marB="0" anchor="ctr"/>
                </a:tc>
                <a:tc>
                  <a:txBody>
                    <a:bodyPr/>
                    <a:lstStyle/>
                    <a:p>
                      <a:pPr algn="ctr">
                        <a:spcAft>
                          <a:spcPts val="0"/>
                        </a:spcAft>
                      </a:pPr>
                      <a:r>
                        <a:rPr lang="en-US" sz="1100" b="1" kern="0" dirty="0">
                          <a:effectLst/>
                        </a:rPr>
                        <a:t>Spacecraft ID</a:t>
                      </a:r>
                      <a:endParaRPr lang="zh-CN" sz="1100" b="1" kern="100" dirty="0">
                        <a:effectLst/>
                        <a:latin typeface="Times New Roman"/>
                        <a:ea typeface="宋体"/>
                      </a:endParaRPr>
                    </a:p>
                  </a:txBody>
                  <a:tcPr marL="68602" marR="68602" marT="0" marB="0" anchor="ctr"/>
                </a:tc>
                <a:tc>
                  <a:txBody>
                    <a:bodyPr/>
                    <a:lstStyle/>
                    <a:p>
                      <a:pPr algn="ctr">
                        <a:spcAft>
                          <a:spcPts val="0"/>
                        </a:spcAft>
                      </a:pPr>
                      <a:r>
                        <a:rPr lang="en-US" sz="1100" b="1" kern="0" dirty="0">
                          <a:effectLst/>
                        </a:rPr>
                        <a:t>Virtual Channel ID </a:t>
                      </a:r>
                      <a:endParaRPr lang="zh-CN" sz="1100" b="1" kern="100" dirty="0">
                        <a:effectLst/>
                        <a:latin typeface="Times New Roman"/>
                        <a:ea typeface="宋体"/>
                      </a:endParaRPr>
                    </a:p>
                  </a:txBody>
                  <a:tcPr marL="68602" marR="68602" marT="0" marB="0" anchor="ctr"/>
                </a:tc>
                <a:tc>
                  <a:txBody>
                    <a:bodyPr/>
                    <a:lstStyle/>
                    <a:p>
                      <a:pPr algn="ctr">
                        <a:spcAft>
                          <a:spcPts val="0"/>
                        </a:spcAft>
                      </a:pPr>
                      <a:r>
                        <a:rPr lang="en-US" sz="1100" b="1" kern="0">
                          <a:effectLst/>
                        </a:rPr>
                        <a:t>Frame Length</a:t>
                      </a:r>
                      <a:endParaRPr lang="zh-CN" sz="1100" b="1" kern="100">
                        <a:effectLst/>
                        <a:latin typeface="Times New Roman"/>
                        <a:ea typeface="宋体"/>
                      </a:endParaRPr>
                    </a:p>
                  </a:txBody>
                  <a:tcPr marL="68602" marR="68602" marT="0" marB="0" anchor="ctr"/>
                </a:tc>
                <a:tc>
                  <a:txBody>
                    <a:bodyPr/>
                    <a:lstStyle/>
                    <a:p>
                      <a:pPr algn="ctr">
                        <a:spcAft>
                          <a:spcPts val="0"/>
                        </a:spcAft>
                      </a:pPr>
                      <a:r>
                        <a:rPr lang="en-US" sz="1100" b="1" kern="0">
                          <a:effectLst/>
                        </a:rPr>
                        <a:t>Frame Sequence Number</a:t>
                      </a:r>
                      <a:endParaRPr lang="zh-CN" sz="1100" b="1" kern="100">
                        <a:effectLst/>
                        <a:latin typeface="Times New Roman"/>
                        <a:ea typeface="宋体"/>
                      </a:endParaRPr>
                    </a:p>
                  </a:txBody>
                  <a:tcPr marL="68602" marR="68602" marT="0" marB="0" anchor="ctr"/>
                </a:tc>
                <a:tc>
                  <a:txBody>
                    <a:bodyPr/>
                    <a:lstStyle/>
                    <a:p>
                      <a:pPr algn="ctr">
                        <a:spcAft>
                          <a:spcPts val="0"/>
                        </a:spcAft>
                      </a:pPr>
                      <a:r>
                        <a:rPr lang="en-US" sz="1100" b="1" kern="0">
                          <a:effectLst/>
                        </a:rPr>
                        <a:t> </a:t>
                      </a:r>
                      <a:endParaRPr lang="zh-CN" sz="1100" b="1" kern="100">
                        <a:effectLst/>
                        <a:latin typeface="Times New Roman"/>
                        <a:ea typeface="宋体"/>
                      </a:endParaRPr>
                    </a:p>
                  </a:txBody>
                  <a:tcPr marL="68602" marR="68602" marT="0" marB="0" anchor="ctr"/>
                </a:tc>
                <a:tc>
                  <a:txBody>
                    <a:bodyPr/>
                    <a:lstStyle/>
                    <a:p>
                      <a:pPr algn="ctr">
                        <a:spcAft>
                          <a:spcPts val="0"/>
                        </a:spcAft>
                      </a:pPr>
                      <a:r>
                        <a:rPr lang="en-US" sz="1100" b="1" kern="0" dirty="0">
                          <a:effectLst/>
                        </a:rPr>
                        <a:t> </a:t>
                      </a:r>
                      <a:endParaRPr lang="zh-CN" sz="1100" b="1" kern="100" dirty="0">
                        <a:effectLst/>
                        <a:latin typeface="Times New Roman"/>
                        <a:ea typeface="宋体"/>
                      </a:endParaRPr>
                    </a:p>
                  </a:txBody>
                  <a:tcPr marL="68602" marR="68602" marT="0" marB="0" anchor="ctr"/>
                </a:tc>
                <a:extLst>
                  <a:ext uri="{0D108BD9-81ED-4DB2-BD59-A6C34878D82A}">
                    <a16:rowId xmlns:a16="http://schemas.microsoft.com/office/drawing/2014/main" xmlns="" val="10001"/>
                  </a:ext>
                </a:extLst>
              </a:tr>
              <a:tr h="171450">
                <a:tc>
                  <a:txBody>
                    <a:bodyPr/>
                    <a:lstStyle/>
                    <a:p>
                      <a:pPr algn="ctr">
                        <a:spcAft>
                          <a:spcPts val="0"/>
                        </a:spcAft>
                      </a:pPr>
                      <a:r>
                        <a:rPr lang="en-US" sz="1100" kern="0">
                          <a:effectLst/>
                        </a:rPr>
                        <a:t>2 bits</a:t>
                      </a:r>
                      <a:endParaRPr lang="zh-CN" sz="1100" kern="100">
                        <a:effectLst/>
                        <a:latin typeface="Times New Roman"/>
                        <a:ea typeface="宋体"/>
                      </a:endParaRPr>
                    </a:p>
                  </a:txBody>
                  <a:tcPr marL="68602" marR="68602" marT="0" marB="0" anchor="ctr"/>
                </a:tc>
                <a:tc>
                  <a:txBody>
                    <a:bodyPr/>
                    <a:lstStyle/>
                    <a:p>
                      <a:pPr algn="ctr">
                        <a:spcAft>
                          <a:spcPts val="0"/>
                        </a:spcAft>
                      </a:pPr>
                      <a:r>
                        <a:rPr lang="en-US" sz="1100" b="1" kern="0" dirty="0">
                          <a:effectLst/>
                        </a:rPr>
                        <a:t>1 bit</a:t>
                      </a:r>
                      <a:endParaRPr lang="zh-CN" sz="1100" b="1" kern="100" dirty="0">
                        <a:effectLst/>
                        <a:latin typeface="Times New Roman"/>
                        <a:ea typeface="宋体"/>
                      </a:endParaRPr>
                    </a:p>
                  </a:txBody>
                  <a:tcPr marL="68602" marR="68602" marT="0" marB="0" anchor="ctr"/>
                </a:tc>
                <a:tc>
                  <a:txBody>
                    <a:bodyPr/>
                    <a:lstStyle/>
                    <a:p>
                      <a:pPr algn="ctr">
                        <a:spcAft>
                          <a:spcPts val="0"/>
                        </a:spcAft>
                      </a:pPr>
                      <a:r>
                        <a:rPr lang="en-US" sz="1100" b="1" kern="0" dirty="0">
                          <a:effectLst/>
                        </a:rPr>
                        <a:t>1 bit</a:t>
                      </a:r>
                      <a:endParaRPr lang="zh-CN" sz="1100" b="1" kern="100" dirty="0">
                        <a:effectLst/>
                        <a:latin typeface="Times New Roman"/>
                        <a:ea typeface="宋体"/>
                      </a:endParaRPr>
                    </a:p>
                  </a:txBody>
                  <a:tcPr marL="68602" marR="68602" marT="0" marB="0" anchor="ctr"/>
                </a:tc>
                <a:tc>
                  <a:txBody>
                    <a:bodyPr/>
                    <a:lstStyle/>
                    <a:p>
                      <a:pPr algn="ctr">
                        <a:spcAft>
                          <a:spcPts val="0"/>
                        </a:spcAft>
                      </a:pPr>
                      <a:r>
                        <a:rPr lang="en-US" sz="1100" b="1" kern="0">
                          <a:effectLst/>
                        </a:rPr>
                        <a:t>2 bits</a:t>
                      </a:r>
                      <a:endParaRPr lang="zh-CN" sz="1100" b="1" kern="100">
                        <a:effectLst/>
                        <a:latin typeface="Times New Roman"/>
                        <a:ea typeface="宋体"/>
                      </a:endParaRPr>
                    </a:p>
                  </a:txBody>
                  <a:tcPr marL="68602" marR="68602" marT="0" marB="0" anchor="ctr"/>
                </a:tc>
                <a:tc>
                  <a:txBody>
                    <a:bodyPr/>
                    <a:lstStyle/>
                    <a:p>
                      <a:pPr algn="ctr">
                        <a:spcAft>
                          <a:spcPts val="0"/>
                        </a:spcAft>
                      </a:pPr>
                      <a:r>
                        <a:rPr lang="en-US" sz="1100" b="1" kern="0">
                          <a:effectLst/>
                        </a:rPr>
                        <a:t>10 bits</a:t>
                      </a:r>
                      <a:endParaRPr lang="zh-CN" sz="1100" b="1" kern="100">
                        <a:effectLst/>
                        <a:latin typeface="Times New Roman"/>
                        <a:ea typeface="宋体"/>
                      </a:endParaRPr>
                    </a:p>
                  </a:txBody>
                  <a:tcPr marL="68602" marR="68602" marT="0" marB="0" anchor="ctr"/>
                </a:tc>
                <a:tc>
                  <a:txBody>
                    <a:bodyPr/>
                    <a:lstStyle/>
                    <a:p>
                      <a:pPr algn="ctr">
                        <a:spcAft>
                          <a:spcPts val="0"/>
                        </a:spcAft>
                      </a:pPr>
                      <a:r>
                        <a:rPr lang="en-US" sz="1100" b="1" kern="0" dirty="0">
                          <a:effectLst/>
                        </a:rPr>
                        <a:t>6 bits</a:t>
                      </a:r>
                      <a:endParaRPr lang="zh-CN" sz="1100" b="1" kern="100" dirty="0">
                        <a:effectLst/>
                        <a:latin typeface="Times New Roman"/>
                        <a:ea typeface="宋体"/>
                      </a:endParaRPr>
                    </a:p>
                  </a:txBody>
                  <a:tcPr marL="68602" marR="68602" marT="0" marB="0" anchor="ctr"/>
                </a:tc>
                <a:tc>
                  <a:txBody>
                    <a:bodyPr/>
                    <a:lstStyle/>
                    <a:p>
                      <a:pPr algn="ctr">
                        <a:spcAft>
                          <a:spcPts val="0"/>
                        </a:spcAft>
                      </a:pPr>
                      <a:r>
                        <a:rPr lang="en-US" sz="1100" b="1" kern="0" dirty="0">
                          <a:effectLst/>
                        </a:rPr>
                        <a:t>10 bits</a:t>
                      </a:r>
                      <a:endParaRPr lang="zh-CN" sz="1100" b="1" kern="100" dirty="0">
                        <a:effectLst/>
                        <a:latin typeface="Times New Roman"/>
                        <a:ea typeface="宋体"/>
                      </a:endParaRPr>
                    </a:p>
                  </a:txBody>
                  <a:tcPr marL="68602" marR="68602" marT="0" marB="0" anchor="ctr"/>
                </a:tc>
                <a:tc>
                  <a:txBody>
                    <a:bodyPr/>
                    <a:lstStyle/>
                    <a:p>
                      <a:pPr algn="ctr">
                        <a:spcAft>
                          <a:spcPts val="0"/>
                        </a:spcAft>
                      </a:pPr>
                      <a:r>
                        <a:rPr lang="en-US" sz="1100" b="1" kern="0">
                          <a:effectLst/>
                        </a:rPr>
                        <a:t>8 bits</a:t>
                      </a:r>
                      <a:endParaRPr lang="zh-CN" sz="1100" b="1" kern="100">
                        <a:effectLst/>
                        <a:latin typeface="Times New Roman"/>
                        <a:ea typeface="宋体"/>
                      </a:endParaRPr>
                    </a:p>
                  </a:txBody>
                  <a:tcPr marL="68602" marR="68602" marT="0" marB="0" anchor="ctr"/>
                </a:tc>
                <a:tc>
                  <a:txBody>
                    <a:bodyPr/>
                    <a:lstStyle/>
                    <a:p>
                      <a:pPr algn="ctr">
                        <a:spcAft>
                          <a:spcPts val="0"/>
                        </a:spcAft>
                      </a:pPr>
                      <a:r>
                        <a:rPr lang="en-US" sz="1100" b="1" kern="0">
                          <a:effectLst/>
                        </a:rPr>
                        <a:t> </a:t>
                      </a:r>
                      <a:endParaRPr lang="zh-CN" sz="1100" b="1" kern="100">
                        <a:effectLst/>
                        <a:latin typeface="Times New Roman"/>
                        <a:ea typeface="宋体"/>
                      </a:endParaRPr>
                    </a:p>
                  </a:txBody>
                  <a:tcPr marL="68602" marR="68602" marT="0" marB="0" anchor="ctr"/>
                </a:tc>
                <a:tc>
                  <a:txBody>
                    <a:bodyPr/>
                    <a:lstStyle/>
                    <a:p>
                      <a:pPr algn="ctr">
                        <a:spcAft>
                          <a:spcPts val="0"/>
                        </a:spcAft>
                      </a:pPr>
                      <a:r>
                        <a:rPr lang="en-US" sz="1100" b="1" kern="0">
                          <a:effectLst/>
                        </a:rPr>
                        <a:t>16 bits</a:t>
                      </a:r>
                      <a:endParaRPr lang="zh-CN" sz="1100" b="1" kern="100">
                        <a:effectLst/>
                        <a:latin typeface="Times New Roman"/>
                        <a:ea typeface="宋体"/>
                      </a:endParaRPr>
                    </a:p>
                  </a:txBody>
                  <a:tcPr marL="68602" marR="68602" marT="0" marB="0" anchor="ctr"/>
                </a:tc>
                <a:extLst>
                  <a:ext uri="{0D108BD9-81ED-4DB2-BD59-A6C34878D82A}">
                    <a16:rowId xmlns:a16="http://schemas.microsoft.com/office/drawing/2014/main" xmlns="" val="10002"/>
                  </a:ext>
                </a:extLst>
              </a:tr>
              <a:tr h="685800">
                <a:tc>
                  <a:txBody>
                    <a:bodyPr/>
                    <a:lstStyle/>
                    <a:p>
                      <a:pPr algn="ctr">
                        <a:spcAft>
                          <a:spcPts val="0"/>
                        </a:spcAft>
                      </a:pPr>
                      <a:r>
                        <a:rPr lang="en-US" sz="1100" kern="0" dirty="0">
                          <a:effectLst/>
                        </a:rPr>
                        <a:t>00</a:t>
                      </a:r>
                      <a:endParaRPr lang="zh-CN" sz="1100" kern="100" dirty="0">
                        <a:effectLst/>
                        <a:latin typeface="Times New Roman"/>
                        <a:ea typeface="宋体"/>
                      </a:endParaRPr>
                    </a:p>
                  </a:txBody>
                  <a:tcPr marL="68602" marR="68602" marT="0" marB="0" anchor="ctr"/>
                </a:tc>
                <a:tc>
                  <a:txBody>
                    <a:bodyPr/>
                    <a:lstStyle/>
                    <a:p>
                      <a:pPr algn="ctr">
                        <a:spcAft>
                          <a:spcPts val="0"/>
                        </a:spcAft>
                      </a:pPr>
                      <a:r>
                        <a:rPr lang="en-US" sz="1100" b="1" kern="0" dirty="0">
                          <a:effectLst/>
                        </a:rPr>
                        <a:t>1 </a:t>
                      </a:r>
                      <a:endParaRPr lang="zh-CN" sz="1100" b="1" kern="100" dirty="0">
                        <a:effectLst/>
                        <a:latin typeface="Times New Roman"/>
                        <a:ea typeface="宋体"/>
                      </a:endParaRPr>
                    </a:p>
                  </a:txBody>
                  <a:tcPr marL="68602" marR="68602" marT="0" marB="0" anchor="ctr"/>
                </a:tc>
                <a:tc>
                  <a:txBody>
                    <a:bodyPr/>
                    <a:lstStyle/>
                    <a:p>
                      <a:pPr algn="ctr">
                        <a:spcAft>
                          <a:spcPts val="0"/>
                        </a:spcAft>
                      </a:pPr>
                      <a:r>
                        <a:rPr lang="en-US" sz="1100" b="1" kern="0" dirty="0">
                          <a:effectLst/>
                        </a:rPr>
                        <a:t>0</a:t>
                      </a:r>
                      <a:endParaRPr lang="zh-CN" sz="1100" b="1" kern="100" dirty="0">
                        <a:effectLst/>
                        <a:latin typeface="Times New Roman"/>
                        <a:ea typeface="宋体"/>
                      </a:endParaRPr>
                    </a:p>
                  </a:txBody>
                  <a:tcPr marL="68602" marR="68602" marT="0" marB="0" anchor="ctr"/>
                </a:tc>
                <a:tc>
                  <a:txBody>
                    <a:bodyPr/>
                    <a:lstStyle/>
                    <a:p>
                      <a:pPr algn="ctr">
                        <a:spcAft>
                          <a:spcPts val="0"/>
                        </a:spcAft>
                      </a:pPr>
                      <a:r>
                        <a:rPr lang="en-US" sz="1100" b="1" kern="0" dirty="0">
                          <a:effectLst/>
                        </a:rPr>
                        <a:t>00</a:t>
                      </a:r>
                      <a:endParaRPr lang="zh-CN" sz="1100" b="1" kern="100" dirty="0">
                        <a:effectLst/>
                        <a:latin typeface="Times New Roman"/>
                        <a:ea typeface="宋体"/>
                      </a:endParaRPr>
                    </a:p>
                  </a:txBody>
                  <a:tcPr marL="68602" marR="68602" marT="0" marB="0" anchor="ctr"/>
                </a:tc>
                <a:tc>
                  <a:txBody>
                    <a:bodyPr/>
                    <a:lstStyle/>
                    <a:p>
                      <a:pPr algn="ctr">
                        <a:spcAft>
                          <a:spcPts val="0"/>
                        </a:spcAft>
                      </a:pPr>
                      <a:r>
                        <a:rPr lang="en-US" sz="1100" b="1" kern="0" dirty="0">
                          <a:effectLst/>
                        </a:rPr>
                        <a:t>XX</a:t>
                      </a:r>
                      <a:endParaRPr lang="zh-CN" sz="1100" b="1" kern="100" dirty="0">
                        <a:effectLst/>
                        <a:latin typeface="Times New Roman"/>
                        <a:ea typeface="宋体"/>
                      </a:endParaRPr>
                    </a:p>
                  </a:txBody>
                  <a:tcPr marL="68602" marR="68602" marT="0" marB="0" anchor="ctr"/>
                </a:tc>
                <a:tc>
                  <a:txBody>
                    <a:bodyPr/>
                    <a:lstStyle/>
                    <a:p>
                      <a:pPr algn="ctr">
                        <a:spcAft>
                          <a:spcPts val="0"/>
                        </a:spcAft>
                      </a:pPr>
                      <a:r>
                        <a:rPr lang="en-US" sz="1100" b="1" kern="0" dirty="0">
                          <a:effectLst/>
                        </a:rPr>
                        <a:t> XX</a:t>
                      </a:r>
                      <a:endParaRPr lang="zh-CN" sz="1100" b="1" kern="100" dirty="0">
                        <a:effectLst/>
                        <a:latin typeface="Times New Roman"/>
                        <a:ea typeface="宋体"/>
                      </a:endParaRPr>
                    </a:p>
                  </a:txBody>
                  <a:tcPr marL="68602" marR="68602" marT="0" marB="0" anchor="ctr"/>
                </a:tc>
                <a:tc>
                  <a:txBody>
                    <a:bodyPr/>
                    <a:lstStyle/>
                    <a:p>
                      <a:pPr algn="ctr">
                        <a:spcAft>
                          <a:spcPts val="0"/>
                        </a:spcAft>
                      </a:pPr>
                      <a:r>
                        <a:rPr lang="en-US" sz="1100" b="1" kern="0" dirty="0">
                          <a:effectLst/>
                        </a:rPr>
                        <a:t>0x0F, 0X3F, 0X7F, 0XFF</a:t>
                      </a:r>
                      <a:endParaRPr lang="zh-CN" sz="1100" b="1" kern="100" dirty="0">
                        <a:effectLst/>
                        <a:latin typeface="Times New Roman"/>
                        <a:ea typeface="宋体"/>
                      </a:endParaRPr>
                    </a:p>
                  </a:txBody>
                  <a:tcPr marL="68602" marR="68602" marT="0" marB="0" anchor="ctr"/>
                </a:tc>
                <a:tc>
                  <a:txBody>
                    <a:bodyPr/>
                    <a:lstStyle/>
                    <a:p>
                      <a:pPr algn="ctr">
                        <a:spcAft>
                          <a:spcPts val="0"/>
                        </a:spcAft>
                      </a:pPr>
                      <a:r>
                        <a:rPr lang="en-US" sz="1100" b="1" kern="0" dirty="0">
                          <a:effectLst/>
                        </a:rPr>
                        <a:t>0 </a:t>
                      </a:r>
                      <a:endParaRPr lang="zh-CN" sz="1100" b="1" kern="100" dirty="0">
                        <a:effectLst/>
                        <a:latin typeface="Times New Roman"/>
                        <a:ea typeface="宋体"/>
                      </a:endParaRPr>
                    </a:p>
                  </a:txBody>
                  <a:tcPr marL="68602" marR="68602" marT="0" marB="0" anchor="ctr"/>
                </a:tc>
                <a:tc>
                  <a:txBody>
                    <a:bodyPr/>
                    <a:lstStyle/>
                    <a:p>
                      <a:pPr algn="ctr">
                        <a:spcAft>
                          <a:spcPts val="0"/>
                        </a:spcAft>
                      </a:pPr>
                      <a:r>
                        <a:rPr lang="en-US" sz="1100" b="1" kern="0" dirty="0">
                          <a:effectLst/>
                        </a:rPr>
                        <a:t>9,57,121,249</a:t>
                      </a:r>
                      <a:endParaRPr lang="zh-CN" sz="1100" b="1" kern="100" dirty="0">
                        <a:effectLst/>
                        <a:latin typeface="Times New Roman"/>
                        <a:ea typeface="宋体"/>
                      </a:endParaRPr>
                    </a:p>
                  </a:txBody>
                  <a:tcPr marL="68602" marR="68602" marT="0" marB="0" anchor="ctr"/>
                </a:tc>
                <a:tc>
                  <a:txBody>
                    <a:bodyPr/>
                    <a:lstStyle/>
                    <a:p>
                      <a:pPr algn="ctr">
                        <a:spcAft>
                          <a:spcPts val="0"/>
                        </a:spcAft>
                      </a:pPr>
                      <a:r>
                        <a:rPr lang="en-US" sz="1100" b="1" kern="0" dirty="0">
                          <a:effectLst/>
                        </a:rPr>
                        <a:t>XOR</a:t>
                      </a:r>
                    </a:p>
                    <a:p>
                      <a:pPr algn="ctr">
                        <a:spcAft>
                          <a:spcPts val="0"/>
                        </a:spcAft>
                      </a:pPr>
                      <a:r>
                        <a:rPr lang="en-US" altLang="zh-CN" sz="1100" b="1" kern="0" dirty="0">
                          <a:effectLst/>
                          <a:latin typeface="Times New Roman"/>
                          <a:ea typeface="宋体"/>
                        </a:rPr>
                        <a:t>Exclusive Or</a:t>
                      </a:r>
                      <a:endParaRPr lang="zh-CN" sz="1100" b="1" kern="100" dirty="0">
                        <a:effectLst/>
                        <a:latin typeface="Times New Roman"/>
                        <a:ea typeface="宋体"/>
                      </a:endParaRPr>
                    </a:p>
                  </a:txBody>
                  <a:tcPr marL="68602" marR="68602" marT="0" marB="0" anchor="ctr"/>
                </a:tc>
                <a:extLst>
                  <a:ext uri="{0D108BD9-81ED-4DB2-BD59-A6C34878D82A}">
                    <a16:rowId xmlns:a16="http://schemas.microsoft.com/office/drawing/2014/main" xmlns="" val="10003"/>
                  </a:ext>
                </a:extLst>
              </a:tr>
            </a:tbl>
          </a:graphicData>
        </a:graphic>
      </p:graphicFrame>
      <p:cxnSp>
        <p:nvCxnSpPr>
          <p:cNvPr id="7" name="直接箭头连接符 5"/>
          <p:cNvCxnSpPr>
            <a:cxnSpLocks noChangeShapeType="1"/>
          </p:cNvCxnSpPr>
          <p:nvPr/>
        </p:nvCxnSpPr>
        <p:spPr bwMode="auto">
          <a:xfrm flipH="1">
            <a:off x="6534150" y="2997995"/>
            <a:ext cx="863600" cy="485775"/>
          </a:xfrm>
          <a:prstGeom prst="straightConnector1">
            <a:avLst/>
          </a:prstGeom>
          <a:noFill/>
          <a:ln w="28575" algn="ctr">
            <a:solidFill>
              <a:srgbClr val="0070C0"/>
            </a:solidFill>
            <a:round/>
            <a:headEnd/>
            <a:tailEnd type="arrow" w="med" len="med"/>
          </a:ln>
          <a:extLst>
            <a:ext uri="{909E8E84-426E-40DD-AFC4-6F175D3DCCD1}">
              <a14:hiddenFill xmlns:a14="http://schemas.microsoft.com/office/drawing/2010/main">
                <a:noFill/>
              </a14:hiddenFill>
            </a:ext>
          </a:extLst>
        </p:spPr>
      </p:cxnSp>
      <p:graphicFrame>
        <p:nvGraphicFramePr>
          <p:cNvPr id="8" name="表格 7"/>
          <p:cNvGraphicFramePr>
            <a:graphicFrameLocks noGrp="1"/>
          </p:cNvGraphicFramePr>
          <p:nvPr/>
        </p:nvGraphicFramePr>
        <p:xfrm>
          <a:off x="3563941" y="3602832"/>
          <a:ext cx="5329237" cy="615554"/>
        </p:xfrm>
        <a:graphic>
          <a:graphicData uri="http://schemas.openxmlformats.org/drawingml/2006/table">
            <a:tbl>
              <a:tblPr firstRow="1" firstCol="1" lastRow="1" lastCol="1" bandRow="1" bandCol="1">
                <a:tableStyleId>{5C22544A-7EE6-4342-B048-85BDC9FD1C3A}</a:tableStyleId>
              </a:tblPr>
              <a:tblGrid>
                <a:gridCol w="2201206">
                  <a:extLst>
                    <a:ext uri="{9D8B030D-6E8A-4147-A177-3AD203B41FA5}">
                      <a16:colId xmlns:a16="http://schemas.microsoft.com/office/drawing/2014/main" xmlns="" val="20000"/>
                    </a:ext>
                  </a:extLst>
                </a:gridCol>
                <a:gridCol w="3128031">
                  <a:extLst>
                    <a:ext uri="{9D8B030D-6E8A-4147-A177-3AD203B41FA5}">
                      <a16:colId xmlns:a16="http://schemas.microsoft.com/office/drawing/2014/main" xmlns="" val="20001"/>
                    </a:ext>
                  </a:extLst>
                </a:gridCol>
              </a:tblGrid>
              <a:tr h="307777">
                <a:tc>
                  <a:txBody>
                    <a:bodyPr/>
                    <a:lstStyle/>
                    <a:p>
                      <a:pPr algn="ctr">
                        <a:spcAft>
                          <a:spcPts val="0"/>
                        </a:spcAft>
                      </a:pPr>
                      <a:r>
                        <a:rPr lang="en-US" altLang="zh-CN" sz="1100" kern="100" dirty="0">
                          <a:solidFill>
                            <a:schemeClr val="tx1"/>
                          </a:solidFill>
                          <a:effectLst/>
                          <a:latin typeface="+mn-lt"/>
                          <a:ea typeface="+mn-ea"/>
                        </a:rPr>
                        <a:t>Type</a:t>
                      </a:r>
                      <a:r>
                        <a:rPr lang="en-US" altLang="zh-CN" sz="1100" kern="100" baseline="0" dirty="0">
                          <a:solidFill>
                            <a:schemeClr val="tx1"/>
                          </a:solidFill>
                          <a:effectLst/>
                          <a:latin typeface="+mn-lt"/>
                          <a:ea typeface="+mn-ea"/>
                        </a:rPr>
                        <a:t>  ID of Command</a:t>
                      </a:r>
                      <a:endParaRPr lang="zh-CN" sz="1100" kern="100" dirty="0">
                        <a:solidFill>
                          <a:schemeClr val="tx1"/>
                        </a:solidFill>
                        <a:effectLst/>
                        <a:latin typeface="Times New Roman"/>
                        <a:ea typeface="宋体"/>
                      </a:endParaRPr>
                    </a:p>
                  </a:txBody>
                  <a:tcPr marL="68588" marR="68588" marT="0" marB="0" anchor="ctr"/>
                </a:tc>
                <a:tc>
                  <a:txBody>
                    <a:bodyPr/>
                    <a:lstStyle/>
                    <a:p>
                      <a:pPr algn="ctr">
                        <a:spcAft>
                          <a:spcPts val="0"/>
                        </a:spcAft>
                      </a:pPr>
                      <a:r>
                        <a:rPr lang="en-US" altLang="zh-CN" sz="1100" kern="100" dirty="0">
                          <a:solidFill>
                            <a:schemeClr val="tx1"/>
                          </a:solidFill>
                          <a:effectLst/>
                        </a:rPr>
                        <a:t>Data</a:t>
                      </a:r>
                      <a:endParaRPr lang="zh-CN" sz="1100" kern="100" dirty="0">
                        <a:solidFill>
                          <a:schemeClr val="tx1"/>
                        </a:solidFill>
                        <a:effectLst/>
                        <a:latin typeface="Times New Roman"/>
                        <a:ea typeface="宋体"/>
                      </a:endParaRPr>
                    </a:p>
                  </a:txBody>
                  <a:tcPr marL="68588" marR="68588" marT="0" marB="0" anchor="ctr"/>
                </a:tc>
                <a:extLst>
                  <a:ext uri="{0D108BD9-81ED-4DB2-BD59-A6C34878D82A}">
                    <a16:rowId xmlns:a16="http://schemas.microsoft.com/office/drawing/2014/main" xmlns="" val="10000"/>
                  </a:ext>
                </a:extLst>
              </a:tr>
              <a:tr h="307777">
                <a:tc>
                  <a:txBody>
                    <a:bodyPr/>
                    <a:lstStyle/>
                    <a:p>
                      <a:pPr algn="ctr">
                        <a:spcAft>
                          <a:spcPts val="0"/>
                        </a:spcAft>
                      </a:pPr>
                      <a:r>
                        <a:rPr lang="en-US" sz="1100" kern="100" dirty="0">
                          <a:solidFill>
                            <a:schemeClr val="tx1"/>
                          </a:solidFill>
                          <a:effectLst/>
                        </a:rPr>
                        <a:t>1Bytes</a:t>
                      </a:r>
                      <a:endParaRPr lang="zh-CN" sz="1100" kern="100" dirty="0">
                        <a:solidFill>
                          <a:schemeClr val="tx1"/>
                        </a:solidFill>
                        <a:effectLst/>
                        <a:latin typeface="Times New Roman"/>
                        <a:ea typeface="宋体"/>
                      </a:endParaRPr>
                    </a:p>
                  </a:txBody>
                  <a:tcPr marL="68588" marR="68588" marT="0" marB="0" anchor="ctr"/>
                </a:tc>
                <a:tc>
                  <a:txBody>
                    <a:bodyPr/>
                    <a:lstStyle/>
                    <a:p>
                      <a:pPr algn="ctr">
                        <a:spcAft>
                          <a:spcPts val="0"/>
                        </a:spcAft>
                      </a:pPr>
                      <a:r>
                        <a:rPr lang="en-US" sz="1100" kern="100" dirty="0">
                          <a:solidFill>
                            <a:schemeClr val="tx1"/>
                          </a:solidFill>
                          <a:effectLst/>
                        </a:rPr>
                        <a:t>8</a:t>
                      </a:r>
                      <a:r>
                        <a:rPr lang="zh-CN" sz="1100" kern="100" dirty="0">
                          <a:solidFill>
                            <a:schemeClr val="tx1"/>
                          </a:solidFill>
                          <a:effectLst/>
                        </a:rPr>
                        <a:t>，</a:t>
                      </a:r>
                      <a:r>
                        <a:rPr lang="en-US" sz="1100" kern="100" dirty="0">
                          <a:solidFill>
                            <a:schemeClr val="tx1"/>
                          </a:solidFill>
                          <a:effectLst/>
                        </a:rPr>
                        <a:t>56</a:t>
                      </a:r>
                      <a:r>
                        <a:rPr lang="zh-CN" sz="1100" kern="100" dirty="0">
                          <a:solidFill>
                            <a:schemeClr val="tx1"/>
                          </a:solidFill>
                          <a:effectLst/>
                        </a:rPr>
                        <a:t>，</a:t>
                      </a:r>
                      <a:r>
                        <a:rPr lang="en-US" sz="1100" kern="100" dirty="0">
                          <a:solidFill>
                            <a:schemeClr val="tx1"/>
                          </a:solidFill>
                          <a:effectLst/>
                        </a:rPr>
                        <a:t>120</a:t>
                      </a:r>
                      <a:r>
                        <a:rPr lang="zh-CN" sz="1100" kern="100" dirty="0">
                          <a:solidFill>
                            <a:schemeClr val="tx1"/>
                          </a:solidFill>
                          <a:effectLst/>
                        </a:rPr>
                        <a:t>，</a:t>
                      </a:r>
                      <a:r>
                        <a:rPr lang="en-US" sz="1100" kern="100" dirty="0">
                          <a:solidFill>
                            <a:schemeClr val="tx1"/>
                          </a:solidFill>
                          <a:effectLst/>
                        </a:rPr>
                        <a:t>248 Bytes</a:t>
                      </a:r>
                      <a:endParaRPr lang="zh-CN" sz="1100" kern="100" dirty="0">
                        <a:solidFill>
                          <a:schemeClr val="tx1"/>
                        </a:solidFill>
                        <a:effectLst/>
                        <a:latin typeface="Times New Roman"/>
                        <a:ea typeface="宋体"/>
                      </a:endParaRPr>
                    </a:p>
                  </a:txBody>
                  <a:tcPr marL="68588" marR="68588" marT="0" marB="0" anchor="ctr"/>
                </a:tc>
                <a:extLst>
                  <a:ext uri="{0D108BD9-81ED-4DB2-BD59-A6C34878D82A}">
                    <a16:rowId xmlns:a16="http://schemas.microsoft.com/office/drawing/2014/main" xmlns="" val="10001"/>
                  </a:ext>
                </a:extLst>
              </a:tr>
            </a:tbl>
          </a:graphicData>
        </a:graphic>
      </p:graphicFrame>
      <p:sp>
        <p:nvSpPr>
          <p:cNvPr id="9" name="椭圆 4"/>
          <p:cNvSpPr>
            <a:spLocks noChangeArrowheads="1"/>
          </p:cNvSpPr>
          <p:nvPr/>
        </p:nvSpPr>
        <p:spPr bwMode="auto">
          <a:xfrm>
            <a:off x="6954838" y="1004889"/>
            <a:ext cx="1117600" cy="1999060"/>
          </a:xfrm>
          <a:prstGeom prst="ellipse">
            <a:avLst/>
          </a:prstGeom>
          <a:noFill/>
          <a:ln w="12700" algn="ctr">
            <a:solidFill>
              <a:srgbClr val="0070C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rgbClr val="FF0000"/>
              </a:solidFill>
            </a:endParaRPr>
          </a:p>
        </p:txBody>
      </p:sp>
      <p:sp>
        <p:nvSpPr>
          <p:cNvPr id="10" name="椭圆 4"/>
          <p:cNvSpPr>
            <a:spLocks noChangeArrowheads="1"/>
          </p:cNvSpPr>
          <p:nvPr/>
        </p:nvSpPr>
        <p:spPr bwMode="auto">
          <a:xfrm>
            <a:off x="3743325" y="3462339"/>
            <a:ext cx="1836738" cy="837010"/>
          </a:xfrm>
          <a:prstGeom prst="ellipse">
            <a:avLst/>
          </a:prstGeom>
          <a:noFill/>
          <a:ln w="12700" algn="ctr">
            <a:solidFill>
              <a:srgbClr val="0070C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rgbClr val="FF0000"/>
              </a:solidFill>
            </a:endParaRPr>
          </a:p>
        </p:txBody>
      </p:sp>
      <p:sp>
        <p:nvSpPr>
          <p:cNvPr id="11" name="矩形 11"/>
          <p:cNvSpPr>
            <a:spLocks noChangeArrowheads="1"/>
          </p:cNvSpPr>
          <p:nvPr/>
        </p:nvSpPr>
        <p:spPr bwMode="auto">
          <a:xfrm>
            <a:off x="0" y="3256361"/>
            <a:ext cx="3659188" cy="1615827"/>
          </a:xfrm>
          <a:prstGeom prst="rect">
            <a:avLst/>
          </a:prstGeom>
          <a:noFill/>
          <a:ln w="9525">
            <a:noFill/>
            <a:miter lim="800000"/>
            <a:headEnd/>
            <a:tailEnd/>
          </a:ln>
        </p:spPr>
        <p:txBody>
          <a:bodyPr>
            <a:spAutoFit/>
          </a:bodyPr>
          <a:lstStyle/>
          <a:p>
            <a:pPr algn="l">
              <a:lnSpc>
                <a:spcPct val="110000"/>
              </a:lnSpc>
              <a:defRPr/>
            </a:pPr>
            <a:r>
              <a:rPr lang="en-US" altLang="zh-CN" sz="1800" kern="100" dirty="0">
                <a:solidFill>
                  <a:schemeClr val="tx1"/>
                </a:solidFill>
              </a:rPr>
              <a:t>In OBC, Transfer Frame Data Field divided into two parts. </a:t>
            </a:r>
          </a:p>
          <a:p>
            <a:pPr algn="l">
              <a:lnSpc>
                <a:spcPct val="110000"/>
              </a:lnSpc>
              <a:defRPr/>
            </a:pPr>
            <a:endParaRPr lang="en-US" altLang="zh-CN" sz="1800" kern="100" dirty="0">
              <a:solidFill>
                <a:schemeClr val="tx1"/>
              </a:solidFill>
            </a:endParaRPr>
          </a:p>
          <a:p>
            <a:pPr algn="l">
              <a:lnSpc>
                <a:spcPct val="110000"/>
              </a:lnSpc>
              <a:defRPr/>
            </a:pPr>
            <a:r>
              <a:rPr lang="en-US" altLang="zh-CN" sz="1800" kern="100" dirty="0">
                <a:solidFill>
                  <a:schemeClr val="tx1"/>
                </a:solidFill>
              </a:rPr>
              <a:t>Type  ID of Command</a:t>
            </a:r>
            <a:r>
              <a:rPr lang="zh-CN" altLang="en-US" sz="1800" kern="100" dirty="0">
                <a:solidFill>
                  <a:schemeClr val="tx1"/>
                </a:solidFill>
                <a:latin typeface="Times New Roman"/>
                <a:ea typeface="宋体"/>
              </a:rPr>
              <a:t> </a:t>
            </a:r>
            <a:r>
              <a:rPr lang="en-US" altLang="zh-CN" sz="1800" dirty="0">
                <a:solidFill>
                  <a:schemeClr val="tx1"/>
                </a:solidFill>
              </a:rPr>
              <a:t>indicates which type this command belongs to</a:t>
            </a:r>
            <a:endParaRPr lang="zh-CN" altLang="en-US" sz="1800" dirty="0">
              <a:solidFill>
                <a:schemeClr val="tx1"/>
              </a:solidFill>
            </a:endParaRPr>
          </a:p>
        </p:txBody>
      </p:sp>
    </p:spTree>
    <p:extLst>
      <p:ext uri="{BB962C8B-B14F-4D97-AF65-F5344CB8AC3E}">
        <p14:creationId xmlns:p14="http://schemas.microsoft.com/office/powerpoint/2010/main" val="12839182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3: </a:t>
            </a:r>
            <a:r>
              <a:rPr lang="en-US" altLang="zh-CN" sz="3000" dirty="0" err="1"/>
              <a:t>Telecommand</a:t>
            </a:r>
            <a:r>
              <a:rPr lang="en-US" altLang="zh-CN" sz="3000" dirty="0"/>
              <a:t> Format and Execution</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40</a:t>
            </a:fld>
            <a:r>
              <a:rPr lang="zh-CN" altLang="en-US"/>
              <a:t> </a:t>
            </a:r>
            <a:endParaRPr lang="zh-CN" altLang="en-US" dirty="0">
              <a:latin typeface="微软雅黑" pitchFamily="34" charset="-122"/>
              <a:ea typeface="微软雅黑" pitchFamily="34" charset="-122"/>
            </a:endParaRPr>
          </a:p>
        </p:txBody>
      </p:sp>
      <p:sp>
        <p:nvSpPr>
          <p:cNvPr id="6" name="内容占位符 2"/>
          <p:cNvSpPr>
            <a:spLocks noGrp="1"/>
          </p:cNvSpPr>
          <p:nvPr>
            <p:ph idx="1"/>
          </p:nvPr>
        </p:nvSpPr>
        <p:spPr bwMode="auto">
          <a:xfrm>
            <a:off x="336550" y="1078874"/>
            <a:ext cx="8229600" cy="375047"/>
          </a:xfrm>
          <a:ln>
            <a:miter lim="800000"/>
            <a:headEnd/>
            <a:tailEnd/>
          </a:ln>
        </p:spPr>
        <p:txBody>
          <a:bodyPr vert="horz" wrap="square" lIns="91440" tIns="45720" rIns="91440" bIns="45720" numCol="1" anchor="t" anchorCtr="0" compatLnSpc="1">
            <a:prstTxWarp prst="textNoShape">
              <a:avLst/>
            </a:prstTxWarp>
            <a:normAutofit fontScale="62500" lnSpcReduction="20000"/>
          </a:bodyPr>
          <a:lstStyle/>
          <a:p>
            <a:pPr marL="0" lvl="2">
              <a:buFontTx/>
              <a:buNone/>
              <a:defRPr/>
            </a:pPr>
            <a:r>
              <a:rPr lang="en-US" altLang="zh-CN" dirty="0">
                <a:latin typeface="Times New Roman" pitchFamily="18" charset="0"/>
                <a:cs typeface="Times New Roman" pitchFamily="18" charset="0"/>
              </a:rPr>
              <a:t>OBC Data </a:t>
            </a:r>
            <a:r>
              <a:rPr lang="en-US" altLang="zh-CN" kern="100" dirty="0"/>
              <a:t>Type</a:t>
            </a:r>
            <a:endParaRPr lang="zh-CN" altLang="en-US" dirty="0">
              <a:latin typeface="Times New Roman" pitchFamily="18" charset="0"/>
              <a:cs typeface="Times New Roman" pitchFamily="18" charset="0"/>
            </a:endParaRPr>
          </a:p>
        </p:txBody>
      </p:sp>
      <p:graphicFrame>
        <p:nvGraphicFramePr>
          <p:cNvPr id="7" name="表格 6"/>
          <p:cNvGraphicFramePr>
            <a:graphicFrameLocks noGrp="1"/>
          </p:cNvGraphicFramePr>
          <p:nvPr>
            <p:extLst>
              <p:ext uri="{D42A27DB-BD31-4B8C-83A1-F6EECF244321}">
                <p14:modId xmlns:p14="http://schemas.microsoft.com/office/powerpoint/2010/main" val="1827998815"/>
              </p:ext>
            </p:extLst>
          </p:nvPr>
        </p:nvGraphicFramePr>
        <p:xfrm>
          <a:off x="628650" y="1845636"/>
          <a:ext cx="6535738" cy="2400300"/>
        </p:xfrm>
        <a:graphic>
          <a:graphicData uri="http://schemas.openxmlformats.org/drawingml/2006/table">
            <a:tbl>
              <a:tblPr/>
              <a:tblGrid>
                <a:gridCol w="2147191">
                  <a:extLst>
                    <a:ext uri="{9D8B030D-6E8A-4147-A177-3AD203B41FA5}">
                      <a16:colId xmlns:a16="http://schemas.microsoft.com/office/drawing/2014/main" xmlns="" val="20000"/>
                    </a:ext>
                  </a:extLst>
                </a:gridCol>
                <a:gridCol w="4388547">
                  <a:extLst>
                    <a:ext uri="{9D8B030D-6E8A-4147-A177-3AD203B41FA5}">
                      <a16:colId xmlns:a16="http://schemas.microsoft.com/office/drawing/2014/main" xmlns="" val="20001"/>
                    </a:ext>
                  </a:extLst>
                </a:gridCol>
              </a:tblGrid>
              <a:tr h="342900">
                <a:tc>
                  <a:txBody>
                    <a:bodyPr/>
                    <a:lstStyle/>
                    <a:p>
                      <a:pPr algn="just">
                        <a:lnSpc>
                          <a:spcPct val="150000"/>
                        </a:lnSpc>
                        <a:spcAft>
                          <a:spcPts val="0"/>
                        </a:spcAft>
                      </a:pPr>
                      <a:r>
                        <a:rPr lang="en-US" sz="1500" b="0" kern="100" dirty="0">
                          <a:solidFill>
                            <a:schemeClr val="tx1"/>
                          </a:solidFill>
                          <a:latin typeface="Times New Roman"/>
                          <a:ea typeface="宋体"/>
                        </a:rPr>
                        <a:t>20H</a:t>
                      </a:r>
                      <a:endParaRPr lang="zh-CN" sz="1500" b="0" kern="100" dirty="0">
                        <a:solidFill>
                          <a:schemeClr val="tx1"/>
                        </a:solidFill>
                        <a:latin typeface="Times New Roman"/>
                        <a:ea typeface="宋体"/>
                      </a:endParaRPr>
                    </a:p>
                  </a:txBody>
                  <a:tcPr marL="68579" marR="68579" marT="0" marB="0">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500" b="0" kern="100" dirty="0">
                          <a:solidFill>
                            <a:schemeClr val="tx1"/>
                          </a:solidFill>
                          <a:latin typeface="Times New Roman"/>
                          <a:ea typeface="宋体"/>
                        </a:rPr>
                        <a:t>Indirect TC </a:t>
                      </a:r>
                      <a:r>
                        <a:rPr lang="en-US" sz="1500" b="0" kern="100" dirty="0">
                          <a:solidFill>
                            <a:schemeClr val="tx1"/>
                          </a:solidFill>
                          <a:latin typeface="Times New Roman"/>
                          <a:ea typeface="+mn-ea"/>
                        </a:rPr>
                        <a:t>block</a:t>
                      </a:r>
                      <a:endParaRPr lang="zh-CN" sz="1500" b="0" kern="100" dirty="0">
                        <a:solidFill>
                          <a:schemeClr val="tx1"/>
                        </a:solidFill>
                        <a:latin typeface="Times New Roman"/>
                        <a:ea typeface="宋体"/>
                      </a:endParaRPr>
                    </a:p>
                  </a:txBody>
                  <a:tcPr marL="68579" marR="68579" marT="0" marB="0">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0"/>
                  </a:ext>
                </a:extLst>
              </a:tr>
              <a:tr h="342900">
                <a:tc>
                  <a:txBody>
                    <a:bodyPr/>
                    <a:lstStyle/>
                    <a:p>
                      <a:pPr algn="just">
                        <a:lnSpc>
                          <a:spcPct val="150000"/>
                        </a:lnSpc>
                        <a:spcAft>
                          <a:spcPts val="0"/>
                        </a:spcAft>
                      </a:pPr>
                      <a:r>
                        <a:rPr lang="en-US" sz="1500" kern="100">
                          <a:latin typeface="Times New Roman"/>
                          <a:ea typeface="宋体"/>
                        </a:rPr>
                        <a:t>40H</a:t>
                      </a:r>
                      <a:endParaRPr lang="zh-CN" sz="1500" kern="100">
                        <a:latin typeface="Times New Roman"/>
                        <a:ea typeface="宋体"/>
                      </a:endParaRPr>
                    </a:p>
                  </a:txBody>
                  <a:tcPr marL="68579" marR="68579" marT="0" marB="0">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500" kern="100" dirty="0">
                          <a:latin typeface="Times New Roman"/>
                          <a:ea typeface="宋体"/>
                        </a:rPr>
                        <a:t>Data block</a:t>
                      </a:r>
                      <a:endParaRPr lang="zh-CN" sz="1500" kern="100" dirty="0">
                        <a:latin typeface="Times New Roman"/>
                        <a:ea typeface="宋体"/>
                      </a:endParaRPr>
                    </a:p>
                  </a:txBody>
                  <a:tcPr marL="68579" marR="68579" marT="0" marB="0">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r h="342900">
                <a:tc>
                  <a:txBody>
                    <a:bodyPr/>
                    <a:lstStyle/>
                    <a:p>
                      <a:pPr algn="just">
                        <a:lnSpc>
                          <a:spcPct val="150000"/>
                        </a:lnSpc>
                        <a:spcAft>
                          <a:spcPts val="0"/>
                        </a:spcAft>
                      </a:pPr>
                      <a:r>
                        <a:rPr lang="en-US" sz="1500" kern="100">
                          <a:latin typeface="Times New Roman"/>
                          <a:ea typeface="宋体"/>
                        </a:rPr>
                        <a:t>80H</a:t>
                      </a:r>
                      <a:endParaRPr lang="zh-CN" sz="1500" kern="100">
                        <a:latin typeface="Times New Roman"/>
                        <a:ea typeface="宋体"/>
                      </a:endParaRPr>
                    </a:p>
                  </a:txBody>
                  <a:tcPr marL="68579" marR="68579" marT="0" marB="0">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500" kern="100">
                          <a:latin typeface="Times New Roman"/>
                          <a:ea typeface="宋体"/>
                        </a:rPr>
                        <a:t>TTC</a:t>
                      </a:r>
                      <a:endParaRPr lang="zh-CN" sz="1500" kern="100">
                        <a:latin typeface="Times New Roman"/>
                        <a:ea typeface="宋体"/>
                      </a:endParaRPr>
                    </a:p>
                  </a:txBody>
                  <a:tcPr marL="68579" marR="68579" marT="0" marB="0">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2"/>
                  </a:ext>
                </a:extLst>
              </a:tr>
              <a:tr h="342900">
                <a:tc>
                  <a:txBody>
                    <a:bodyPr/>
                    <a:lstStyle/>
                    <a:p>
                      <a:pPr algn="just">
                        <a:lnSpc>
                          <a:spcPct val="150000"/>
                        </a:lnSpc>
                        <a:spcAft>
                          <a:spcPts val="0"/>
                        </a:spcAft>
                      </a:pPr>
                      <a:r>
                        <a:rPr lang="en-US" sz="1500" kern="100">
                          <a:latin typeface="Times New Roman"/>
                          <a:ea typeface="宋体"/>
                        </a:rPr>
                        <a:t>A0H</a:t>
                      </a:r>
                      <a:endParaRPr lang="zh-CN" sz="1500" kern="100">
                        <a:latin typeface="Times New Roman"/>
                        <a:ea typeface="宋体"/>
                      </a:endParaRPr>
                    </a:p>
                  </a:txBody>
                  <a:tcPr marL="68579" marR="68579" marT="0" marB="0">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500" kern="100">
                          <a:latin typeface="Times New Roman"/>
                          <a:ea typeface="宋体"/>
                        </a:rPr>
                        <a:t>RTTC</a:t>
                      </a:r>
                      <a:endParaRPr lang="zh-CN" sz="1500" kern="100">
                        <a:latin typeface="Times New Roman"/>
                        <a:ea typeface="宋体"/>
                      </a:endParaRPr>
                    </a:p>
                  </a:txBody>
                  <a:tcPr marL="68579" marR="68579" marT="0" marB="0">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3"/>
                  </a:ext>
                </a:extLst>
              </a:tr>
              <a:tr h="342900">
                <a:tc>
                  <a:txBody>
                    <a:bodyPr/>
                    <a:lstStyle/>
                    <a:p>
                      <a:pPr algn="just">
                        <a:lnSpc>
                          <a:spcPct val="150000"/>
                        </a:lnSpc>
                        <a:spcAft>
                          <a:spcPts val="0"/>
                        </a:spcAft>
                      </a:pPr>
                      <a:r>
                        <a:rPr lang="en-US" sz="1500" kern="100">
                          <a:latin typeface="Times New Roman"/>
                          <a:ea typeface="宋体"/>
                        </a:rPr>
                        <a:t>C0H</a:t>
                      </a:r>
                      <a:endParaRPr lang="zh-CN" sz="1500" kern="100">
                        <a:latin typeface="Times New Roman"/>
                        <a:ea typeface="宋体"/>
                      </a:endParaRPr>
                    </a:p>
                  </a:txBody>
                  <a:tcPr marL="68579" marR="68579" marT="0" marB="0">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500" kern="100">
                          <a:latin typeface="Times New Roman"/>
                          <a:ea typeface="宋体"/>
                        </a:rPr>
                        <a:t>TTD</a:t>
                      </a:r>
                      <a:endParaRPr lang="zh-CN" sz="1500" kern="100">
                        <a:latin typeface="Times New Roman"/>
                        <a:ea typeface="宋体"/>
                      </a:endParaRPr>
                    </a:p>
                  </a:txBody>
                  <a:tcPr marL="68579" marR="68579" marT="0" marB="0">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4"/>
                  </a:ext>
                </a:extLst>
              </a:tr>
              <a:tr h="342900">
                <a:tc>
                  <a:txBody>
                    <a:bodyPr/>
                    <a:lstStyle/>
                    <a:p>
                      <a:pPr algn="just">
                        <a:lnSpc>
                          <a:spcPct val="150000"/>
                        </a:lnSpc>
                        <a:spcAft>
                          <a:spcPts val="0"/>
                        </a:spcAft>
                      </a:pPr>
                      <a:r>
                        <a:rPr lang="en-US" sz="1500" kern="100">
                          <a:latin typeface="Times New Roman"/>
                          <a:ea typeface="宋体"/>
                        </a:rPr>
                        <a:t>D0H</a:t>
                      </a:r>
                      <a:endParaRPr lang="zh-CN" sz="1500" kern="100">
                        <a:latin typeface="Times New Roman"/>
                        <a:ea typeface="宋体"/>
                      </a:endParaRPr>
                    </a:p>
                  </a:txBody>
                  <a:tcPr marL="68579" marR="68579" marT="0" marB="0">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500" kern="100">
                          <a:latin typeface="Times New Roman"/>
                          <a:ea typeface="宋体"/>
                        </a:rPr>
                        <a:t>PMC gain</a:t>
                      </a:r>
                      <a:endParaRPr lang="zh-CN" sz="1500" kern="100">
                        <a:latin typeface="Times New Roman"/>
                        <a:ea typeface="宋体"/>
                      </a:endParaRPr>
                    </a:p>
                  </a:txBody>
                  <a:tcPr marL="68579" marR="68579" marT="0" marB="0">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5"/>
                  </a:ext>
                </a:extLst>
              </a:tr>
              <a:tr h="342900">
                <a:tc>
                  <a:txBody>
                    <a:bodyPr/>
                    <a:lstStyle/>
                    <a:p>
                      <a:pPr algn="just">
                        <a:lnSpc>
                          <a:spcPct val="150000"/>
                        </a:lnSpc>
                        <a:spcAft>
                          <a:spcPts val="0"/>
                        </a:spcAft>
                      </a:pPr>
                      <a:r>
                        <a:rPr lang="en-US" sz="1500" kern="100" dirty="0">
                          <a:latin typeface="Times New Roman"/>
                          <a:ea typeface="宋体"/>
                        </a:rPr>
                        <a:t>E0H</a:t>
                      </a:r>
                      <a:endParaRPr lang="zh-CN" sz="1500" kern="100" dirty="0">
                        <a:latin typeface="Times New Roman"/>
                        <a:ea typeface="宋体"/>
                      </a:endParaRPr>
                    </a:p>
                  </a:txBody>
                  <a:tcPr marL="68579" marR="68579" marT="0" marB="0">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dbl"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500" kern="100" dirty="0">
                          <a:latin typeface="Times New Roman"/>
                          <a:ea typeface="宋体"/>
                        </a:rPr>
                        <a:t>Patch code</a:t>
                      </a:r>
                      <a:endParaRPr lang="zh-CN" sz="1500" kern="100" dirty="0">
                        <a:latin typeface="Times New Roman"/>
                        <a:ea typeface="宋体"/>
                      </a:endParaRPr>
                    </a:p>
                  </a:txBody>
                  <a:tcPr marL="68579" marR="68579" marT="0" marB="0">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dbl" algn="ctr">
                      <a:solidFill>
                        <a:srgbClr val="000000"/>
                      </a:solidFill>
                      <a:prstDash val="solid"/>
                      <a:round/>
                      <a:headEnd type="none" w="med" len="med"/>
                      <a:tailEnd type="none" w="med" len="med"/>
                    </a:lnB>
                  </a:tcPr>
                </a:tc>
                <a:extLst>
                  <a:ext uri="{0D108BD9-81ED-4DB2-BD59-A6C34878D82A}">
                    <a16:rowId xmlns:a16="http://schemas.microsoft.com/office/drawing/2014/main" xmlns="" val="10006"/>
                  </a:ext>
                </a:extLst>
              </a:tr>
            </a:tbl>
          </a:graphicData>
        </a:graphic>
      </p:graphicFrame>
      <p:sp>
        <p:nvSpPr>
          <p:cNvPr id="8" name="TextBox 7"/>
          <p:cNvSpPr txBox="1"/>
          <p:nvPr/>
        </p:nvSpPr>
        <p:spPr>
          <a:xfrm>
            <a:off x="5930900" y="1325332"/>
            <a:ext cx="3213100" cy="369332"/>
          </a:xfrm>
          <a:prstGeom prst="rect">
            <a:avLst/>
          </a:prstGeom>
          <a:noFill/>
        </p:spPr>
        <p:txBody>
          <a:bodyPr>
            <a:spAutoFit/>
          </a:bodyPr>
          <a:lstStyle/>
          <a:p>
            <a:pPr marL="0" lvl="2" indent="-228600" algn="l" eaLnBrk="0" hangingPunct="0">
              <a:spcBef>
                <a:spcPct val="20000"/>
              </a:spcBef>
              <a:defRPr/>
            </a:pPr>
            <a:r>
              <a:rPr lang="en-US" altLang="zh-CN" b="0" dirty="0">
                <a:solidFill>
                  <a:schemeClr val="tx1"/>
                </a:solidFill>
                <a:latin typeface="Times New Roman" pitchFamily="18" charset="0"/>
                <a:ea typeface="+mn-ea"/>
                <a:cs typeface="Times New Roman" pitchFamily="18" charset="0"/>
              </a:rPr>
              <a:t>For OBC and subcomputer</a:t>
            </a:r>
            <a:endParaRPr lang="zh-CN" altLang="en-US" b="0" dirty="0">
              <a:solidFill>
                <a:schemeClr val="tx1"/>
              </a:solidFill>
              <a:latin typeface="Times New Roman" pitchFamily="18" charset="0"/>
              <a:ea typeface="+mn-ea"/>
              <a:cs typeface="Times New Roman" pitchFamily="18" charset="0"/>
            </a:endParaRPr>
          </a:p>
        </p:txBody>
      </p:sp>
      <p:cxnSp>
        <p:nvCxnSpPr>
          <p:cNvPr id="9" name="直接箭头连接符 5"/>
          <p:cNvCxnSpPr>
            <a:cxnSpLocks noChangeShapeType="1"/>
            <a:endCxn id="8" idx="1"/>
          </p:cNvCxnSpPr>
          <p:nvPr/>
        </p:nvCxnSpPr>
        <p:spPr bwMode="auto">
          <a:xfrm flipV="1">
            <a:off x="5010150" y="1509998"/>
            <a:ext cx="920750" cy="417793"/>
          </a:xfrm>
          <a:prstGeom prst="straightConnector1">
            <a:avLst/>
          </a:prstGeom>
          <a:noFill/>
          <a:ln w="28575" algn="ctr">
            <a:solidFill>
              <a:srgbClr val="0070C0"/>
            </a:solidFill>
            <a:round/>
            <a:headEnd/>
            <a:tailEnd type="arrow"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12839182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3: </a:t>
            </a:r>
            <a:r>
              <a:rPr lang="en-US" altLang="zh-CN" sz="3000" dirty="0" err="1"/>
              <a:t>Telecommand</a:t>
            </a:r>
            <a:r>
              <a:rPr lang="en-US" altLang="zh-CN" sz="3000" dirty="0"/>
              <a:t> Format and Execution</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41</a:t>
            </a:fld>
            <a:r>
              <a:rPr lang="zh-CN" altLang="en-US"/>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3426882398"/>
              </p:ext>
            </p:extLst>
          </p:nvPr>
        </p:nvGraphicFramePr>
        <p:xfrm>
          <a:off x="1212850" y="1715096"/>
          <a:ext cx="6535738" cy="2172390"/>
        </p:xfrm>
        <a:graphic>
          <a:graphicData uri="http://schemas.openxmlformats.org/drawingml/2006/table">
            <a:tbl>
              <a:tblPr/>
              <a:tblGrid>
                <a:gridCol w="1000125">
                  <a:extLst>
                    <a:ext uri="{9D8B030D-6E8A-4147-A177-3AD203B41FA5}">
                      <a16:colId xmlns:a16="http://schemas.microsoft.com/office/drawing/2014/main" xmlns="" val="20000"/>
                    </a:ext>
                  </a:extLst>
                </a:gridCol>
                <a:gridCol w="1122363">
                  <a:extLst>
                    <a:ext uri="{9D8B030D-6E8A-4147-A177-3AD203B41FA5}">
                      <a16:colId xmlns:a16="http://schemas.microsoft.com/office/drawing/2014/main" xmlns="" val="20001"/>
                    </a:ext>
                  </a:extLst>
                </a:gridCol>
                <a:gridCol w="4413250">
                  <a:extLst>
                    <a:ext uri="{9D8B030D-6E8A-4147-A177-3AD203B41FA5}">
                      <a16:colId xmlns:a16="http://schemas.microsoft.com/office/drawing/2014/main" xmlns="" val="20002"/>
                    </a:ext>
                  </a:extLst>
                </a:gridCol>
              </a:tblGrid>
              <a:tr h="21717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400" b="1" i="0" u="none" strike="noStrike" cap="none" normalizeH="0" baseline="0" dirty="0">
                          <a:ln>
                            <a:noFill/>
                          </a:ln>
                          <a:solidFill>
                            <a:schemeClr val="tx1"/>
                          </a:solidFill>
                          <a:effectLst/>
                          <a:latin typeface="Times New Roman" pitchFamily="18" charset="0"/>
                          <a:ea typeface="黑体" pitchFamily="2" charset="-122"/>
                          <a:cs typeface="Times New Roman" pitchFamily="18" charset="0"/>
                        </a:rPr>
                        <a:t>NO</a:t>
                      </a:r>
                      <a:endParaRPr kumimoji="0" lang="zh-CN" altLang="zh-CN" sz="1400" b="0" i="0" u="none" strike="noStrike" cap="none" normalizeH="0" baseline="0" dirty="0">
                        <a:ln>
                          <a:noFill/>
                        </a:ln>
                        <a:solidFill>
                          <a:schemeClr val="tx1"/>
                        </a:solidFill>
                        <a:effectLst/>
                        <a:latin typeface="Times New Roman" pitchFamily="18" charset="0"/>
                        <a:ea typeface="黑体" pitchFamily="2" charset="-122"/>
                        <a:cs typeface="Times New Roman" pitchFamily="18" charset="0"/>
                      </a:endParaRPr>
                    </a:p>
                  </a:txBody>
                  <a:tcPr marL="68580" marR="68580" marT="0" marB="0" anchor="ctr" horzOverflow="overflow">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400" b="1" i="0" u="none" strike="noStrike" cap="none" normalizeH="0" baseline="0">
                          <a:ln>
                            <a:noFill/>
                          </a:ln>
                          <a:solidFill>
                            <a:schemeClr val="tx1"/>
                          </a:solidFill>
                          <a:effectLst/>
                          <a:latin typeface="Times New Roman" pitchFamily="18" charset="0"/>
                          <a:ea typeface="黑体" pitchFamily="2" charset="-122"/>
                          <a:cs typeface="Times New Roman" pitchFamily="18" charset="0"/>
                        </a:rPr>
                        <a:t>DATA</a:t>
                      </a:r>
                      <a:endParaRPr kumimoji="0" lang="zh-CN" altLang="zh-CN" sz="1400" b="0" i="0" u="none" strike="noStrike" cap="none" normalizeH="0" baseline="0">
                        <a:ln>
                          <a:noFill/>
                        </a:ln>
                        <a:solidFill>
                          <a:schemeClr val="tx1"/>
                        </a:solidFill>
                        <a:effectLst/>
                        <a:latin typeface="Times New Roman" pitchFamily="18" charset="0"/>
                        <a:ea typeface="黑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400" b="1" i="0" u="none" strike="noStrike" cap="none" normalizeH="0" baseline="0">
                          <a:ln>
                            <a:noFill/>
                          </a:ln>
                          <a:solidFill>
                            <a:schemeClr val="tx1"/>
                          </a:solidFill>
                          <a:effectLst/>
                          <a:latin typeface="Times New Roman" pitchFamily="18" charset="0"/>
                          <a:ea typeface="黑体" pitchFamily="2" charset="-122"/>
                          <a:cs typeface="Times New Roman" pitchFamily="18" charset="0"/>
                        </a:rPr>
                        <a:t>DESCRIPTION</a:t>
                      </a:r>
                      <a:endParaRPr kumimoji="0" lang="zh-CN" altLang="zh-CN" sz="1400" b="0" i="0" u="none" strike="noStrike" cap="none" normalizeH="0" baseline="0">
                        <a:ln>
                          <a:noFill/>
                        </a:ln>
                        <a:solidFill>
                          <a:schemeClr val="tx1"/>
                        </a:solidFill>
                        <a:effectLst/>
                        <a:latin typeface="Times New Roman" pitchFamily="18" charset="0"/>
                        <a:ea typeface="黑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21717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zh-CN"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20H</a:t>
                      </a:r>
                      <a:endParaRPr kumimoji="0" lang="zh-CN"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IDENTIFICATION</a:t>
                      </a:r>
                      <a:endParaRPr kumimoji="0" lang="zh-CN"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21717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zh-CN"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m</a:t>
                      </a:r>
                      <a:endParaRPr kumimoji="0" lang="zh-CN"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m=6</a:t>
                      </a:r>
                      <a:endParaRPr kumimoji="0" lang="zh-CN"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21717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a:t>
                      </a:r>
                      <a:endParaRPr kumimoji="0" lang="zh-CN"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00H</a:t>
                      </a:r>
                      <a:endParaRPr kumimoji="0" lang="zh-CN"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reserved</a:t>
                      </a:r>
                      <a:endParaRPr kumimoji="0" lang="zh-CN"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21717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3</a:t>
                      </a:r>
                      <a:endParaRPr kumimoji="0" lang="zh-CN"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n</a:t>
                      </a:r>
                      <a:endParaRPr kumimoji="0" lang="zh-CN"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n=1</a:t>
                      </a:r>
                      <a:endParaRPr kumimoji="0" lang="zh-CN"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r h="21717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4</a:t>
                      </a:r>
                      <a:endParaRPr kumimoji="0" lang="zh-CN"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##H</a:t>
                      </a:r>
                      <a:endParaRPr kumimoji="0" lang="zh-CN"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4">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Command</a:t>
                      </a:r>
                      <a:endParaRPr kumimoji="0" lang="zh-CN"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21717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5</a:t>
                      </a:r>
                      <a:endParaRPr kumimoji="0" lang="zh-CN"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##H</a:t>
                      </a:r>
                      <a:endParaRPr kumimoji="0" lang="zh-CN"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xmlns="" val="10006"/>
                  </a:ext>
                </a:extLst>
              </a:tr>
              <a:tr h="21717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6</a:t>
                      </a:r>
                      <a:endParaRPr kumimoji="0" lang="zh-CN"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##H</a:t>
                      </a:r>
                      <a:endParaRPr kumimoji="0" lang="zh-CN"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xmlns="" val="10007"/>
                  </a:ext>
                </a:extLst>
              </a:tr>
              <a:tr h="21786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7</a:t>
                      </a:r>
                      <a:endParaRPr kumimoji="0" lang="zh-CN"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##H</a:t>
                      </a:r>
                      <a:endParaRPr kumimoji="0" lang="zh-CN"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xmlns="" val="10008"/>
                  </a:ext>
                </a:extLst>
              </a:tr>
              <a:tr h="21717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8</a:t>
                      </a:r>
                      <a:endParaRPr kumimoji="0" lang="zh-CN"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dbl"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AAH</a:t>
                      </a:r>
                      <a:endParaRPr kumimoji="0" lang="zh-CN"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dbl"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reserved</a:t>
                      </a:r>
                      <a:endParaRPr kumimoji="0" lang="zh-CN" altLang="zh-CN" sz="1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dbl"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9"/>
                  </a:ext>
                </a:extLst>
              </a:tr>
            </a:tbl>
          </a:graphicData>
        </a:graphic>
      </p:graphicFrame>
      <p:sp>
        <p:nvSpPr>
          <p:cNvPr id="7" name="标题 2"/>
          <p:cNvSpPr txBox="1">
            <a:spLocks/>
          </p:cNvSpPr>
          <p:nvPr/>
        </p:nvSpPr>
        <p:spPr bwMode="auto">
          <a:xfrm>
            <a:off x="557213" y="1005483"/>
            <a:ext cx="8229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algn="l"/>
            <a:r>
              <a:rPr lang="en-US" altLang="zh-CN" sz="2800">
                <a:solidFill>
                  <a:schemeClr val="tx1"/>
                </a:solidFill>
              </a:rPr>
              <a:t>Format of Indirect TC block</a:t>
            </a:r>
            <a:endParaRPr lang="zh-CN" altLang="en-US" sz="2800">
              <a:solidFill>
                <a:schemeClr val="tx1"/>
              </a:solidFill>
            </a:endParaRPr>
          </a:p>
        </p:txBody>
      </p:sp>
      <p:sp>
        <p:nvSpPr>
          <p:cNvPr id="8" name="矩形 1"/>
          <p:cNvSpPr>
            <a:spLocks noChangeArrowheads="1"/>
          </p:cNvSpPr>
          <p:nvPr/>
        </p:nvSpPr>
        <p:spPr bwMode="auto">
          <a:xfrm>
            <a:off x="1833563" y="3768925"/>
            <a:ext cx="51117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endParaRPr lang="en-US" altLang="zh-CN">
              <a:solidFill>
                <a:schemeClr val="tx1"/>
              </a:solidFill>
            </a:endParaRPr>
          </a:p>
          <a:p>
            <a:pPr algn="l"/>
            <a:r>
              <a:rPr lang="en-US" altLang="zh-CN">
                <a:solidFill>
                  <a:schemeClr val="tx1"/>
                </a:solidFill>
              </a:rPr>
              <a:t>Example:  20 06 00 01 </a:t>
            </a:r>
            <a:r>
              <a:rPr lang="en-US" altLang="zh-CN">
                <a:solidFill>
                  <a:srgbClr val="FF0000"/>
                </a:solidFill>
              </a:rPr>
              <a:t>00 02 00 00</a:t>
            </a:r>
            <a:r>
              <a:rPr lang="en-US" altLang="zh-CN">
                <a:solidFill>
                  <a:schemeClr val="tx1"/>
                </a:solidFill>
              </a:rPr>
              <a:t> AA</a:t>
            </a:r>
            <a:endParaRPr lang="zh-CN" altLang="en-US">
              <a:solidFill>
                <a:schemeClr val="tx1"/>
              </a:solidFill>
            </a:endParaRPr>
          </a:p>
        </p:txBody>
      </p:sp>
    </p:spTree>
    <p:extLst>
      <p:ext uri="{BB962C8B-B14F-4D97-AF65-F5344CB8AC3E}">
        <p14:creationId xmlns:p14="http://schemas.microsoft.com/office/powerpoint/2010/main" val="12839182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3: </a:t>
            </a:r>
            <a:r>
              <a:rPr lang="en-US" altLang="zh-CN" sz="3000" dirty="0" err="1"/>
              <a:t>Telecommand</a:t>
            </a:r>
            <a:r>
              <a:rPr lang="en-US" altLang="zh-CN" sz="3000" dirty="0"/>
              <a:t> Format and Execution</a:t>
            </a:r>
          </a:p>
        </p:txBody>
      </p:sp>
      <p:sp>
        <p:nvSpPr>
          <p:cNvPr id="4" name="页脚占位符 3"/>
          <p:cNvSpPr>
            <a:spLocks noGrp="1"/>
          </p:cNvSpPr>
          <p:nvPr>
            <p:ph type="ftr" sz="quarter" idx="11"/>
          </p:nvPr>
        </p:nvSpPr>
        <p:spPr>
          <a:xfrm>
            <a:off x="971600" y="4819361"/>
            <a:ext cx="6480720" cy="272669"/>
          </a:xfrm>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42</a:t>
            </a:fld>
            <a:r>
              <a:rPr lang="zh-CN" altLang="en-US"/>
              <a:t> </a:t>
            </a:r>
            <a:endParaRPr lang="zh-CN" altLang="en-US" dirty="0">
              <a:latin typeface="微软雅黑" pitchFamily="34" charset="-122"/>
              <a:ea typeface="微软雅黑" pitchFamily="34" charset="-122"/>
            </a:endParaRPr>
          </a:p>
        </p:txBody>
      </p:sp>
      <p:graphicFrame>
        <p:nvGraphicFramePr>
          <p:cNvPr id="22" name="表格 21"/>
          <p:cNvGraphicFramePr>
            <a:graphicFrameLocks noGrp="1"/>
          </p:cNvGraphicFramePr>
          <p:nvPr>
            <p:extLst>
              <p:ext uri="{D42A27DB-BD31-4B8C-83A1-F6EECF244321}">
                <p14:modId xmlns:p14="http://schemas.microsoft.com/office/powerpoint/2010/main" val="1729253877"/>
              </p:ext>
            </p:extLst>
          </p:nvPr>
        </p:nvGraphicFramePr>
        <p:xfrm>
          <a:off x="227016" y="2283718"/>
          <a:ext cx="8743951" cy="2228850"/>
        </p:xfrm>
        <a:graphic>
          <a:graphicData uri="http://schemas.openxmlformats.org/drawingml/2006/table">
            <a:tbl>
              <a:tblPr firstRow="1" firstCol="1" bandRow="1">
                <a:tableStyleId>{8A107856-5554-42FB-B03E-39F5DBC370BA}</a:tableStyleId>
              </a:tblPr>
              <a:tblGrid>
                <a:gridCol w="829425">
                  <a:extLst>
                    <a:ext uri="{9D8B030D-6E8A-4147-A177-3AD203B41FA5}">
                      <a16:colId xmlns:a16="http://schemas.microsoft.com/office/drawing/2014/main" xmlns="" val="20000"/>
                    </a:ext>
                  </a:extLst>
                </a:gridCol>
                <a:gridCol w="792207">
                  <a:extLst>
                    <a:ext uri="{9D8B030D-6E8A-4147-A177-3AD203B41FA5}">
                      <a16:colId xmlns:a16="http://schemas.microsoft.com/office/drawing/2014/main" xmlns="" val="20001"/>
                    </a:ext>
                  </a:extLst>
                </a:gridCol>
                <a:gridCol w="792207">
                  <a:extLst>
                    <a:ext uri="{9D8B030D-6E8A-4147-A177-3AD203B41FA5}">
                      <a16:colId xmlns:a16="http://schemas.microsoft.com/office/drawing/2014/main" xmlns="" val="20002"/>
                    </a:ext>
                  </a:extLst>
                </a:gridCol>
                <a:gridCol w="762078">
                  <a:extLst>
                    <a:ext uri="{9D8B030D-6E8A-4147-A177-3AD203B41FA5}">
                      <a16:colId xmlns:a16="http://schemas.microsoft.com/office/drawing/2014/main" xmlns="" val="20003"/>
                    </a:ext>
                  </a:extLst>
                </a:gridCol>
                <a:gridCol w="1139684">
                  <a:extLst>
                    <a:ext uri="{9D8B030D-6E8A-4147-A177-3AD203B41FA5}">
                      <a16:colId xmlns:a16="http://schemas.microsoft.com/office/drawing/2014/main" xmlns="" val="20004"/>
                    </a:ext>
                  </a:extLst>
                </a:gridCol>
                <a:gridCol w="852894">
                  <a:extLst>
                    <a:ext uri="{9D8B030D-6E8A-4147-A177-3AD203B41FA5}">
                      <a16:colId xmlns:a16="http://schemas.microsoft.com/office/drawing/2014/main" xmlns="" val="20005"/>
                    </a:ext>
                  </a:extLst>
                </a:gridCol>
                <a:gridCol w="830652">
                  <a:extLst>
                    <a:ext uri="{9D8B030D-6E8A-4147-A177-3AD203B41FA5}">
                      <a16:colId xmlns:a16="http://schemas.microsoft.com/office/drawing/2014/main" xmlns="" val="20006"/>
                    </a:ext>
                  </a:extLst>
                </a:gridCol>
                <a:gridCol w="953063">
                  <a:extLst>
                    <a:ext uri="{9D8B030D-6E8A-4147-A177-3AD203B41FA5}">
                      <a16:colId xmlns:a16="http://schemas.microsoft.com/office/drawing/2014/main" xmlns="" val="20007"/>
                    </a:ext>
                  </a:extLst>
                </a:gridCol>
                <a:gridCol w="930040">
                  <a:extLst>
                    <a:ext uri="{9D8B030D-6E8A-4147-A177-3AD203B41FA5}">
                      <a16:colId xmlns:a16="http://schemas.microsoft.com/office/drawing/2014/main" xmlns="" val="20008"/>
                    </a:ext>
                  </a:extLst>
                </a:gridCol>
                <a:gridCol w="861701">
                  <a:extLst>
                    <a:ext uri="{9D8B030D-6E8A-4147-A177-3AD203B41FA5}">
                      <a16:colId xmlns:a16="http://schemas.microsoft.com/office/drawing/2014/main" xmlns="" val="20009"/>
                    </a:ext>
                  </a:extLst>
                </a:gridCol>
              </a:tblGrid>
              <a:tr h="685800">
                <a:tc gridSpan="8">
                  <a:txBody>
                    <a:bodyPr/>
                    <a:lstStyle/>
                    <a:p>
                      <a:pPr algn="ctr">
                        <a:spcAft>
                          <a:spcPts val="0"/>
                        </a:spcAft>
                      </a:pPr>
                      <a:r>
                        <a:rPr lang="en-US" sz="1100" b="1" kern="0" dirty="0">
                          <a:effectLst/>
                        </a:rPr>
                        <a:t>Transfer Frame Primary Header (40 bits)</a:t>
                      </a:r>
                      <a:endParaRPr lang="zh-CN" sz="1100" b="1" kern="100" dirty="0">
                        <a:effectLst/>
                        <a:latin typeface="Times New Roman"/>
                        <a:ea typeface="宋体"/>
                      </a:endParaRPr>
                    </a:p>
                  </a:txBody>
                  <a:tcPr marL="68614" marR="68614" marT="0"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ctr">
                        <a:spcAft>
                          <a:spcPts val="0"/>
                        </a:spcAft>
                      </a:pPr>
                      <a:r>
                        <a:rPr lang="en-US" sz="1100" b="1" kern="0">
                          <a:effectLst/>
                        </a:rPr>
                        <a:t>Transfer Frame Data Field</a:t>
                      </a:r>
                      <a:endParaRPr lang="zh-CN" sz="1100" b="1" kern="100">
                        <a:effectLst/>
                        <a:latin typeface="Times New Roman"/>
                        <a:ea typeface="宋体"/>
                      </a:endParaRPr>
                    </a:p>
                  </a:txBody>
                  <a:tcPr marL="68614" marR="68614" marT="0" marB="0" anchor="ctr"/>
                </a:tc>
                <a:tc>
                  <a:txBody>
                    <a:bodyPr/>
                    <a:lstStyle/>
                    <a:p>
                      <a:pPr algn="ctr">
                        <a:spcAft>
                          <a:spcPts val="0"/>
                        </a:spcAft>
                      </a:pPr>
                      <a:r>
                        <a:rPr lang="en-US" sz="1100" b="1" kern="0" dirty="0">
                          <a:effectLst/>
                        </a:rPr>
                        <a:t>Frame Error Control Field</a:t>
                      </a:r>
                      <a:endParaRPr lang="zh-CN" sz="1100" b="1" kern="100" dirty="0">
                        <a:effectLst/>
                        <a:latin typeface="Times New Roman"/>
                        <a:ea typeface="宋体"/>
                      </a:endParaRPr>
                    </a:p>
                  </a:txBody>
                  <a:tcPr marL="68614" marR="68614" marT="0" marB="0" anchor="ctr"/>
                </a:tc>
                <a:extLst>
                  <a:ext uri="{0D108BD9-81ED-4DB2-BD59-A6C34878D82A}">
                    <a16:rowId xmlns:a16="http://schemas.microsoft.com/office/drawing/2014/main" xmlns="" val="10000"/>
                  </a:ext>
                </a:extLst>
              </a:tr>
              <a:tr h="685800">
                <a:tc>
                  <a:txBody>
                    <a:bodyPr/>
                    <a:lstStyle/>
                    <a:p>
                      <a:pPr algn="ctr">
                        <a:spcAft>
                          <a:spcPts val="0"/>
                        </a:spcAft>
                      </a:pPr>
                      <a:r>
                        <a:rPr lang="en-US" sz="1100" kern="0">
                          <a:effectLst/>
                        </a:rPr>
                        <a:t>Transfer Frame Version Number</a:t>
                      </a:r>
                      <a:endParaRPr lang="zh-CN" sz="1100" kern="100">
                        <a:effectLst/>
                        <a:latin typeface="Times New Roman"/>
                        <a:ea typeface="宋体"/>
                      </a:endParaRPr>
                    </a:p>
                  </a:txBody>
                  <a:tcPr marL="68614" marR="68614" marT="0" marB="0" anchor="ctr"/>
                </a:tc>
                <a:tc>
                  <a:txBody>
                    <a:bodyPr/>
                    <a:lstStyle/>
                    <a:p>
                      <a:pPr algn="ctr">
                        <a:spcAft>
                          <a:spcPts val="0"/>
                        </a:spcAft>
                      </a:pPr>
                      <a:r>
                        <a:rPr lang="en-US" sz="1100" b="1" kern="0" dirty="0">
                          <a:effectLst/>
                        </a:rPr>
                        <a:t>Bypass</a:t>
                      </a:r>
                    </a:p>
                    <a:p>
                      <a:pPr algn="ctr">
                        <a:spcAft>
                          <a:spcPts val="0"/>
                        </a:spcAft>
                      </a:pPr>
                      <a:r>
                        <a:rPr lang="en-US" altLang="zh-CN" sz="1100" b="1" kern="0" dirty="0">
                          <a:effectLst/>
                        </a:rPr>
                        <a:t>Flag</a:t>
                      </a:r>
                      <a:endParaRPr lang="zh-CN" sz="1100" b="1" kern="100" dirty="0">
                        <a:effectLst/>
                        <a:latin typeface="Times New Roman"/>
                        <a:ea typeface="宋体"/>
                      </a:endParaRPr>
                    </a:p>
                  </a:txBody>
                  <a:tcPr marL="68614" marR="68614" marT="0" marB="0" anchor="ctr"/>
                </a:tc>
                <a:tc>
                  <a:txBody>
                    <a:bodyPr/>
                    <a:lstStyle/>
                    <a:p>
                      <a:pPr algn="ctr">
                        <a:spcAft>
                          <a:spcPts val="0"/>
                        </a:spcAft>
                      </a:pPr>
                      <a:r>
                        <a:rPr lang="en-US" sz="1100" b="1" kern="0" dirty="0">
                          <a:effectLst/>
                        </a:rPr>
                        <a:t>Control</a:t>
                      </a:r>
                    </a:p>
                    <a:p>
                      <a:pPr algn="ctr">
                        <a:spcAft>
                          <a:spcPts val="0"/>
                        </a:spcAft>
                      </a:pPr>
                      <a:r>
                        <a:rPr lang="en-US" altLang="zh-CN" sz="1100" b="1" kern="0" dirty="0">
                          <a:effectLst/>
                        </a:rPr>
                        <a:t>COMMAND</a:t>
                      </a:r>
                    </a:p>
                    <a:p>
                      <a:pPr algn="ctr">
                        <a:spcAft>
                          <a:spcPts val="0"/>
                        </a:spcAft>
                      </a:pPr>
                      <a:r>
                        <a:rPr lang="en-US" altLang="zh-CN" sz="1100" b="1" kern="0" dirty="0">
                          <a:effectLst/>
                        </a:rPr>
                        <a:t>Flag</a:t>
                      </a:r>
                      <a:endParaRPr lang="zh-CN" sz="1100" b="1" kern="100" dirty="0">
                        <a:effectLst/>
                        <a:latin typeface="Times New Roman"/>
                        <a:ea typeface="宋体"/>
                      </a:endParaRPr>
                    </a:p>
                  </a:txBody>
                  <a:tcPr marL="68614" marR="68614" marT="0" marB="0" anchor="ctr"/>
                </a:tc>
                <a:tc>
                  <a:txBody>
                    <a:bodyPr/>
                    <a:lstStyle/>
                    <a:p>
                      <a:pPr algn="ctr">
                        <a:spcAft>
                          <a:spcPts val="0"/>
                        </a:spcAft>
                      </a:pPr>
                      <a:r>
                        <a:rPr lang="en-US" sz="1100" b="1" kern="0">
                          <a:effectLst/>
                        </a:rPr>
                        <a:t>RSVD. SPARE</a:t>
                      </a:r>
                      <a:endParaRPr lang="zh-CN" sz="1100" b="1" kern="100">
                        <a:effectLst/>
                        <a:latin typeface="Times New Roman"/>
                        <a:ea typeface="宋体"/>
                      </a:endParaRPr>
                    </a:p>
                  </a:txBody>
                  <a:tcPr marL="68614" marR="68614" marT="0" marB="0" anchor="ctr"/>
                </a:tc>
                <a:tc>
                  <a:txBody>
                    <a:bodyPr/>
                    <a:lstStyle/>
                    <a:p>
                      <a:pPr algn="ctr">
                        <a:spcAft>
                          <a:spcPts val="0"/>
                        </a:spcAft>
                      </a:pPr>
                      <a:r>
                        <a:rPr lang="en-US" sz="1100" b="1" kern="0" dirty="0">
                          <a:effectLst/>
                        </a:rPr>
                        <a:t>Spacecraft ID</a:t>
                      </a:r>
                      <a:endParaRPr lang="zh-CN" sz="1100" b="1" kern="100" dirty="0">
                        <a:effectLst/>
                        <a:latin typeface="Times New Roman"/>
                        <a:ea typeface="宋体"/>
                      </a:endParaRPr>
                    </a:p>
                  </a:txBody>
                  <a:tcPr marL="68614" marR="68614" marT="0" marB="0" anchor="ctr"/>
                </a:tc>
                <a:tc>
                  <a:txBody>
                    <a:bodyPr/>
                    <a:lstStyle/>
                    <a:p>
                      <a:pPr algn="ctr">
                        <a:spcAft>
                          <a:spcPts val="0"/>
                        </a:spcAft>
                      </a:pPr>
                      <a:r>
                        <a:rPr lang="en-US" sz="1100" b="1" kern="0" dirty="0">
                          <a:effectLst/>
                        </a:rPr>
                        <a:t>Virtual Channel ID </a:t>
                      </a:r>
                      <a:endParaRPr lang="zh-CN" sz="1100" b="1" kern="100" dirty="0">
                        <a:effectLst/>
                        <a:latin typeface="Times New Roman"/>
                        <a:ea typeface="宋体"/>
                      </a:endParaRPr>
                    </a:p>
                  </a:txBody>
                  <a:tcPr marL="68614" marR="68614" marT="0" marB="0" anchor="ctr"/>
                </a:tc>
                <a:tc>
                  <a:txBody>
                    <a:bodyPr/>
                    <a:lstStyle/>
                    <a:p>
                      <a:pPr algn="ctr">
                        <a:spcAft>
                          <a:spcPts val="0"/>
                        </a:spcAft>
                      </a:pPr>
                      <a:r>
                        <a:rPr lang="en-US" sz="1100" b="1" kern="0">
                          <a:effectLst/>
                        </a:rPr>
                        <a:t>Frame Length</a:t>
                      </a:r>
                      <a:endParaRPr lang="zh-CN" sz="1100" b="1" kern="100">
                        <a:effectLst/>
                        <a:latin typeface="Times New Roman"/>
                        <a:ea typeface="宋体"/>
                      </a:endParaRPr>
                    </a:p>
                  </a:txBody>
                  <a:tcPr marL="68614" marR="68614" marT="0" marB="0" anchor="ctr"/>
                </a:tc>
                <a:tc>
                  <a:txBody>
                    <a:bodyPr/>
                    <a:lstStyle/>
                    <a:p>
                      <a:pPr algn="ctr">
                        <a:spcAft>
                          <a:spcPts val="0"/>
                        </a:spcAft>
                      </a:pPr>
                      <a:r>
                        <a:rPr lang="en-US" sz="1100" b="1" kern="0">
                          <a:effectLst/>
                        </a:rPr>
                        <a:t>Frame Sequence Number</a:t>
                      </a:r>
                      <a:endParaRPr lang="zh-CN" sz="1100" b="1" kern="100">
                        <a:effectLst/>
                        <a:latin typeface="Times New Roman"/>
                        <a:ea typeface="宋体"/>
                      </a:endParaRPr>
                    </a:p>
                  </a:txBody>
                  <a:tcPr marL="68614" marR="68614" marT="0" marB="0" anchor="ctr"/>
                </a:tc>
                <a:tc>
                  <a:txBody>
                    <a:bodyPr/>
                    <a:lstStyle/>
                    <a:p>
                      <a:pPr algn="ctr">
                        <a:spcAft>
                          <a:spcPts val="0"/>
                        </a:spcAft>
                      </a:pPr>
                      <a:r>
                        <a:rPr lang="en-US" sz="1100" b="1" kern="0">
                          <a:effectLst/>
                        </a:rPr>
                        <a:t> </a:t>
                      </a:r>
                      <a:endParaRPr lang="zh-CN" sz="1100" b="1" kern="100">
                        <a:effectLst/>
                        <a:latin typeface="Times New Roman"/>
                        <a:ea typeface="宋体"/>
                      </a:endParaRPr>
                    </a:p>
                  </a:txBody>
                  <a:tcPr marL="68614" marR="68614" marT="0" marB="0" anchor="ctr"/>
                </a:tc>
                <a:tc>
                  <a:txBody>
                    <a:bodyPr/>
                    <a:lstStyle/>
                    <a:p>
                      <a:pPr algn="ctr">
                        <a:spcAft>
                          <a:spcPts val="0"/>
                        </a:spcAft>
                      </a:pPr>
                      <a:r>
                        <a:rPr lang="en-US" sz="1100" b="1" kern="0" dirty="0">
                          <a:effectLst/>
                        </a:rPr>
                        <a:t> </a:t>
                      </a:r>
                      <a:endParaRPr lang="zh-CN" sz="1100" b="1" kern="100" dirty="0">
                        <a:effectLst/>
                        <a:latin typeface="Times New Roman"/>
                        <a:ea typeface="宋体"/>
                      </a:endParaRPr>
                    </a:p>
                  </a:txBody>
                  <a:tcPr marL="68614" marR="68614" marT="0" marB="0" anchor="ctr"/>
                </a:tc>
                <a:extLst>
                  <a:ext uri="{0D108BD9-81ED-4DB2-BD59-A6C34878D82A}">
                    <a16:rowId xmlns:a16="http://schemas.microsoft.com/office/drawing/2014/main" xmlns="" val="10001"/>
                  </a:ext>
                </a:extLst>
              </a:tr>
              <a:tr h="171450">
                <a:tc>
                  <a:txBody>
                    <a:bodyPr/>
                    <a:lstStyle/>
                    <a:p>
                      <a:pPr algn="ctr">
                        <a:spcAft>
                          <a:spcPts val="0"/>
                        </a:spcAft>
                      </a:pPr>
                      <a:r>
                        <a:rPr lang="en-US" sz="1100" kern="0">
                          <a:effectLst/>
                        </a:rPr>
                        <a:t>2 bits</a:t>
                      </a:r>
                      <a:endParaRPr lang="zh-CN" sz="1100" kern="100">
                        <a:effectLst/>
                        <a:latin typeface="Times New Roman"/>
                        <a:ea typeface="宋体"/>
                      </a:endParaRPr>
                    </a:p>
                  </a:txBody>
                  <a:tcPr marL="68614" marR="68614" marT="0" marB="0" anchor="ctr"/>
                </a:tc>
                <a:tc>
                  <a:txBody>
                    <a:bodyPr/>
                    <a:lstStyle/>
                    <a:p>
                      <a:pPr algn="ctr">
                        <a:spcAft>
                          <a:spcPts val="0"/>
                        </a:spcAft>
                      </a:pPr>
                      <a:r>
                        <a:rPr lang="en-US" sz="1100" b="1" kern="0" dirty="0">
                          <a:effectLst/>
                        </a:rPr>
                        <a:t>1 bit</a:t>
                      </a:r>
                      <a:endParaRPr lang="zh-CN" sz="1100" b="1" kern="100" dirty="0">
                        <a:effectLst/>
                        <a:latin typeface="Times New Roman"/>
                        <a:ea typeface="宋体"/>
                      </a:endParaRPr>
                    </a:p>
                  </a:txBody>
                  <a:tcPr marL="68614" marR="68614" marT="0" marB="0" anchor="ctr"/>
                </a:tc>
                <a:tc>
                  <a:txBody>
                    <a:bodyPr/>
                    <a:lstStyle/>
                    <a:p>
                      <a:pPr algn="ctr">
                        <a:spcAft>
                          <a:spcPts val="0"/>
                        </a:spcAft>
                      </a:pPr>
                      <a:r>
                        <a:rPr lang="en-US" sz="1100" b="1" kern="0" dirty="0">
                          <a:effectLst/>
                        </a:rPr>
                        <a:t>1 bit</a:t>
                      </a:r>
                      <a:endParaRPr lang="zh-CN" sz="1100" b="1" kern="100" dirty="0">
                        <a:effectLst/>
                        <a:latin typeface="Times New Roman"/>
                        <a:ea typeface="宋体"/>
                      </a:endParaRPr>
                    </a:p>
                  </a:txBody>
                  <a:tcPr marL="68614" marR="68614" marT="0" marB="0" anchor="ctr"/>
                </a:tc>
                <a:tc>
                  <a:txBody>
                    <a:bodyPr/>
                    <a:lstStyle/>
                    <a:p>
                      <a:pPr algn="ctr">
                        <a:spcAft>
                          <a:spcPts val="0"/>
                        </a:spcAft>
                      </a:pPr>
                      <a:r>
                        <a:rPr lang="en-US" sz="1100" b="1" kern="0">
                          <a:effectLst/>
                        </a:rPr>
                        <a:t>2 bits</a:t>
                      </a:r>
                      <a:endParaRPr lang="zh-CN" sz="1100" b="1" kern="100">
                        <a:effectLst/>
                        <a:latin typeface="Times New Roman"/>
                        <a:ea typeface="宋体"/>
                      </a:endParaRPr>
                    </a:p>
                  </a:txBody>
                  <a:tcPr marL="68614" marR="68614" marT="0" marB="0" anchor="ctr"/>
                </a:tc>
                <a:tc>
                  <a:txBody>
                    <a:bodyPr/>
                    <a:lstStyle/>
                    <a:p>
                      <a:pPr algn="ctr">
                        <a:spcAft>
                          <a:spcPts val="0"/>
                        </a:spcAft>
                      </a:pPr>
                      <a:r>
                        <a:rPr lang="en-US" sz="1100" b="1" kern="0">
                          <a:effectLst/>
                        </a:rPr>
                        <a:t>10 bits</a:t>
                      </a:r>
                      <a:endParaRPr lang="zh-CN" sz="1100" b="1" kern="100">
                        <a:effectLst/>
                        <a:latin typeface="Times New Roman"/>
                        <a:ea typeface="宋体"/>
                      </a:endParaRPr>
                    </a:p>
                  </a:txBody>
                  <a:tcPr marL="68614" marR="68614" marT="0" marB="0" anchor="ctr"/>
                </a:tc>
                <a:tc>
                  <a:txBody>
                    <a:bodyPr/>
                    <a:lstStyle/>
                    <a:p>
                      <a:pPr algn="ctr">
                        <a:spcAft>
                          <a:spcPts val="0"/>
                        </a:spcAft>
                      </a:pPr>
                      <a:r>
                        <a:rPr lang="en-US" sz="1100" b="1" kern="0" dirty="0">
                          <a:effectLst/>
                        </a:rPr>
                        <a:t>6 bits</a:t>
                      </a:r>
                      <a:endParaRPr lang="zh-CN" sz="1100" b="1" kern="100" dirty="0">
                        <a:effectLst/>
                        <a:latin typeface="Times New Roman"/>
                        <a:ea typeface="宋体"/>
                      </a:endParaRPr>
                    </a:p>
                  </a:txBody>
                  <a:tcPr marL="68614" marR="68614" marT="0" marB="0" anchor="ctr"/>
                </a:tc>
                <a:tc>
                  <a:txBody>
                    <a:bodyPr/>
                    <a:lstStyle/>
                    <a:p>
                      <a:pPr algn="ctr">
                        <a:spcAft>
                          <a:spcPts val="0"/>
                        </a:spcAft>
                      </a:pPr>
                      <a:r>
                        <a:rPr lang="en-US" sz="1100" b="1" kern="0" dirty="0">
                          <a:effectLst/>
                        </a:rPr>
                        <a:t>10 bits</a:t>
                      </a:r>
                      <a:endParaRPr lang="zh-CN" sz="1100" b="1" kern="100" dirty="0">
                        <a:effectLst/>
                        <a:latin typeface="Times New Roman"/>
                        <a:ea typeface="宋体"/>
                      </a:endParaRPr>
                    </a:p>
                  </a:txBody>
                  <a:tcPr marL="68614" marR="68614" marT="0" marB="0" anchor="ctr"/>
                </a:tc>
                <a:tc>
                  <a:txBody>
                    <a:bodyPr/>
                    <a:lstStyle/>
                    <a:p>
                      <a:pPr algn="ctr">
                        <a:spcAft>
                          <a:spcPts val="0"/>
                        </a:spcAft>
                      </a:pPr>
                      <a:r>
                        <a:rPr lang="en-US" sz="1100" b="1" kern="0">
                          <a:effectLst/>
                        </a:rPr>
                        <a:t>8 bits</a:t>
                      </a:r>
                      <a:endParaRPr lang="zh-CN" sz="1100" b="1" kern="100">
                        <a:effectLst/>
                        <a:latin typeface="Times New Roman"/>
                        <a:ea typeface="宋体"/>
                      </a:endParaRPr>
                    </a:p>
                  </a:txBody>
                  <a:tcPr marL="68614" marR="68614" marT="0" marB="0" anchor="ctr"/>
                </a:tc>
                <a:tc>
                  <a:txBody>
                    <a:bodyPr/>
                    <a:lstStyle/>
                    <a:p>
                      <a:pPr algn="ctr">
                        <a:spcAft>
                          <a:spcPts val="0"/>
                        </a:spcAft>
                      </a:pPr>
                      <a:r>
                        <a:rPr lang="en-US" sz="1100" b="1" kern="0">
                          <a:effectLst/>
                        </a:rPr>
                        <a:t> </a:t>
                      </a:r>
                      <a:endParaRPr lang="zh-CN" sz="1100" b="1" kern="100">
                        <a:effectLst/>
                        <a:latin typeface="Times New Roman"/>
                        <a:ea typeface="宋体"/>
                      </a:endParaRPr>
                    </a:p>
                  </a:txBody>
                  <a:tcPr marL="68614" marR="68614" marT="0" marB="0" anchor="ctr"/>
                </a:tc>
                <a:tc>
                  <a:txBody>
                    <a:bodyPr/>
                    <a:lstStyle/>
                    <a:p>
                      <a:pPr algn="ctr">
                        <a:spcAft>
                          <a:spcPts val="0"/>
                        </a:spcAft>
                      </a:pPr>
                      <a:r>
                        <a:rPr lang="en-US" sz="1100" b="1" kern="0">
                          <a:effectLst/>
                        </a:rPr>
                        <a:t>16 bits</a:t>
                      </a:r>
                      <a:endParaRPr lang="zh-CN" sz="1100" b="1" kern="100">
                        <a:effectLst/>
                        <a:latin typeface="Times New Roman"/>
                        <a:ea typeface="宋体"/>
                      </a:endParaRPr>
                    </a:p>
                  </a:txBody>
                  <a:tcPr marL="68614" marR="68614" marT="0" marB="0" anchor="ctr"/>
                </a:tc>
                <a:extLst>
                  <a:ext uri="{0D108BD9-81ED-4DB2-BD59-A6C34878D82A}">
                    <a16:rowId xmlns:a16="http://schemas.microsoft.com/office/drawing/2014/main" xmlns="" val="10002"/>
                  </a:ext>
                </a:extLst>
              </a:tr>
              <a:tr h="685800">
                <a:tc>
                  <a:txBody>
                    <a:bodyPr/>
                    <a:lstStyle/>
                    <a:p>
                      <a:pPr algn="ctr">
                        <a:spcAft>
                          <a:spcPts val="0"/>
                        </a:spcAft>
                      </a:pPr>
                      <a:r>
                        <a:rPr lang="en-US" sz="1100" kern="0" dirty="0">
                          <a:effectLst/>
                        </a:rPr>
                        <a:t>00</a:t>
                      </a:r>
                      <a:endParaRPr lang="zh-CN" sz="1100" kern="100" dirty="0">
                        <a:effectLst/>
                        <a:latin typeface="Times New Roman"/>
                        <a:ea typeface="宋体"/>
                      </a:endParaRPr>
                    </a:p>
                  </a:txBody>
                  <a:tcPr marL="68614" marR="68614" marT="0" marB="0" anchor="ctr"/>
                </a:tc>
                <a:tc>
                  <a:txBody>
                    <a:bodyPr/>
                    <a:lstStyle/>
                    <a:p>
                      <a:pPr algn="ctr">
                        <a:spcAft>
                          <a:spcPts val="0"/>
                        </a:spcAft>
                      </a:pPr>
                      <a:r>
                        <a:rPr lang="en-US" sz="1100" b="1" kern="0" dirty="0">
                          <a:effectLst/>
                        </a:rPr>
                        <a:t>0 </a:t>
                      </a:r>
                      <a:endParaRPr lang="zh-CN" sz="1100" b="1" kern="100" dirty="0">
                        <a:effectLst/>
                        <a:latin typeface="Times New Roman"/>
                        <a:ea typeface="宋体"/>
                      </a:endParaRPr>
                    </a:p>
                  </a:txBody>
                  <a:tcPr marL="68614" marR="68614" marT="0" marB="0" anchor="ctr"/>
                </a:tc>
                <a:tc>
                  <a:txBody>
                    <a:bodyPr/>
                    <a:lstStyle/>
                    <a:p>
                      <a:pPr algn="ctr">
                        <a:spcAft>
                          <a:spcPts val="0"/>
                        </a:spcAft>
                      </a:pPr>
                      <a:r>
                        <a:rPr lang="en-US" sz="1100" b="1" kern="0" dirty="0">
                          <a:effectLst/>
                        </a:rPr>
                        <a:t>0</a:t>
                      </a:r>
                      <a:endParaRPr lang="zh-CN" sz="1100" b="1" kern="100" dirty="0">
                        <a:effectLst/>
                        <a:latin typeface="Times New Roman"/>
                        <a:ea typeface="宋体"/>
                      </a:endParaRPr>
                    </a:p>
                  </a:txBody>
                  <a:tcPr marL="68614" marR="68614" marT="0" marB="0" anchor="ctr"/>
                </a:tc>
                <a:tc>
                  <a:txBody>
                    <a:bodyPr/>
                    <a:lstStyle/>
                    <a:p>
                      <a:pPr algn="ctr">
                        <a:spcAft>
                          <a:spcPts val="0"/>
                        </a:spcAft>
                      </a:pPr>
                      <a:r>
                        <a:rPr lang="en-US" sz="1100" b="1" kern="0" dirty="0">
                          <a:effectLst/>
                        </a:rPr>
                        <a:t>00</a:t>
                      </a:r>
                      <a:endParaRPr lang="zh-CN" sz="1100" b="1" kern="100" dirty="0">
                        <a:effectLst/>
                        <a:latin typeface="Times New Roman"/>
                        <a:ea typeface="宋体"/>
                      </a:endParaRPr>
                    </a:p>
                  </a:txBody>
                  <a:tcPr marL="68614" marR="68614" marT="0" marB="0" anchor="ctr"/>
                </a:tc>
                <a:tc>
                  <a:txBody>
                    <a:bodyPr/>
                    <a:lstStyle/>
                    <a:p>
                      <a:pPr algn="ctr">
                        <a:spcAft>
                          <a:spcPts val="0"/>
                        </a:spcAft>
                      </a:pPr>
                      <a:r>
                        <a:rPr lang="en-US" altLang="zh-CN" sz="1100" b="1" kern="0" dirty="0">
                          <a:effectLst/>
                          <a:latin typeface="Times New Roman"/>
                          <a:ea typeface="宋体"/>
                        </a:rPr>
                        <a:t>00</a:t>
                      </a:r>
                      <a:r>
                        <a:rPr lang="en-US" altLang="zh-CN" sz="1100" b="1" kern="0" baseline="0" dirty="0">
                          <a:effectLst/>
                          <a:latin typeface="Times New Roman"/>
                          <a:ea typeface="宋体"/>
                        </a:rPr>
                        <a:t> 0001 0001</a:t>
                      </a:r>
                      <a:endParaRPr lang="zh-CN" sz="1100" b="1" kern="100" dirty="0">
                        <a:effectLst/>
                        <a:latin typeface="Times New Roman"/>
                        <a:ea typeface="宋体"/>
                      </a:endParaRPr>
                    </a:p>
                  </a:txBody>
                  <a:tcPr marL="68614" marR="68614" marT="0" marB="0" anchor="ctr"/>
                </a:tc>
                <a:tc>
                  <a:txBody>
                    <a:bodyPr/>
                    <a:lstStyle/>
                    <a:p>
                      <a:pPr algn="ctr">
                        <a:spcAft>
                          <a:spcPts val="0"/>
                        </a:spcAft>
                      </a:pPr>
                      <a:r>
                        <a:rPr lang="en-US" sz="1100" b="1" kern="0" dirty="0">
                          <a:effectLst/>
                        </a:rPr>
                        <a:t> XX</a:t>
                      </a:r>
                      <a:endParaRPr lang="zh-CN" sz="1100" b="1" kern="100" dirty="0">
                        <a:effectLst/>
                        <a:latin typeface="Times New Roman"/>
                        <a:ea typeface="宋体"/>
                      </a:endParaRPr>
                    </a:p>
                  </a:txBody>
                  <a:tcPr marL="68614" marR="68614" marT="0" marB="0" anchor="ctr"/>
                </a:tc>
                <a:tc>
                  <a:txBody>
                    <a:bodyPr/>
                    <a:lstStyle/>
                    <a:p>
                      <a:pPr algn="ctr">
                        <a:spcAft>
                          <a:spcPts val="0"/>
                        </a:spcAft>
                      </a:pPr>
                      <a:r>
                        <a:rPr lang="en-US" sz="1100" b="1" kern="0" dirty="0">
                          <a:effectLst/>
                        </a:rPr>
                        <a:t>0x0F, 0X3F, 0X7F, 0XFF</a:t>
                      </a:r>
                      <a:endParaRPr lang="zh-CN" sz="1100" b="1" kern="100" dirty="0">
                        <a:effectLst/>
                        <a:latin typeface="Times New Roman"/>
                        <a:ea typeface="宋体"/>
                      </a:endParaRPr>
                    </a:p>
                  </a:txBody>
                  <a:tcPr marL="68614" marR="68614" marT="0" marB="0" anchor="ctr"/>
                </a:tc>
                <a:tc>
                  <a:txBody>
                    <a:bodyPr/>
                    <a:lstStyle/>
                    <a:p>
                      <a:pPr algn="ctr">
                        <a:spcAft>
                          <a:spcPts val="0"/>
                        </a:spcAft>
                      </a:pPr>
                      <a:r>
                        <a:rPr lang="en-US" sz="1100" b="1" kern="0" dirty="0">
                          <a:effectLst/>
                        </a:rPr>
                        <a:t>0 </a:t>
                      </a:r>
                      <a:endParaRPr lang="zh-CN" sz="1100" b="1" kern="100" dirty="0">
                        <a:effectLst/>
                        <a:latin typeface="Times New Roman"/>
                        <a:ea typeface="宋体"/>
                      </a:endParaRPr>
                    </a:p>
                  </a:txBody>
                  <a:tcPr marL="68614" marR="68614" marT="0" marB="0" anchor="ctr"/>
                </a:tc>
                <a:tc>
                  <a:txBody>
                    <a:bodyPr/>
                    <a:lstStyle/>
                    <a:p>
                      <a:pPr algn="ctr">
                        <a:spcAft>
                          <a:spcPts val="0"/>
                        </a:spcAft>
                      </a:pPr>
                      <a:r>
                        <a:rPr lang="en-US" sz="1100" b="1" kern="0" dirty="0">
                          <a:effectLst/>
                        </a:rPr>
                        <a:t>9,57,121,249</a:t>
                      </a:r>
                      <a:endParaRPr lang="zh-CN" sz="1100" b="1" kern="100" dirty="0">
                        <a:effectLst/>
                        <a:latin typeface="Times New Roman"/>
                        <a:ea typeface="宋体"/>
                      </a:endParaRPr>
                    </a:p>
                  </a:txBody>
                  <a:tcPr marL="68614" marR="68614" marT="0" marB="0" anchor="ctr"/>
                </a:tc>
                <a:tc>
                  <a:txBody>
                    <a:bodyPr/>
                    <a:lstStyle/>
                    <a:p>
                      <a:pPr algn="ctr">
                        <a:spcAft>
                          <a:spcPts val="0"/>
                        </a:spcAft>
                      </a:pPr>
                      <a:r>
                        <a:rPr lang="en-US" sz="1100" b="1" kern="0" dirty="0">
                          <a:effectLst/>
                        </a:rPr>
                        <a:t>XOR</a:t>
                      </a:r>
                    </a:p>
                    <a:p>
                      <a:pPr algn="ctr">
                        <a:spcAft>
                          <a:spcPts val="0"/>
                        </a:spcAft>
                      </a:pPr>
                      <a:r>
                        <a:rPr lang="en-US" altLang="zh-CN" sz="1100" b="1" kern="0" dirty="0">
                          <a:effectLst/>
                          <a:latin typeface="Times New Roman"/>
                          <a:ea typeface="宋体"/>
                        </a:rPr>
                        <a:t>Exclusive Or</a:t>
                      </a:r>
                      <a:endParaRPr lang="zh-CN" sz="1100" b="1" kern="100" dirty="0">
                        <a:effectLst/>
                        <a:latin typeface="Times New Roman"/>
                        <a:ea typeface="宋体"/>
                      </a:endParaRPr>
                    </a:p>
                  </a:txBody>
                  <a:tcPr marL="68614" marR="68614" marT="0" marB="0" anchor="ctr"/>
                </a:tc>
                <a:extLst>
                  <a:ext uri="{0D108BD9-81ED-4DB2-BD59-A6C34878D82A}">
                    <a16:rowId xmlns:a16="http://schemas.microsoft.com/office/drawing/2014/main" xmlns="" val="10003"/>
                  </a:ext>
                </a:extLst>
              </a:tr>
            </a:tbl>
          </a:graphicData>
        </a:graphic>
      </p:graphicFrame>
      <p:sp>
        <p:nvSpPr>
          <p:cNvPr id="23" name="标题 2"/>
          <p:cNvSpPr txBox="1">
            <a:spLocks/>
          </p:cNvSpPr>
          <p:nvPr/>
        </p:nvSpPr>
        <p:spPr bwMode="auto">
          <a:xfrm>
            <a:off x="482600" y="917415"/>
            <a:ext cx="8229600" cy="326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marL="0" lvl="2" algn="l"/>
            <a:r>
              <a:rPr lang="en-US" altLang="zh-CN" sz="2400">
                <a:solidFill>
                  <a:schemeClr val="tx1"/>
                </a:solidFill>
              </a:rPr>
              <a:t>Example of Indirect TC block in transfer frame format</a:t>
            </a:r>
            <a:endParaRPr lang="zh-CN" altLang="en-US" sz="2400">
              <a:solidFill>
                <a:schemeClr val="tx1"/>
              </a:solidFill>
            </a:endParaRPr>
          </a:p>
          <a:p>
            <a:pPr algn="l"/>
            <a:endParaRPr lang="zh-CN" altLang="en-US" sz="2800">
              <a:solidFill>
                <a:schemeClr val="tx1"/>
              </a:solidFill>
            </a:endParaRPr>
          </a:p>
        </p:txBody>
      </p:sp>
      <p:cxnSp>
        <p:nvCxnSpPr>
          <p:cNvPr id="24" name="直接箭头连接符 5"/>
          <p:cNvCxnSpPr>
            <a:cxnSpLocks noChangeShapeType="1"/>
          </p:cNvCxnSpPr>
          <p:nvPr/>
        </p:nvCxnSpPr>
        <p:spPr bwMode="auto">
          <a:xfrm rot="10800000">
            <a:off x="1979613" y="1939427"/>
            <a:ext cx="1751012" cy="920354"/>
          </a:xfrm>
          <a:prstGeom prst="straightConnector1">
            <a:avLst/>
          </a:prstGeom>
          <a:noFill/>
          <a:ln w="28575" algn="ctr">
            <a:solidFill>
              <a:srgbClr val="0070C0"/>
            </a:solidFill>
            <a:round/>
            <a:headEnd/>
            <a:tailEnd type="arrow" w="med" len="med"/>
          </a:ln>
          <a:extLst>
            <a:ext uri="{909E8E84-426E-40DD-AFC4-6F175D3DCCD1}">
              <a14:hiddenFill xmlns:a14="http://schemas.microsoft.com/office/drawing/2010/main">
                <a:noFill/>
              </a14:hiddenFill>
            </a:ext>
          </a:extLst>
        </p:spPr>
      </p:cxnSp>
      <p:sp>
        <p:nvSpPr>
          <p:cNvPr id="25" name="矩形 1"/>
          <p:cNvSpPr>
            <a:spLocks noChangeArrowheads="1"/>
          </p:cNvSpPr>
          <p:nvPr/>
        </p:nvSpPr>
        <p:spPr bwMode="auto">
          <a:xfrm>
            <a:off x="1403350" y="1562732"/>
            <a:ext cx="63373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lvl="0" fontAlgn="base">
              <a:spcBef>
                <a:spcPct val="0"/>
              </a:spcBef>
              <a:spcAft>
                <a:spcPct val="0"/>
              </a:spcAft>
            </a:pPr>
            <a:r>
              <a:rPr lang="en-US" altLang="zh-CN" sz="2000" b="1" dirty="0">
                <a:solidFill>
                  <a:srgbClr val="000000"/>
                </a:solidFill>
                <a:latin typeface="Arial" pitchFamily="34" charset="0"/>
                <a:ea typeface="宋体" pitchFamily="2" charset="-122"/>
              </a:rPr>
              <a:t>00</a:t>
            </a:r>
            <a:r>
              <a:rPr lang="en-US" altLang="zh-CN" sz="2000" b="1" dirty="0">
                <a:solidFill>
                  <a:srgbClr val="00B0F0"/>
                </a:solidFill>
                <a:latin typeface="Arial" pitchFamily="34" charset="0"/>
                <a:ea typeface="宋体" pitchFamily="2" charset="-122"/>
              </a:rPr>
              <a:t> </a:t>
            </a:r>
            <a:r>
              <a:rPr lang="en-US" altLang="zh-CN" sz="2000" b="1" dirty="0">
                <a:solidFill>
                  <a:srgbClr val="FF0000"/>
                </a:solidFill>
                <a:latin typeface="Arial" pitchFamily="34" charset="0"/>
                <a:ea typeface="宋体" pitchFamily="2" charset="-122"/>
              </a:rPr>
              <a:t>11</a:t>
            </a:r>
            <a:r>
              <a:rPr lang="en-US" altLang="zh-CN" sz="2000" b="1" dirty="0">
                <a:solidFill>
                  <a:srgbClr val="00B0F0"/>
                </a:solidFill>
                <a:latin typeface="Arial" pitchFamily="34" charset="0"/>
                <a:ea typeface="宋体" pitchFamily="2" charset="-122"/>
              </a:rPr>
              <a:t> </a:t>
            </a:r>
            <a:r>
              <a:rPr lang="en-US" altLang="zh-CN" sz="2000" b="1" dirty="0">
                <a:solidFill>
                  <a:srgbClr val="92D050"/>
                </a:solidFill>
                <a:latin typeface="Arial" pitchFamily="34" charset="0"/>
                <a:ea typeface="宋体" pitchFamily="2" charset="-122"/>
              </a:rPr>
              <a:t>00 0F </a:t>
            </a:r>
            <a:r>
              <a:rPr lang="en-US" altLang="zh-CN" sz="2000" b="1" dirty="0">
                <a:solidFill>
                  <a:srgbClr val="000000"/>
                </a:solidFill>
                <a:latin typeface="Arial" pitchFamily="34" charset="0"/>
                <a:ea typeface="宋体" pitchFamily="2" charset="-122"/>
              </a:rPr>
              <a:t>00 </a:t>
            </a:r>
            <a:r>
              <a:rPr lang="en-US" altLang="zh-CN" sz="2000" b="1" dirty="0">
                <a:solidFill>
                  <a:srgbClr val="00B0F0"/>
                </a:solidFill>
                <a:latin typeface="Arial" pitchFamily="34" charset="0"/>
                <a:ea typeface="宋体" pitchFamily="2" charset="-122"/>
              </a:rPr>
              <a:t>20 06 00 01 00 02 00 00 AA </a:t>
            </a:r>
            <a:r>
              <a:rPr lang="en-US" altLang="zh-CN" sz="2000" b="1" dirty="0">
                <a:solidFill>
                  <a:srgbClr val="000000"/>
                </a:solidFill>
                <a:latin typeface="Arial" pitchFamily="34" charset="0"/>
                <a:ea typeface="宋体" pitchFamily="2" charset="-122"/>
              </a:rPr>
              <a:t>05 94</a:t>
            </a:r>
            <a:endParaRPr lang="zh-CN" altLang="en-US" sz="2000" b="1" dirty="0">
              <a:solidFill>
                <a:srgbClr val="575F6D"/>
              </a:solidFill>
              <a:latin typeface="Arial" pitchFamily="34" charset="0"/>
              <a:ea typeface="宋体" pitchFamily="2" charset="-122"/>
            </a:endParaRPr>
          </a:p>
        </p:txBody>
      </p:sp>
      <p:cxnSp>
        <p:nvCxnSpPr>
          <p:cNvPr id="26" name="直接连接符 8"/>
          <p:cNvCxnSpPr>
            <a:cxnSpLocks noChangeShapeType="1"/>
          </p:cNvCxnSpPr>
          <p:nvPr/>
        </p:nvCxnSpPr>
        <p:spPr bwMode="auto">
          <a:xfrm flipV="1">
            <a:off x="1797053" y="1923678"/>
            <a:ext cx="358775" cy="0"/>
          </a:xfrm>
          <a:prstGeom prst="line">
            <a:avLst/>
          </a:prstGeom>
          <a:noFill/>
          <a:ln w="28575" algn="ctr">
            <a:solidFill>
              <a:srgbClr val="0070C0"/>
            </a:solidFill>
            <a:round/>
            <a:headEnd/>
            <a:tailEnd/>
          </a:ln>
          <a:extLst>
            <a:ext uri="{909E8E84-426E-40DD-AFC4-6F175D3DCCD1}">
              <a14:hiddenFill xmlns:a14="http://schemas.microsoft.com/office/drawing/2010/main">
                <a:noFill/>
              </a14:hiddenFill>
            </a:ext>
          </a:extLst>
        </p:spPr>
      </p:cxnSp>
      <p:cxnSp>
        <p:nvCxnSpPr>
          <p:cNvPr id="27" name="直接连接符 8"/>
          <p:cNvCxnSpPr>
            <a:cxnSpLocks noChangeShapeType="1"/>
          </p:cNvCxnSpPr>
          <p:nvPr/>
        </p:nvCxnSpPr>
        <p:spPr bwMode="auto">
          <a:xfrm>
            <a:off x="2232025" y="1923678"/>
            <a:ext cx="539750" cy="0"/>
          </a:xfrm>
          <a:prstGeom prst="line">
            <a:avLst/>
          </a:prstGeom>
          <a:noFill/>
          <a:ln w="28575" algn="ctr">
            <a:solidFill>
              <a:srgbClr val="0070C0"/>
            </a:solidFill>
            <a:round/>
            <a:headEnd/>
            <a:tailEnd/>
          </a:ln>
          <a:extLst>
            <a:ext uri="{909E8E84-426E-40DD-AFC4-6F175D3DCCD1}">
              <a14:hiddenFill xmlns:a14="http://schemas.microsoft.com/office/drawing/2010/main">
                <a:noFill/>
              </a14:hiddenFill>
            </a:ext>
          </a:extLst>
        </p:spPr>
      </p:cxnSp>
      <p:cxnSp>
        <p:nvCxnSpPr>
          <p:cNvPr id="28" name="直接箭头连接符 5"/>
          <p:cNvCxnSpPr>
            <a:cxnSpLocks noChangeShapeType="1"/>
          </p:cNvCxnSpPr>
          <p:nvPr/>
        </p:nvCxnSpPr>
        <p:spPr bwMode="auto">
          <a:xfrm rot="10800000">
            <a:off x="2417766" y="1945951"/>
            <a:ext cx="2701925" cy="985838"/>
          </a:xfrm>
          <a:prstGeom prst="straightConnector1">
            <a:avLst/>
          </a:prstGeom>
          <a:noFill/>
          <a:ln w="28575" algn="ctr">
            <a:solidFill>
              <a:srgbClr val="0070C0"/>
            </a:solidFill>
            <a:round/>
            <a:headEnd/>
            <a:tailEnd type="arrow" w="med" len="med"/>
          </a:ln>
          <a:extLst>
            <a:ext uri="{909E8E84-426E-40DD-AFC4-6F175D3DCCD1}">
              <a14:hiddenFill xmlns:a14="http://schemas.microsoft.com/office/drawing/2010/main">
                <a:noFill/>
              </a14:hiddenFill>
            </a:ext>
          </a:extLst>
        </p:spPr>
      </p:cxnSp>
      <p:sp>
        <p:nvSpPr>
          <p:cNvPr id="29" name="椭圆 4"/>
          <p:cNvSpPr>
            <a:spLocks noChangeArrowheads="1"/>
          </p:cNvSpPr>
          <p:nvPr/>
        </p:nvSpPr>
        <p:spPr bwMode="auto">
          <a:xfrm>
            <a:off x="3051175" y="2859708"/>
            <a:ext cx="1720850" cy="1944290"/>
          </a:xfrm>
          <a:prstGeom prst="ellipse">
            <a:avLst/>
          </a:prstGeom>
          <a:noFill/>
          <a:ln w="12700" algn="ctr">
            <a:solidFill>
              <a:srgbClr val="0070C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rgbClr val="FF0000"/>
              </a:solidFill>
            </a:endParaRPr>
          </a:p>
        </p:txBody>
      </p:sp>
      <p:sp>
        <p:nvSpPr>
          <p:cNvPr id="30" name="椭圆 4"/>
          <p:cNvSpPr>
            <a:spLocks noChangeArrowheads="1"/>
          </p:cNvSpPr>
          <p:nvPr/>
        </p:nvSpPr>
        <p:spPr bwMode="auto">
          <a:xfrm>
            <a:off x="458791" y="2787774"/>
            <a:ext cx="2484437" cy="1863328"/>
          </a:xfrm>
          <a:prstGeom prst="ellipse">
            <a:avLst/>
          </a:prstGeom>
          <a:noFill/>
          <a:ln w="12700" algn="ctr">
            <a:solidFill>
              <a:srgbClr val="0070C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rgbClr val="FF0000"/>
              </a:solidFill>
            </a:endParaRPr>
          </a:p>
        </p:txBody>
      </p:sp>
      <p:sp>
        <p:nvSpPr>
          <p:cNvPr id="31" name="椭圆 4"/>
          <p:cNvSpPr>
            <a:spLocks noChangeArrowheads="1"/>
          </p:cNvSpPr>
          <p:nvPr/>
        </p:nvSpPr>
        <p:spPr bwMode="auto">
          <a:xfrm>
            <a:off x="4797428" y="2787774"/>
            <a:ext cx="1350963" cy="1944290"/>
          </a:xfrm>
          <a:prstGeom prst="ellipse">
            <a:avLst/>
          </a:prstGeom>
          <a:noFill/>
          <a:ln w="12700" algn="ctr">
            <a:solidFill>
              <a:srgbClr val="0070C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rgbClr val="FF0000"/>
              </a:solidFill>
            </a:endParaRPr>
          </a:p>
        </p:txBody>
      </p:sp>
      <p:cxnSp>
        <p:nvCxnSpPr>
          <p:cNvPr id="32" name="直接箭头连接符 5"/>
          <p:cNvCxnSpPr>
            <a:cxnSpLocks noChangeShapeType="1"/>
          </p:cNvCxnSpPr>
          <p:nvPr/>
        </p:nvCxnSpPr>
        <p:spPr bwMode="auto">
          <a:xfrm rot="16200000" flipV="1">
            <a:off x="1157488" y="2349935"/>
            <a:ext cx="891778" cy="22225"/>
          </a:xfrm>
          <a:prstGeom prst="straightConnector1">
            <a:avLst/>
          </a:prstGeom>
          <a:noFill/>
          <a:ln w="28575" algn="ctr">
            <a:solidFill>
              <a:srgbClr val="0070C0"/>
            </a:solidFill>
            <a:round/>
            <a:headEnd/>
            <a:tailEnd type="arrow" w="med" len="med"/>
          </a:ln>
          <a:extLst>
            <a:ext uri="{909E8E84-426E-40DD-AFC4-6F175D3DCCD1}">
              <a14:hiddenFill xmlns:a14="http://schemas.microsoft.com/office/drawing/2010/main">
                <a:noFill/>
              </a14:hiddenFill>
            </a:ext>
          </a:extLst>
        </p:spPr>
      </p:cxnSp>
      <p:cxnSp>
        <p:nvCxnSpPr>
          <p:cNvPr id="33" name="直接箭头连接符 5"/>
          <p:cNvCxnSpPr>
            <a:cxnSpLocks noChangeShapeType="1"/>
          </p:cNvCxnSpPr>
          <p:nvPr/>
        </p:nvCxnSpPr>
        <p:spPr bwMode="auto">
          <a:xfrm rot="10800000">
            <a:off x="4498978" y="1979438"/>
            <a:ext cx="3103563" cy="520304"/>
          </a:xfrm>
          <a:prstGeom prst="straightConnector1">
            <a:avLst/>
          </a:prstGeom>
          <a:noFill/>
          <a:ln w="28575" algn="ctr">
            <a:solidFill>
              <a:srgbClr val="0070C0"/>
            </a:solidFill>
            <a:round/>
            <a:headEnd/>
            <a:tailEnd type="arrow" w="med" len="med"/>
          </a:ln>
          <a:extLst>
            <a:ext uri="{909E8E84-426E-40DD-AFC4-6F175D3DCCD1}">
              <a14:hiddenFill xmlns:a14="http://schemas.microsoft.com/office/drawing/2010/main">
                <a:noFill/>
              </a14:hiddenFill>
            </a:ext>
          </a:extLst>
        </p:spPr>
      </p:cxnSp>
      <p:cxnSp>
        <p:nvCxnSpPr>
          <p:cNvPr id="34" name="直接箭头连接符 5"/>
          <p:cNvCxnSpPr>
            <a:cxnSpLocks noChangeShapeType="1"/>
          </p:cNvCxnSpPr>
          <p:nvPr/>
        </p:nvCxnSpPr>
        <p:spPr bwMode="auto">
          <a:xfrm rot="10800000">
            <a:off x="6872288" y="1924670"/>
            <a:ext cx="1789112" cy="575072"/>
          </a:xfrm>
          <a:prstGeom prst="straightConnector1">
            <a:avLst/>
          </a:prstGeom>
          <a:noFill/>
          <a:ln w="28575" algn="ctr">
            <a:solidFill>
              <a:srgbClr val="0070C0"/>
            </a:solidFill>
            <a:round/>
            <a:headEnd/>
            <a:tailEnd type="arrow" w="med" len="med"/>
          </a:ln>
          <a:extLst>
            <a:ext uri="{909E8E84-426E-40DD-AFC4-6F175D3DCCD1}">
              <a14:hiddenFill xmlns:a14="http://schemas.microsoft.com/office/drawing/2010/main">
                <a:noFill/>
              </a14:hiddenFill>
            </a:ext>
          </a:extLst>
        </p:spPr>
      </p:cxnSp>
      <p:cxnSp>
        <p:nvCxnSpPr>
          <p:cNvPr id="35" name="直接连接符 8"/>
          <p:cNvCxnSpPr>
            <a:cxnSpLocks noChangeShapeType="1"/>
          </p:cNvCxnSpPr>
          <p:nvPr/>
        </p:nvCxnSpPr>
        <p:spPr bwMode="auto">
          <a:xfrm>
            <a:off x="3271841" y="1923678"/>
            <a:ext cx="3171825" cy="0"/>
          </a:xfrm>
          <a:prstGeom prst="line">
            <a:avLst/>
          </a:prstGeom>
          <a:noFill/>
          <a:ln w="28575" algn="ctr">
            <a:solidFill>
              <a:srgbClr val="0070C0"/>
            </a:solidFill>
            <a:round/>
            <a:headEnd/>
            <a:tailEnd/>
          </a:ln>
          <a:extLst>
            <a:ext uri="{909E8E84-426E-40DD-AFC4-6F175D3DCCD1}">
              <a14:hiddenFill xmlns:a14="http://schemas.microsoft.com/office/drawing/2010/main">
                <a:noFill/>
              </a14:hiddenFill>
            </a:ext>
          </a:extLst>
        </p:spPr>
      </p:cxnSp>
      <p:cxnSp>
        <p:nvCxnSpPr>
          <p:cNvPr id="36" name="直接连接符 8"/>
          <p:cNvCxnSpPr>
            <a:cxnSpLocks noChangeShapeType="1"/>
          </p:cNvCxnSpPr>
          <p:nvPr/>
        </p:nvCxnSpPr>
        <p:spPr bwMode="auto">
          <a:xfrm>
            <a:off x="6642100" y="1923678"/>
            <a:ext cx="539750" cy="0"/>
          </a:xfrm>
          <a:prstGeom prst="line">
            <a:avLst/>
          </a:prstGeom>
          <a:noFill/>
          <a:ln w="28575" algn="ctr">
            <a:solidFill>
              <a:srgbClr val="0070C0"/>
            </a:solidFill>
            <a:round/>
            <a:headEnd/>
            <a:tailEnd/>
          </a:ln>
          <a:extLst>
            <a:ext uri="{909E8E84-426E-40DD-AFC4-6F175D3DCCD1}">
              <a14:hiddenFill xmlns:a14="http://schemas.microsoft.com/office/drawing/2010/main">
                <a:noFill/>
              </a14:hiddenFill>
            </a:ext>
          </a:extLst>
        </p:spPr>
      </p:cxnSp>
      <p:cxnSp>
        <p:nvCxnSpPr>
          <p:cNvPr id="37" name="直接连接符 8"/>
          <p:cNvCxnSpPr>
            <a:cxnSpLocks noChangeShapeType="1"/>
          </p:cNvCxnSpPr>
          <p:nvPr/>
        </p:nvCxnSpPr>
        <p:spPr bwMode="auto">
          <a:xfrm flipV="1">
            <a:off x="2843214" y="1923678"/>
            <a:ext cx="358775" cy="0"/>
          </a:xfrm>
          <a:prstGeom prst="line">
            <a:avLst/>
          </a:prstGeom>
          <a:noFill/>
          <a:ln w="28575" algn="ctr">
            <a:solidFill>
              <a:srgbClr val="0070C0"/>
            </a:solidFill>
            <a:round/>
            <a:headEnd/>
            <a:tailEnd/>
          </a:ln>
          <a:extLst>
            <a:ext uri="{909E8E84-426E-40DD-AFC4-6F175D3DCCD1}">
              <a14:hiddenFill xmlns:a14="http://schemas.microsoft.com/office/drawing/2010/main">
                <a:noFill/>
              </a14:hiddenFill>
            </a:ext>
          </a:extLst>
        </p:spPr>
      </p:cxnSp>
      <p:cxnSp>
        <p:nvCxnSpPr>
          <p:cNvPr id="38" name="直接箭头连接符 5"/>
          <p:cNvCxnSpPr>
            <a:cxnSpLocks noChangeShapeType="1"/>
          </p:cNvCxnSpPr>
          <p:nvPr/>
        </p:nvCxnSpPr>
        <p:spPr bwMode="auto">
          <a:xfrm rot="10800000">
            <a:off x="3038478" y="1973335"/>
            <a:ext cx="3432175" cy="958454"/>
          </a:xfrm>
          <a:prstGeom prst="straightConnector1">
            <a:avLst/>
          </a:prstGeom>
          <a:noFill/>
          <a:ln w="28575" algn="ctr">
            <a:solidFill>
              <a:srgbClr val="0070C0"/>
            </a:solidFill>
            <a:round/>
            <a:headEnd/>
            <a:tailEnd type="arrow" w="med" len="med"/>
          </a:ln>
          <a:extLst>
            <a:ext uri="{909E8E84-426E-40DD-AFC4-6F175D3DCCD1}">
              <a14:hiddenFill xmlns:a14="http://schemas.microsoft.com/office/drawing/2010/main">
                <a:noFill/>
              </a14:hiddenFill>
            </a:ext>
          </a:extLst>
        </p:spPr>
      </p:cxnSp>
      <p:sp>
        <p:nvSpPr>
          <p:cNvPr id="39" name="椭圆 4"/>
          <p:cNvSpPr>
            <a:spLocks noChangeArrowheads="1"/>
          </p:cNvSpPr>
          <p:nvPr/>
        </p:nvSpPr>
        <p:spPr bwMode="auto">
          <a:xfrm>
            <a:off x="6329363" y="2715766"/>
            <a:ext cx="755650" cy="1944291"/>
          </a:xfrm>
          <a:prstGeom prst="ellipse">
            <a:avLst/>
          </a:prstGeom>
          <a:noFill/>
          <a:ln w="12700" algn="ctr">
            <a:solidFill>
              <a:srgbClr val="0070C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rgbClr val="FF0000"/>
              </a:solidFill>
            </a:endParaRPr>
          </a:p>
        </p:txBody>
      </p:sp>
      <p:sp>
        <p:nvSpPr>
          <p:cNvPr id="40" name="矩形 1"/>
          <p:cNvSpPr>
            <a:spLocks noChangeArrowheads="1"/>
          </p:cNvSpPr>
          <p:nvPr/>
        </p:nvSpPr>
        <p:spPr bwMode="auto">
          <a:xfrm>
            <a:off x="373063" y="4562586"/>
            <a:ext cx="54038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r>
              <a:rPr lang="en-US" altLang="zh-CN" sz="1400" dirty="0">
                <a:solidFill>
                  <a:srgbClr val="FF0000"/>
                </a:solidFill>
              </a:rPr>
              <a:t>Indirect TC block Virtual Channel ID is always 0</a:t>
            </a:r>
            <a:endParaRPr lang="zh-CN" altLang="en-US" sz="1400" dirty="0">
              <a:solidFill>
                <a:srgbClr val="FF0000"/>
              </a:solidFill>
            </a:endParaRPr>
          </a:p>
        </p:txBody>
      </p:sp>
      <p:cxnSp>
        <p:nvCxnSpPr>
          <p:cNvPr id="41" name="直接连接符 8"/>
          <p:cNvCxnSpPr>
            <a:cxnSpLocks noChangeShapeType="1"/>
          </p:cNvCxnSpPr>
          <p:nvPr/>
        </p:nvCxnSpPr>
        <p:spPr bwMode="auto">
          <a:xfrm flipV="1">
            <a:off x="1358903" y="1923678"/>
            <a:ext cx="358775" cy="0"/>
          </a:xfrm>
          <a:prstGeom prst="line">
            <a:avLst/>
          </a:prstGeom>
          <a:noFill/>
          <a:ln w="28575" algn="ctr">
            <a:solidFill>
              <a:srgbClr val="0070C0"/>
            </a:solidFill>
            <a:round/>
            <a:headEnd/>
            <a:tailEnd/>
          </a:ln>
          <a:extLst>
            <a:ext uri="{909E8E84-426E-40DD-AFC4-6F175D3DCCD1}">
              <a14:hiddenFill xmlns:a14="http://schemas.microsoft.com/office/drawing/2010/main">
                <a:noFill/>
              </a14:hiddenFill>
            </a:ext>
          </a:extLst>
        </p:spPr>
      </p:cxnSp>
      <p:cxnSp>
        <p:nvCxnSpPr>
          <p:cNvPr id="42" name="直接箭头连接符 5"/>
          <p:cNvCxnSpPr>
            <a:cxnSpLocks noChangeShapeType="1"/>
          </p:cNvCxnSpPr>
          <p:nvPr/>
        </p:nvCxnSpPr>
        <p:spPr bwMode="auto">
          <a:xfrm flipH="1">
            <a:off x="4572000" y="4338933"/>
            <a:ext cx="365126" cy="393057"/>
          </a:xfrm>
          <a:prstGeom prst="straightConnector1">
            <a:avLst/>
          </a:prstGeom>
          <a:noFill/>
          <a:ln w="28575" algn="ctr">
            <a:solidFill>
              <a:srgbClr val="0070C0"/>
            </a:solidFill>
            <a:round/>
            <a:headEnd/>
            <a:tailEnd type="arrow"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128391829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3: </a:t>
            </a:r>
            <a:r>
              <a:rPr lang="en-US" altLang="zh-CN" sz="3000" dirty="0" err="1"/>
              <a:t>Telecommand</a:t>
            </a:r>
            <a:r>
              <a:rPr lang="en-US" altLang="zh-CN" sz="3000" dirty="0"/>
              <a:t> Format and Execution</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43</a:t>
            </a:fld>
            <a:r>
              <a:rPr lang="zh-CN" altLang="en-US"/>
              <a:t> </a:t>
            </a:r>
            <a:endParaRPr lang="zh-CN" altLang="en-US" dirty="0">
              <a:latin typeface="微软雅黑" pitchFamily="34" charset="-122"/>
              <a:ea typeface="微软雅黑" pitchFamily="34" charset="-122"/>
            </a:endParaRPr>
          </a:p>
        </p:txBody>
      </p:sp>
      <p:sp>
        <p:nvSpPr>
          <p:cNvPr id="6" name="标题 2"/>
          <p:cNvSpPr txBox="1">
            <a:spLocks/>
          </p:cNvSpPr>
          <p:nvPr/>
        </p:nvSpPr>
        <p:spPr bwMode="auto">
          <a:xfrm>
            <a:off x="557213" y="1092793"/>
            <a:ext cx="8229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algn="l"/>
            <a:r>
              <a:rPr lang="en-US" altLang="zh-CN" sz="2800" dirty="0">
                <a:solidFill>
                  <a:schemeClr val="tx1"/>
                </a:solidFill>
              </a:rPr>
              <a:t>Example of Indirect TC block with CRC</a:t>
            </a:r>
            <a:endParaRPr lang="zh-CN" altLang="en-US" sz="2800" dirty="0">
              <a:solidFill>
                <a:schemeClr val="tx1"/>
              </a:solidFill>
            </a:endParaRPr>
          </a:p>
        </p:txBody>
      </p:sp>
      <p:cxnSp>
        <p:nvCxnSpPr>
          <p:cNvPr id="7" name="直接箭头连接符 5"/>
          <p:cNvCxnSpPr>
            <a:cxnSpLocks noChangeShapeType="1"/>
          </p:cNvCxnSpPr>
          <p:nvPr/>
        </p:nvCxnSpPr>
        <p:spPr bwMode="auto">
          <a:xfrm rot="16200000" flipV="1">
            <a:off x="1322390" y="1738508"/>
            <a:ext cx="1204913" cy="1497012"/>
          </a:xfrm>
          <a:prstGeom prst="straightConnector1">
            <a:avLst/>
          </a:prstGeom>
          <a:noFill/>
          <a:ln w="28575" algn="ctr">
            <a:solidFill>
              <a:srgbClr val="0070C0"/>
            </a:solidFill>
            <a:round/>
            <a:headEnd/>
            <a:tailEnd type="arrow" w="med" len="med"/>
          </a:ln>
          <a:extLst>
            <a:ext uri="{909E8E84-426E-40DD-AFC4-6F175D3DCCD1}">
              <a14:hiddenFill xmlns:a14="http://schemas.microsoft.com/office/drawing/2010/main">
                <a:noFill/>
              </a14:hiddenFill>
            </a:ext>
          </a:extLst>
        </p:spPr>
      </p:cxnSp>
      <p:cxnSp>
        <p:nvCxnSpPr>
          <p:cNvPr id="8" name="直接连接符 8"/>
          <p:cNvCxnSpPr>
            <a:cxnSpLocks noChangeShapeType="1"/>
          </p:cNvCxnSpPr>
          <p:nvPr/>
        </p:nvCxnSpPr>
        <p:spPr bwMode="auto">
          <a:xfrm flipV="1">
            <a:off x="1651003" y="1884558"/>
            <a:ext cx="358775" cy="0"/>
          </a:xfrm>
          <a:prstGeom prst="line">
            <a:avLst/>
          </a:prstGeom>
          <a:noFill/>
          <a:ln w="28575" algn="ctr">
            <a:solidFill>
              <a:srgbClr val="0070C0"/>
            </a:solidFill>
            <a:round/>
            <a:headEnd/>
            <a:tailEnd/>
          </a:ln>
          <a:extLst>
            <a:ext uri="{909E8E84-426E-40DD-AFC4-6F175D3DCCD1}">
              <a14:hiddenFill xmlns:a14="http://schemas.microsoft.com/office/drawing/2010/main">
                <a:noFill/>
              </a14:hiddenFill>
            </a:ext>
          </a:extLst>
        </p:spPr>
      </p:cxnSp>
      <p:cxnSp>
        <p:nvCxnSpPr>
          <p:cNvPr id="9" name="直接连接符 8"/>
          <p:cNvCxnSpPr>
            <a:cxnSpLocks noChangeShapeType="1"/>
          </p:cNvCxnSpPr>
          <p:nvPr/>
        </p:nvCxnSpPr>
        <p:spPr bwMode="auto">
          <a:xfrm>
            <a:off x="993775" y="1884558"/>
            <a:ext cx="539750" cy="0"/>
          </a:xfrm>
          <a:prstGeom prst="line">
            <a:avLst/>
          </a:prstGeom>
          <a:noFill/>
          <a:ln w="28575" algn="ctr">
            <a:solidFill>
              <a:srgbClr val="0070C0"/>
            </a:solidFill>
            <a:round/>
            <a:headEnd/>
            <a:tailEnd/>
          </a:ln>
          <a:extLst>
            <a:ext uri="{909E8E84-426E-40DD-AFC4-6F175D3DCCD1}">
              <a14:hiddenFill xmlns:a14="http://schemas.microsoft.com/office/drawing/2010/main">
                <a:noFill/>
              </a14:hiddenFill>
            </a:ext>
          </a:extLst>
        </p:spPr>
      </p:cxnSp>
      <p:cxnSp>
        <p:nvCxnSpPr>
          <p:cNvPr id="10" name="直接箭头连接符 5"/>
          <p:cNvCxnSpPr>
            <a:cxnSpLocks noChangeShapeType="1"/>
          </p:cNvCxnSpPr>
          <p:nvPr/>
        </p:nvCxnSpPr>
        <p:spPr bwMode="auto">
          <a:xfrm rot="10800000">
            <a:off x="1760538" y="1884559"/>
            <a:ext cx="2482850" cy="1204913"/>
          </a:xfrm>
          <a:prstGeom prst="straightConnector1">
            <a:avLst/>
          </a:prstGeom>
          <a:noFill/>
          <a:ln w="28575" algn="ctr">
            <a:solidFill>
              <a:srgbClr val="0070C0"/>
            </a:solidFill>
            <a:round/>
            <a:headEnd/>
            <a:tailEnd type="arrow" w="med" len="med"/>
          </a:ln>
          <a:extLst>
            <a:ext uri="{909E8E84-426E-40DD-AFC4-6F175D3DCCD1}">
              <a14:hiddenFill xmlns:a14="http://schemas.microsoft.com/office/drawing/2010/main">
                <a:noFill/>
              </a14:hiddenFill>
            </a:ext>
          </a:extLst>
        </p:spPr>
      </p:cxnSp>
      <p:cxnSp>
        <p:nvCxnSpPr>
          <p:cNvPr id="11" name="直接箭头连接符 5"/>
          <p:cNvCxnSpPr>
            <a:cxnSpLocks noChangeShapeType="1"/>
          </p:cNvCxnSpPr>
          <p:nvPr/>
        </p:nvCxnSpPr>
        <p:spPr bwMode="auto">
          <a:xfrm rot="5400000" flipH="1" flipV="1">
            <a:off x="7086799" y="2217736"/>
            <a:ext cx="1287066" cy="620713"/>
          </a:xfrm>
          <a:prstGeom prst="straightConnector1">
            <a:avLst/>
          </a:prstGeom>
          <a:noFill/>
          <a:ln w="28575" algn="ctr">
            <a:solidFill>
              <a:srgbClr val="0070C0"/>
            </a:solidFill>
            <a:round/>
            <a:headEnd/>
            <a:tailEnd type="arrow" w="med" len="med"/>
          </a:ln>
          <a:extLst>
            <a:ext uri="{909E8E84-426E-40DD-AFC4-6F175D3DCCD1}">
              <a14:hiddenFill xmlns:a14="http://schemas.microsoft.com/office/drawing/2010/main">
                <a:noFill/>
              </a14:hiddenFill>
            </a:ext>
          </a:extLst>
        </p:spPr>
      </p:cxnSp>
      <p:cxnSp>
        <p:nvCxnSpPr>
          <p:cNvPr id="12" name="直接连接符 8"/>
          <p:cNvCxnSpPr>
            <a:cxnSpLocks noChangeShapeType="1"/>
          </p:cNvCxnSpPr>
          <p:nvPr/>
        </p:nvCxnSpPr>
        <p:spPr bwMode="auto">
          <a:xfrm flipV="1">
            <a:off x="2052641" y="1857174"/>
            <a:ext cx="5622925" cy="27384"/>
          </a:xfrm>
          <a:prstGeom prst="line">
            <a:avLst/>
          </a:prstGeom>
          <a:noFill/>
          <a:ln w="28575" algn="ctr">
            <a:solidFill>
              <a:srgbClr val="0070C0"/>
            </a:solidFill>
            <a:round/>
            <a:headEnd/>
            <a:tailEnd/>
          </a:ln>
          <a:extLst>
            <a:ext uri="{909E8E84-426E-40DD-AFC4-6F175D3DCCD1}">
              <a14:hiddenFill xmlns:a14="http://schemas.microsoft.com/office/drawing/2010/main">
                <a:noFill/>
              </a14:hiddenFill>
            </a:ext>
          </a:extLst>
        </p:spPr>
      </p:cxnSp>
      <p:cxnSp>
        <p:nvCxnSpPr>
          <p:cNvPr id="13" name="直接连接符 8"/>
          <p:cNvCxnSpPr>
            <a:cxnSpLocks noChangeShapeType="1"/>
          </p:cNvCxnSpPr>
          <p:nvPr/>
        </p:nvCxnSpPr>
        <p:spPr bwMode="auto">
          <a:xfrm>
            <a:off x="7821613" y="1857174"/>
            <a:ext cx="539750" cy="0"/>
          </a:xfrm>
          <a:prstGeom prst="line">
            <a:avLst/>
          </a:prstGeom>
          <a:noFill/>
          <a:ln w="28575" algn="ctr">
            <a:solidFill>
              <a:srgbClr val="0070C0"/>
            </a:solidFill>
            <a:round/>
            <a:headEnd/>
            <a:tailEnd/>
          </a:ln>
          <a:extLst>
            <a:ext uri="{909E8E84-426E-40DD-AFC4-6F175D3DCCD1}">
              <a14:hiddenFill xmlns:a14="http://schemas.microsoft.com/office/drawing/2010/main">
                <a:noFill/>
              </a14:hiddenFill>
            </a:ext>
          </a:extLst>
        </p:spPr>
      </p:cxnSp>
      <p:cxnSp>
        <p:nvCxnSpPr>
          <p:cNvPr id="14" name="直接箭头连接符 5"/>
          <p:cNvCxnSpPr>
            <a:cxnSpLocks noChangeShapeType="1"/>
          </p:cNvCxnSpPr>
          <p:nvPr/>
        </p:nvCxnSpPr>
        <p:spPr bwMode="auto">
          <a:xfrm rot="16200000" flipV="1">
            <a:off x="5014717" y="2464196"/>
            <a:ext cx="1232297" cy="73025"/>
          </a:xfrm>
          <a:prstGeom prst="straightConnector1">
            <a:avLst/>
          </a:prstGeom>
          <a:noFill/>
          <a:ln w="28575" algn="ctr">
            <a:solidFill>
              <a:srgbClr val="0070C0"/>
            </a:solidFill>
            <a:round/>
            <a:headEnd/>
            <a:tailEnd type="arrow" w="med" len="med"/>
          </a:ln>
          <a:extLst>
            <a:ext uri="{909E8E84-426E-40DD-AFC4-6F175D3DCCD1}">
              <a14:hiddenFill xmlns:a14="http://schemas.microsoft.com/office/drawing/2010/main">
                <a:noFill/>
              </a14:hiddenFill>
            </a:ext>
          </a:extLst>
        </p:spPr>
      </p:cxnSp>
      <p:sp>
        <p:nvSpPr>
          <p:cNvPr id="15" name="矩形 14"/>
          <p:cNvSpPr/>
          <p:nvPr/>
        </p:nvSpPr>
        <p:spPr>
          <a:xfrm>
            <a:off x="592141" y="1555945"/>
            <a:ext cx="8251825" cy="400110"/>
          </a:xfrm>
          <a:prstGeom prst="rect">
            <a:avLst/>
          </a:prstGeom>
        </p:spPr>
        <p:txBody>
          <a:bodyPr>
            <a:spAutoFit/>
          </a:bodyPr>
          <a:lstStyle/>
          <a:p>
            <a:pPr lvl="0" algn="ctr" fontAlgn="base">
              <a:spcBef>
                <a:spcPct val="0"/>
              </a:spcBef>
              <a:spcAft>
                <a:spcPct val="0"/>
              </a:spcAft>
              <a:defRPr/>
            </a:pPr>
            <a:r>
              <a:rPr lang="en-US" altLang="zh-CN" sz="2000" b="1" dirty="0">
                <a:solidFill>
                  <a:srgbClr val="00B050"/>
                </a:solidFill>
                <a:latin typeface="Arial" pitchFamily="34" charset="0"/>
                <a:ea typeface="宋体" pitchFamily="2" charset="-122"/>
              </a:rPr>
              <a:t>77 18 </a:t>
            </a:r>
            <a:r>
              <a:rPr lang="en-US" altLang="zh-CN" sz="2000" b="1" dirty="0">
                <a:solidFill>
                  <a:srgbClr val="000000"/>
                </a:solidFill>
                <a:latin typeface="Arial" pitchFamily="34" charset="0"/>
                <a:ea typeface="宋体" pitchFamily="2" charset="-122"/>
              </a:rPr>
              <a:t>5A </a:t>
            </a:r>
            <a:r>
              <a:rPr lang="en-US" altLang="zh-CN" sz="2000" b="1" dirty="0">
                <a:solidFill>
                  <a:srgbClr val="FF0000"/>
                </a:solidFill>
                <a:latin typeface="Arial" pitchFamily="34" charset="0"/>
                <a:ea typeface="宋体" pitchFamily="2" charset="-122"/>
              </a:rPr>
              <a:t>00 11 00 0F 00 20 06 00 01 00 02 00 00 AA 05 94 </a:t>
            </a:r>
            <a:r>
              <a:rPr lang="en-US" altLang="zh-CN" sz="2000" b="1" dirty="0">
                <a:solidFill>
                  <a:srgbClr val="2D2D8A">
                    <a:lumMod val="60000"/>
                    <a:lumOff val="40000"/>
                  </a:srgbClr>
                </a:solidFill>
                <a:latin typeface="Arial" pitchFamily="34" charset="0"/>
                <a:ea typeface="宋体" pitchFamily="2" charset="-122"/>
              </a:rPr>
              <a:t>18 ED</a:t>
            </a:r>
            <a:endParaRPr lang="zh-CN" altLang="en-US" sz="2000" b="1" dirty="0">
              <a:solidFill>
                <a:srgbClr val="2D2D8A">
                  <a:lumMod val="60000"/>
                  <a:lumOff val="40000"/>
                </a:srgbClr>
              </a:solidFill>
              <a:latin typeface="Arial" pitchFamily="34" charset="0"/>
              <a:ea typeface="宋体" pitchFamily="2" charset="-122"/>
            </a:endParaRPr>
          </a:p>
        </p:txBody>
      </p:sp>
      <p:graphicFrame>
        <p:nvGraphicFramePr>
          <p:cNvPr id="16" name="表格 15"/>
          <p:cNvGraphicFramePr>
            <a:graphicFrameLocks noGrp="1"/>
          </p:cNvGraphicFramePr>
          <p:nvPr>
            <p:extLst>
              <p:ext uri="{D42A27DB-BD31-4B8C-83A1-F6EECF244321}">
                <p14:modId xmlns:p14="http://schemas.microsoft.com/office/powerpoint/2010/main" val="3773920181"/>
              </p:ext>
            </p:extLst>
          </p:nvPr>
        </p:nvGraphicFramePr>
        <p:xfrm>
          <a:off x="701678" y="2843012"/>
          <a:ext cx="7521575" cy="1124609"/>
        </p:xfrm>
        <a:graphic>
          <a:graphicData uri="http://schemas.openxmlformats.org/drawingml/2006/table">
            <a:tbl>
              <a:tblPr/>
              <a:tblGrid>
                <a:gridCol w="2878454">
                  <a:extLst>
                    <a:ext uri="{9D8B030D-6E8A-4147-A177-3AD203B41FA5}">
                      <a16:colId xmlns:a16="http://schemas.microsoft.com/office/drawing/2014/main" xmlns="" val="20000"/>
                    </a:ext>
                  </a:extLst>
                </a:gridCol>
                <a:gridCol w="927815">
                  <a:extLst>
                    <a:ext uri="{9D8B030D-6E8A-4147-A177-3AD203B41FA5}">
                      <a16:colId xmlns:a16="http://schemas.microsoft.com/office/drawing/2014/main" xmlns="" val="20001"/>
                    </a:ext>
                  </a:extLst>
                </a:gridCol>
                <a:gridCol w="2714721">
                  <a:extLst>
                    <a:ext uri="{9D8B030D-6E8A-4147-A177-3AD203B41FA5}">
                      <a16:colId xmlns:a16="http://schemas.microsoft.com/office/drawing/2014/main" xmlns="" val="20002"/>
                    </a:ext>
                  </a:extLst>
                </a:gridCol>
                <a:gridCol w="1000585">
                  <a:extLst>
                    <a:ext uri="{9D8B030D-6E8A-4147-A177-3AD203B41FA5}">
                      <a16:colId xmlns:a16="http://schemas.microsoft.com/office/drawing/2014/main" xmlns="" val="20003"/>
                    </a:ext>
                  </a:extLst>
                </a:gridCol>
              </a:tblGrid>
              <a:tr h="255929">
                <a:tc gridSpan="4">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500" b="0" i="0" u="none" strike="noStrike" cap="none" normalizeH="0" baseline="0" dirty="0">
                          <a:ln>
                            <a:noFill/>
                          </a:ln>
                          <a:solidFill>
                            <a:schemeClr val="tx1"/>
                          </a:solidFill>
                          <a:effectLst/>
                          <a:latin typeface="Times New Roman" pitchFamily="18" charset="0"/>
                          <a:ea typeface="黑体" pitchFamily="2" charset="-122"/>
                          <a:cs typeface="Times New Roman" pitchFamily="18" charset="0"/>
                        </a:rPr>
                        <a:t>TC Code</a:t>
                      </a:r>
                      <a:endParaRPr kumimoji="0" lang="zh-CN" altLang="zh-CN" sz="1500" b="0" i="0" u="none" strike="noStrike" cap="none" normalizeH="0" baseline="0" dirty="0">
                        <a:ln>
                          <a:noFill/>
                        </a:ln>
                        <a:solidFill>
                          <a:schemeClr val="tx1"/>
                        </a:solidFill>
                        <a:effectLst/>
                        <a:latin typeface="Times New Roman" pitchFamily="18" charset="0"/>
                        <a:ea typeface="黑体" pitchFamily="2" charset="-122"/>
                        <a:cs typeface="Times New Roman" pitchFamily="18" charset="0"/>
                      </a:endParaRPr>
                    </a:p>
                  </a:txBody>
                  <a:tcPr marL="68579" marR="68579"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xmlns="" val="10000"/>
                  </a:ext>
                </a:extLst>
              </a:tr>
              <a:tr h="43434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黑体" pitchFamily="2" charset="-122"/>
                          <a:cs typeface="Times New Roman" pitchFamily="18" charset="0"/>
                        </a:rPr>
                        <a:t>Satellite address synchronization word</a:t>
                      </a:r>
                      <a:endParaRPr kumimoji="0" lang="zh-CN" altLang="zh-CN" sz="1400" b="0" i="0" u="none" strike="noStrike" cap="none" normalizeH="0" baseline="0">
                        <a:ln>
                          <a:noFill/>
                        </a:ln>
                        <a:solidFill>
                          <a:schemeClr val="tx1"/>
                        </a:solidFill>
                        <a:effectLst/>
                        <a:latin typeface="Times New Roman" pitchFamily="18" charset="0"/>
                        <a:ea typeface="黑体" pitchFamily="2" charset="-122"/>
                        <a:cs typeface="Times New Roman" pitchFamily="18" charset="0"/>
                      </a:endParaRPr>
                    </a:p>
                  </a:txBody>
                  <a:tcPr marL="68579" marR="68579"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黑体" pitchFamily="2" charset="-122"/>
                          <a:cs typeface="Times New Roman" pitchFamily="18" charset="0"/>
                        </a:rPr>
                        <a:t>Mode word</a:t>
                      </a:r>
                      <a:endParaRPr kumimoji="0" lang="zh-CN" altLang="zh-CN" sz="1400" b="0" i="0" u="none" strike="noStrike" cap="none" normalizeH="0" baseline="0">
                        <a:ln>
                          <a:noFill/>
                        </a:ln>
                        <a:solidFill>
                          <a:schemeClr val="tx1"/>
                        </a:solidFill>
                        <a:effectLst/>
                        <a:latin typeface="Times New Roman" pitchFamily="18" charset="0"/>
                        <a:ea typeface="黑体" pitchFamily="2" charset="-122"/>
                        <a:cs typeface="Times New Roman" pitchFamily="18" charset="0"/>
                      </a:endParaRPr>
                    </a:p>
                  </a:txBody>
                  <a:tcPr marL="68579" marR="68579"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黑体" pitchFamily="2" charset="-122"/>
                          <a:cs typeface="Times New Roman" pitchFamily="18" charset="0"/>
                        </a:rPr>
                        <a:t>Execution Code</a:t>
                      </a:r>
                      <a:endParaRPr kumimoji="0" lang="zh-CN" altLang="zh-CN" sz="1400" b="0" i="0" u="none" strike="noStrike" cap="none" normalizeH="0" baseline="0">
                        <a:ln>
                          <a:noFill/>
                        </a:ln>
                        <a:solidFill>
                          <a:schemeClr val="tx1"/>
                        </a:solidFill>
                        <a:effectLst/>
                        <a:latin typeface="Times New Roman" pitchFamily="18" charset="0"/>
                        <a:ea typeface="黑体" pitchFamily="2" charset="-122"/>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黑体" pitchFamily="2" charset="-122"/>
                          <a:cs typeface="Times New Roman" pitchFamily="18" charset="0"/>
                        </a:rPr>
                        <a:t>(TC Transfer Frame)</a:t>
                      </a:r>
                      <a:endParaRPr kumimoji="0" lang="zh-CN" altLang="zh-CN" sz="1400" b="0" i="0" u="none" strike="noStrike" cap="none" normalizeH="0" baseline="0">
                        <a:ln>
                          <a:noFill/>
                        </a:ln>
                        <a:solidFill>
                          <a:schemeClr val="tx1"/>
                        </a:solidFill>
                        <a:effectLst/>
                        <a:latin typeface="Times New Roman" pitchFamily="18" charset="0"/>
                        <a:ea typeface="黑体" pitchFamily="2" charset="-122"/>
                        <a:cs typeface="Times New Roman" pitchFamily="18" charset="0"/>
                      </a:endParaRPr>
                    </a:p>
                  </a:txBody>
                  <a:tcPr marL="68579" marR="68579"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chemeClr val="tx1"/>
                          </a:solidFill>
                          <a:effectLst/>
                          <a:latin typeface="Times New Roman" pitchFamily="18" charset="0"/>
                          <a:ea typeface="黑体" pitchFamily="2" charset="-122"/>
                          <a:cs typeface="Times New Roman" pitchFamily="18" charset="0"/>
                        </a:rPr>
                        <a:t>CRC</a:t>
                      </a:r>
                      <a:endParaRPr kumimoji="0" lang="zh-CN" altLang="zh-CN" sz="1400" b="0" i="0" u="none" strike="noStrike" cap="none" normalizeH="0" baseline="0" dirty="0">
                        <a:ln>
                          <a:noFill/>
                        </a:ln>
                        <a:solidFill>
                          <a:schemeClr val="tx1"/>
                        </a:solidFill>
                        <a:effectLst/>
                        <a:latin typeface="Times New Roman" pitchFamily="18" charset="0"/>
                        <a:ea typeface="黑体" pitchFamily="2" charset="-122"/>
                        <a:cs typeface="Times New Roman" pitchFamily="18" charset="0"/>
                      </a:endParaRPr>
                    </a:p>
                  </a:txBody>
                  <a:tcPr marL="68579" marR="68579"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43434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chemeClr val="tx1"/>
                          </a:solidFill>
                          <a:effectLst/>
                          <a:latin typeface="Times New Roman" pitchFamily="18" charset="0"/>
                          <a:ea typeface="黑体" pitchFamily="2" charset="-122"/>
                          <a:cs typeface="Times New Roman" pitchFamily="18" charset="0"/>
                        </a:rPr>
                        <a:t>16bits</a:t>
                      </a:r>
                      <a:endParaRPr kumimoji="0" lang="zh-CN" altLang="zh-CN" sz="1400" b="0" i="0" u="none" strike="noStrike" cap="none" normalizeH="0" baseline="0" dirty="0">
                        <a:ln>
                          <a:noFill/>
                        </a:ln>
                        <a:solidFill>
                          <a:schemeClr val="tx1"/>
                        </a:solidFill>
                        <a:effectLst/>
                        <a:latin typeface="Times New Roman" pitchFamily="18" charset="0"/>
                        <a:ea typeface="黑体" pitchFamily="2" charset="-122"/>
                        <a:cs typeface="Times New Roman" pitchFamily="18" charset="0"/>
                      </a:endParaRPr>
                    </a:p>
                  </a:txBody>
                  <a:tcPr marL="68579" marR="68579"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chemeClr val="tx1"/>
                          </a:solidFill>
                          <a:effectLst/>
                          <a:latin typeface="Times New Roman" pitchFamily="18" charset="0"/>
                          <a:ea typeface="黑体" pitchFamily="2" charset="-122"/>
                          <a:cs typeface="Times New Roman" pitchFamily="18" charset="0"/>
                        </a:rPr>
                        <a:t>8bits</a:t>
                      </a:r>
                      <a:endParaRPr kumimoji="0" lang="zh-CN" altLang="zh-CN" sz="1400" b="0" i="0" u="none" strike="noStrike" cap="none" normalizeH="0" baseline="0" dirty="0">
                        <a:ln>
                          <a:noFill/>
                        </a:ln>
                        <a:solidFill>
                          <a:schemeClr val="tx1"/>
                        </a:solidFill>
                        <a:effectLst/>
                        <a:latin typeface="Times New Roman" pitchFamily="18" charset="0"/>
                        <a:ea typeface="黑体" pitchFamily="2" charset="-122"/>
                        <a:cs typeface="Times New Roman" pitchFamily="18" charset="0"/>
                      </a:endParaRPr>
                    </a:p>
                  </a:txBody>
                  <a:tcPr marL="68579" marR="68579"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chemeClr val="tx1"/>
                          </a:solidFill>
                          <a:effectLst/>
                          <a:latin typeface="Times New Roman" pitchFamily="18" charset="0"/>
                          <a:ea typeface="黑体" pitchFamily="2" charset="-122"/>
                          <a:cs typeface="Times New Roman" pitchFamily="18" charset="0"/>
                        </a:rPr>
                        <a:t>128/512/1024/2048</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chemeClr val="tx1"/>
                          </a:solidFill>
                          <a:effectLst/>
                          <a:latin typeface="Times New Roman" pitchFamily="18" charset="0"/>
                          <a:ea typeface="黑体" pitchFamily="2" charset="-122"/>
                          <a:cs typeface="Times New Roman" pitchFamily="18" charset="0"/>
                        </a:rPr>
                        <a:t>bits</a:t>
                      </a:r>
                      <a:endParaRPr kumimoji="0" lang="zh-CN" altLang="zh-CN" sz="1400" b="0" i="0" u="none" strike="noStrike" cap="none" normalizeH="0" baseline="0" dirty="0">
                        <a:ln>
                          <a:noFill/>
                        </a:ln>
                        <a:solidFill>
                          <a:schemeClr val="tx1"/>
                        </a:solidFill>
                        <a:effectLst/>
                        <a:latin typeface="Times New Roman" pitchFamily="18" charset="0"/>
                        <a:ea typeface="黑体" pitchFamily="2" charset="-122"/>
                        <a:cs typeface="Times New Roman" pitchFamily="18" charset="0"/>
                      </a:endParaRPr>
                    </a:p>
                  </a:txBody>
                  <a:tcPr marL="68579" marR="68579"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chemeClr val="tx1"/>
                          </a:solidFill>
                          <a:effectLst/>
                          <a:latin typeface="Times New Roman" pitchFamily="18" charset="0"/>
                          <a:ea typeface="黑体" pitchFamily="2" charset="-122"/>
                          <a:cs typeface="Times New Roman" pitchFamily="18" charset="0"/>
                        </a:rPr>
                        <a:t>16bits</a:t>
                      </a:r>
                      <a:endParaRPr kumimoji="0" lang="zh-CN" altLang="zh-CN" sz="1400" b="0" i="0" u="none" strike="noStrike" cap="none" normalizeH="0" baseline="0" dirty="0">
                        <a:ln>
                          <a:noFill/>
                        </a:ln>
                        <a:solidFill>
                          <a:schemeClr val="tx1"/>
                        </a:solidFill>
                        <a:effectLst/>
                        <a:latin typeface="Times New Roman" pitchFamily="18" charset="0"/>
                        <a:ea typeface="黑体" pitchFamily="2" charset="-122"/>
                        <a:cs typeface="Times New Roman" pitchFamily="18" charset="0"/>
                      </a:endParaRPr>
                    </a:p>
                  </a:txBody>
                  <a:tcPr marL="68579" marR="68579"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bl>
          </a:graphicData>
        </a:graphic>
      </p:graphicFrame>
    </p:spTree>
    <p:extLst>
      <p:ext uri="{BB962C8B-B14F-4D97-AF65-F5344CB8AC3E}">
        <p14:creationId xmlns:p14="http://schemas.microsoft.com/office/powerpoint/2010/main" val="12839182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3: </a:t>
            </a:r>
            <a:r>
              <a:rPr lang="en-US" altLang="zh-CN" sz="3000" dirty="0" err="1"/>
              <a:t>Telecommand</a:t>
            </a:r>
            <a:r>
              <a:rPr lang="en-US" altLang="zh-CN" sz="3000" dirty="0"/>
              <a:t> Format and Execution</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44</a:t>
            </a:fld>
            <a:r>
              <a:rPr lang="zh-CN" altLang="en-US"/>
              <a:t> </a:t>
            </a:r>
            <a:endParaRPr lang="zh-CN" altLang="en-US" dirty="0">
              <a:latin typeface="微软雅黑" pitchFamily="34" charset="-122"/>
              <a:ea typeface="微软雅黑" pitchFamily="34" charset="-122"/>
            </a:endParaRPr>
          </a:p>
        </p:txBody>
      </p:sp>
      <p:graphicFrame>
        <p:nvGraphicFramePr>
          <p:cNvPr id="46" name="表格 45"/>
          <p:cNvGraphicFramePr>
            <a:graphicFrameLocks noGrp="1"/>
          </p:cNvGraphicFramePr>
          <p:nvPr>
            <p:extLst>
              <p:ext uri="{D42A27DB-BD31-4B8C-83A1-F6EECF244321}">
                <p14:modId xmlns:p14="http://schemas.microsoft.com/office/powerpoint/2010/main" val="236917299"/>
              </p:ext>
            </p:extLst>
          </p:nvPr>
        </p:nvGraphicFramePr>
        <p:xfrm>
          <a:off x="300038" y="2544368"/>
          <a:ext cx="8743951" cy="2228850"/>
        </p:xfrm>
        <a:graphic>
          <a:graphicData uri="http://schemas.openxmlformats.org/drawingml/2006/table">
            <a:tbl>
              <a:tblPr firstRow="1" firstCol="1" bandRow="1">
                <a:tableStyleId>{8A107856-5554-42FB-B03E-39F5DBC370BA}</a:tableStyleId>
              </a:tblPr>
              <a:tblGrid>
                <a:gridCol w="829425">
                  <a:extLst>
                    <a:ext uri="{9D8B030D-6E8A-4147-A177-3AD203B41FA5}">
                      <a16:colId xmlns:a16="http://schemas.microsoft.com/office/drawing/2014/main" xmlns="" val="20000"/>
                    </a:ext>
                  </a:extLst>
                </a:gridCol>
                <a:gridCol w="792207">
                  <a:extLst>
                    <a:ext uri="{9D8B030D-6E8A-4147-A177-3AD203B41FA5}">
                      <a16:colId xmlns:a16="http://schemas.microsoft.com/office/drawing/2014/main" xmlns="" val="20001"/>
                    </a:ext>
                  </a:extLst>
                </a:gridCol>
                <a:gridCol w="792207">
                  <a:extLst>
                    <a:ext uri="{9D8B030D-6E8A-4147-A177-3AD203B41FA5}">
                      <a16:colId xmlns:a16="http://schemas.microsoft.com/office/drawing/2014/main" xmlns="" val="20002"/>
                    </a:ext>
                  </a:extLst>
                </a:gridCol>
                <a:gridCol w="762078">
                  <a:extLst>
                    <a:ext uri="{9D8B030D-6E8A-4147-A177-3AD203B41FA5}">
                      <a16:colId xmlns:a16="http://schemas.microsoft.com/office/drawing/2014/main" xmlns="" val="20003"/>
                    </a:ext>
                  </a:extLst>
                </a:gridCol>
                <a:gridCol w="1139684">
                  <a:extLst>
                    <a:ext uri="{9D8B030D-6E8A-4147-A177-3AD203B41FA5}">
                      <a16:colId xmlns:a16="http://schemas.microsoft.com/office/drawing/2014/main" xmlns="" val="20004"/>
                    </a:ext>
                  </a:extLst>
                </a:gridCol>
                <a:gridCol w="852894">
                  <a:extLst>
                    <a:ext uri="{9D8B030D-6E8A-4147-A177-3AD203B41FA5}">
                      <a16:colId xmlns:a16="http://schemas.microsoft.com/office/drawing/2014/main" xmlns="" val="20005"/>
                    </a:ext>
                  </a:extLst>
                </a:gridCol>
                <a:gridCol w="830652">
                  <a:extLst>
                    <a:ext uri="{9D8B030D-6E8A-4147-A177-3AD203B41FA5}">
                      <a16:colId xmlns:a16="http://schemas.microsoft.com/office/drawing/2014/main" xmlns="" val="20006"/>
                    </a:ext>
                  </a:extLst>
                </a:gridCol>
                <a:gridCol w="953063">
                  <a:extLst>
                    <a:ext uri="{9D8B030D-6E8A-4147-A177-3AD203B41FA5}">
                      <a16:colId xmlns:a16="http://schemas.microsoft.com/office/drawing/2014/main" xmlns="" val="20007"/>
                    </a:ext>
                  </a:extLst>
                </a:gridCol>
                <a:gridCol w="930040">
                  <a:extLst>
                    <a:ext uri="{9D8B030D-6E8A-4147-A177-3AD203B41FA5}">
                      <a16:colId xmlns:a16="http://schemas.microsoft.com/office/drawing/2014/main" xmlns="" val="20008"/>
                    </a:ext>
                  </a:extLst>
                </a:gridCol>
                <a:gridCol w="861701">
                  <a:extLst>
                    <a:ext uri="{9D8B030D-6E8A-4147-A177-3AD203B41FA5}">
                      <a16:colId xmlns:a16="http://schemas.microsoft.com/office/drawing/2014/main" xmlns="" val="20009"/>
                    </a:ext>
                  </a:extLst>
                </a:gridCol>
              </a:tblGrid>
              <a:tr h="685800">
                <a:tc gridSpan="8">
                  <a:txBody>
                    <a:bodyPr/>
                    <a:lstStyle/>
                    <a:p>
                      <a:pPr algn="ctr">
                        <a:spcAft>
                          <a:spcPts val="0"/>
                        </a:spcAft>
                      </a:pPr>
                      <a:r>
                        <a:rPr lang="en-US" sz="1100" b="1" kern="0" dirty="0">
                          <a:effectLst/>
                        </a:rPr>
                        <a:t>Transfer Frame Primary Header (40 bits)</a:t>
                      </a:r>
                      <a:endParaRPr lang="zh-CN" sz="1100" b="1" kern="100" dirty="0">
                        <a:effectLst/>
                        <a:latin typeface="Times New Roman"/>
                        <a:ea typeface="宋体"/>
                      </a:endParaRPr>
                    </a:p>
                  </a:txBody>
                  <a:tcPr marL="68614" marR="68614" marT="0"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ctr">
                        <a:spcAft>
                          <a:spcPts val="0"/>
                        </a:spcAft>
                      </a:pPr>
                      <a:r>
                        <a:rPr lang="en-US" sz="1100" b="1" kern="0">
                          <a:effectLst/>
                        </a:rPr>
                        <a:t>Transfer Frame Data Field</a:t>
                      </a:r>
                      <a:endParaRPr lang="zh-CN" sz="1100" b="1" kern="100">
                        <a:effectLst/>
                        <a:latin typeface="Times New Roman"/>
                        <a:ea typeface="宋体"/>
                      </a:endParaRPr>
                    </a:p>
                  </a:txBody>
                  <a:tcPr marL="68614" marR="68614" marT="0" marB="0" anchor="ctr"/>
                </a:tc>
                <a:tc>
                  <a:txBody>
                    <a:bodyPr/>
                    <a:lstStyle/>
                    <a:p>
                      <a:pPr algn="ctr">
                        <a:spcAft>
                          <a:spcPts val="0"/>
                        </a:spcAft>
                      </a:pPr>
                      <a:r>
                        <a:rPr lang="en-US" sz="1100" b="1" kern="0" dirty="0">
                          <a:effectLst/>
                        </a:rPr>
                        <a:t>Frame Error Control Field</a:t>
                      </a:r>
                      <a:endParaRPr lang="zh-CN" sz="1100" b="1" kern="100" dirty="0">
                        <a:effectLst/>
                        <a:latin typeface="Times New Roman"/>
                        <a:ea typeface="宋体"/>
                      </a:endParaRPr>
                    </a:p>
                  </a:txBody>
                  <a:tcPr marL="68614" marR="68614" marT="0" marB="0" anchor="ctr"/>
                </a:tc>
                <a:extLst>
                  <a:ext uri="{0D108BD9-81ED-4DB2-BD59-A6C34878D82A}">
                    <a16:rowId xmlns:a16="http://schemas.microsoft.com/office/drawing/2014/main" xmlns="" val="10000"/>
                  </a:ext>
                </a:extLst>
              </a:tr>
              <a:tr h="685800">
                <a:tc>
                  <a:txBody>
                    <a:bodyPr/>
                    <a:lstStyle/>
                    <a:p>
                      <a:pPr algn="ctr">
                        <a:spcAft>
                          <a:spcPts val="0"/>
                        </a:spcAft>
                      </a:pPr>
                      <a:r>
                        <a:rPr lang="en-US" sz="1100" kern="0">
                          <a:effectLst/>
                        </a:rPr>
                        <a:t>Transfer Frame Version Number</a:t>
                      </a:r>
                      <a:endParaRPr lang="zh-CN" sz="1100" kern="100">
                        <a:effectLst/>
                        <a:latin typeface="Times New Roman"/>
                        <a:ea typeface="宋体"/>
                      </a:endParaRPr>
                    </a:p>
                  </a:txBody>
                  <a:tcPr marL="68614" marR="68614" marT="0" marB="0" anchor="ctr"/>
                </a:tc>
                <a:tc>
                  <a:txBody>
                    <a:bodyPr/>
                    <a:lstStyle/>
                    <a:p>
                      <a:pPr algn="ctr">
                        <a:spcAft>
                          <a:spcPts val="0"/>
                        </a:spcAft>
                      </a:pPr>
                      <a:r>
                        <a:rPr lang="en-US" sz="1100" b="1" kern="0" dirty="0">
                          <a:effectLst/>
                        </a:rPr>
                        <a:t>Bypass</a:t>
                      </a:r>
                    </a:p>
                    <a:p>
                      <a:pPr algn="ctr">
                        <a:spcAft>
                          <a:spcPts val="0"/>
                        </a:spcAft>
                      </a:pPr>
                      <a:r>
                        <a:rPr lang="en-US" altLang="zh-CN" sz="1100" b="1" kern="0" dirty="0">
                          <a:effectLst/>
                        </a:rPr>
                        <a:t>Flag</a:t>
                      </a:r>
                      <a:endParaRPr lang="zh-CN" sz="1100" b="1" kern="100" dirty="0">
                        <a:effectLst/>
                        <a:latin typeface="Times New Roman"/>
                        <a:ea typeface="宋体"/>
                      </a:endParaRPr>
                    </a:p>
                  </a:txBody>
                  <a:tcPr marL="68614" marR="68614" marT="0" marB="0" anchor="ctr"/>
                </a:tc>
                <a:tc>
                  <a:txBody>
                    <a:bodyPr/>
                    <a:lstStyle/>
                    <a:p>
                      <a:pPr algn="ctr">
                        <a:spcAft>
                          <a:spcPts val="0"/>
                        </a:spcAft>
                      </a:pPr>
                      <a:r>
                        <a:rPr lang="en-US" sz="1100" b="1" kern="0" dirty="0">
                          <a:effectLst/>
                        </a:rPr>
                        <a:t>Control</a:t>
                      </a:r>
                    </a:p>
                    <a:p>
                      <a:pPr algn="ctr">
                        <a:spcAft>
                          <a:spcPts val="0"/>
                        </a:spcAft>
                      </a:pPr>
                      <a:r>
                        <a:rPr lang="en-US" altLang="zh-CN" sz="1100" b="1" kern="0" dirty="0">
                          <a:effectLst/>
                        </a:rPr>
                        <a:t>COMMAND</a:t>
                      </a:r>
                    </a:p>
                    <a:p>
                      <a:pPr algn="ctr">
                        <a:spcAft>
                          <a:spcPts val="0"/>
                        </a:spcAft>
                      </a:pPr>
                      <a:r>
                        <a:rPr lang="en-US" altLang="zh-CN" sz="1100" b="1" kern="0" dirty="0">
                          <a:effectLst/>
                        </a:rPr>
                        <a:t>Flag</a:t>
                      </a:r>
                      <a:endParaRPr lang="zh-CN" sz="1100" b="1" kern="100" dirty="0">
                        <a:effectLst/>
                        <a:latin typeface="Times New Roman"/>
                        <a:ea typeface="宋体"/>
                      </a:endParaRPr>
                    </a:p>
                  </a:txBody>
                  <a:tcPr marL="68614" marR="68614" marT="0" marB="0" anchor="ctr"/>
                </a:tc>
                <a:tc>
                  <a:txBody>
                    <a:bodyPr/>
                    <a:lstStyle/>
                    <a:p>
                      <a:pPr algn="ctr">
                        <a:spcAft>
                          <a:spcPts val="0"/>
                        </a:spcAft>
                      </a:pPr>
                      <a:r>
                        <a:rPr lang="en-US" sz="1100" b="1" kern="0">
                          <a:effectLst/>
                        </a:rPr>
                        <a:t>RSVD. SPARE</a:t>
                      </a:r>
                      <a:endParaRPr lang="zh-CN" sz="1100" b="1" kern="100">
                        <a:effectLst/>
                        <a:latin typeface="Times New Roman"/>
                        <a:ea typeface="宋体"/>
                      </a:endParaRPr>
                    </a:p>
                  </a:txBody>
                  <a:tcPr marL="68614" marR="68614" marT="0" marB="0" anchor="ctr"/>
                </a:tc>
                <a:tc>
                  <a:txBody>
                    <a:bodyPr/>
                    <a:lstStyle/>
                    <a:p>
                      <a:pPr algn="ctr">
                        <a:spcAft>
                          <a:spcPts val="0"/>
                        </a:spcAft>
                      </a:pPr>
                      <a:r>
                        <a:rPr lang="en-US" sz="1100" b="1" kern="0" dirty="0">
                          <a:effectLst/>
                        </a:rPr>
                        <a:t>Spacecraft ID</a:t>
                      </a:r>
                      <a:endParaRPr lang="zh-CN" sz="1100" b="1" kern="100" dirty="0">
                        <a:effectLst/>
                        <a:latin typeface="Times New Roman"/>
                        <a:ea typeface="宋体"/>
                      </a:endParaRPr>
                    </a:p>
                  </a:txBody>
                  <a:tcPr marL="68614" marR="68614" marT="0" marB="0" anchor="ctr"/>
                </a:tc>
                <a:tc>
                  <a:txBody>
                    <a:bodyPr/>
                    <a:lstStyle/>
                    <a:p>
                      <a:pPr algn="ctr">
                        <a:spcAft>
                          <a:spcPts val="0"/>
                        </a:spcAft>
                      </a:pPr>
                      <a:r>
                        <a:rPr lang="en-US" sz="1100" b="1" kern="0" dirty="0">
                          <a:effectLst/>
                        </a:rPr>
                        <a:t>Virtual Channel ID </a:t>
                      </a:r>
                      <a:endParaRPr lang="zh-CN" sz="1100" b="1" kern="100" dirty="0">
                        <a:effectLst/>
                        <a:latin typeface="Times New Roman"/>
                        <a:ea typeface="宋体"/>
                      </a:endParaRPr>
                    </a:p>
                  </a:txBody>
                  <a:tcPr marL="68614" marR="68614" marT="0" marB="0" anchor="ctr"/>
                </a:tc>
                <a:tc>
                  <a:txBody>
                    <a:bodyPr/>
                    <a:lstStyle/>
                    <a:p>
                      <a:pPr algn="ctr">
                        <a:spcAft>
                          <a:spcPts val="0"/>
                        </a:spcAft>
                      </a:pPr>
                      <a:r>
                        <a:rPr lang="en-US" sz="1100" b="1" kern="0">
                          <a:effectLst/>
                        </a:rPr>
                        <a:t>Frame Length</a:t>
                      </a:r>
                      <a:endParaRPr lang="zh-CN" sz="1100" b="1" kern="100">
                        <a:effectLst/>
                        <a:latin typeface="Times New Roman"/>
                        <a:ea typeface="宋体"/>
                      </a:endParaRPr>
                    </a:p>
                  </a:txBody>
                  <a:tcPr marL="68614" marR="68614" marT="0" marB="0" anchor="ctr"/>
                </a:tc>
                <a:tc>
                  <a:txBody>
                    <a:bodyPr/>
                    <a:lstStyle/>
                    <a:p>
                      <a:pPr algn="ctr">
                        <a:spcAft>
                          <a:spcPts val="0"/>
                        </a:spcAft>
                      </a:pPr>
                      <a:r>
                        <a:rPr lang="en-US" sz="1100" b="1" kern="0">
                          <a:effectLst/>
                        </a:rPr>
                        <a:t>Frame Sequence Number</a:t>
                      </a:r>
                      <a:endParaRPr lang="zh-CN" sz="1100" b="1" kern="100">
                        <a:effectLst/>
                        <a:latin typeface="Times New Roman"/>
                        <a:ea typeface="宋体"/>
                      </a:endParaRPr>
                    </a:p>
                  </a:txBody>
                  <a:tcPr marL="68614" marR="68614" marT="0" marB="0" anchor="ctr"/>
                </a:tc>
                <a:tc>
                  <a:txBody>
                    <a:bodyPr/>
                    <a:lstStyle/>
                    <a:p>
                      <a:pPr algn="ctr">
                        <a:spcAft>
                          <a:spcPts val="0"/>
                        </a:spcAft>
                      </a:pPr>
                      <a:r>
                        <a:rPr lang="en-US" sz="1100" b="1" kern="0">
                          <a:effectLst/>
                        </a:rPr>
                        <a:t> </a:t>
                      </a:r>
                      <a:endParaRPr lang="zh-CN" sz="1100" b="1" kern="100">
                        <a:effectLst/>
                        <a:latin typeface="Times New Roman"/>
                        <a:ea typeface="宋体"/>
                      </a:endParaRPr>
                    </a:p>
                  </a:txBody>
                  <a:tcPr marL="68614" marR="68614" marT="0" marB="0" anchor="ctr"/>
                </a:tc>
                <a:tc>
                  <a:txBody>
                    <a:bodyPr/>
                    <a:lstStyle/>
                    <a:p>
                      <a:pPr algn="ctr">
                        <a:spcAft>
                          <a:spcPts val="0"/>
                        </a:spcAft>
                      </a:pPr>
                      <a:r>
                        <a:rPr lang="en-US" sz="1100" b="1" kern="0" dirty="0">
                          <a:effectLst/>
                        </a:rPr>
                        <a:t> </a:t>
                      </a:r>
                      <a:endParaRPr lang="zh-CN" sz="1100" b="1" kern="100" dirty="0">
                        <a:effectLst/>
                        <a:latin typeface="Times New Roman"/>
                        <a:ea typeface="宋体"/>
                      </a:endParaRPr>
                    </a:p>
                  </a:txBody>
                  <a:tcPr marL="68614" marR="68614" marT="0" marB="0" anchor="ctr"/>
                </a:tc>
                <a:extLst>
                  <a:ext uri="{0D108BD9-81ED-4DB2-BD59-A6C34878D82A}">
                    <a16:rowId xmlns:a16="http://schemas.microsoft.com/office/drawing/2014/main" xmlns="" val="10001"/>
                  </a:ext>
                </a:extLst>
              </a:tr>
              <a:tr h="171450">
                <a:tc>
                  <a:txBody>
                    <a:bodyPr/>
                    <a:lstStyle/>
                    <a:p>
                      <a:pPr algn="ctr">
                        <a:spcAft>
                          <a:spcPts val="0"/>
                        </a:spcAft>
                      </a:pPr>
                      <a:r>
                        <a:rPr lang="en-US" sz="1100" kern="0">
                          <a:effectLst/>
                        </a:rPr>
                        <a:t>2 bits</a:t>
                      </a:r>
                      <a:endParaRPr lang="zh-CN" sz="1100" kern="100">
                        <a:effectLst/>
                        <a:latin typeface="Times New Roman"/>
                        <a:ea typeface="宋体"/>
                      </a:endParaRPr>
                    </a:p>
                  </a:txBody>
                  <a:tcPr marL="68614" marR="68614" marT="0" marB="0" anchor="ctr"/>
                </a:tc>
                <a:tc>
                  <a:txBody>
                    <a:bodyPr/>
                    <a:lstStyle/>
                    <a:p>
                      <a:pPr algn="ctr">
                        <a:spcAft>
                          <a:spcPts val="0"/>
                        </a:spcAft>
                      </a:pPr>
                      <a:r>
                        <a:rPr lang="en-US" sz="1100" b="1" kern="0" dirty="0">
                          <a:effectLst/>
                        </a:rPr>
                        <a:t>1 bit</a:t>
                      </a:r>
                      <a:endParaRPr lang="zh-CN" sz="1100" b="1" kern="100" dirty="0">
                        <a:effectLst/>
                        <a:latin typeface="Times New Roman"/>
                        <a:ea typeface="宋体"/>
                      </a:endParaRPr>
                    </a:p>
                  </a:txBody>
                  <a:tcPr marL="68614" marR="68614" marT="0" marB="0" anchor="ctr"/>
                </a:tc>
                <a:tc>
                  <a:txBody>
                    <a:bodyPr/>
                    <a:lstStyle/>
                    <a:p>
                      <a:pPr algn="ctr">
                        <a:spcAft>
                          <a:spcPts val="0"/>
                        </a:spcAft>
                      </a:pPr>
                      <a:r>
                        <a:rPr lang="en-US" sz="1100" b="1" kern="0" dirty="0">
                          <a:effectLst/>
                        </a:rPr>
                        <a:t>1 bit</a:t>
                      </a:r>
                      <a:endParaRPr lang="zh-CN" sz="1100" b="1" kern="100" dirty="0">
                        <a:effectLst/>
                        <a:latin typeface="Times New Roman"/>
                        <a:ea typeface="宋体"/>
                      </a:endParaRPr>
                    </a:p>
                  </a:txBody>
                  <a:tcPr marL="68614" marR="68614" marT="0" marB="0" anchor="ctr"/>
                </a:tc>
                <a:tc>
                  <a:txBody>
                    <a:bodyPr/>
                    <a:lstStyle/>
                    <a:p>
                      <a:pPr algn="ctr">
                        <a:spcAft>
                          <a:spcPts val="0"/>
                        </a:spcAft>
                      </a:pPr>
                      <a:r>
                        <a:rPr lang="en-US" sz="1100" b="1" kern="0">
                          <a:effectLst/>
                        </a:rPr>
                        <a:t>2 bits</a:t>
                      </a:r>
                      <a:endParaRPr lang="zh-CN" sz="1100" b="1" kern="100">
                        <a:effectLst/>
                        <a:latin typeface="Times New Roman"/>
                        <a:ea typeface="宋体"/>
                      </a:endParaRPr>
                    </a:p>
                  </a:txBody>
                  <a:tcPr marL="68614" marR="68614" marT="0" marB="0" anchor="ctr"/>
                </a:tc>
                <a:tc>
                  <a:txBody>
                    <a:bodyPr/>
                    <a:lstStyle/>
                    <a:p>
                      <a:pPr algn="ctr">
                        <a:spcAft>
                          <a:spcPts val="0"/>
                        </a:spcAft>
                      </a:pPr>
                      <a:r>
                        <a:rPr lang="en-US" sz="1100" b="1" kern="0">
                          <a:effectLst/>
                        </a:rPr>
                        <a:t>10 bits</a:t>
                      </a:r>
                      <a:endParaRPr lang="zh-CN" sz="1100" b="1" kern="100">
                        <a:effectLst/>
                        <a:latin typeface="Times New Roman"/>
                        <a:ea typeface="宋体"/>
                      </a:endParaRPr>
                    </a:p>
                  </a:txBody>
                  <a:tcPr marL="68614" marR="68614" marT="0" marB="0" anchor="ctr"/>
                </a:tc>
                <a:tc>
                  <a:txBody>
                    <a:bodyPr/>
                    <a:lstStyle/>
                    <a:p>
                      <a:pPr algn="ctr">
                        <a:spcAft>
                          <a:spcPts val="0"/>
                        </a:spcAft>
                      </a:pPr>
                      <a:r>
                        <a:rPr lang="en-US" sz="1100" b="1" kern="0" dirty="0">
                          <a:effectLst/>
                        </a:rPr>
                        <a:t>6 bits</a:t>
                      </a:r>
                      <a:endParaRPr lang="zh-CN" sz="1100" b="1" kern="100" dirty="0">
                        <a:effectLst/>
                        <a:latin typeface="Times New Roman"/>
                        <a:ea typeface="宋体"/>
                      </a:endParaRPr>
                    </a:p>
                  </a:txBody>
                  <a:tcPr marL="68614" marR="68614" marT="0" marB="0" anchor="ctr"/>
                </a:tc>
                <a:tc>
                  <a:txBody>
                    <a:bodyPr/>
                    <a:lstStyle/>
                    <a:p>
                      <a:pPr algn="ctr">
                        <a:spcAft>
                          <a:spcPts val="0"/>
                        </a:spcAft>
                      </a:pPr>
                      <a:r>
                        <a:rPr lang="en-US" sz="1100" b="1" kern="0" dirty="0">
                          <a:effectLst/>
                        </a:rPr>
                        <a:t>10 bits</a:t>
                      </a:r>
                      <a:endParaRPr lang="zh-CN" sz="1100" b="1" kern="100" dirty="0">
                        <a:effectLst/>
                        <a:latin typeface="Times New Roman"/>
                        <a:ea typeface="宋体"/>
                      </a:endParaRPr>
                    </a:p>
                  </a:txBody>
                  <a:tcPr marL="68614" marR="68614" marT="0" marB="0" anchor="ctr"/>
                </a:tc>
                <a:tc>
                  <a:txBody>
                    <a:bodyPr/>
                    <a:lstStyle/>
                    <a:p>
                      <a:pPr algn="ctr">
                        <a:spcAft>
                          <a:spcPts val="0"/>
                        </a:spcAft>
                      </a:pPr>
                      <a:r>
                        <a:rPr lang="en-US" sz="1100" b="1" kern="0">
                          <a:effectLst/>
                        </a:rPr>
                        <a:t>8 bits</a:t>
                      </a:r>
                      <a:endParaRPr lang="zh-CN" sz="1100" b="1" kern="100">
                        <a:effectLst/>
                        <a:latin typeface="Times New Roman"/>
                        <a:ea typeface="宋体"/>
                      </a:endParaRPr>
                    </a:p>
                  </a:txBody>
                  <a:tcPr marL="68614" marR="68614" marT="0" marB="0" anchor="ctr"/>
                </a:tc>
                <a:tc>
                  <a:txBody>
                    <a:bodyPr/>
                    <a:lstStyle/>
                    <a:p>
                      <a:pPr algn="ctr">
                        <a:spcAft>
                          <a:spcPts val="0"/>
                        </a:spcAft>
                      </a:pPr>
                      <a:r>
                        <a:rPr lang="en-US" sz="1100" b="1" kern="0">
                          <a:effectLst/>
                        </a:rPr>
                        <a:t> </a:t>
                      </a:r>
                      <a:endParaRPr lang="zh-CN" sz="1100" b="1" kern="100">
                        <a:effectLst/>
                        <a:latin typeface="Times New Roman"/>
                        <a:ea typeface="宋体"/>
                      </a:endParaRPr>
                    </a:p>
                  </a:txBody>
                  <a:tcPr marL="68614" marR="68614" marT="0" marB="0" anchor="ctr"/>
                </a:tc>
                <a:tc>
                  <a:txBody>
                    <a:bodyPr/>
                    <a:lstStyle/>
                    <a:p>
                      <a:pPr algn="ctr">
                        <a:spcAft>
                          <a:spcPts val="0"/>
                        </a:spcAft>
                      </a:pPr>
                      <a:r>
                        <a:rPr lang="en-US" sz="1100" b="1" kern="0">
                          <a:effectLst/>
                        </a:rPr>
                        <a:t>16 bits</a:t>
                      </a:r>
                      <a:endParaRPr lang="zh-CN" sz="1100" b="1" kern="100">
                        <a:effectLst/>
                        <a:latin typeface="Times New Roman"/>
                        <a:ea typeface="宋体"/>
                      </a:endParaRPr>
                    </a:p>
                  </a:txBody>
                  <a:tcPr marL="68614" marR="68614" marT="0" marB="0" anchor="ctr"/>
                </a:tc>
                <a:extLst>
                  <a:ext uri="{0D108BD9-81ED-4DB2-BD59-A6C34878D82A}">
                    <a16:rowId xmlns:a16="http://schemas.microsoft.com/office/drawing/2014/main" xmlns="" val="10002"/>
                  </a:ext>
                </a:extLst>
              </a:tr>
              <a:tr h="685800">
                <a:tc>
                  <a:txBody>
                    <a:bodyPr/>
                    <a:lstStyle/>
                    <a:p>
                      <a:pPr algn="ctr">
                        <a:spcAft>
                          <a:spcPts val="0"/>
                        </a:spcAft>
                      </a:pPr>
                      <a:r>
                        <a:rPr lang="en-US" sz="1100" kern="0" dirty="0">
                          <a:effectLst/>
                        </a:rPr>
                        <a:t>00</a:t>
                      </a:r>
                      <a:endParaRPr lang="zh-CN" sz="1100" kern="100" dirty="0">
                        <a:effectLst/>
                        <a:latin typeface="Times New Roman"/>
                        <a:ea typeface="宋体"/>
                      </a:endParaRPr>
                    </a:p>
                  </a:txBody>
                  <a:tcPr marL="68614" marR="68614" marT="0" marB="0" anchor="ctr"/>
                </a:tc>
                <a:tc>
                  <a:txBody>
                    <a:bodyPr/>
                    <a:lstStyle/>
                    <a:p>
                      <a:pPr algn="ctr">
                        <a:spcAft>
                          <a:spcPts val="0"/>
                        </a:spcAft>
                      </a:pPr>
                      <a:r>
                        <a:rPr lang="en-US" sz="1100" b="1" kern="0" dirty="0">
                          <a:effectLst/>
                        </a:rPr>
                        <a:t>0</a:t>
                      </a:r>
                      <a:endParaRPr lang="zh-CN" sz="1100" b="1" kern="100" dirty="0">
                        <a:effectLst/>
                        <a:latin typeface="Times New Roman"/>
                        <a:ea typeface="宋体"/>
                      </a:endParaRPr>
                    </a:p>
                  </a:txBody>
                  <a:tcPr marL="68614" marR="68614" marT="0" marB="0" anchor="ctr"/>
                </a:tc>
                <a:tc>
                  <a:txBody>
                    <a:bodyPr/>
                    <a:lstStyle/>
                    <a:p>
                      <a:pPr algn="ctr">
                        <a:spcAft>
                          <a:spcPts val="0"/>
                        </a:spcAft>
                      </a:pPr>
                      <a:r>
                        <a:rPr lang="en-US" sz="1100" b="1" kern="0" dirty="0">
                          <a:effectLst/>
                        </a:rPr>
                        <a:t>0</a:t>
                      </a:r>
                      <a:endParaRPr lang="zh-CN" sz="1100" b="1" kern="100" dirty="0">
                        <a:effectLst/>
                        <a:latin typeface="Times New Roman"/>
                        <a:ea typeface="宋体"/>
                      </a:endParaRPr>
                    </a:p>
                  </a:txBody>
                  <a:tcPr marL="68614" marR="68614" marT="0" marB="0" anchor="ctr"/>
                </a:tc>
                <a:tc>
                  <a:txBody>
                    <a:bodyPr/>
                    <a:lstStyle/>
                    <a:p>
                      <a:pPr algn="ctr">
                        <a:spcAft>
                          <a:spcPts val="0"/>
                        </a:spcAft>
                      </a:pPr>
                      <a:r>
                        <a:rPr lang="en-US" sz="1100" b="1" kern="0" dirty="0">
                          <a:effectLst/>
                        </a:rPr>
                        <a:t>00</a:t>
                      </a:r>
                      <a:endParaRPr lang="zh-CN" sz="1100" b="1" kern="100" dirty="0">
                        <a:effectLst/>
                        <a:latin typeface="Times New Roman"/>
                        <a:ea typeface="宋体"/>
                      </a:endParaRPr>
                    </a:p>
                  </a:txBody>
                  <a:tcPr marL="68614" marR="68614" marT="0" marB="0" anchor="ctr"/>
                </a:tc>
                <a:tc>
                  <a:txBody>
                    <a:bodyPr/>
                    <a:lstStyle/>
                    <a:p>
                      <a:pPr algn="ctr">
                        <a:spcAft>
                          <a:spcPts val="0"/>
                        </a:spcAft>
                      </a:pPr>
                      <a:r>
                        <a:rPr lang="en-US" altLang="zh-CN" sz="1100" b="1" kern="0" dirty="0">
                          <a:effectLst/>
                          <a:latin typeface="Times New Roman"/>
                          <a:ea typeface="宋体"/>
                        </a:rPr>
                        <a:t>00</a:t>
                      </a:r>
                      <a:r>
                        <a:rPr lang="en-US" altLang="zh-CN" sz="1100" b="1" kern="0" baseline="0" dirty="0">
                          <a:effectLst/>
                          <a:latin typeface="Times New Roman"/>
                          <a:ea typeface="宋体"/>
                        </a:rPr>
                        <a:t> 0001 0001</a:t>
                      </a:r>
                      <a:endParaRPr lang="zh-CN" sz="1100" b="1" kern="100" dirty="0">
                        <a:effectLst/>
                        <a:latin typeface="Times New Roman"/>
                        <a:ea typeface="宋体"/>
                      </a:endParaRPr>
                    </a:p>
                  </a:txBody>
                  <a:tcPr marL="68614" marR="68614" marT="0" marB="0" anchor="ctr"/>
                </a:tc>
                <a:tc>
                  <a:txBody>
                    <a:bodyPr/>
                    <a:lstStyle/>
                    <a:p>
                      <a:pPr algn="ctr">
                        <a:spcAft>
                          <a:spcPts val="0"/>
                        </a:spcAft>
                      </a:pPr>
                      <a:r>
                        <a:rPr lang="en-US" sz="1100" b="1" kern="0" dirty="0">
                          <a:effectLst/>
                        </a:rPr>
                        <a:t> XX</a:t>
                      </a:r>
                      <a:endParaRPr lang="zh-CN" sz="1100" b="1" kern="100" dirty="0">
                        <a:effectLst/>
                        <a:latin typeface="Times New Roman"/>
                        <a:ea typeface="宋体"/>
                      </a:endParaRPr>
                    </a:p>
                  </a:txBody>
                  <a:tcPr marL="68614" marR="68614" marT="0" marB="0" anchor="ctr"/>
                </a:tc>
                <a:tc>
                  <a:txBody>
                    <a:bodyPr/>
                    <a:lstStyle/>
                    <a:p>
                      <a:pPr algn="ctr">
                        <a:spcAft>
                          <a:spcPts val="0"/>
                        </a:spcAft>
                      </a:pPr>
                      <a:r>
                        <a:rPr lang="en-US" sz="1100" b="1" kern="0" dirty="0">
                          <a:effectLst/>
                        </a:rPr>
                        <a:t>0x0F, 0X3F, 0X7F, 0XFF</a:t>
                      </a:r>
                      <a:endParaRPr lang="zh-CN" sz="1100" b="1" kern="100" dirty="0">
                        <a:effectLst/>
                        <a:latin typeface="Times New Roman"/>
                        <a:ea typeface="宋体"/>
                      </a:endParaRPr>
                    </a:p>
                  </a:txBody>
                  <a:tcPr marL="68614" marR="68614" marT="0" marB="0" anchor="ctr"/>
                </a:tc>
                <a:tc>
                  <a:txBody>
                    <a:bodyPr/>
                    <a:lstStyle/>
                    <a:p>
                      <a:pPr algn="ctr">
                        <a:spcAft>
                          <a:spcPts val="0"/>
                        </a:spcAft>
                      </a:pPr>
                      <a:r>
                        <a:rPr lang="en-US" sz="1100" b="1" kern="0" dirty="0">
                          <a:effectLst/>
                        </a:rPr>
                        <a:t>0 </a:t>
                      </a:r>
                      <a:endParaRPr lang="zh-CN" sz="1100" b="1" kern="100" dirty="0">
                        <a:effectLst/>
                        <a:latin typeface="Times New Roman"/>
                        <a:ea typeface="宋体"/>
                      </a:endParaRPr>
                    </a:p>
                  </a:txBody>
                  <a:tcPr marL="68614" marR="68614" marT="0" marB="0" anchor="ctr"/>
                </a:tc>
                <a:tc>
                  <a:txBody>
                    <a:bodyPr/>
                    <a:lstStyle/>
                    <a:p>
                      <a:pPr algn="ctr">
                        <a:spcAft>
                          <a:spcPts val="0"/>
                        </a:spcAft>
                      </a:pPr>
                      <a:r>
                        <a:rPr lang="en-US" sz="1100" b="1" kern="0" dirty="0">
                          <a:effectLst/>
                        </a:rPr>
                        <a:t>9,57,121,249</a:t>
                      </a:r>
                      <a:endParaRPr lang="zh-CN" sz="1100" b="1" kern="100" dirty="0">
                        <a:effectLst/>
                        <a:latin typeface="Times New Roman"/>
                        <a:ea typeface="宋体"/>
                      </a:endParaRPr>
                    </a:p>
                  </a:txBody>
                  <a:tcPr marL="68614" marR="68614" marT="0" marB="0" anchor="ctr"/>
                </a:tc>
                <a:tc>
                  <a:txBody>
                    <a:bodyPr/>
                    <a:lstStyle/>
                    <a:p>
                      <a:pPr algn="ctr">
                        <a:spcAft>
                          <a:spcPts val="0"/>
                        </a:spcAft>
                      </a:pPr>
                      <a:r>
                        <a:rPr lang="en-US" sz="1100" b="1" kern="0" dirty="0">
                          <a:effectLst/>
                        </a:rPr>
                        <a:t>XOR</a:t>
                      </a:r>
                    </a:p>
                    <a:p>
                      <a:pPr algn="ctr">
                        <a:spcAft>
                          <a:spcPts val="0"/>
                        </a:spcAft>
                      </a:pPr>
                      <a:r>
                        <a:rPr lang="en-US" altLang="zh-CN" sz="1100" b="1" kern="0" dirty="0">
                          <a:effectLst/>
                          <a:latin typeface="Times New Roman"/>
                          <a:ea typeface="宋体"/>
                        </a:rPr>
                        <a:t>Exclusive Or</a:t>
                      </a:r>
                      <a:endParaRPr lang="zh-CN" sz="1100" b="1" kern="100" dirty="0">
                        <a:effectLst/>
                        <a:latin typeface="Times New Roman"/>
                        <a:ea typeface="宋体"/>
                      </a:endParaRPr>
                    </a:p>
                  </a:txBody>
                  <a:tcPr marL="68614" marR="68614" marT="0" marB="0" anchor="ctr"/>
                </a:tc>
                <a:extLst>
                  <a:ext uri="{0D108BD9-81ED-4DB2-BD59-A6C34878D82A}">
                    <a16:rowId xmlns:a16="http://schemas.microsoft.com/office/drawing/2014/main" xmlns="" val="10003"/>
                  </a:ext>
                </a:extLst>
              </a:tr>
            </a:tbl>
          </a:graphicData>
        </a:graphic>
      </p:graphicFrame>
      <p:sp>
        <p:nvSpPr>
          <p:cNvPr id="47" name="标题 2"/>
          <p:cNvSpPr txBox="1">
            <a:spLocks/>
          </p:cNvSpPr>
          <p:nvPr/>
        </p:nvSpPr>
        <p:spPr bwMode="auto">
          <a:xfrm>
            <a:off x="899595" y="1012236"/>
            <a:ext cx="795972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marL="0" lvl="2" algn="l"/>
            <a:r>
              <a:rPr lang="en-US" altLang="zh-CN" dirty="0">
                <a:solidFill>
                  <a:schemeClr val="tx1"/>
                </a:solidFill>
              </a:rPr>
              <a:t>Example of </a:t>
            </a:r>
            <a:r>
              <a:rPr lang="en-US" altLang="zh-CN" dirty="0" err="1">
                <a:solidFill>
                  <a:schemeClr val="tx1"/>
                </a:solidFill>
              </a:rPr>
              <a:t>subcomputer</a:t>
            </a:r>
            <a:r>
              <a:rPr lang="en-US" altLang="zh-CN" dirty="0">
                <a:solidFill>
                  <a:schemeClr val="tx1"/>
                </a:solidFill>
              </a:rPr>
              <a:t> data block in transfer frame format</a:t>
            </a:r>
            <a:endParaRPr lang="zh-CN" altLang="en-US" dirty="0">
              <a:solidFill>
                <a:schemeClr val="tx1"/>
              </a:solidFill>
            </a:endParaRPr>
          </a:p>
          <a:p>
            <a:pPr algn="l"/>
            <a:endParaRPr lang="zh-CN" altLang="en-US" sz="2800" dirty="0">
              <a:solidFill>
                <a:schemeClr val="tx1"/>
              </a:solidFill>
            </a:endParaRPr>
          </a:p>
        </p:txBody>
      </p:sp>
      <p:cxnSp>
        <p:nvCxnSpPr>
          <p:cNvPr id="48" name="直接箭头连接符 5"/>
          <p:cNvCxnSpPr>
            <a:cxnSpLocks noChangeShapeType="1"/>
          </p:cNvCxnSpPr>
          <p:nvPr/>
        </p:nvCxnSpPr>
        <p:spPr bwMode="auto">
          <a:xfrm rot="10800000">
            <a:off x="1504950" y="1833363"/>
            <a:ext cx="1898650" cy="1314450"/>
          </a:xfrm>
          <a:prstGeom prst="straightConnector1">
            <a:avLst/>
          </a:prstGeom>
          <a:noFill/>
          <a:ln w="28575" algn="ctr">
            <a:solidFill>
              <a:srgbClr val="0070C0"/>
            </a:solidFill>
            <a:round/>
            <a:headEnd/>
            <a:tailEnd type="arrow" w="med" len="med"/>
          </a:ln>
          <a:extLst>
            <a:ext uri="{909E8E84-426E-40DD-AFC4-6F175D3DCCD1}">
              <a14:hiddenFill xmlns:a14="http://schemas.microsoft.com/office/drawing/2010/main">
                <a:noFill/>
              </a14:hiddenFill>
            </a:ext>
          </a:extLst>
        </p:spPr>
      </p:cxnSp>
      <p:sp>
        <p:nvSpPr>
          <p:cNvPr id="49" name="矩形 1"/>
          <p:cNvSpPr>
            <a:spLocks noChangeArrowheads="1"/>
          </p:cNvSpPr>
          <p:nvPr/>
        </p:nvSpPr>
        <p:spPr bwMode="auto">
          <a:xfrm>
            <a:off x="884238" y="1366837"/>
            <a:ext cx="63373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lvl="0" fontAlgn="base">
              <a:spcBef>
                <a:spcPct val="0"/>
              </a:spcBef>
              <a:spcAft>
                <a:spcPct val="0"/>
              </a:spcAft>
            </a:pPr>
            <a:r>
              <a:rPr lang="en-US" altLang="zh-CN" sz="2000" b="1" dirty="0">
                <a:solidFill>
                  <a:srgbClr val="000000"/>
                </a:solidFill>
                <a:latin typeface="Arial" pitchFamily="34" charset="0"/>
                <a:ea typeface="宋体" pitchFamily="2" charset="-122"/>
              </a:rPr>
              <a:t>00</a:t>
            </a:r>
            <a:r>
              <a:rPr lang="en-US" altLang="zh-CN" sz="2000" b="1" dirty="0">
                <a:solidFill>
                  <a:srgbClr val="00B0F0"/>
                </a:solidFill>
                <a:latin typeface="Arial" pitchFamily="34" charset="0"/>
                <a:ea typeface="宋体" pitchFamily="2" charset="-122"/>
              </a:rPr>
              <a:t> 11 </a:t>
            </a:r>
            <a:r>
              <a:rPr lang="en-US" altLang="zh-CN" sz="2000" b="1" dirty="0">
                <a:solidFill>
                  <a:srgbClr val="FF0000"/>
                </a:solidFill>
                <a:latin typeface="Arial" pitchFamily="34" charset="0"/>
                <a:ea typeface="宋体" pitchFamily="2" charset="-122"/>
              </a:rPr>
              <a:t>10</a:t>
            </a:r>
            <a:r>
              <a:rPr lang="en-US" altLang="zh-CN" sz="2000" b="1" dirty="0">
                <a:solidFill>
                  <a:srgbClr val="92D050"/>
                </a:solidFill>
                <a:latin typeface="Arial" pitchFamily="34" charset="0"/>
                <a:ea typeface="宋体" pitchFamily="2" charset="-122"/>
              </a:rPr>
              <a:t> 0F </a:t>
            </a:r>
            <a:r>
              <a:rPr lang="en-US" altLang="zh-CN" sz="2000" b="1" dirty="0">
                <a:solidFill>
                  <a:srgbClr val="000000"/>
                </a:solidFill>
                <a:latin typeface="Arial" pitchFamily="34" charset="0"/>
                <a:ea typeface="宋体" pitchFamily="2" charset="-122"/>
              </a:rPr>
              <a:t>00 </a:t>
            </a:r>
            <a:r>
              <a:rPr lang="en-US" altLang="zh-CN" sz="2000" b="1" dirty="0">
                <a:solidFill>
                  <a:srgbClr val="0070C0"/>
                </a:solidFill>
                <a:latin typeface="Arial" pitchFamily="34" charset="0"/>
                <a:ea typeface="宋体" pitchFamily="2" charset="-122"/>
              </a:rPr>
              <a:t>00 00 00 00 00 00 00 00 00 </a:t>
            </a:r>
            <a:r>
              <a:rPr lang="en-US" altLang="zh-CN" sz="2000" b="1" dirty="0">
                <a:solidFill>
                  <a:srgbClr val="000000"/>
                </a:solidFill>
                <a:latin typeface="Arial" pitchFamily="34" charset="0"/>
                <a:ea typeface="宋体" pitchFamily="2" charset="-122"/>
              </a:rPr>
              <a:t>10 1E</a:t>
            </a:r>
            <a:endParaRPr lang="zh-CN" altLang="en-US" sz="2000" b="1" dirty="0">
              <a:solidFill>
                <a:srgbClr val="575F6D"/>
              </a:solidFill>
              <a:latin typeface="Arial" pitchFamily="34" charset="0"/>
              <a:ea typeface="宋体" pitchFamily="2" charset="-122"/>
            </a:endParaRPr>
          </a:p>
        </p:txBody>
      </p:sp>
      <p:cxnSp>
        <p:nvCxnSpPr>
          <p:cNvPr id="50" name="直接连接符 8"/>
          <p:cNvCxnSpPr>
            <a:cxnSpLocks noChangeShapeType="1"/>
          </p:cNvCxnSpPr>
          <p:nvPr/>
        </p:nvCxnSpPr>
        <p:spPr bwMode="auto">
          <a:xfrm flipV="1">
            <a:off x="847728" y="1779662"/>
            <a:ext cx="358775" cy="0"/>
          </a:xfrm>
          <a:prstGeom prst="line">
            <a:avLst/>
          </a:prstGeom>
          <a:noFill/>
          <a:ln w="28575" algn="ctr">
            <a:solidFill>
              <a:srgbClr val="0070C0"/>
            </a:solidFill>
            <a:round/>
            <a:headEnd/>
            <a:tailEnd/>
          </a:ln>
          <a:extLst>
            <a:ext uri="{909E8E84-426E-40DD-AFC4-6F175D3DCCD1}">
              <a14:hiddenFill xmlns:a14="http://schemas.microsoft.com/office/drawing/2010/main">
                <a:noFill/>
              </a14:hiddenFill>
            </a:ext>
          </a:extLst>
        </p:spPr>
      </p:cxnSp>
      <p:cxnSp>
        <p:nvCxnSpPr>
          <p:cNvPr id="51" name="直接箭头连接符 5"/>
          <p:cNvCxnSpPr>
            <a:cxnSpLocks noChangeShapeType="1"/>
          </p:cNvCxnSpPr>
          <p:nvPr/>
        </p:nvCxnSpPr>
        <p:spPr bwMode="auto">
          <a:xfrm rot="10800000">
            <a:off x="1978158" y="1768449"/>
            <a:ext cx="2994025" cy="1451372"/>
          </a:xfrm>
          <a:prstGeom prst="straightConnector1">
            <a:avLst/>
          </a:prstGeom>
          <a:noFill/>
          <a:ln w="28575" algn="ctr">
            <a:solidFill>
              <a:srgbClr val="0070C0"/>
            </a:solidFill>
            <a:round/>
            <a:headEnd/>
            <a:tailEnd type="arrow" w="med" len="med"/>
          </a:ln>
          <a:extLst>
            <a:ext uri="{909E8E84-426E-40DD-AFC4-6F175D3DCCD1}">
              <a14:hiddenFill xmlns:a14="http://schemas.microsoft.com/office/drawing/2010/main">
                <a:noFill/>
              </a14:hiddenFill>
            </a:ext>
          </a:extLst>
        </p:spPr>
      </p:cxnSp>
      <p:sp>
        <p:nvSpPr>
          <p:cNvPr id="52" name="椭圆 4"/>
          <p:cNvSpPr>
            <a:spLocks noChangeArrowheads="1"/>
          </p:cNvSpPr>
          <p:nvPr/>
        </p:nvSpPr>
        <p:spPr bwMode="auto">
          <a:xfrm>
            <a:off x="2951163" y="3003949"/>
            <a:ext cx="1720850" cy="1944290"/>
          </a:xfrm>
          <a:prstGeom prst="ellipse">
            <a:avLst/>
          </a:prstGeom>
          <a:noFill/>
          <a:ln w="12700" algn="ctr">
            <a:solidFill>
              <a:srgbClr val="0070C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rgbClr val="FF0000"/>
              </a:solidFill>
            </a:endParaRPr>
          </a:p>
        </p:txBody>
      </p:sp>
      <p:sp>
        <p:nvSpPr>
          <p:cNvPr id="53" name="椭圆 4"/>
          <p:cNvSpPr>
            <a:spLocks noChangeArrowheads="1"/>
          </p:cNvSpPr>
          <p:nvPr/>
        </p:nvSpPr>
        <p:spPr bwMode="auto">
          <a:xfrm>
            <a:off x="358775" y="3030141"/>
            <a:ext cx="2484438" cy="1863328"/>
          </a:xfrm>
          <a:prstGeom prst="ellipse">
            <a:avLst/>
          </a:prstGeom>
          <a:noFill/>
          <a:ln w="12700" algn="ctr">
            <a:solidFill>
              <a:srgbClr val="0070C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rgbClr val="FF0000"/>
              </a:solidFill>
            </a:endParaRPr>
          </a:p>
        </p:txBody>
      </p:sp>
      <p:sp>
        <p:nvSpPr>
          <p:cNvPr id="54" name="椭圆 4"/>
          <p:cNvSpPr>
            <a:spLocks noChangeArrowheads="1"/>
          </p:cNvSpPr>
          <p:nvPr/>
        </p:nvSpPr>
        <p:spPr bwMode="auto">
          <a:xfrm>
            <a:off x="4697413" y="3003949"/>
            <a:ext cx="1350962" cy="1944290"/>
          </a:xfrm>
          <a:prstGeom prst="ellipse">
            <a:avLst/>
          </a:prstGeom>
          <a:noFill/>
          <a:ln w="12700" algn="ctr">
            <a:solidFill>
              <a:srgbClr val="0070C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rgbClr val="FF0000"/>
              </a:solidFill>
            </a:endParaRPr>
          </a:p>
        </p:txBody>
      </p:sp>
      <p:cxnSp>
        <p:nvCxnSpPr>
          <p:cNvPr id="55" name="直接箭头连接符 5"/>
          <p:cNvCxnSpPr>
            <a:cxnSpLocks noChangeShapeType="1"/>
          </p:cNvCxnSpPr>
          <p:nvPr/>
        </p:nvCxnSpPr>
        <p:spPr bwMode="auto">
          <a:xfrm flipV="1">
            <a:off x="1066801" y="1795683"/>
            <a:ext cx="0" cy="1280123"/>
          </a:xfrm>
          <a:prstGeom prst="straightConnector1">
            <a:avLst/>
          </a:prstGeom>
          <a:noFill/>
          <a:ln w="28575" algn="ctr">
            <a:solidFill>
              <a:srgbClr val="0070C0"/>
            </a:solidFill>
            <a:round/>
            <a:headEnd/>
            <a:tailEnd type="arrow" w="med" len="med"/>
          </a:ln>
          <a:extLst>
            <a:ext uri="{909E8E84-426E-40DD-AFC4-6F175D3DCCD1}">
              <a14:hiddenFill xmlns:a14="http://schemas.microsoft.com/office/drawing/2010/main">
                <a:noFill/>
              </a14:hiddenFill>
            </a:ext>
          </a:extLst>
        </p:spPr>
      </p:cxnSp>
      <p:cxnSp>
        <p:nvCxnSpPr>
          <p:cNvPr id="56" name="直接箭头连接符 5"/>
          <p:cNvCxnSpPr>
            <a:cxnSpLocks noChangeShapeType="1"/>
          </p:cNvCxnSpPr>
          <p:nvPr/>
        </p:nvCxnSpPr>
        <p:spPr bwMode="auto">
          <a:xfrm flipH="1" flipV="1">
            <a:off x="4572000" y="1774032"/>
            <a:ext cx="2880320" cy="1229691"/>
          </a:xfrm>
          <a:prstGeom prst="straightConnector1">
            <a:avLst/>
          </a:prstGeom>
          <a:noFill/>
          <a:ln w="28575" algn="ctr">
            <a:solidFill>
              <a:srgbClr val="0070C0"/>
            </a:solidFill>
            <a:round/>
            <a:headEnd/>
            <a:tailEnd type="arrow" w="med" len="med"/>
          </a:ln>
          <a:extLst>
            <a:ext uri="{909E8E84-426E-40DD-AFC4-6F175D3DCCD1}">
              <a14:hiddenFill xmlns:a14="http://schemas.microsoft.com/office/drawing/2010/main">
                <a:noFill/>
              </a14:hiddenFill>
            </a:ext>
          </a:extLst>
        </p:spPr>
      </p:cxnSp>
      <p:cxnSp>
        <p:nvCxnSpPr>
          <p:cNvPr id="57" name="直接箭头连接符 5"/>
          <p:cNvCxnSpPr>
            <a:cxnSpLocks noChangeShapeType="1"/>
          </p:cNvCxnSpPr>
          <p:nvPr/>
        </p:nvCxnSpPr>
        <p:spPr bwMode="auto">
          <a:xfrm flipH="1" flipV="1">
            <a:off x="6361116" y="1774552"/>
            <a:ext cx="2315343" cy="1013222"/>
          </a:xfrm>
          <a:prstGeom prst="straightConnector1">
            <a:avLst/>
          </a:prstGeom>
          <a:noFill/>
          <a:ln w="28575" algn="ctr">
            <a:solidFill>
              <a:srgbClr val="0070C0"/>
            </a:solidFill>
            <a:round/>
            <a:headEnd/>
            <a:tailEnd type="arrow" w="med" len="med"/>
          </a:ln>
          <a:extLst>
            <a:ext uri="{909E8E84-426E-40DD-AFC4-6F175D3DCCD1}">
              <a14:hiddenFill xmlns:a14="http://schemas.microsoft.com/office/drawing/2010/main">
                <a:noFill/>
              </a14:hiddenFill>
            </a:ext>
          </a:extLst>
        </p:spPr>
      </p:cxnSp>
      <p:cxnSp>
        <p:nvCxnSpPr>
          <p:cNvPr id="58" name="直接连接符 8"/>
          <p:cNvCxnSpPr>
            <a:cxnSpLocks noChangeShapeType="1"/>
          </p:cNvCxnSpPr>
          <p:nvPr/>
        </p:nvCxnSpPr>
        <p:spPr bwMode="auto">
          <a:xfrm>
            <a:off x="2965453" y="1778471"/>
            <a:ext cx="2847975" cy="1191"/>
          </a:xfrm>
          <a:prstGeom prst="line">
            <a:avLst/>
          </a:prstGeom>
          <a:noFill/>
          <a:ln w="28575" algn="ctr">
            <a:solidFill>
              <a:srgbClr val="0070C0"/>
            </a:solidFill>
            <a:round/>
            <a:headEnd/>
            <a:tailEnd/>
          </a:ln>
          <a:extLst>
            <a:ext uri="{909E8E84-426E-40DD-AFC4-6F175D3DCCD1}">
              <a14:hiddenFill xmlns:a14="http://schemas.microsoft.com/office/drawing/2010/main">
                <a:noFill/>
              </a14:hiddenFill>
            </a:ext>
          </a:extLst>
        </p:spPr>
      </p:cxnSp>
      <p:cxnSp>
        <p:nvCxnSpPr>
          <p:cNvPr id="59" name="直接连接符 8"/>
          <p:cNvCxnSpPr>
            <a:cxnSpLocks noChangeShapeType="1"/>
          </p:cNvCxnSpPr>
          <p:nvPr/>
        </p:nvCxnSpPr>
        <p:spPr bwMode="auto">
          <a:xfrm>
            <a:off x="5959475" y="1779662"/>
            <a:ext cx="539750" cy="0"/>
          </a:xfrm>
          <a:prstGeom prst="line">
            <a:avLst/>
          </a:prstGeom>
          <a:noFill/>
          <a:ln w="28575" algn="ctr">
            <a:solidFill>
              <a:srgbClr val="0070C0"/>
            </a:solidFill>
            <a:round/>
            <a:headEnd/>
            <a:tailEnd/>
          </a:ln>
          <a:extLst>
            <a:ext uri="{909E8E84-426E-40DD-AFC4-6F175D3DCCD1}">
              <a14:hiddenFill xmlns:a14="http://schemas.microsoft.com/office/drawing/2010/main">
                <a:noFill/>
              </a14:hiddenFill>
            </a:ext>
          </a:extLst>
        </p:spPr>
      </p:cxnSp>
      <p:cxnSp>
        <p:nvCxnSpPr>
          <p:cNvPr id="60" name="直接箭头连接符 5"/>
          <p:cNvCxnSpPr>
            <a:cxnSpLocks noChangeShapeType="1"/>
          </p:cNvCxnSpPr>
          <p:nvPr/>
        </p:nvCxnSpPr>
        <p:spPr bwMode="auto">
          <a:xfrm rot="10800000">
            <a:off x="2646908" y="1779662"/>
            <a:ext cx="3797300" cy="1396604"/>
          </a:xfrm>
          <a:prstGeom prst="straightConnector1">
            <a:avLst/>
          </a:prstGeom>
          <a:noFill/>
          <a:ln w="28575" algn="ctr">
            <a:solidFill>
              <a:srgbClr val="0070C0"/>
            </a:solidFill>
            <a:round/>
            <a:headEnd/>
            <a:tailEnd type="arrow" w="med" len="med"/>
          </a:ln>
          <a:extLst>
            <a:ext uri="{909E8E84-426E-40DD-AFC4-6F175D3DCCD1}">
              <a14:hiddenFill xmlns:a14="http://schemas.microsoft.com/office/drawing/2010/main">
                <a:noFill/>
              </a14:hiddenFill>
            </a:ext>
          </a:extLst>
        </p:spPr>
      </p:cxnSp>
      <p:sp>
        <p:nvSpPr>
          <p:cNvPr id="61" name="椭圆 4"/>
          <p:cNvSpPr>
            <a:spLocks noChangeArrowheads="1"/>
          </p:cNvSpPr>
          <p:nvPr/>
        </p:nvSpPr>
        <p:spPr bwMode="auto">
          <a:xfrm>
            <a:off x="6264622" y="3003723"/>
            <a:ext cx="755650" cy="1944291"/>
          </a:xfrm>
          <a:prstGeom prst="ellipse">
            <a:avLst/>
          </a:prstGeom>
          <a:noFill/>
          <a:ln w="12700" algn="ctr">
            <a:solidFill>
              <a:srgbClr val="0070C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rgbClr val="FF0000"/>
              </a:solidFill>
            </a:endParaRPr>
          </a:p>
        </p:txBody>
      </p:sp>
      <p:sp>
        <p:nvSpPr>
          <p:cNvPr id="62" name="矩形 23"/>
          <p:cNvSpPr>
            <a:spLocks noChangeArrowheads="1"/>
          </p:cNvSpPr>
          <p:nvPr/>
        </p:nvSpPr>
        <p:spPr bwMode="auto">
          <a:xfrm>
            <a:off x="6981825" y="1421608"/>
            <a:ext cx="2052638" cy="1006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lnSpc>
                <a:spcPct val="110000"/>
              </a:lnSpc>
            </a:pPr>
            <a:r>
              <a:rPr lang="en-US" altLang="zh-CN" sz="1800" dirty="0">
                <a:solidFill>
                  <a:schemeClr val="tx1"/>
                </a:solidFill>
              </a:rPr>
              <a:t>AOCC data block</a:t>
            </a:r>
          </a:p>
          <a:p>
            <a:pPr>
              <a:lnSpc>
                <a:spcPct val="110000"/>
              </a:lnSpc>
            </a:pPr>
            <a:r>
              <a:rPr lang="en-US" altLang="zh-CN" sz="1800" dirty="0">
                <a:solidFill>
                  <a:srgbClr val="FF0000"/>
                </a:solidFill>
              </a:rPr>
              <a:t>Virtual channel ID  is 4</a:t>
            </a:r>
            <a:endParaRPr lang="zh-CN" altLang="en-US" sz="1800" dirty="0">
              <a:solidFill>
                <a:srgbClr val="FF0000"/>
              </a:solidFill>
            </a:endParaRPr>
          </a:p>
        </p:txBody>
      </p:sp>
      <p:cxnSp>
        <p:nvCxnSpPr>
          <p:cNvPr id="63" name="直接连接符 8"/>
          <p:cNvCxnSpPr>
            <a:cxnSpLocks noChangeShapeType="1"/>
          </p:cNvCxnSpPr>
          <p:nvPr/>
        </p:nvCxnSpPr>
        <p:spPr bwMode="auto">
          <a:xfrm>
            <a:off x="1322388" y="1778472"/>
            <a:ext cx="292100" cy="1190"/>
          </a:xfrm>
          <a:prstGeom prst="line">
            <a:avLst/>
          </a:prstGeom>
          <a:noFill/>
          <a:ln w="28575" algn="ctr">
            <a:solidFill>
              <a:srgbClr val="0070C0"/>
            </a:solidFill>
            <a:round/>
            <a:headEnd/>
            <a:tailEnd/>
          </a:ln>
          <a:extLst>
            <a:ext uri="{909E8E84-426E-40DD-AFC4-6F175D3DCCD1}">
              <a14:hiddenFill xmlns:a14="http://schemas.microsoft.com/office/drawing/2010/main">
                <a:noFill/>
              </a14:hiddenFill>
            </a:ext>
          </a:extLst>
        </p:spPr>
      </p:cxnSp>
      <p:cxnSp>
        <p:nvCxnSpPr>
          <p:cNvPr id="64" name="直接连接符 8"/>
          <p:cNvCxnSpPr>
            <a:cxnSpLocks noChangeShapeType="1"/>
          </p:cNvCxnSpPr>
          <p:nvPr/>
        </p:nvCxnSpPr>
        <p:spPr bwMode="auto">
          <a:xfrm>
            <a:off x="1687513" y="1778472"/>
            <a:ext cx="584200" cy="1190"/>
          </a:xfrm>
          <a:prstGeom prst="line">
            <a:avLst/>
          </a:prstGeom>
          <a:noFill/>
          <a:ln w="28575" algn="ctr">
            <a:solidFill>
              <a:srgbClr val="0070C0"/>
            </a:solidFill>
            <a:round/>
            <a:headEnd/>
            <a:tailEnd/>
          </a:ln>
          <a:extLst>
            <a:ext uri="{909E8E84-426E-40DD-AFC4-6F175D3DCCD1}">
              <a14:hiddenFill xmlns:a14="http://schemas.microsoft.com/office/drawing/2010/main">
                <a:noFill/>
              </a14:hiddenFill>
            </a:ext>
          </a:extLst>
        </p:spPr>
      </p:cxnSp>
      <p:cxnSp>
        <p:nvCxnSpPr>
          <p:cNvPr id="65" name="直接连接符 8"/>
          <p:cNvCxnSpPr>
            <a:cxnSpLocks noChangeShapeType="1"/>
          </p:cNvCxnSpPr>
          <p:nvPr/>
        </p:nvCxnSpPr>
        <p:spPr bwMode="auto">
          <a:xfrm>
            <a:off x="2417763" y="1778472"/>
            <a:ext cx="292100" cy="1190"/>
          </a:xfrm>
          <a:prstGeom prst="line">
            <a:avLst/>
          </a:prstGeom>
          <a:noFill/>
          <a:ln w="28575" algn="ctr">
            <a:solidFill>
              <a:srgbClr val="0070C0"/>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128391829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3: </a:t>
            </a:r>
            <a:r>
              <a:rPr lang="en-US" altLang="zh-CN" sz="3000" dirty="0" err="1"/>
              <a:t>Telecommand</a:t>
            </a:r>
            <a:r>
              <a:rPr lang="en-US" altLang="zh-CN" sz="3000" dirty="0"/>
              <a:t> Format and Execution</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45</a:t>
            </a:fld>
            <a:r>
              <a:rPr lang="zh-CN" altLang="en-US"/>
              <a:t> </a:t>
            </a:r>
            <a:endParaRPr lang="zh-CN" altLang="en-US" dirty="0">
              <a:latin typeface="微软雅黑" pitchFamily="34" charset="-122"/>
              <a:ea typeface="微软雅黑" pitchFamily="34" charset="-122"/>
            </a:endParaRPr>
          </a:p>
        </p:txBody>
      </p:sp>
      <p:sp>
        <p:nvSpPr>
          <p:cNvPr id="6" name="标题 2"/>
          <p:cNvSpPr txBox="1">
            <a:spLocks/>
          </p:cNvSpPr>
          <p:nvPr/>
        </p:nvSpPr>
        <p:spPr bwMode="auto">
          <a:xfrm>
            <a:off x="557213" y="930775"/>
            <a:ext cx="8229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algn="l"/>
            <a:r>
              <a:rPr lang="en-US" altLang="zh-CN" sz="2800">
                <a:solidFill>
                  <a:schemeClr val="tx1"/>
                </a:solidFill>
              </a:rPr>
              <a:t>Example of Indirect TC block with CRC</a:t>
            </a:r>
            <a:endParaRPr lang="zh-CN" altLang="en-US" sz="2800">
              <a:solidFill>
                <a:schemeClr val="tx1"/>
              </a:solidFill>
            </a:endParaRPr>
          </a:p>
        </p:txBody>
      </p:sp>
      <p:cxnSp>
        <p:nvCxnSpPr>
          <p:cNvPr id="7" name="直接箭头连接符 5"/>
          <p:cNvCxnSpPr>
            <a:cxnSpLocks noChangeShapeType="1"/>
          </p:cNvCxnSpPr>
          <p:nvPr/>
        </p:nvCxnSpPr>
        <p:spPr bwMode="auto">
          <a:xfrm rot="16200000" flipV="1">
            <a:off x="1322390" y="1576490"/>
            <a:ext cx="1204913" cy="1497012"/>
          </a:xfrm>
          <a:prstGeom prst="straightConnector1">
            <a:avLst/>
          </a:prstGeom>
          <a:noFill/>
          <a:ln w="28575" algn="ctr">
            <a:solidFill>
              <a:srgbClr val="0070C0"/>
            </a:solidFill>
            <a:round/>
            <a:headEnd/>
            <a:tailEnd type="arrow" w="med" len="med"/>
          </a:ln>
          <a:extLst>
            <a:ext uri="{909E8E84-426E-40DD-AFC4-6F175D3DCCD1}">
              <a14:hiddenFill xmlns:a14="http://schemas.microsoft.com/office/drawing/2010/main">
                <a:noFill/>
              </a14:hiddenFill>
            </a:ext>
          </a:extLst>
        </p:spPr>
      </p:cxnSp>
      <p:cxnSp>
        <p:nvCxnSpPr>
          <p:cNvPr id="8" name="直接连接符 8"/>
          <p:cNvCxnSpPr>
            <a:cxnSpLocks noChangeShapeType="1"/>
          </p:cNvCxnSpPr>
          <p:nvPr/>
        </p:nvCxnSpPr>
        <p:spPr bwMode="auto">
          <a:xfrm flipV="1">
            <a:off x="1651003" y="1722540"/>
            <a:ext cx="358775" cy="0"/>
          </a:xfrm>
          <a:prstGeom prst="line">
            <a:avLst/>
          </a:prstGeom>
          <a:noFill/>
          <a:ln w="28575" algn="ctr">
            <a:solidFill>
              <a:srgbClr val="0070C0"/>
            </a:solidFill>
            <a:round/>
            <a:headEnd/>
            <a:tailEnd/>
          </a:ln>
          <a:extLst>
            <a:ext uri="{909E8E84-426E-40DD-AFC4-6F175D3DCCD1}">
              <a14:hiddenFill xmlns:a14="http://schemas.microsoft.com/office/drawing/2010/main">
                <a:noFill/>
              </a14:hiddenFill>
            </a:ext>
          </a:extLst>
        </p:spPr>
      </p:cxnSp>
      <p:cxnSp>
        <p:nvCxnSpPr>
          <p:cNvPr id="9" name="直接连接符 8"/>
          <p:cNvCxnSpPr>
            <a:cxnSpLocks noChangeShapeType="1"/>
          </p:cNvCxnSpPr>
          <p:nvPr/>
        </p:nvCxnSpPr>
        <p:spPr bwMode="auto">
          <a:xfrm>
            <a:off x="993775" y="1722540"/>
            <a:ext cx="539750" cy="0"/>
          </a:xfrm>
          <a:prstGeom prst="line">
            <a:avLst/>
          </a:prstGeom>
          <a:noFill/>
          <a:ln w="28575" algn="ctr">
            <a:solidFill>
              <a:srgbClr val="0070C0"/>
            </a:solidFill>
            <a:round/>
            <a:headEnd/>
            <a:tailEnd/>
          </a:ln>
          <a:extLst>
            <a:ext uri="{909E8E84-426E-40DD-AFC4-6F175D3DCCD1}">
              <a14:hiddenFill xmlns:a14="http://schemas.microsoft.com/office/drawing/2010/main">
                <a:noFill/>
              </a14:hiddenFill>
            </a:ext>
          </a:extLst>
        </p:spPr>
      </p:cxnSp>
      <p:cxnSp>
        <p:nvCxnSpPr>
          <p:cNvPr id="10" name="直接箭头连接符 5"/>
          <p:cNvCxnSpPr>
            <a:cxnSpLocks noChangeShapeType="1"/>
          </p:cNvCxnSpPr>
          <p:nvPr/>
        </p:nvCxnSpPr>
        <p:spPr bwMode="auto">
          <a:xfrm rot="10800000">
            <a:off x="1760538" y="1722541"/>
            <a:ext cx="2482850" cy="1204913"/>
          </a:xfrm>
          <a:prstGeom prst="straightConnector1">
            <a:avLst/>
          </a:prstGeom>
          <a:noFill/>
          <a:ln w="28575" algn="ctr">
            <a:solidFill>
              <a:srgbClr val="0070C0"/>
            </a:solidFill>
            <a:round/>
            <a:headEnd/>
            <a:tailEnd type="arrow" w="med" len="med"/>
          </a:ln>
          <a:extLst>
            <a:ext uri="{909E8E84-426E-40DD-AFC4-6F175D3DCCD1}">
              <a14:hiddenFill xmlns:a14="http://schemas.microsoft.com/office/drawing/2010/main">
                <a:noFill/>
              </a14:hiddenFill>
            </a:ext>
          </a:extLst>
        </p:spPr>
      </p:cxnSp>
      <p:cxnSp>
        <p:nvCxnSpPr>
          <p:cNvPr id="11" name="直接箭头连接符 5"/>
          <p:cNvCxnSpPr>
            <a:cxnSpLocks noChangeShapeType="1"/>
          </p:cNvCxnSpPr>
          <p:nvPr/>
        </p:nvCxnSpPr>
        <p:spPr bwMode="auto">
          <a:xfrm rot="5400000" flipH="1" flipV="1">
            <a:off x="7086799" y="2055718"/>
            <a:ext cx="1287066" cy="620713"/>
          </a:xfrm>
          <a:prstGeom prst="straightConnector1">
            <a:avLst/>
          </a:prstGeom>
          <a:noFill/>
          <a:ln w="28575" algn="ctr">
            <a:solidFill>
              <a:srgbClr val="0070C0"/>
            </a:solidFill>
            <a:round/>
            <a:headEnd/>
            <a:tailEnd type="arrow" w="med" len="med"/>
          </a:ln>
          <a:extLst>
            <a:ext uri="{909E8E84-426E-40DD-AFC4-6F175D3DCCD1}">
              <a14:hiddenFill xmlns:a14="http://schemas.microsoft.com/office/drawing/2010/main">
                <a:noFill/>
              </a14:hiddenFill>
            </a:ext>
          </a:extLst>
        </p:spPr>
      </p:cxnSp>
      <p:cxnSp>
        <p:nvCxnSpPr>
          <p:cNvPr id="12" name="直接连接符 8"/>
          <p:cNvCxnSpPr>
            <a:cxnSpLocks noChangeShapeType="1"/>
          </p:cNvCxnSpPr>
          <p:nvPr/>
        </p:nvCxnSpPr>
        <p:spPr bwMode="auto">
          <a:xfrm flipV="1">
            <a:off x="2052641" y="1695156"/>
            <a:ext cx="5622925" cy="27384"/>
          </a:xfrm>
          <a:prstGeom prst="line">
            <a:avLst/>
          </a:prstGeom>
          <a:noFill/>
          <a:ln w="28575" algn="ctr">
            <a:solidFill>
              <a:srgbClr val="0070C0"/>
            </a:solidFill>
            <a:round/>
            <a:headEnd/>
            <a:tailEnd/>
          </a:ln>
          <a:extLst>
            <a:ext uri="{909E8E84-426E-40DD-AFC4-6F175D3DCCD1}">
              <a14:hiddenFill xmlns:a14="http://schemas.microsoft.com/office/drawing/2010/main">
                <a:noFill/>
              </a14:hiddenFill>
            </a:ext>
          </a:extLst>
        </p:spPr>
      </p:cxnSp>
      <p:cxnSp>
        <p:nvCxnSpPr>
          <p:cNvPr id="13" name="直接连接符 8"/>
          <p:cNvCxnSpPr>
            <a:cxnSpLocks noChangeShapeType="1"/>
          </p:cNvCxnSpPr>
          <p:nvPr/>
        </p:nvCxnSpPr>
        <p:spPr bwMode="auto">
          <a:xfrm>
            <a:off x="7821613" y="1695156"/>
            <a:ext cx="539750" cy="0"/>
          </a:xfrm>
          <a:prstGeom prst="line">
            <a:avLst/>
          </a:prstGeom>
          <a:noFill/>
          <a:ln w="28575" algn="ctr">
            <a:solidFill>
              <a:srgbClr val="0070C0"/>
            </a:solidFill>
            <a:round/>
            <a:headEnd/>
            <a:tailEnd/>
          </a:ln>
          <a:extLst>
            <a:ext uri="{909E8E84-426E-40DD-AFC4-6F175D3DCCD1}">
              <a14:hiddenFill xmlns:a14="http://schemas.microsoft.com/office/drawing/2010/main">
                <a:noFill/>
              </a14:hiddenFill>
            </a:ext>
          </a:extLst>
        </p:spPr>
      </p:cxnSp>
      <p:cxnSp>
        <p:nvCxnSpPr>
          <p:cNvPr id="14" name="直接箭头连接符 5"/>
          <p:cNvCxnSpPr>
            <a:cxnSpLocks noChangeShapeType="1"/>
          </p:cNvCxnSpPr>
          <p:nvPr/>
        </p:nvCxnSpPr>
        <p:spPr bwMode="auto">
          <a:xfrm rot="16200000" flipV="1">
            <a:off x="5014717" y="2302178"/>
            <a:ext cx="1232297" cy="73025"/>
          </a:xfrm>
          <a:prstGeom prst="straightConnector1">
            <a:avLst/>
          </a:prstGeom>
          <a:noFill/>
          <a:ln w="28575" algn="ctr">
            <a:solidFill>
              <a:srgbClr val="0070C0"/>
            </a:solidFill>
            <a:round/>
            <a:headEnd/>
            <a:tailEnd type="arrow" w="med" len="med"/>
          </a:ln>
          <a:extLst>
            <a:ext uri="{909E8E84-426E-40DD-AFC4-6F175D3DCCD1}">
              <a14:hiddenFill xmlns:a14="http://schemas.microsoft.com/office/drawing/2010/main">
                <a:noFill/>
              </a14:hiddenFill>
            </a:ext>
          </a:extLst>
        </p:spPr>
      </p:cxnSp>
      <p:sp>
        <p:nvSpPr>
          <p:cNvPr id="15" name="矩形 14"/>
          <p:cNvSpPr/>
          <p:nvPr/>
        </p:nvSpPr>
        <p:spPr>
          <a:xfrm>
            <a:off x="592141" y="1393927"/>
            <a:ext cx="8251825" cy="400110"/>
          </a:xfrm>
          <a:prstGeom prst="rect">
            <a:avLst/>
          </a:prstGeom>
        </p:spPr>
        <p:txBody>
          <a:bodyPr>
            <a:spAutoFit/>
          </a:bodyPr>
          <a:lstStyle/>
          <a:p>
            <a:pPr lvl="0" algn="ctr" fontAlgn="base">
              <a:spcBef>
                <a:spcPct val="0"/>
              </a:spcBef>
              <a:spcAft>
                <a:spcPct val="0"/>
              </a:spcAft>
              <a:defRPr/>
            </a:pPr>
            <a:r>
              <a:rPr lang="en-US" altLang="zh-CN" sz="2000" b="1" dirty="0">
                <a:solidFill>
                  <a:srgbClr val="00B050"/>
                </a:solidFill>
                <a:latin typeface="Arial" pitchFamily="34" charset="0"/>
                <a:ea typeface="宋体" pitchFamily="2" charset="-122"/>
              </a:rPr>
              <a:t>77 18 </a:t>
            </a:r>
            <a:r>
              <a:rPr lang="en-US" altLang="zh-CN" sz="2000" b="1" dirty="0">
                <a:solidFill>
                  <a:srgbClr val="000000"/>
                </a:solidFill>
                <a:latin typeface="Arial" pitchFamily="34" charset="0"/>
                <a:ea typeface="宋体" pitchFamily="2" charset="-122"/>
              </a:rPr>
              <a:t>5A </a:t>
            </a:r>
            <a:r>
              <a:rPr lang="en-US" altLang="zh-CN" sz="2000" b="1" dirty="0">
                <a:solidFill>
                  <a:srgbClr val="FF0000"/>
                </a:solidFill>
                <a:latin typeface="Arial" pitchFamily="34" charset="0"/>
                <a:ea typeface="宋体" pitchFamily="2" charset="-122"/>
              </a:rPr>
              <a:t>00 11 10 0F 00 00 00 00 00 00 00 00 00 00 10 1E </a:t>
            </a:r>
            <a:r>
              <a:rPr lang="en-US" altLang="zh-CN" sz="2000" b="1" dirty="0">
                <a:solidFill>
                  <a:srgbClr val="2D2D8A">
                    <a:lumMod val="60000"/>
                    <a:lumOff val="40000"/>
                  </a:srgbClr>
                </a:solidFill>
                <a:latin typeface="Arial" pitchFamily="34" charset="0"/>
                <a:ea typeface="宋体" pitchFamily="2" charset="-122"/>
              </a:rPr>
              <a:t>7D 55</a:t>
            </a:r>
            <a:endParaRPr lang="zh-CN" altLang="en-US" sz="2000" b="1" dirty="0">
              <a:solidFill>
                <a:srgbClr val="2D2D8A">
                  <a:lumMod val="60000"/>
                  <a:lumOff val="40000"/>
                </a:srgbClr>
              </a:solidFill>
              <a:latin typeface="Arial" pitchFamily="34" charset="0"/>
              <a:ea typeface="宋体" pitchFamily="2" charset="-122"/>
            </a:endParaRPr>
          </a:p>
        </p:txBody>
      </p:sp>
      <p:graphicFrame>
        <p:nvGraphicFramePr>
          <p:cNvPr id="16" name="表格 15"/>
          <p:cNvGraphicFramePr>
            <a:graphicFrameLocks noGrp="1"/>
          </p:cNvGraphicFramePr>
          <p:nvPr>
            <p:extLst>
              <p:ext uri="{D42A27DB-BD31-4B8C-83A1-F6EECF244321}">
                <p14:modId xmlns:p14="http://schemas.microsoft.com/office/powerpoint/2010/main" val="2752987400"/>
              </p:ext>
            </p:extLst>
          </p:nvPr>
        </p:nvGraphicFramePr>
        <p:xfrm>
          <a:off x="701678" y="2680994"/>
          <a:ext cx="7521575" cy="1124609"/>
        </p:xfrm>
        <a:graphic>
          <a:graphicData uri="http://schemas.openxmlformats.org/drawingml/2006/table">
            <a:tbl>
              <a:tblPr/>
              <a:tblGrid>
                <a:gridCol w="2878454">
                  <a:extLst>
                    <a:ext uri="{9D8B030D-6E8A-4147-A177-3AD203B41FA5}">
                      <a16:colId xmlns:a16="http://schemas.microsoft.com/office/drawing/2014/main" xmlns="" val="20000"/>
                    </a:ext>
                  </a:extLst>
                </a:gridCol>
                <a:gridCol w="927815">
                  <a:extLst>
                    <a:ext uri="{9D8B030D-6E8A-4147-A177-3AD203B41FA5}">
                      <a16:colId xmlns:a16="http://schemas.microsoft.com/office/drawing/2014/main" xmlns="" val="20001"/>
                    </a:ext>
                  </a:extLst>
                </a:gridCol>
                <a:gridCol w="2714721">
                  <a:extLst>
                    <a:ext uri="{9D8B030D-6E8A-4147-A177-3AD203B41FA5}">
                      <a16:colId xmlns:a16="http://schemas.microsoft.com/office/drawing/2014/main" xmlns="" val="20002"/>
                    </a:ext>
                  </a:extLst>
                </a:gridCol>
                <a:gridCol w="1000585">
                  <a:extLst>
                    <a:ext uri="{9D8B030D-6E8A-4147-A177-3AD203B41FA5}">
                      <a16:colId xmlns:a16="http://schemas.microsoft.com/office/drawing/2014/main" xmlns="" val="20003"/>
                    </a:ext>
                  </a:extLst>
                </a:gridCol>
              </a:tblGrid>
              <a:tr h="255929">
                <a:tc gridSpan="4">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500" b="0" i="0" u="none" strike="noStrike" cap="none" normalizeH="0" baseline="0" dirty="0">
                          <a:ln>
                            <a:noFill/>
                          </a:ln>
                          <a:solidFill>
                            <a:schemeClr val="tx1"/>
                          </a:solidFill>
                          <a:effectLst/>
                          <a:latin typeface="Times New Roman" pitchFamily="18" charset="0"/>
                          <a:ea typeface="黑体" pitchFamily="2" charset="-122"/>
                          <a:cs typeface="Times New Roman" pitchFamily="18" charset="0"/>
                        </a:rPr>
                        <a:t>TC Code</a:t>
                      </a:r>
                      <a:endParaRPr kumimoji="0" lang="zh-CN" altLang="zh-CN" sz="1500" b="0" i="0" u="none" strike="noStrike" cap="none" normalizeH="0" baseline="0" dirty="0">
                        <a:ln>
                          <a:noFill/>
                        </a:ln>
                        <a:solidFill>
                          <a:schemeClr val="tx1"/>
                        </a:solidFill>
                        <a:effectLst/>
                        <a:latin typeface="Times New Roman" pitchFamily="18" charset="0"/>
                        <a:ea typeface="黑体" pitchFamily="2" charset="-122"/>
                        <a:cs typeface="Times New Roman" pitchFamily="18" charset="0"/>
                      </a:endParaRPr>
                    </a:p>
                  </a:txBody>
                  <a:tcPr marL="68579" marR="68579"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xmlns="" val="10000"/>
                  </a:ext>
                </a:extLst>
              </a:tr>
              <a:tr h="43434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黑体" pitchFamily="2" charset="-122"/>
                          <a:cs typeface="Times New Roman" pitchFamily="18" charset="0"/>
                        </a:rPr>
                        <a:t>Satellite address synchronization word</a:t>
                      </a:r>
                      <a:endParaRPr kumimoji="0" lang="zh-CN" altLang="zh-CN" sz="1400" b="0" i="0" u="none" strike="noStrike" cap="none" normalizeH="0" baseline="0">
                        <a:ln>
                          <a:noFill/>
                        </a:ln>
                        <a:solidFill>
                          <a:schemeClr val="tx1"/>
                        </a:solidFill>
                        <a:effectLst/>
                        <a:latin typeface="Times New Roman" pitchFamily="18" charset="0"/>
                        <a:ea typeface="黑体" pitchFamily="2" charset="-122"/>
                        <a:cs typeface="Times New Roman" pitchFamily="18" charset="0"/>
                      </a:endParaRPr>
                    </a:p>
                  </a:txBody>
                  <a:tcPr marL="68579" marR="68579"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黑体" pitchFamily="2" charset="-122"/>
                          <a:cs typeface="Times New Roman" pitchFamily="18" charset="0"/>
                        </a:rPr>
                        <a:t>Mode word</a:t>
                      </a:r>
                      <a:endParaRPr kumimoji="0" lang="zh-CN" altLang="zh-CN" sz="1400" b="0" i="0" u="none" strike="noStrike" cap="none" normalizeH="0" baseline="0">
                        <a:ln>
                          <a:noFill/>
                        </a:ln>
                        <a:solidFill>
                          <a:schemeClr val="tx1"/>
                        </a:solidFill>
                        <a:effectLst/>
                        <a:latin typeface="Times New Roman" pitchFamily="18" charset="0"/>
                        <a:ea typeface="黑体" pitchFamily="2" charset="-122"/>
                        <a:cs typeface="Times New Roman" pitchFamily="18" charset="0"/>
                      </a:endParaRPr>
                    </a:p>
                  </a:txBody>
                  <a:tcPr marL="68579" marR="68579"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黑体" pitchFamily="2" charset="-122"/>
                          <a:cs typeface="Times New Roman" pitchFamily="18" charset="0"/>
                        </a:rPr>
                        <a:t>Execution Code</a:t>
                      </a:r>
                      <a:endParaRPr kumimoji="0" lang="zh-CN" altLang="zh-CN" sz="1400" b="0" i="0" u="none" strike="noStrike" cap="none" normalizeH="0" baseline="0">
                        <a:ln>
                          <a:noFill/>
                        </a:ln>
                        <a:solidFill>
                          <a:schemeClr val="tx1"/>
                        </a:solidFill>
                        <a:effectLst/>
                        <a:latin typeface="Times New Roman" pitchFamily="18" charset="0"/>
                        <a:ea typeface="黑体" pitchFamily="2" charset="-122"/>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黑体" pitchFamily="2" charset="-122"/>
                          <a:cs typeface="Times New Roman" pitchFamily="18" charset="0"/>
                        </a:rPr>
                        <a:t>(TC Transfer Frame)</a:t>
                      </a:r>
                      <a:endParaRPr kumimoji="0" lang="zh-CN" altLang="zh-CN" sz="1400" b="0" i="0" u="none" strike="noStrike" cap="none" normalizeH="0" baseline="0">
                        <a:ln>
                          <a:noFill/>
                        </a:ln>
                        <a:solidFill>
                          <a:schemeClr val="tx1"/>
                        </a:solidFill>
                        <a:effectLst/>
                        <a:latin typeface="Times New Roman" pitchFamily="18" charset="0"/>
                        <a:ea typeface="黑体" pitchFamily="2" charset="-122"/>
                        <a:cs typeface="Times New Roman" pitchFamily="18" charset="0"/>
                      </a:endParaRPr>
                    </a:p>
                  </a:txBody>
                  <a:tcPr marL="68579" marR="68579"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chemeClr val="tx1"/>
                          </a:solidFill>
                          <a:effectLst/>
                          <a:latin typeface="Times New Roman" pitchFamily="18" charset="0"/>
                          <a:ea typeface="黑体" pitchFamily="2" charset="-122"/>
                          <a:cs typeface="Times New Roman" pitchFamily="18" charset="0"/>
                        </a:rPr>
                        <a:t>CRC</a:t>
                      </a:r>
                      <a:endParaRPr kumimoji="0" lang="zh-CN" altLang="zh-CN" sz="1400" b="0" i="0" u="none" strike="noStrike" cap="none" normalizeH="0" baseline="0" dirty="0">
                        <a:ln>
                          <a:noFill/>
                        </a:ln>
                        <a:solidFill>
                          <a:schemeClr val="tx1"/>
                        </a:solidFill>
                        <a:effectLst/>
                        <a:latin typeface="Times New Roman" pitchFamily="18" charset="0"/>
                        <a:ea typeface="黑体" pitchFamily="2" charset="-122"/>
                        <a:cs typeface="Times New Roman" pitchFamily="18" charset="0"/>
                      </a:endParaRPr>
                    </a:p>
                  </a:txBody>
                  <a:tcPr marL="68579" marR="68579"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43434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chemeClr val="tx1"/>
                          </a:solidFill>
                          <a:effectLst/>
                          <a:latin typeface="Times New Roman" pitchFamily="18" charset="0"/>
                          <a:ea typeface="黑体" pitchFamily="2" charset="-122"/>
                          <a:cs typeface="Times New Roman" pitchFamily="18" charset="0"/>
                        </a:rPr>
                        <a:t>16bits</a:t>
                      </a:r>
                      <a:endParaRPr kumimoji="0" lang="zh-CN" altLang="zh-CN" sz="1400" b="0" i="0" u="none" strike="noStrike" cap="none" normalizeH="0" baseline="0" dirty="0">
                        <a:ln>
                          <a:noFill/>
                        </a:ln>
                        <a:solidFill>
                          <a:schemeClr val="tx1"/>
                        </a:solidFill>
                        <a:effectLst/>
                        <a:latin typeface="Times New Roman" pitchFamily="18" charset="0"/>
                        <a:ea typeface="黑体" pitchFamily="2" charset="-122"/>
                        <a:cs typeface="Times New Roman" pitchFamily="18" charset="0"/>
                      </a:endParaRPr>
                    </a:p>
                  </a:txBody>
                  <a:tcPr marL="68579" marR="68579"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黑体" pitchFamily="2" charset="-122"/>
                          <a:cs typeface="Times New Roman" pitchFamily="18" charset="0"/>
                        </a:rPr>
                        <a:t>8bits</a:t>
                      </a:r>
                      <a:endParaRPr kumimoji="0" lang="zh-CN" altLang="zh-CN" sz="1400" b="0" i="0" u="none" strike="noStrike" cap="none" normalizeH="0" baseline="0">
                        <a:ln>
                          <a:noFill/>
                        </a:ln>
                        <a:solidFill>
                          <a:schemeClr val="tx1"/>
                        </a:solidFill>
                        <a:effectLst/>
                        <a:latin typeface="Times New Roman" pitchFamily="18" charset="0"/>
                        <a:ea typeface="黑体" pitchFamily="2" charset="-122"/>
                        <a:cs typeface="Times New Roman" pitchFamily="18" charset="0"/>
                      </a:endParaRPr>
                    </a:p>
                  </a:txBody>
                  <a:tcPr marL="68579" marR="68579"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黑体" pitchFamily="2" charset="-122"/>
                          <a:cs typeface="Times New Roman" pitchFamily="18" charset="0"/>
                        </a:rPr>
                        <a:t>128/512/1024/2048</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chemeClr val="tx1"/>
                          </a:solidFill>
                          <a:effectLst/>
                          <a:latin typeface="Times New Roman" pitchFamily="18" charset="0"/>
                          <a:ea typeface="黑体" pitchFamily="2" charset="-122"/>
                          <a:cs typeface="Times New Roman" pitchFamily="18" charset="0"/>
                        </a:rPr>
                        <a:t>bits</a:t>
                      </a:r>
                      <a:endParaRPr kumimoji="0" lang="zh-CN" altLang="zh-CN" sz="1400" b="0" i="0" u="none" strike="noStrike" cap="none" normalizeH="0" baseline="0">
                        <a:ln>
                          <a:noFill/>
                        </a:ln>
                        <a:solidFill>
                          <a:schemeClr val="tx1"/>
                        </a:solidFill>
                        <a:effectLst/>
                        <a:latin typeface="Times New Roman" pitchFamily="18" charset="0"/>
                        <a:ea typeface="黑体" pitchFamily="2" charset="-122"/>
                        <a:cs typeface="Times New Roman" pitchFamily="18" charset="0"/>
                      </a:endParaRPr>
                    </a:p>
                  </a:txBody>
                  <a:tcPr marL="68579" marR="68579"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chemeClr val="tx1"/>
                          </a:solidFill>
                          <a:effectLst/>
                          <a:latin typeface="Times New Roman" pitchFamily="18" charset="0"/>
                          <a:ea typeface="黑体" pitchFamily="2" charset="-122"/>
                          <a:cs typeface="Times New Roman" pitchFamily="18" charset="0"/>
                        </a:rPr>
                        <a:t>16bits</a:t>
                      </a:r>
                      <a:endParaRPr kumimoji="0" lang="zh-CN" altLang="zh-CN" sz="1400" b="0" i="0" u="none" strike="noStrike" cap="none" normalizeH="0" baseline="0" dirty="0">
                        <a:ln>
                          <a:noFill/>
                        </a:ln>
                        <a:solidFill>
                          <a:schemeClr val="tx1"/>
                        </a:solidFill>
                        <a:effectLst/>
                        <a:latin typeface="Times New Roman" pitchFamily="18" charset="0"/>
                        <a:ea typeface="黑体" pitchFamily="2" charset="-122"/>
                        <a:cs typeface="Times New Roman" pitchFamily="18" charset="0"/>
                      </a:endParaRPr>
                    </a:p>
                  </a:txBody>
                  <a:tcPr marL="68579" marR="68579"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bl>
          </a:graphicData>
        </a:graphic>
      </p:graphicFrame>
    </p:spTree>
    <p:extLst>
      <p:ext uri="{BB962C8B-B14F-4D97-AF65-F5344CB8AC3E}">
        <p14:creationId xmlns:p14="http://schemas.microsoft.com/office/powerpoint/2010/main" val="12839182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1502661281"/>
              </p:ext>
            </p:extLst>
          </p:nvPr>
        </p:nvGraphicFramePr>
        <p:xfrm>
          <a:off x="1619076" y="897564"/>
          <a:ext cx="6337300" cy="3702844"/>
        </p:xfrm>
        <a:graphic>
          <a:graphicData uri="http://schemas.openxmlformats.org/presentationml/2006/ole">
            <mc:AlternateContent xmlns:mc="http://schemas.openxmlformats.org/markup-compatibility/2006">
              <mc:Choice xmlns:v="urn:schemas-microsoft-com:vml" Requires="v">
                <p:oleObj spid="_x0000_s118815" name="Visio" r:id="rId3" imgW="7097078" imgH="6327458" progId="Visio.Drawing.11">
                  <p:embed/>
                </p:oleObj>
              </mc:Choice>
              <mc:Fallback>
                <p:oleObj name="Visio" r:id="rId3" imgW="7097078" imgH="6327458" progId="Visio.Drawing.11">
                  <p:embed/>
                  <p:pic>
                    <p:nvPicPr>
                      <p:cNvPr id="0" name="对象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9076" y="897564"/>
                        <a:ext cx="6337300" cy="3702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标题 1"/>
          <p:cNvSpPr>
            <a:spLocks noGrp="1"/>
          </p:cNvSpPr>
          <p:nvPr>
            <p:ph type="title"/>
          </p:nvPr>
        </p:nvSpPr>
        <p:spPr>
          <a:xfrm>
            <a:off x="0" y="205979"/>
            <a:ext cx="9144000" cy="811995"/>
          </a:xfrm>
        </p:spPr>
        <p:txBody>
          <a:bodyPr>
            <a:normAutofit/>
          </a:bodyPr>
          <a:lstStyle/>
          <a:p>
            <a:r>
              <a:rPr lang="en-US" altLang="zh-CN" sz="3000" dirty="0"/>
              <a:t>PART 3: </a:t>
            </a:r>
            <a:r>
              <a:rPr lang="en-US" altLang="zh-CN" sz="3000" dirty="0" err="1"/>
              <a:t>Telecommand</a:t>
            </a:r>
            <a:r>
              <a:rPr lang="en-US" altLang="zh-CN" sz="3000" dirty="0"/>
              <a:t> Format and Execution</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46</a:t>
            </a:fld>
            <a:r>
              <a:rPr lang="zh-CN" altLang="en-US"/>
              <a:t> </a:t>
            </a:r>
            <a:endParaRPr lang="zh-CN" altLang="en-US" dirty="0">
              <a:latin typeface="微软雅黑" pitchFamily="34" charset="-122"/>
              <a:ea typeface="微软雅黑" pitchFamily="34" charset="-122"/>
            </a:endParaRPr>
          </a:p>
        </p:txBody>
      </p:sp>
      <p:sp>
        <p:nvSpPr>
          <p:cNvPr id="7" name="剪去同侧角的矩形 6"/>
          <p:cNvSpPr/>
          <p:nvPr/>
        </p:nvSpPr>
        <p:spPr bwMode="auto">
          <a:xfrm>
            <a:off x="908050" y="3263504"/>
            <a:ext cx="914400" cy="419100"/>
          </a:xfrm>
          <a:prstGeom prst="snip2SameRect">
            <a:avLst>
              <a:gd name="adj1" fmla="val 50000"/>
              <a:gd name="adj2" fmla="val 0"/>
            </a:avLst>
          </a:prstGeom>
          <a:solidFill>
            <a:schemeClr val="bg1"/>
          </a:solidFill>
          <a:ln w="9525" cap="flat" cmpd="sng" algn="ctr">
            <a:solidFill>
              <a:schemeClr val="folHlink"/>
            </a:solidFill>
            <a:prstDash val="solid"/>
            <a:round/>
            <a:headEnd type="none" w="med" len="med"/>
            <a:tailEnd type="none" w="med" len="med"/>
          </a:ln>
          <a:effectLst/>
        </p:spPr>
        <p:txBody>
          <a:bodyPr wrap="none" anchor="ctr"/>
          <a:lstStyle/>
          <a:p>
            <a:pPr algn="ctr">
              <a:defRPr/>
            </a:pPr>
            <a:r>
              <a:rPr lang="en-US" altLang="zh-CN" dirty="0">
                <a:latin typeface="Arial" charset="0"/>
              </a:rPr>
              <a:t>Ground</a:t>
            </a:r>
            <a:endParaRPr lang="zh-CN" altLang="en-US" dirty="0">
              <a:latin typeface="Arial" charset="0"/>
            </a:endParaRPr>
          </a:p>
        </p:txBody>
      </p:sp>
      <p:sp>
        <p:nvSpPr>
          <p:cNvPr id="8" name="空心弧 7"/>
          <p:cNvSpPr/>
          <p:nvPr/>
        </p:nvSpPr>
        <p:spPr bwMode="auto">
          <a:xfrm>
            <a:off x="1065213" y="2878933"/>
            <a:ext cx="576262" cy="307181"/>
          </a:xfrm>
          <a:prstGeom prst="blockArc">
            <a:avLst>
              <a:gd name="adj1" fmla="val 12454868"/>
              <a:gd name="adj2" fmla="val 19832590"/>
              <a:gd name="adj3" fmla="val 22160"/>
            </a:avLst>
          </a:prstGeom>
          <a:solidFill>
            <a:schemeClr val="bg1"/>
          </a:solidFill>
          <a:ln w="9525" cap="flat" cmpd="sng" algn="ctr">
            <a:solidFill>
              <a:schemeClr val="folHlink"/>
            </a:solidFill>
            <a:prstDash val="solid"/>
            <a:round/>
            <a:headEnd type="none" w="med" len="med"/>
            <a:tailEnd type="none" w="med" len="med"/>
          </a:ln>
          <a:effectLst/>
        </p:spPr>
        <p:txBody>
          <a:bodyPr wrap="none" anchor="ctr"/>
          <a:lstStyle/>
          <a:p>
            <a:pPr>
              <a:defRPr/>
            </a:pPr>
            <a:endParaRPr lang="zh-CN" altLang="en-US">
              <a:latin typeface="Arial" charset="0"/>
            </a:endParaRPr>
          </a:p>
        </p:txBody>
      </p:sp>
      <p:sp>
        <p:nvSpPr>
          <p:cNvPr id="9" name="空心弧 8"/>
          <p:cNvSpPr/>
          <p:nvPr/>
        </p:nvSpPr>
        <p:spPr bwMode="auto">
          <a:xfrm>
            <a:off x="1076328" y="3064670"/>
            <a:ext cx="576263" cy="288131"/>
          </a:xfrm>
          <a:prstGeom prst="blockArc">
            <a:avLst/>
          </a:prstGeom>
          <a:solidFill>
            <a:schemeClr val="bg1"/>
          </a:solidFill>
          <a:ln w="9525" cap="flat" cmpd="sng" algn="ctr">
            <a:solidFill>
              <a:schemeClr val="folHlink"/>
            </a:solidFill>
            <a:prstDash val="solid"/>
            <a:round/>
            <a:headEnd type="none" w="med" len="med"/>
            <a:tailEnd type="none" w="med" len="med"/>
          </a:ln>
          <a:effectLst/>
        </p:spPr>
        <p:txBody>
          <a:bodyPr wrap="none" anchor="ctr"/>
          <a:lstStyle/>
          <a:p>
            <a:pPr>
              <a:defRPr/>
            </a:pPr>
            <a:endParaRPr lang="zh-CN" altLang="en-US">
              <a:latin typeface="Arial" charset="0"/>
            </a:endParaRPr>
          </a:p>
        </p:txBody>
      </p:sp>
      <p:sp>
        <p:nvSpPr>
          <p:cNvPr id="10" name="右箭头 9"/>
          <p:cNvSpPr>
            <a:spLocks noChangeArrowheads="1"/>
          </p:cNvSpPr>
          <p:nvPr/>
        </p:nvSpPr>
        <p:spPr bwMode="auto">
          <a:xfrm rot="20735497">
            <a:off x="1811574" y="2627907"/>
            <a:ext cx="1775980" cy="326110"/>
          </a:xfrm>
          <a:prstGeom prst="rightArrow">
            <a:avLst>
              <a:gd name="adj1" fmla="val 50000"/>
              <a:gd name="adj2" fmla="val 49812"/>
            </a:avLst>
          </a:prstGeom>
          <a:solidFill>
            <a:schemeClr val="bg1"/>
          </a:solidFill>
          <a:ln w="9525" algn="ctr">
            <a:solidFill>
              <a:schemeClr val="folHlink"/>
            </a:solidFill>
            <a:round/>
            <a:headEnd/>
            <a:tailEnd/>
          </a:ln>
        </p:spPr>
        <p:txBody>
          <a:bodyPr wrap="none" anchor="ctr"/>
          <a:lstStyle/>
          <a:p>
            <a:r>
              <a:rPr lang="en-US" altLang="zh-CN" dirty="0"/>
              <a:t>Indirect TC(data)</a:t>
            </a:r>
            <a:endParaRPr lang="zh-CN" altLang="en-US" dirty="0"/>
          </a:p>
        </p:txBody>
      </p:sp>
      <p:sp>
        <p:nvSpPr>
          <p:cNvPr id="11" name="左箭头 10"/>
          <p:cNvSpPr>
            <a:spLocks noChangeArrowheads="1"/>
          </p:cNvSpPr>
          <p:nvPr/>
        </p:nvSpPr>
        <p:spPr bwMode="auto">
          <a:xfrm flipH="1">
            <a:off x="3846837" y="2534436"/>
            <a:ext cx="725169" cy="127397"/>
          </a:xfrm>
          <a:prstGeom prst="leftArrow">
            <a:avLst>
              <a:gd name="adj1" fmla="val 50000"/>
              <a:gd name="adj2" fmla="val 49837"/>
            </a:avLst>
          </a:prstGeom>
          <a:solidFill>
            <a:schemeClr val="bg1"/>
          </a:solidFill>
          <a:ln w="9525" algn="ctr">
            <a:solidFill>
              <a:schemeClr val="folHlink"/>
            </a:solidFill>
            <a:round/>
            <a:headEnd/>
            <a:tailEnd/>
          </a:ln>
        </p:spPr>
        <p:txBody>
          <a:bodyPr wrap="none" anchor="ctr"/>
          <a:lstStyle/>
          <a:p>
            <a:endParaRPr lang="zh-CN" altLang="en-US"/>
          </a:p>
        </p:txBody>
      </p:sp>
      <p:sp>
        <p:nvSpPr>
          <p:cNvPr id="12" name="左箭头 11"/>
          <p:cNvSpPr>
            <a:spLocks noChangeArrowheads="1"/>
          </p:cNvSpPr>
          <p:nvPr/>
        </p:nvSpPr>
        <p:spPr bwMode="auto">
          <a:xfrm flipH="1">
            <a:off x="3846834" y="2671358"/>
            <a:ext cx="725168" cy="127397"/>
          </a:xfrm>
          <a:prstGeom prst="leftArrow">
            <a:avLst>
              <a:gd name="adj1" fmla="val 50000"/>
              <a:gd name="adj2" fmla="val 49837"/>
            </a:avLst>
          </a:prstGeom>
          <a:solidFill>
            <a:schemeClr val="bg1"/>
          </a:solidFill>
          <a:ln w="9525" algn="ctr">
            <a:solidFill>
              <a:schemeClr val="folHlink"/>
            </a:solidFill>
            <a:round/>
            <a:headEnd/>
            <a:tailEnd/>
          </a:ln>
        </p:spPr>
        <p:txBody>
          <a:bodyPr wrap="none" anchor="ctr"/>
          <a:lstStyle/>
          <a:p>
            <a:endParaRPr lang="zh-CN" altLang="en-US"/>
          </a:p>
        </p:txBody>
      </p:sp>
      <p:grpSp>
        <p:nvGrpSpPr>
          <p:cNvPr id="13" name="组合 18"/>
          <p:cNvGrpSpPr>
            <a:grpSpLocks/>
          </p:cNvGrpSpPr>
          <p:nvPr/>
        </p:nvGrpSpPr>
        <p:grpSpPr bwMode="auto">
          <a:xfrm>
            <a:off x="4716242" y="2888459"/>
            <a:ext cx="2808089" cy="756084"/>
            <a:chOff x="4535996" y="4009677"/>
            <a:chExt cx="1942885" cy="859330"/>
          </a:xfrm>
        </p:grpSpPr>
        <p:sp>
          <p:nvSpPr>
            <p:cNvPr id="14" name="手杖形箭头 13"/>
            <p:cNvSpPr/>
            <p:nvPr/>
          </p:nvSpPr>
          <p:spPr bwMode="auto">
            <a:xfrm flipV="1">
              <a:off x="4535996" y="4009677"/>
              <a:ext cx="1942885" cy="622477"/>
            </a:xfrm>
            <a:prstGeom prst="uturnArrow">
              <a:avLst>
                <a:gd name="adj1" fmla="val 25000"/>
                <a:gd name="adj2" fmla="val 21054"/>
                <a:gd name="adj3" fmla="val 25000"/>
                <a:gd name="adj4" fmla="val 44271"/>
                <a:gd name="adj5" fmla="val 100000"/>
              </a:avLst>
            </a:prstGeom>
            <a:solidFill>
              <a:schemeClr val="bg1"/>
            </a:solidFill>
            <a:ln w="9525" cap="flat" cmpd="sng" algn="ctr">
              <a:solidFill>
                <a:schemeClr val="folHlink"/>
              </a:solidFill>
              <a:prstDash val="solid"/>
              <a:round/>
              <a:headEnd type="none" w="med" len="med"/>
              <a:tailEnd type="none" w="med" len="med"/>
            </a:ln>
            <a:effectLst/>
          </p:spPr>
          <p:txBody>
            <a:bodyPr wrap="none" anchor="ctr"/>
            <a:lstStyle/>
            <a:p>
              <a:pPr>
                <a:defRPr/>
              </a:pPr>
              <a:endParaRPr lang="zh-CN" altLang="en-US">
                <a:latin typeface="Arial" charset="0"/>
              </a:endParaRPr>
            </a:p>
          </p:txBody>
        </p:sp>
        <p:sp>
          <p:nvSpPr>
            <p:cNvPr id="15" name="TextBox 4"/>
            <p:cNvSpPr txBox="1">
              <a:spLocks noChangeArrowheads="1"/>
            </p:cNvSpPr>
            <p:nvPr/>
          </p:nvSpPr>
          <p:spPr bwMode="auto">
            <a:xfrm>
              <a:off x="4822043" y="4414261"/>
              <a:ext cx="1356462" cy="4547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eaLnBrk="1" hangingPunct="1"/>
              <a:r>
                <a:rPr lang="en-US" altLang="zh-CN"/>
                <a:t>CAN BUS</a:t>
              </a:r>
              <a:endParaRPr lang="zh-CN" altLang="en-US"/>
            </a:p>
          </p:txBody>
        </p:sp>
      </p:grpSp>
    </p:spTree>
    <p:extLst>
      <p:ext uri="{BB962C8B-B14F-4D97-AF65-F5344CB8AC3E}">
        <p14:creationId xmlns:p14="http://schemas.microsoft.com/office/powerpoint/2010/main" val="1283918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8"/>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nodeType="afterEffect">
                                  <p:stCondLst>
                                    <p:cond delay="0"/>
                                  </p:stCondLst>
                                  <p:childTnLst>
                                    <p:set>
                                      <p:cBhvr>
                                        <p:cTn id="12" dur="1" fill="hold">
                                          <p:stCondLst>
                                            <p:cond delay="499"/>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ppt_x"/>
                                          </p:val>
                                        </p:tav>
                                        <p:tav tm="100000">
                                          <p:val>
                                            <p:strVal val="#ppt_x"/>
                                          </p:val>
                                        </p:tav>
                                      </p:tavLst>
                                    </p:anim>
                                    <p:anim calcmode="lin" valueType="num">
                                      <p:cBhvr additive="base">
                                        <p:cTn id="1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ppt_x"/>
                                          </p:val>
                                        </p:tav>
                                        <p:tav tm="100000">
                                          <p:val>
                                            <p:strVal val="#ppt_x"/>
                                          </p:val>
                                        </p:tav>
                                      </p:tavLst>
                                    </p:anim>
                                    <p:anim calcmode="lin" valueType="num">
                                      <p:cBhvr additive="base">
                                        <p:cTn id="2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1000"/>
                                        <p:tgtEl>
                                          <p:spTgt spid="13"/>
                                        </p:tgtEl>
                                      </p:cBhvr>
                                    </p:animEffect>
                                    <p:anim calcmode="lin" valueType="num">
                                      <p:cBhvr>
                                        <p:cTn id="30" dur="1000" fill="hold"/>
                                        <p:tgtEl>
                                          <p:spTgt spid="13"/>
                                        </p:tgtEl>
                                        <p:attrNameLst>
                                          <p:attrName>ppt_x</p:attrName>
                                        </p:attrNameLst>
                                      </p:cBhvr>
                                      <p:tavLst>
                                        <p:tav tm="0">
                                          <p:val>
                                            <p:strVal val="#ppt_x"/>
                                          </p:val>
                                        </p:tav>
                                        <p:tav tm="100000">
                                          <p:val>
                                            <p:strVal val="#ppt_x"/>
                                          </p:val>
                                        </p:tav>
                                      </p:tavLst>
                                    </p:anim>
                                    <p:anim calcmode="lin" valueType="num">
                                      <p:cBhvr>
                                        <p:cTn id="31"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autoUpdateAnimBg="0"/>
      <p:bldP spid="11" grpId="0" animBg="1" autoUpdateAnimBg="0"/>
      <p:bldP spid="12" grpId="0" animBg="1"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2140396760"/>
              </p:ext>
            </p:extLst>
          </p:nvPr>
        </p:nvGraphicFramePr>
        <p:xfrm>
          <a:off x="1619076" y="897564"/>
          <a:ext cx="6337300" cy="3702844"/>
        </p:xfrm>
        <a:graphic>
          <a:graphicData uri="http://schemas.openxmlformats.org/presentationml/2006/ole">
            <mc:AlternateContent xmlns:mc="http://schemas.openxmlformats.org/markup-compatibility/2006">
              <mc:Choice xmlns:v="urn:schemas-microsoft-com:vml" Requires="v">
                <p:oleObj spid="_x0000_s123923" name="Visio" r:id="rId3" imgW="7097078" imgH="6327458" progId="Visio.Drawing.11">
                  <p:embed/>
                </p:oleObj>
              </mc:Choice>
              <mc:Fallback>
                <p:oleObj name="Visio" r:id="rId3" imgW="7097078" imgH="6327458"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9076" y="897564"/>
                        <a:ext cx="6337300" cy="3702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标题 1"/>
          <p:cNvSpPr>
            <a:spLocks noGrp="1"/>
          </p:cNvSpPr>
          <p:nvPr>
            <p:ph type="title"/>
          </p:nvPr>
        </p:nvSpPr>
        <p:spPr>
          <a:xfrm>
            <a:off x="0" y="205979"/>
            <a:ext cx="9144000" cy="811995"/>
          </a:xfrm>
        </p:spPr>
        <p:txBody>
          <a:bodyPr>
            <a:normAutofit/>
          </a:bodyPr>
          <a:lstStyle/>
          <a:p>
            <a:r>
              <a:rPr lang="en-US" altLang="zh-CN" sz="3000" dirty="0"/>
              <a:t>PART 3: </a:t>
            </a:r>
            <a:r>
              <a:rPr lang="en-US" altLang="zh-CN" sz="3000" dirty="0" err="1"/>
              <a:t>Telecommand</a:t>
            </a:r>
            <a:r>
              <a:rPr lang="en-US" altLang="zh-CN" sz="3000" dirty="0"/>
              <a:t> Format and Execution</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47</a:t>
            </a:fld>
            <a:r>
              <a:rPr lang="zh-CN" altLang="en-US"/>
              <a:t> </a:t>
            </a:r>
            <a:endParaRPr lang="zh-CN" altLang="en-US" dirty="0">
              <a:latin typeface="微软雅黑" pitchFamily="34" charset="-122"/>
              <a:ea typeface="微软雅黑" pitchFamily="34" charset="-122"/>
            </a:endParaRPr>
          </a:p>
        </p:txBody>
      </p:sp>
      <p:sp>
        <p:nvSpPr>
          <p:cNvPr id="7" name="剪去同侧角的矩形 6"/>
          <p:cNvSpPr/>
          <p:nvPr/>
        </p:nvSpPr>
        <p:spPr bwMode="auto">
          <a:xfrm>
            <a:off x="908050" y="3263504"/>
            <a:ext cx="914400" cy="419100"/>
          </a:xfrm>
          <a:prstGeom prst="snip2SameRect">
            <a:avLst>
              <a:gd name="adj1" fmla="val 50000"/>
              <a:gd name="adj2" fmla="val 0"/>
            </a:avLst>
          </a:prstGeom>
          <a:solidFill>
            <a:schemeClr val="bg1"/>
          </a:solidFill>
          <a:ln w="9525" cap="flat" cmpd="sng" algn="ctr">
            <a:solidFill>
              <a:schemeClr val="folHlink"/>
            </a:solidFill>
            <a:prstDash val="solid"/>
            <a:round/>
            <a:headEnd type="none" w="med" len="med"/>
            <a:tailEnd type="none" w="med" len="med"/>
          </a:ln>
          <a:effectLst/>
        </p:spPr>
        <p:txBody>
          <a:bodyPr wrap="none" anchor="ctr"/>
          <a:lstStyle/>
          <a:p>
            <a:pPr algn="ctr">
              <a:defRPr/>
            </a:pPr>
            <a:r>
              <a:rPr lang="en-US" altLang="zh-CN" dirty="0">
                <a:latin typeface="Arial" charset="0"/>
              </a:rPr>
              <a:t>Ground</a:t>
            </a:r>
            <a:endParaRPr lang="zh-CN" altLang="en-US" dirty="0">
              <a:latin typeface="Arial" charset="0"/>
            </a:endParaRPr>
          </a:p>
        </p:txBody>
      </p:sp>
      <p:sp>
        <p:nvSpPr>
          <p:cNvPr id="8" name="空心弧 7"/>
          <p:cNvSpPr/>
          <p:nvPr/>
        </p:nvSpPr>
        <p:spPr bwMode="auto">
          <a:xfrm>
            <a:off x="1065213" y="2878933"/>
            <a:ext cx="576262" cy="307181"/>
          </a:xfrm>
          <a:prstGeom prst="blockArc">
            <a:avLst>
              <a:gd name="adj1" fmla="val 12454868"/>
              <a:gd name="adj2" fmla="val 19832590"/>
              <a:gd name="adj3" fmla="val 22160"/>
            </a:avLst>
          </a:prstGeom>
          <a:solidFill>
            <a:schemeClr val="bg1"/>
          </a:solidFill>
          <a:ln w="9525" cap="flat" cmpd="sng" algn="ctr">
            <a:solidFill>
              <a:schemeClr val="folHlink"/>
            </a:solidFill>
            <a:prstDash val="solid"/>
            <a:round/>
            <a:headEnd type="none" w="med" len="med"/>
            <a:tailEnd type="none" w="med" len="med"/>
          </a:ln>
          <a:effectLst/>
        </p:spPr>
        <p:txBody>
          <a:bodyPr wrap="none" anchor="ctr"/>
          <a:lstStyle/>
          <a:p>
            <a:pPr>
              <a:defRPr/>
            </a:pPr>
            <a:endParaRPr lang="zh-CN" altLang="en-US">
              <a:latin typeface="Arial" charset="0"/>
            </a:endParaRPr>
          </a:p>
        </p:txBody>
      </p:sp>
      <p:sp>
        <p:nvSpPr>
          <p:cNvPr id="9" name="空心弧 8"/>
          <p:cNvSpPr/>
          <p:nvPr/>
        </p:nvSpPr>
        <p:spPr bwMode="auto">
          <a:xfrm>
            <a:off x="1076328" y="3064670"/>
            <a:ext cx="576263" cy="288131"/>
          </a:xfrm>
          <a:prstGeom prst="blockArc">
            <a:avLst/>
          </a:prstGeom>
          <a:solidFill>
            <a:schemeClr val="bg1"/>
          </a:solidFill>
          <a:ln w="9525" cap="flat" cmpd="sng" algn="ctr">
            <a:solidFill>
              <a:schemeClr val="folHlink"/>
            </a:solidFill>
            <a:prstDash val="solid"/>
            <a:round/>
            <a:headEnd type="none" w="med" len="med"/>
            <a:tailEnd type="none" w="med" len="med"/>
          </a:ln>
          <a:effectLst/>
        </p:spPr>
        <p:txBody>
          <a:bodyPr wrap="none" anchor="ctr"/>
          <a:lstStyle/>
          <a:p>
            <a:pPr>
              <a:defRPr/>
            </a:pPr>
            <a:endParaRPr lang="zh-CN" altLang="en-US">
              <a:latin typeface="Arial" charset="0"/>
            </a:endParaRPr>
          </a:p>
        </p:txBody>
      </p:sp>
      <p:sp>
        <p:nvSpPr>
          <p:cNvPr id="10" name="右箭头 9"/>
          <p:cNvSpPr>
            <a:spLocks noChangeArrowheads="1"/>
          </p:cNvSpPr>
          <p:nvPr/>
        </p:nvSpPr>
        <p:spPr bwMode="auto">
          <a:xfrm rot="20735497">
            <a:off x="1811574" y="2627907"/>
            <a:ext cx="1775980" cy="326110"/>
          </a:xfrm>
          <a:prstGeom prst="rightArrow">
            <a:avLst>
              <a:gd name="adj1" fmla="val 50000"/>
              <a:gd name="adj2" fmla="val 49812"/>
            </a:avLst>
          </a:prstGeom>
          <a:solidFill>
            <a:schemeClr val="bg1"/>
          </a:solidFill>
          <a:ln w="9525" algn="ctr">
            <a:solidFill>
              <a:schemeClr val="folHlink"/>
            </a:solidFill>
            <a:round/>
            <a:headEnd/>
            <a:tailEnd/>
          </a:ln>
        </p:spPr>
        <p:txBody>
          <a:bodyPr wrap="none" anchor="ctr"/>
          <a:lstStyle/>
          <a:p>
            <a:r>
              <a:rPr lang="en-US" altLang="zh-CN" dirty="0"/>
              <a:t>Indirect TC(OC)</a:t>
            </a:r>
            <a:endParaRPr lang="zh-CN" altLang="en-US" dirty="0"/>
          </a:p>
        </p:txBody>
      </p:sp>
      <p:sp>
        <p:nvSpPr>
          <p:cNvPr id="11" name="左箭头 10"/>
          <p:cNvSpPr>
            <a:spLocks noChangeArrowheads="1"/>
          </p:cNvSpPr>
          <p:nvPr/>
        </p:nvSpPr>
        <p:spPr bwMode="auto">
          <a:xfrm flipH="1">
            <a:off x="3846837" y="2534436"/>
            <a:ext cx="725169" cy="127397"/>
          </a:xfrm>
          <a:prstGeom prst="leftArrow">
            <a:avLst>
              <a:gd name="adj1" fmla="val 50000"/>
              <a:gd name="adj2" fmla="val 49837"/>
            </a:avLst>
          </a:prstGeom>
          <a:solidFill>
            <a:schemeClr val="bg1"/>
          </a:solidFill>
          <a:ln w="9525" algn="ctr">
            <a:solidFill>
              <a:schemeClr val="folHlink"/>
            </a:solidFill>
            <a:round/>
            <a:headEnd/>
            <a:tailEnd/>
          </a:ln>
        </p:spPr>
        <p:txBody>
          <a:bodyPr wrap="none" anchor="ctr"/>
          <a:lstStyle/>
          <a:p>
            <a:endParaRPr lang="zh-CN" altLang="en-US"/>
          </a:p>
        </p:txBody>
      </p:sp>
      <p:sp>
        <p:nvSpPr>
          <p:cNvPr id="12" name="左箭头 11"/>
          <p:cNvSpPr>
            <a:spLocks noChangeArrowheads="1"/>
          </p:cNvSpPr>
          <p:nvPr/>
        </p:nvSpPr>
        <p:spPr bwMode="auto">
          <a:xfrm flipH="1">
            <a:off x="3846834" y="2671358"/>
            <a:ext cx="725168" cy="127397"/>
          </a:xfrm>
          <a:prstGeom prst="leftArrow">
            <a:avLst>
              <a:gd name="adj1" fmla="val 50000"/>
              <a:gd name="adj2" fmla="val 49837"/>
            </a:avLst>
          </a:prstGeom>
          <a:solidFill>
            <a:schemeClr val="bg1"/>
          </a:solidFill>
          <a:ln w="9525" algn="ctr">
            <a:solidFill>
              <a:schemeClr val="folHlink"/>
            </a:solidFill>
            <a:round/>
            <a:headEnd/>
            <a:tailEnd/>
          </a:ln>
        </p:spPr>
        <p:txBody>
          <a:bodyPr wrap="none" anchor="ctr"/>
          <a:lstStyle/>
          <a:p>
            <a:endParaRPr lang="zh-CN" altLang="en-US"/>
          </a:p>
        </p:txBody>
      </p:sp>
      <p:sp>
        <p:nvSpPr>
          <p:cNvPr id="16" name="下箭头 15"/>
          <p:cNvSpPr>
            <a:spLocks noChangeArrowheads="1"/>
          </p:cNvSpPr>
          <p:nvPr/>
        </p:nvSpPr>
        <p:spPr bwMode="auto">
          <a:xfrm>
            <a:off x="4427987" y="2790960"/>
            <a:ext cx="360363" cy="876300"/>
          </a:xfrm>
          <a:prstGeom prst="downArrow">
            <a:avLst>
              <a:gd name="adj1" fmla="val 50000"/>
              <a:gd name="adj2" fmla="val 49940"/>
            </a:avLst>
          </a:prstGeom>
          <a:solidFill>
            <a:schemeClr val="bg1"/>
          </a:solidFill>
          <a:ln w="9525" algn="ctr">
            <a:solidFill>
              <a:schemeClr val="folHlink"/>
            </a:solidFill>
            <a:round/>
            <a:headEnd/>
            <a:tailEnd/>
          </a:ln>
        </p:spPr>
        <p:txBody>
          <a:bodyPr wrap="none" anchor="ctr"/>
          <a:lstStyle/>
          <a:p>
            <a:r>
              <a:rPr lang="en-US" altLang="zh-CN" dirty="0"/>
              <a:t>OC</a:t>
            </a:r>
            <a:endParaRPr lang="zh-CN" altLang="en-US" dirty="0"/>
          </a:p>
        </p:txBody>
      </p:sp>
    </p:spTree>
    <p:extLst>
      <p:ext uri="{BB962C8B-B14F-4D97-AF65-F5344CB8AC3E}">
        <p14:creationId xmlns:p14="http://schemas.microsoft.com/office/powerpoint/2010/main" val="1124712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8"/>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nodeType="afterEffect">
                                  <p:stCondLst>
                                    <p:cond delay="0"/>
                                  </p:stCondLst>
                                  <p:childTnLst>
                                    <p:set>
                                      <p:cBhvr>
                                        <p:cTn id="12" dur="1" fill="hold">
                                          <p:stCondLst>
                                            <p:cond delay="499"/>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ppt_x"/>
                                          </p:val>
                                        </p:tav>
                                        <p:tav tm="100000">
                                          <p:val>
                                            <p:strVal val="#ppt_x"/>
                                          </p:val>
                                        </p:tav>
                                      </p:tavLst>
                                    </p:anim>
                                    <p:anim calcmode="lin" valueType="num">
                                      <p:cBhvr additive="base">
                                        <p:cTn id="1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ppt_x"/>
                                          </p:val>
                                        </p:tav>
                                        <p:tav tm="100000">
                                          <p:val>
                                            <p:strVal val="#ppt_x"/>
                                          </p:val>
                                        </p:tav>
                                      </p:tavLst>
                                    </p:anim>
                                    <p:anim calcmode="lin" valueType="num">
                                      <p:cBhvr additive="base">
                                        <p:cTn id="2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autoUpdateAnimBg="0"/>
      <p:bldP spid="11" grpId="0" animBg="1" autoUpdateAnimBg="0"/>
      <p:bldP spid="12" grpId="0" animBg="1" autoUpdateAnimBg="0"/>
      <p:bldP spid="16" grpId="0" animBg="1"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3: </a:t>
            </a:r>
            <a:r>
              <a:rPr lang="en-US" altLang="zh-CN" sz="3000" dirty="0" err="1"/>
              <a:t>Telecommand</a:t>
            </a:r>
            <a:r>
              <a:rPr lang="en-US" altLang="zh-CN" sz="3000" dirty="0"/>
              <a:t> Format and Execution</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48</a:t>
            </a:fld>
            <a:r>
              <a:rPr lang="zh-CN" altLang="en-US"/>
              <a:t> </a:t>
            </a:r>
            <a:endParaRPr lang="zh-CN" altLang="en-US" dirty="0">
              <a:latin typeface="微软雅黑" pitchFamily="34" charset="-122"/>
              <a:ea typeface="微软雅黑" pitchFamily="34" charset="-122"/>
            </a:endParaRPr>
          </a:p>
        </p:txBody>
      </p:sp>
      <p:sp>
        <p:nvSpPr>
          <p:cNvPr id="6" name="标题 2"/>
          <p:cNvSpPr txBox="1">
            <a:spLocks/>
          </p:cNvSpPr>
          <p:nvPr/>
        </p:nvSpPr>
        <p:spPr bwMode="auto">
          <a:xfrm>
            <a:off x="557213" y="1098352"/>
            <a:ext cx="8229600" cy="3201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algn="l">
              <a:spcAft>
                <a:spcPts val="600"/>
              </a:spcAft>
            </a:pPr>
            <a:r>
              <a:rPr lang="en-US" altLang="zh-CN" sz="2400" dirty="0">
                <a:solidFill>
                  <a:schemeClr val="tx1"/>
                </a:solidFill>
              </a:rPr>
              <a:t>Criterion of receive Indirect TC block from GS</a:t>
            </a:r>
          </a:p>
          <a:p>
            <a:pPr algn="l">
              <a:lnSpc>
                <a:spcPct val="150000"/>
              </a:lnSpc>
              <a:spcBef>
                <a:spcPts val="600"/>
              </a:spcBef>
            </a:pPr>
            <a:r>
              <a:rPr lang="en-US" altLang="zh-CN" sz="1800" dirty="0">
                <a:solidFill>
                  <a:srgbClr val="FF0000"/>
                </a:solidFill>
              </a:rPr>
              <a:t>XS001 ++,</a:t>
            </a:r>
          </a:p>
          <a:p>
            <a:pPr algn="l">
              <a:lnSpc>
                <a:spcPct val="150000"/>
              </a:lnSpc>
            </a:pPr>
            <a:r>
              <a:rPr lang="en-US" altLang="zh-CN" sz="1800" b="0" dirty="0">
                <a:solidFill>
                  <a:schemeClr val="tx1"/>
                </a:solidFill>
              </a:rPr>
              <a:t>If the Indirect TC belongs to </a:t>
            </a:r>
            <a:r>
              <a:rPr lang="en-US" altLang="zh-CN" sz="1800" b="0" dirty="0" err="1">
                <a:solidFill>
                  <a:schemeClr val="tx1"/>
                </a:solidFill>
              </a:rPr>
              <a:t>subcomputer</a:t>
            </a:r>
            <a:r>
              <a:rPr lang="en-US" altLang="zh-CN" sz="1800" b="0" dirty="0">
                <a:solidFill>
                  <a:schemeClr val="tx1"/>
                </a:solidFill>
              </a:rPr>
              <a:t>, XS002++, XB001++</a:t>
            </a:r>
            <a:r>
              <a:rPr lang="zh-CN" altLang="en-US" sz="1800" b="0" dirty="0">
                <a:solidFill>
                  <a:schemeClr val="tx1"/>
                </a:solidFill>
              </a:rPr>
              <a:t>，</a:t>
            </a:r>
            <a:r>
              <a:rPr lang="en-US" altLang="zh-CN" sz="1800" dirty="0">
                <a:solidFill>
                  <a:srgbClr val="FF0000"/>
                </a:solidFill>
              </a:rPr>
              <a:t>Send to </a:t>
            </a:r>
            <a:r>
              <a:rPr lang="en-US" altLang="zh-CN" sz="1800" dirty="0" err="1">
                <a:solidFill>
                  <a:srgbClr val="FF0000"/>
                </a:solidFill>
              </a:rPr>
              <a:t>subcomputer</a:t>
            </a:r>
            <a:r>
              <a:rPr lang="en-US" altLang="zh-CN" sz="1800" dirty="0">
                <a:solidFill>
                  <a:srgbClr val="FF0000"/>
                </a:solidFill>
              </a:rPr>
              <a:t> counter in Packet A0H ++</a:t>
            </a:r>
            <a:r>
              <a:rPr lang="zh-CN" altLang="en-US" sz="1800" b="0" dirty="0">
                <a:solidFill>
                  <a:schemeClr val="tx1"/>
                </a:solidFill>
              </a:rPr>
              <a:t>，</a:t>
            </a:r>
            <a:endParaRPr lang="en-US" altLang="zh-CN" sz="1800" b="0" dirty="0">
              <a:solidFill>
                <a:schemeClr val="tx1"/>
              </a:solidFill>
            </a:endParaRPr>
          </a:p>
          <a:p>
            <a:pPr algn="l">
              <a:lnSpc>
                <a:spcPct val="150000"/>
              </a:lnSpc>
            </a:pPr>
            <a:r>
              <a:rPr lang="en-US" altLang="zh-CN" sz="1800" b="0" dirty="0">
                <a:solidFill>
                  <a:schemeClr val="tx1"/>
                </a:solidFill>
              </a:rPr>
              <a:t>if </a:t>
            </a:r>
            <a:r>
              <a:rPr lang="en-US" altLang="zh-CN" sz="1800" b="0" dirty="0" err="1">
                <a:solidFill>
                  <a:schemeClr val="tx1"/>
                </a:solidFill>
              </a:rPr>
              <a:t>subcomputer</a:t>
            </a:r>
            <a:r>
              <a:rPr lang="en-US" altLang="zh-CN" sz="1800" b="0" dirty="0">
                <a:solidFill>
                  <a:schemeClr val="tx1"/>
                </a:solidFill>
              </a:rPr>
              <a:t> receive correctly, XS003++, XB002++, </a:t>
            </a:r>
            <a:r>
              <a:rPr lang="en-US" altLang="zh-CN" sz="1800" dirty="0" err="1">
                <a:solidFill>
                  <a:srgbClr val="FF0000"/>
                </a:solidFill>
              </a:rPr>
              <a:t>Subcomputer</a:t>
            </a:r>
            <a:r>
              <a:rPr lang="en-US" altLang="zh-CN" sz="1800" dirty="0">
                <a:solidFill>
                  <a:srgbClr val="FF0000"/>
                </a:solidFill>
              </a:rPr>
              <a:t> respond counter in Packet A0H ++</a:t>
            </a:r>
          </a:p>
          <a:p>
            <a:pPr>
              <a:lnSpc>
                <a:spcPct val="150000"/>
              </a:lnSpc>
            </a:pPr>
            <a:r>
              <a:rPr lang="en-US" altLang="zh-CN" sz="1800" dirty="0">
                <a:solidFill>
                  <a:schemeClr val="tx1"/>
                </a:solidFill>
              </a:rPr>
              <a:t>NOTE: </a:t>
            </a:r>
            <a:r>
              <a:rPr lang="en-US" altLang="zh-CN" sz="1800" dirty="0">
                <a:solidFill>
                  <a:srgbClr val="FF0000"/>
                </a:solidFill>
              </a:rPr>
              <a:t>XS001 </a:t>
            </a:r>
            <a:r>
              <a:rPr lang="en-US" altLang="zh-CN" sz="1800" dirty="0">
                <a:solidFill>
                  <a:schemeClr val="tx1"/>
                </a:solidFill>
              </a:rPr>
              <a:t>is the most important criterion of satellite receive indirect TC/data block from GS. </a:t>
            </a:r>
            <a:endParaRPr lang="en-US" altLang="zh-CN" sz="1800" b="0" dirty="0">
              <a:solidFill>
                <a:schemeClr val="tx1"/>
              </a:solidFill>
            </a:endParaRPr>
          </a:p>
          <a:p>
            <a:pPr algn="l">
              <a:lnSpc>
                <a:spcPct val="150000"/>
              </a:lnSpc>
            </a:pPr>
            <a:endParaRPr lang="en-US" altLang="zh-CN" b="0" dirty="0">
              <a:solidFill>
                <a:schemeClr val="tx1"/>
              </a:solidFill>
            </a:endParaRPr>
          </a:p>
          <a:p>
            <a:pPr algn="l"/>
            <a:endParaRPr lang="en-US" altLang="zh-CN" dirty="0">
              <a:solidFill>
                <a:schemeClr val="tx1"/>
              </a:solidFill>
            </a:endParaRPr>
          </a:p>
          <a:p>
            <a:pPr algn="l"/>
            <a:endParaRPr lang="zh-CN" altLang="zh-CN" sz="2800" dirty="0">
              <a:solidFill>
                <a:schemeClr val="tx1"/>
              </a:solidFill>
            </a:endParaRPr>
          </a:p>
          <a:p>
            <a:pPr algn="l"/>
            <a:endParaRPr lang="zh-CN" altLang="en-US" sz="2800" dirty="0">
              <a:solidFill>
                <a:schemeClr val="tx1"/>
              </a:solidFill>
            </a:endParaRPr>
          </a:p>
        </p:txBody>
      </p:sp>
    </p:spTree>
    <p:extLst>
      <p:ext uri="{BB962C8B-B14F-4D97-AF65-F5344CB8AC3E}">
        <p14:creationId xmlns:p14="http://schemas.microsoft.com/office/powerpoint/2010/main" val="128391829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3: </a:t>
            </a:r>
            <a:r>
              <a:rPr lang="en-US" altLang="zh-CN" sz="3000" dirty="0" err="1"/>
              <a:t>Telecommand</a:t>
            </a:r>
            <a:r>
              <a:rPr lang="en-US" altLang="zh-CN" sz="3000" dirty="0"/>
              <a:t> Format and Execution</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49</a:t>
            </a:fld>
            <a:r>
              <a:rPr lang="zh-CN" altLang="en-US"/>
              <a:t> </a:t>
            </a:r>
            <a:endParaRPr lang="zh-CN" altLang="en-US" dirty="0">
              <a:latin typeface="微软雅黑" pitchFamily="34" charset="-122"/>
              <a:ea typeface="微软雅黑" pitchFamily="34" charset="-122"/>
            </a:endParaRPr>
          </a:p>
        </p:txBody>
      </p:sp>
      <p:sp>
        <p:nvSpPr>
          <p:cNvPr id="7" name="矩形 1"/>
          <p:cNvSpPr>
            <a:spLocks noChangeArrowheads="1"/>
          </p:cNvSpPr>
          <p:nvPr/>
        </p:nvSpPr>
        <p:spPr bwMode="auto">
          <a:xfrm>
            <a:off x="227016" y="1075060"/>
            <a:ext cx="72659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r>
              <a:rPr lang="en-US" altLang="zh-CN" b="1" dirty="0">
                <a:solidFill>
                  <a:schemeClr val="tx1"/>
                </a:solidFill>
              </a:rPr>
              <a:t>Example: Indirect TC/ data block sends to AOCC from GS </a:t>
            </a:r>
            <a:endParaRPr lang="zh-CN" altLang="en-US" b="1" dirty="0">
              <a:solidFill>
                <a:schemeClr val="tx1"/>
              </a:solidFill>
            </a:endParaRPr>
          </a:p>
        </p:txBody>
      </p:sp>
      <p:sp>
        <p:nvSpPr>
          <p:cNvPr id="9" name="流程图: 终止 8"/>
          <p:cNvSpPr/>
          <p:nvPr/>
        </p:nvSpPr>
        <p:spPr>
          <a:xfrm>
            <a:off x="2666678" y="1383221"/>
            <a:ext cx="1761306" cy="448624"/>
          </a:xfrm>
          <a:prstGeom prst="flowChartTermina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Receive an indirect TC from GS</a:t>
            </a:r>
            <a:endParaRPr lang="zh-CN" altLang="en-US" sz="1400" dirty="0"/>
          </a:p>
        </p:txBody>
      </p:sp>
      <p:sp>
        <p:nvSpPr>
          <p:cNvPr id="10" name="流程图: 过程 9"/>
          <p:cNvSpPr/>
          <p:nvPr/>
        </p:nvSpPr>
        <p:spPr>
          <a:xfrm>
            <a:off x="2791247" y="2085696"/>
            <a:ext cx="1512168" cy="378042"/>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XS001++</a:t>
            </a:r>
            <a:endParaRPr lang="zh-CN" altLang="en-US" dirty="0"/>
          </a:p>
        </p:txBody>
      </p:sp>
      <p:cxnSp>
        <p:nvCxnSpPr>
          <p:cNvPr id="12" name="直接箭头连接符 11"/>
          <p:cNvCxnSpPr>
            <a:stCxn id="9" idx="2"/>
            <a:endCxn id="10" idx="0"/>
          </p:cNvCxnSpPr>
          <p:nvPr/>
        </p:nvCxnSpPr>
        <p:spPr>
          <a:xfrm>
            <a:off x="3547331" y="1831844"/>
            <a:ext cx="0" cy="253853"/>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3" name="流程图: 决策 12"/>
          <p:cNvSpPr/>
          <p:nvPr/>
        </p:nvSpPr>
        <p:spPr>
          <a:xfrm>
            <a:off x="2395203" y="2722215"/>
            <a:ext cx="2304256" cy="648072"/>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Is OBC TC?</a:t>
            </a:r>
            <a:endParaRPr lang="zh-CN" altLang="en-US" dirty="0"/>
          </a:p>
        </p:txBody>
      </p:sp>
      <p:cxnSp>
        <p:nvCxnSpPr>
          <p:cNvPr id="15" name="直接箭头连接符 14"/>
          <p:cNvCxnSpPr>
            <a:stCxn id="10" idx="2"/>
            <a:endCxn id="13" idx="0"/>
          </p:cNvCxnSpPr>
          <p:nvPr/>
        </p:nvCxnSpPr>
        <p:spPr>
          <a:xfrm>
            <a:off x="3547331" y="2463739"/>
            <a:ext cx="0" cy="25847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8" name="流程图: 过程 17"/>
          <p:cNvSpPr/>
          <p:nvPr/>
        </p:nvSpPr>
        <p:spPr>
          <a:xfrm>
            <a:off x="1279079" y="3543858"/>
            <a:ext cx="1512168" cy="378042"/>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t>OBC execute the TC</a:t>
            </a:r>
            <a:endParaRPr lang="zh-CN" altLang="en-US" sz="1600" dirty="0"/>
          </a:p>
        </p:txBody>
      </p:sp>
      <p:cxnSp>
        <p:nvCxnSpPr>
          <p:cNvPr id="24" name="肘形连接符 23"/>
          <p:cNvCxnSpPr>
            <a:stCxn id="13" idx="1"/>
            <a:endCxn id="18" idx="0"/>
          </p:cNvCxnSpPr>
          <p:nvPr/>
        </p:nvCxnSpPr>
        <p:spPr>
          <a:xfrm rot="10800000" flipV="1">
            <a:off x="2035163" y="3046252"/>
            <a:ext cx="360040" cy="497607"/>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691680" y="3027316"/>
            <a:ext cx="296876" cy="369332"/>
          </a:xfrm>
          <a:prstGeom prst="rect">
            <a:avLst/>
          </a:prstGeom>
          <a:noFill/>
        </p:spPr>
        <p:txBody>
          <a:bodyPr wrap="none" rtlCol="0">
            <a:spAutoFit/>
          </a:bodyPr>
          <a:lstStyle/>
          <a:p>
            <a:r>
              <a:rPr lang="en-US" altLang="zh-CN" dirty="0"/>
              <a:t>Y</a:t>
            </a:r>
            <a:endParaRPr lang="zh-CN" altLang="en-US" dirty="0"/>
          </a:p>
        </p:txBody>
      </p:sp>
      <p:cxnSp>
        <p:nvCxnSpPr>
          <p:cNvPr id="27" name="肘形连接符 26"/>
          <p:cNvCxnSpPr>
            <a:stCxn id="13" idx="3"/>
            <a:endCxn id="29" idx="0"/>
          </p:cNvCxnSpPr>
          <p:nvPr/>
        </p:nvCxnSpPr>
        <p:spPr>
          <a:xfrm>
            <a:off x="4699462" y="3046252"/>
            <a:ext cx="450231" cy="497607"/>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160753" y="3024526"/>
            <a:ext cx="333746" cy="369332"/>
          </a:xfrm>
          <a:prstGeom prst="rect">
            <a:avLst/>
          </a:prstGeom>
          <a:noFill/>
        </p:spPr>
        <p:txBody>
          <a:bodyPr wrap="none" rtlCol="0">
            <a:spAutoFit/>
          </a:bodyPr>
          <a:lstStyle/>
          <a:p>
            <a:r>
              <a:rPr lang="en-US" altLang="zh-CN" dirty="0"/>
              <a:t>N</a:t>
            </a:r>
            <a:endParaRPr lang="zh-CN" altLang="en-US" dirty="0"/>
          </a:p>
        </p:txBody>
      </p:sp>
      <p:sp>
        <p:nvSpPr>
          <p:cNvPr id="29" name="流程图: 过程 28"/>
          <p:cNvSpPr/>
          <p:nvPr/>
        </p:nvSpPr>
        <p:spPr>
          <a:xfrm>
            <a:off x="4393606" y="3543858"/>
            <a:ext cx="1512168" cy="378042"/>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t>XS002++</a:t>
            </a:r>
          </a:p>
          <a:p>
            <a:pPr algn="ctr"/>
            <a:r>
              <a:rPr lang="en-US" altLang="zh-CN" sz="1600" dirty="0"/>
              <a:t>XB001++</a:t>
            </a:r>
            <a:endParaRPr lang="zh-CN" altLang="en-US" sz="1600" dirty="0"/>
          </a:p>
        </p:txBody>
      </p:sp>
      <p:sp>
        <p:nvSpPr>
          <p:cNvPr id="32" name="流程图: 过程 31"/>
          <p:cNvSpPr/>
          <p:nvPr/>
        </p:nvSpPr>
        <p:spPr>
          <a:xfrm>
            <a:off x="6876256" y="3543858"/>
            <a:ext cx="1512168" cy="378042"/>
          </a:xfrm>
          <a:prstGeom prst="flowChartProcess">
            <a:avLst/>
          </a:prstGeom>
          <a:solidFill>
            <a:schemeClr val="tx2">
              <a:lumMod val="40000"/>
              <a:lumOff val="60000"/>
            </a:schemeClr>
          </a:solidFill>
          <a:ln>
            <a:solidFill>
              <a:schemeClr val="tx2">
                <a:lumMod val="40000"/>
                <a:lumOff val="6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a:t>OBC sent an indirect TC to sub-computer</a:t>
            </a:r>
            <a:endParaRPr lang="zh-CN" altLang="en-US" sz="1100" dirty="0"/>
          </a:p>
        </p:txBody>
      </p:sp>
      <p:cxnSp>
        <p:nvCxnSpPr>
          <p:cNvPr id="34" name="直接箭头连接符 33"/>
          <p:cNvCxnSpPr>
            <a:stCxn id="32" idx="1"/>
            <a:endCxn id="29" idx="3"/>
          </p:cNvCxnSpPr>
          <p:nvPr/>
        </p:nvCxnSpPr>
        <p:spPr>
          <a:xfrm flipH="1">
            <a:off x="5905774" y="3732879"/>
            <a:ext cx="970482" cy="0"/>
          </a:xfrm>
          <a:prstGeom prst="straightConnector1">
            <a:avLst/>
          </a:prstGeom>
          <a:ln>
            <a:solidFill>
              <a:schemeClr val="tx2">
                <a:lumMod val="40000"/>
                <a:lumOff val="60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36" name="直接箭头连接符 35"/>
          <p:cNvCxnSpPr>
            <a:stCxn id="29" idx="2"/>
          </p:cNvCxnSpPr>
          <p:nvPr/>
        </p:nvCxnSpPr>
        <p:spPr>
          <a:xfrm>
            <a:off x="5149690" y="3921900"/>
            <a:ext cx="0" cy="27003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37" name="流程图: 过程 36"/>
          <p:cNvSpPr/>
          <p:nvPr/>
        </p:nvSpPr>
        <p:spPr>
          <a:xfrm>
            <a:off x="4423817" y="4191930"/>
            <a:ext cx="1512168" cy="378042"/>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t>XS003++</a:t>
            </a:r>
          </a:p>
          <a:p>
            <a:pPr algn="ctr"/>
            <a:r>
              <a:rPr lang="en-US" altLang="zh-CN" sz="1600" dirty="0"/>
              <a:t>XB002++</a:t>
            </a:r>
            <a:endParaRPr lang="zh-CN" altLang="en-US" sz="1600" dirty="0"/>
          </a:p>
        </p:txBody>
      </p:sp>
      <p:sp>
        <p:nvSpPr>
          <p:cNvPr id="38" name="流程图: 过程 37"/>
          <p:cNvSpPr/>
          <p:nvPr/>
        </p:nvSpPr>
        <p:spPr>
          <a:xfrm>
            <a:off x="6901656" y="4198478"/>
            <a:ext cx="1512168" cy="378042"/>
          </a:xfrm>
          <a:prstGeom prst="flowChartProcess">
            <a:avLst/>
          </a:prstGeom>
          <a:solidFill>
            <a:schemeClr val="tx2">
              <a:lumMod val="40000"/>
              <a:lumOff val="60000"/>
            </a:schemeClr>
          </a:solidFill>
          <a:ln>
            <a:solidFill>
              <a:schemeClr val="tx2">
                <a:lumMod val="40000"/>
                <a:lumOff val="6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a:t>Sub-computer received an indirect TC</a:t>
            </a:r>
            <a:endParaRPr lang="zh-CN" altLang="en-US" sz="1100" dirty="0"/>
          </a:p>
        </p:txBody>
      </p:sp>
      <p:cxnSp>
        <p:nvCxnSpPr>
          <p:cNvPr id="39" name="直接箭头连接符 38"/>
          <p:cNvCxnSpPr>
            <a:stCxn id="38" idx="1"/>
          </p:cNvCxnSpPr>
          <p:nvPr/>
        </p:nvCxnSpPr>
        <p:spPr>
          <a:xfrm flipH="1">
            <a:off x="5942240" y="4387499"/>
            <a:ext cx="959419" cy="0"/>
          </a:xfrm>
          <a:prstGeom prst="straightConnector1">
            <a:avLst/>
          </a:prstGeom>
          <a:ln>
            <a:solidFill>
              <a:schemeClr val="tx2">
                <a:lumMod val="40000"/>
                <a:lumOff val="60000"/>
              </a:schemeClr>
            </a:solidFill>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8391829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4: Time Calibration</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50</a:t>
            </a:fld>
            <a:r>
              <a:rPr lang="zh-CN" altLang="en-US"/>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1053797"/>
            <a:ext cx="825500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457200" algn="just">
              <a:lnSpc>
                <a:spcPct val="150000"/>
              </a:lnSpc>
            </a:pPr>
            <a:r>
              <a:rPr lang="en-US" altLang="zh-CN" sz="2400" dirty="0">
                <a:solidFill>
                  <a:schemeClr val="tx1"/>
                </a:solidFill>
              </a:rPr>
              <a:t>OBDH time is provided by OBC. The time zero reference shall be 1st January 2009, 00 hour: 00minute: 00 second: 00millisecond (UTC). That means at that time the on-board time code is all zero.</a:t>
            </a:r>
          </a:p>
        </p:txBody>
      </p:sp>
    </p:spTree>
    <p:extLst>
      <p:ext uri="{BB962C8B-B14F-4D97-AF65-F5344CB8AC3E}">
        <p14:creationId xmlns:p14="http://schemas.microsoft.com/office/powerpoint/2010/main" val="128391829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4: Time Calibration</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51</a:t>
            </a:fld>
            <a:r>
              <a:rPr lang="zh-CN" altLang="en-US"/>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923182"/>
            <a:ext cx="8255000" cy="37379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457200" algn="just">
              <a:lnSpc>
                <a:spcPct val="150000"/>
              </a:lnSpc>
            </a:pPr>
            <a:r>
              <a:rPr lang="en-US" altLang="zh-CN" sz="2000" dirty="0">
                <a:solidFill>
                  <a:schemeClr val="tx1"/>
                </a:solidFill>
              </a:rPr>
              <a:t>There are several ways to correct the on board time, Using GPS time self-calibration mode, Using GPS setting time (one time mode) and GS </a:t>
            </a:r>
            <a:r>
              <a:rPr lang="en-US" altLang="zh-CN" sz="2000" dirty="0" err="1">
                <a:solidFill>
                  <a:schemeClr val="tx1"/>
                </a:solidFill>
              </a:rPr>
              <a:t>telecommand</a:t>
            </a:r>
            <a:r>
              <a:rPr lang="en-US" altLang="zh-CN" sz="2000" dirty="0">
                <a:solidFill>
                  <a:schemeClr val="tx1"/>
                </a:solidFill>
              </a:rPr>
              <a:t> time calibration mode. </a:t>
            </a:r>
          </a:p>
          <a:p>
            <a:pPr indent="457200" algn="just">
              <a:lnSpc>
                <a:spcPct val="150000"/>
              </a:lnSpc>
            </a:pPr>
            <a:r>
              <a:rPr lang="en-US" altLang="zh-CN" sz="2000" dirty="0">
                <a:solidFill>
                  <a:schemeClr val="tx1"/>
                </a:solidFill>
              </a:rPr>
              <a:t>GS </a:t>
            </a:r>
            <a:r>
              <a:rPr lang="en-US" altLang="zh-CN" sz="2000" dirty="0" err="1">
                <a:solidFill>
                  <a:schemeClr val="tx1"/>
                </a:solidFill>
              </a:rPr>
              <a:t>telecommand</a:t>
            </a:r>
            <a:r>
              <a:rPr lang="en-US" altLang="zh-CN" sz="2000" dirty="0">
                <a:solidFill>
                  <a:schemeClr val="tx1"/>
                </a:solidFill>
              </a:rPr>
              <a:t> time calibration includes one time adjustment (add or subtract) to the current on board time, uniform time correction and ground time setting.</a:t>
            </a:r>
          </a:p>
          <a:p>
            <a:pPr indent="457200" algn="just">
              <a:lnSpc>
                <a:spcPct val="150000"/>
              </a:lnSpc>
            </a:pPr>
            <a:r>
              <a:rPr lang="en-US" altLang="zh-CN" sz="2000" dirty="0">
                <a:solidFill>
                  <a:schemeClr val="tx1"/>
                </a:solidFill>
              </a:rPr>
              <a:t>In orbit, we suggest to use GPS time self-calibration as long as GPS is correct.</a:t>
            </a:r>
          </a:p>
        </p:txBody>
      </p:sp>
    </p:spTree>
    <p:extLst>
      <p:ext uri="{BB962C8B-B14F-4D97-AF65-F5344CB8AC3E}">
        <p14:creationId xmlns:p14="http://schemas.microsoft.com/office/powerpoint/2010/main" val="207045062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4: Time Calibration</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52</a:t>
            </a:fld>
            <a:r>
              <a:rPr lang="zh-CN" altLang="en-US"/>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816769"/>
            <a:ext cx="8255000"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457200" algn="just">
              <a:lnSpc>
                <a:spcPct val="150000"/>
              </a:lnSpc>
            </a:pPr>
            <a:r>
              <a:rPr lang="en-US" altLang="zh-CN" sz="2400" dirty="0">
                <a:solidFill>
                  <a:schemeClr val="tx1"/>
                </a:solidFill>
              </a:rPr>
              <a:t>GPS time self-calibration mode-default mode in orbit</a:t>
            </a:r>
          </a:p>
          <a:p>
            <a:pPr indent="457200" algn="just">
              <a:lnSpc>
                <a:spcPct val="150000"/>
              </a:lnSpc>
            </a:pPr>
            <a:endParaRPr lang="en-US" altLang="zh-CN" sz="2400" dirty="0">
              <a:solidFill>
                <a:schemeClr val="tx1"/>
              </a:solidFill>
            </a:endParaRPr>
          </a:p>
          <a:p>
            <a:pPr indent="457200" algn="just">
              <a:lnSpc>
                <a:spcPct val="150000"/>
              </a:lnSpc>
            </a:pPr>
            <a:endParaRPr lang="en-US" altLang="zh-CN" sz="2400" dirty="0">
              <a:solidFill>
                <a:schemeClr val="tx1"/>
              </a:solidFill>
            </a:endParaRPr>
          </a:p>
          <a:p>
            <a:pPr indent="457200" algn="just">
              <a:lnSpc>
                <a:spcPct val="150000"/>
              </a:lnSpc>
            </a:pPr>
            <a:endParaRPr lang="en-US" altLang="zh-CN" sz="2400" dirty="0">
              <a:solidFill>
                <a:schemeClr val="tx1"/>
              </a:solidFill>
            </a:endParaRPr>
          </a:p>
          <a:p>
            <a:pPr indent="457200" algn="just">
              <a:lnSpc>
                <a:spcPct val="150000"/>
              </a:lnSpc>
            </a:pPr>
            <a:r>
              <a:rPr lang="en-US" altLang="zh-CN" sz="2400" dirty="0">
                <a:solidFill>
                  <a:schemeClr val="tx1"/>
                </a:solidFill>
              </a:rPr>
              <a:t>.</a:t>
            </a:r>
          </a:p>
        </p:txBody>
      </p:sp>
      <p:sp>
        <p:nvSpPr>
          <p:cNvPr id="11" name="TextBox 3"/>
          <p:cNvSpPr txBox="1">
            <a:spLocks noChangeArrowheads="1"/>
          </p:cNvSpPr>
          <p:nvPr/>
        </p:nvSpPr>
        <p:spPr bwMode="auto">
          <a:xfrm>
            <a:off x="539552" y="2253841"/>
            <a:ext cx="1766888"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eaLnBrk="1" hangingPunct="1"/>
            <a:r>
              <a:rPr lang="en-US" altLang="zh-CN" dirty="0"/>
              <a:t>Compare OBC time and GPS time, then calibrate OBC time.</a:t>
            </a:r>
            <a:endParaRPr lang="zh-CN" altLang="en-US" dirty="0"/>
          </a:p>
        </p:txBody>
      </p:sp>
      <p:grpSp>
        <p:nvGrpSpPr>
          <p:cNvPr id="12" name="组合 4"/>
          <p:cNvGrpSpPr>
            <a:grpSpLocks/>
          </p:cNvGrpSpPr>
          <p:nvPr/>
        </p:nvGrpSpPr>
        <p:grpSpPr bwMode="auto">
          <a:xfrm>
            <a:off x="1739903" y="1627585"/>
            <a:ext cx="5400675" cy="2528888"/>
            <a:chOff x="1155050" y="2348880"/>
            <a:chExt cx="6263455" cy="4064000"/>
          </a:xfrm>
        </p:grpSpPr>
        <p:graphicFrame>
          <p:nvGraphicFramePr>
            <p:cNvPr id="13" name="图示 12"/>
            <p:cNvGraphicFramePr/>
            <p:nvPr>
              <p:extLst>
                <p:ext uri="{D42A27DB-BD31-4B8C-83A1-F6EECF244321}">
                  <p14:modId xmlns:p14="http://schemas.microsoft.com/office/powerpoint/2010/main" val="2421543080"/>
                </p:ext>
              </p:extLst>
            </p:nvPr>
          </p:nvGraphicFramePr>
          <p:xfrm>
            <a:off x="1259632" y="2348880"/>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4" name="TextBox 3"/>
            <p:cNvSpPr txBox="1">
              <a:spLocks noChangeArrowheads="1"/>
            </p:cNvSpPr>
            <p:nvPr/>
          </p:nvSpPr>
          <p:spPr bwMode="auto">
            <a:xfrm>
              <a:off x="1155050" y="2400625"/>
              <a:ext cx="6263455" cy="593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eaLnBrk="1" hangingPunct="1"/>
              <a:r>
                <a:rPr lang="en-US" altLang="zh-CN" sz="1800" dirty="0">
                  <a:latin typeface="微软雅黑" pitchFamily="34" charset="-122"/>
                  <a:ea typeface="微软雅黑" pitchFamily="34" charset="-122"/>
                </a:rPr>
                <a:t>Collect/polling GPS UTC time periodically </a:t>
              </a:r>
              <a:endParaRPr lang="zh-CN" altLang="en-US" sz="1800" dirty="0">
                <a:latin typeface="微软雅黑" pitchFamily="34" charset="-122"/>
                <a:ea typeface="微软雅黑" pitchFamily="34" charset="-122"/>
              </a:endParaRPr>
            </a:p>
          </p:txBody>
        </p:sp>
        <p:sp>
          <p:nvSpPr>
            <p:cNvPr id="15" name="TextBox 7"/>
            <p:cNvSpPr txBox="1">
              <a:spLocks noChangeArrowheads="1"/>
            </p:cNvSpPr>
            <p:nvPr/>
          </p:nvSpPr>
          <p:spPr bwMode="auto">
            <a:xfrm>
              <a:off x="3450231" y="5769012"/>
              <a:ext cx="2993633" cy="642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eaLnBrk="1" hangingPunct="1"/>
              <a:r>
                <a:rPr lang="en-US" altLang="zh-CN" dirty="0">
                  <a:latin typeface="微软雅黑" pitchFamily="34" charset="-122"/>
                  <a:ea typeface="微软雅黑" pitchFamily="34" charset="-122"/>
                </a:rPr>
                <a:t>GPS time</a:t>
              </a:r>
              <a:endParaRPr lang="zh-CN" altLang="en-US" dirty="0">
                <a:latin typeface="微软雅黑" pitchFamily="34" charset="-122"/>
                <a:ea typeface="微软雅黑" pitchFamily="34" charset="-122"/>
              </a:endParaRPr>
            </a:p>
          </p:txBody>
        </p:sp>
      </p:grpSp>
    </p:spTree>
    <p:extLst>
      <p:ext uri="{BB962C8B-B14F-4D97-AF65-F5344CB8AC3E}">
        <p14:creationId xmlns:p14="http://schemas.microsoft.com/office/powerpoint/2010/main" val="207045062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4: Time Calibration</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53</a:t>
            </a:fld>
            <a:r>
              <a:rPr lang="zh-CN" altLang="en-US"/>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906233"/>
            <a:ext cx="8255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457200" algn="just">
              <a:lnSpc>
                <a:spcPct val="150000"/>
              </a:lnSpc>
            </a:pPr>
            <a:r>
              <a:rPr lang="en-US" altLang="zh-CN" sz="2400" dirty="0">
                <a:solidFill>
                  <a:schemeClr val="tx1"/>
                </a:solidFill>
              </a:rPr>
              <a:t>GPS setting time.</a:t>
            </a:r>
          </a:p>
        </p:txBody>
      </p:sp>
      <p:sp>
        <p:nvSpPr>
          <p:cNvPr id="11" name="TextBox 3"/>
          <p:cNvSpPr txBox="1">
            <a:spLocks noChangeArrowheads="1"/>
          </p:cNvSpPr>
          <p:nvPr/>
        </p:nvSpPr>
        <p:spPr bwMode="auto">
          <a:xfrm>
            <a:off x="624953" y="2639039"/>
            <a:ext cx="1768475"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eaLnBrk="1" hangingPunct="1"/>
            <a:r>
              <a:rPr lang="en-US" altLang="zh-CN" dirty="0"/>
              <a:t>OBC using GPS time directly.</a:t>
            </a:r>
            <a:endParaRPr lang="zh-CN" altLang="en-US" dirty="0"/>
          </a:p>
        </p:txBody>
      </p:sp>
      <p:grpSp>
        <p:nvGrpSpPr>
          <p:cNvPr id="12" name="组合 4"/>
          <p:cNvGrpSpPr>
            <a:grpSpLocks/>
          </p:cNvGrpSpPr>
          <p:nvPr/>
        </p:nvGrpSpPr>
        <p:grpSpPr bwMode="auto">
          <a:xfrm>
            <a:off x="1739903" y="1771054"/>
            <a:ext cx="5711825" cy="2528888"/>
            <a:chOff x="1155050" y="2348880"/>
            <a:chExt cx="6624712" cy="4064000"/>
          </a:xfrm>
        </p:grpSpPr>
        <p:graphicFrame>
          <p:nvGraphicFramePr>
            <p:cNvPr id="13" name="图示 12"/>
            <p:cNvGraphicFramePr/>
            <p:nvPr>
              <p:extLst>
                <p:ext uri="{D42A27DB-BD31-4B8C-83A1-F6EECF244321}">
                  <p14:modId xmlns:p14="http://schemas.microsoft.com/office/powerpoint/2010/main" val="2389268104"/>
                </p:ext>
              </p:extLst>
            </p:nvPr>
          </p:nvGraphicFramePr>
          <p:xfrm>
            <a:off x="1259632" y="2348880"/>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4" name="TextBox 3"/>
            <p:cNvSpPr txBox="1">
              <a:spLocks noChangeArrowheads="1"/>
            </p:cNvSpPr>
            <p:nvPr/>
          </p:nvSpPr>
          <p:spPr bwMode="auto">
            <a:xfrm>
              <a:off x="1155050" y="2400625"/>
              <a:ext cx="6624712" cy="1137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eaLnBrk="1" hangingPunct="1"/>
              <a:r>
                <a:rPr lang="en-US" altLang="zh-CN" dirty="0">
                  <a:latin typeface="微软雅黑" pitchFamily="34" charset="-122"/>
                  <a:ea typeface="微软雅黑" pitchFamily="34" charset="-122"/>
                </a:rPr>
                <a:t>Collect/polling GPS UTC time only one time </a:t>
              </a:r>
              <a:endParaRPr lang="zh-CN" altLang="en-US" dirty="0">
                <a:latin typeface="微软雅黑" pitchFamily="34" charset="-122"/>
                <a:ea typeface="微软雅黑" pitchFamily="34" charset="-122"/>
              </a:endParaRPr>
            </a:p>
          </p:txBody>
        </p:sp>
        <p:sp>
          <p:nvSpPr>
            <p:cNvPr id="15" name="TextBox 7"/>
            <p:cNvSpPr txBox="1">
              <a:spLocks noChangeArrowheads="1"/>
            </p:cNvSpPr>
            <p:nvPr/>
          </p:nvSpPr>
          <p:spPr bwMode="auto">
            <a:xfrm>
              <a:off x="3701099" y="5769891"/>
              <a:ext cx="2993633" cy="642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eaLnBrk="1" hangingPunct="1"/>
              <a:r>
                <a:rPr lang="en-US" altLang="zh-CN" dirty="0">
                  <a:latin typeface="微软雅黑" pitchFamily="34" charset="-122"/>
                  <a:ea typeface="微软雅黑" pitchFamily="34" charset="-122"/>
                </a:rPr>
                <a:t>GPS time</a:t>
              </a:r>
              <a:endParaRPr lang="zh-CN" altLang="en-US" dirty="0">
                <a:latin typeface="微软雅黑" pitchFamily="34" charset="-122"/>
                <a:ea typeface="微软雅黑" pitchFamily="34" charset="-122"/>
              </a:endParaRPr>
            </a:p>
          </p:txBody>
        </p:sp>
      </p:grpSp>
    </p:spTree>
    <p:extLst>
      <p:ext uri="{BB962C8B-B14F-4D97-AF65-F5344CB8AC3E}">
        <p14:creationId xmlns:p14="http://schemas.microsoft.com/office/powerpoint/2010/main" val="207045062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4: Time Calibration</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54</a:t>
            </a:fld>
            <a:r>
              <a:rPr lang="zh-CN" altLang="en-US"/>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923182"/>
            <a:ext cx="8255000"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457200" algn="just">
              <a:lnSpc>
                <a:spcPct val="150000"/>
              </a:lnSpc>
            </a:pPr>
            <a:r>
              <a:rPr lang="en-US" altLang="zh-CN" sz="2400" dirty="0">
                <a:solidFill>
                  <a:srgbClr val="FF0000"/>
                </a:solidFill>
              </a:rPr>
              <a:t>One time adjustment (add or subtract) to the current on board time.</a:t>
            </a:r>
          </a:p>
          <a:p>
            <a:pPr indent="457200" algn="just">
              <a:lnSpc>
                <a:spcPct val="150000"/>
              </a:lnSpc>
            </a:pPr>
            <a:r>
              <a:rPr lang="zh-CN" altLang="zh-CN" sz="2400" dirty="0">
                <a:solidFill>
                  <a:schemeClr val="tx1"/>
                </a:solidFill>
              </a:rPr>
              <a:t>The time difference between the ground and satellite should be calculated by ground station and be transmitted through the uplink channel. OBC performs immediately the operation of addition between the on board time and the time difference in order to aim at the ground.  </a:t>
            </a:r>
          </a:p>
          <a:p>
            <a:pPr indent="457200" algn="just">
              <a:lnSpc>
                <a:spcPct val="150000"/>
              </a:lnSpc>
            </a:pPr>
            <a:endParaRPr lang="en-US" altLang="zh-CN" sz="2400" dirty="0">
              <a:solidFill>
                <a:schemeClr val="tx1"/>
              </a:solidFill>
            </a:endParaRPr>
          </a:p>
        </p:txBody>
      </p:sp>
    </p:spTree>
    <p:extLst>
      <p:ext uri="{BB962C8B-B14F-4D97-AF65-F5344CB8AC3E}">
        <p14:creationId xmlns:p14="http://schemas.microsoft.com/office/powerpoint/2010/main" val="207045062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4: Time Calibration</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55</a:t>
            </a:fld>
            <a:r>
              <a:rPr lang="zh-CN" altLang="en-US"/>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920002"/>
            <a:ext cx="8255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457200" algn="just">
              <a:lnSpc>
                <a:spcPct val="150000"/>
              </a:lnSpc>
            </a:pPr>
            <a:r>
              <a:rPr lang="en-US" altLang="zh-CN" sz="2400" dirty="0">
                <a:solidFill>
                  <a:schemeClr val="tx1"/>
                </a:solidFill>
              </a:rPr>
              <a:t>One time adjustment data block format.</a:t>
            </a:r>
          </a:p>
        </p:txBody>
      </p:sp>
      <p:graphicFrame>
        <p:nvGraphicFramePr>
          <p:cNvPr id="8" name="表格 7"/>
          <p:cNvGraphicFramePr>
            <a:graphicFrameLocks noGrp="1"/>
          </p:cNvGraphicFramePr>
          <p:nvPr>
            <p:extLst>
              <p:ext uri="{D42A27DB-BD31-4B8C-83A1-F6EECF244321}">
                <p14:modId xmlns:p14="http://schemas.microsoft.com/office/powerpoint/2010/main" val="2229390572"/>
              </p:ext>
            </p:extLst>
          </p:nvPr>
        </p:nvGraphicFramePr>
        <p:xfrm>
          <a:off x="1547816" y="1675286"/>
          <a:ext cx="5013325" cy="2408630"/>
        </p:xfrm>
        <a:graphic>
          <a:graphicData uri="http://schemas.openxmlformats.org/drawingml/2006/table">
            <a:tbl>
              <a:tblPr firstRow="1" firstCol="1" bandRow="1" bandCol="1">
                <a:tableStyleId>{69CF1AB2-1976-4502-BF36-3FF5EA218861}</a:tableStyleId>
              </a:tblPr>
              <a:tblGrid>
                <a:gridCol w="656751">
                  <a:extLst>
                    <a:ext uri="{9D8B030D-6E8A-4147-A177-3AD203B41FA5}">
                      <a16:colId xmlns:a16="http://schemas.microsoft.com/office/drawing/2014/main" xmlns="" val="20000"/>
                    </a:ext>
                  </a:extLst>
                </a:gridCol>
                <a:gridCol w="682434">
                  <a:extLst>
                    <a:ext uri="{9D8B030D-6E8A-4147-A177-3AD203B41FA5}">
                      <a16:colId xmlns:a16="http://schemas.microsoft.com/office/drawing/2014/main" xmlns="" val="20001"/>
                    </a:ext>
                  </a:extLst>
                </a:gridCol>
                <a:gridCol w="3674140">
                  <a:extLst>
                    <a:ext uri="{9D8B030D-6E8A-4147-A177-3AD203B41FA5}">
                      <a16:colId xmlns:a16="http://schemas.microsoft.com/office/drawing/2014/main" xmlns="" val="20002"/>
                    </a:ext>
                  </a:extLst>
                </a:gridCol>
              </a:tblGrid>
              <a:tr h="240863">
                <a:tc>
                  <a:txBody>
                    <a:bodyPr/>
                    <a:lstStyle/>
                    <a:p>
                      <a:pPr algn="ctr">
                        <a:spcAft>
                          <a:spcPts val="0"/>
                        </a:spcAft>
                      </a:pPr>
                      <a:r>
                        <a:rPr lang="x-none" sz="1200" kern="100" cap="all" dirty="0">
                          <a:effectLst/>
                        </a:rPr>
                        <a:t>NO</a:t>
                      </a:r>
                      <a:endParaRPr lang="zh-CN" sz="1200" b="1" kern="100" dirty="0">
                        <a:effectLst/>
                        <a:latin typeface="Times New Roman"/>
                        <a:ea typeface="宋体"/>
                      </a:endParaRPr>
                    </a:p>
                  </a:txBody>
                  <a:tcPr marL="68578" marR="68578" marT="0" marB="0" anchor="ctr"/>
                </a:tc>
                <a:tc>
                  <a:txBody>
                    <a:bodyPr/>
                    <a:lstStyle/>
                    <a:p>
                      <a:pPr algn="ctr">
                        <a:spcAft>
                          <a:spcPts val="0"/>
                        </a:spcAft>
                      </a:pPr>
                      <a:r>
                        <a:rPr lang="x-none" sz="1200" kern="100" cap="all">
                          <a:effectLst/>
                        </a:rPr>
                        <a:t>DATA</a:t>
                      </a:r>
                      <a:endParaRPr lang="zh-CN" sz="1200" b="1" kern="100">
                        <a:effectLst/>
                        <a:latin typeface="Times New Roman"/>
                        <a:ea typeface="宋体"/>
                      </a:endParaRPr>
                    </a:p>
                  </a:txBody>
                  <a:tcPr marL="68578" marR="68578" marT="0" marB="0" anchor="ctr"/>
                </a:tc>
                <a:tc>
                  <a:txBody>
                    <a:bodyPr/>
                    <a:lstStyle/>
                    <a:p>
                      <a:pPr algn="ctr">
                        <a:spcAft>
                          <a:spcPts val="0"/>
                        </a:spcAft>
                      </a:pPr>
                      <a:r>
                        <a:rPr lang="x-none" sz="1200" kern="100" cap="all">
                          <a:effectLst/>
                        </a:rPr>
                        <a:t>DESCRIPTION</a:t>
                      </a:r>
                      <a:endParaRPr lang="zh-CN" sz="1200" b="1" kern="100">
                        <a:effectLst/>
                        <a:latin typeface="Times New Roman"/>
                        <a:ea typeface="宋体"/>
                      </a:endParaRPr>
                    </a:p>
                  </a:txBody>
                  <a:tcPr marL="68578" marR="68578" marT="0" marB="0" anchor="ctr"/>
                </a:tc>
                <a:extLst>
                  <a:ext uri="{0D108BD9-81ED-4DB2-BD59-A6C34878D82A}">
                    <a16:rowId xmlns:a16="http://schemas.microsoft.com/office/drawing/2014/main" xmlns="" val="10000"/>
                  </a:ext>
                </a:extLst>
              </a:tr>
              <a:tr h="240863">
                <a:tc>
                  <a:txBody>
                    <a:bodyPr/>
                    <a:lstStyle/>
                    <a:p>
                      <a:pPr algn="ctr">
                        <a:spcAft>
                          <a:spcPts val="0"/>
                        </a:spcAft>
                      </a:pPr>
                      <a:r>
                        <a:rPr lang="en-US" sz="1200" kern="100">
                          <a:effectLst/>
                        </a:rPr>
                        <a:t>0</a:t>
                      </a:r>
                      <a:endParaRPr lang="zh-CN" sz="1200" b="1" kern="100">
                        <a:effectLst/>
                        <a:latin typeface="Times New Roman"/>
                        <a:ea typeface="宋体"/>
                      </a:endParaRPr>
                    </a:p>
                  </a:txBody>
                  <a:tcPr marL="68578" marR="68578" marT="0" marB="0" anchor="ctr"/>
                </a:tc>
                <a:tc>
                  <a:txBody>
                    <a:bodyPr/>
                    <a:lstStyle/>
                    <a:p>
                      <a:pPr algn="ctr">
                        <a:spcAft>
                          <a:spcPts val="0"/>
                        </a:spcAft>
                      </a:pPr>
                      <a:r>
                        <a:rPr lang="en-US" sz="1200" kern="100" dirty="0">
                          <a:effectLst/>
                        </a:rPr>
                        <a:t>40H</a:t>
                      </a:r>
                      <a:endParaRPr lang="zh-CN" sz="1200" b="1" kern="100" dirty="0">
                        <a:effectLst/>
                        <a:latin typeface="Times New Roman"/>
                        <a:ea typeface="宋体"/>
                      </a:endParaRPr>
                    </a:p>
                  </a:txBody>
                  <a:tcPr marL="68578" marR="68578" marT="0" marB="0" anchor="ctr"/>
                </a:tc>
                <a:tc>
                  <a:txBody>
                    <a:bodyPr/>
                    <a:lstStyle/>
                    <a:p>
                      <a:pPr algn="ctr">
                        <a:spcAft>
                          <a:spcPts val="0"/>
                        </a:spcAft>
                      </a:pPr>
                      <a:r>
                        <a:rPr lang="x-none" sz="1200" kern="100" dirty="0">
                          <a:effectLst/>
                        </a:rPr>
                        <a:t>IDENTIFICATION</a:t>
                      </a:r>
                      <a:endParaRPr lang="zh-CN" sz="1200" b="1" kern="100" dirty="0">
                        <a:effectLst/>
                        <a:latin typeface="Times New Roman"/>
                        <a:ea typeface="宋体"/>
                      </a:endParaRPr>
                    </a:p>
                  </a:txBody>
                  <a:tcPr marL="68578" marR="68578" marT="0" marB="0" anchor="ctr"/>
                </a:tc>
                <a:extLst>
                  <a:ext uri="{0D108BD9-81ED-4DB2-BD59-A6C34878D82A}">
                    <a16:rowId xmlns:a16="http://schemas.microsoft.com/office/drawing/2014/main" xmlns="" val="10001"/>
                  </a:ext>
                </a:extLst>
              </a:tr>
              <a:tr h="240863">
                <a:tc>
                  <a:txBody>
                    <a:bodyPr/>
                    <a:lstStyle/>
                    <a:p>
                      <a:pPr algn="ctr">
                        <a:spcAft>
                          <a:spcPts val="0"/>
                        </a:spcAft>
                      </a:pPr>
                      <a:r>
                        <a:rPr lang="en-US" sz="1200" kern="100">
                          <a:effectLst/>
                        </a:rPr>
                        <a:t>1</a:t>
                      </a:r>
                      <a:endParaRPr lang="zh-CN" sz="1200" b="1" kern="100">
                        <a:effectLst/>
                        <a:latin typeface="Times New Roman"/>
                        <a:ea typeface="宋体"/>
                      </a:endParaRPr>
                    </a:p>
                  </a:txBody>
                  <a:tcPr marL="68578" marR="68578" marT="0" marB="0" anchor="ctr"/>
                </a:tc>
                <a:tc>
                  <a:txBody>
                    <a:bodyPr/>
                    <a:lstStyle/>
                    <a:p>
                      <a:pPr algn="ctr">
                        <a:spcAft>
                          <a:spcPts val="0"/>
                        </a:spcAft>
                      </a:pPr>
                      <a:r>
                        <a:rPr lang="en-US" sz="1200" kern="100">
                          <a:effectLst/>
                        </a:rPr>
                        <a:t>11H</a:t>
                      </a:r>
                      <a:endParaRPr lang="zh-CN" sz="1200" b="1" kern="100">
                        <a:effectLst/>
                        <a:latin typeface="Times New Roman"/>
                        <a:ea typeface="宋体"/>
                      </a:endParaRPr>
                    </a:p>
                  </a:txBody>
                  <a:tcPr marL="68578" marR="68578" marT="0" marB="0" anchor="ctr"/>
                </a:tc>
                <a:tc>
                  <a:txBody>
                    <a:bodyPr/>
                    <a:lstStyle/>
                    <a:p>
                      <a:pPr algn="ctr">
                        <a:spcAft>
                          <a:spcPts val="0"/>
                        </a:spcAft>
                      </a:pPr>
                      <a:r>
                        <a:rPr lang="x-none" sz="1200" kern="100" dirty="0">
                          <a:effectLst/>
                        </a:rPr>
                        <a:t>ASSISTANT SYMBOL</a:t>
                      </a:r>
                      <a:endParaRPr lang="zh-CN" sz="1200" b="1" kern="100" dirty="0">
                        <a:effectLst/>
                        <a:latin typeface="Times New Roman"/>
                        <a:ea typeface="宋体"/>
                      </a:endParaRPr>
                    </a:p>
                  </a:txBody>
                  <a:tcPr marL="68578" marR="68578" marT="0" marB="0" anchor="ctr"/>
                </a:tc>
                <a:extLst>
                  <a:ext uri="{0D108BD9-81ED-4DB2-BD59-A6C34878D82A}">
                    <a16:rowId xmlns:a16="http://schemas.microsoft.com/office/drawing/2014/main" xmlns="" val="10002"/>
                  </a:ext>
                </a:extLst>
              </a:tr>
              <a:tr h="240863">
                <a:tc>
                  <a:txBody>
                    <a:bodyPr/>
                    <a:lstStyle/>
                    <a:p>
                      <a:pPr algn="ctr">
                        <a:spcAft>
                          <a:spcPts val="0"/>
                        </a:spcAft>
                      </a:pPr>
                      <a:r>
                        <a:rPr lang="en-US" sz="1200" kern="100">
                          <a:effectLst/>
                        </a:rPr>
                        <a:t>2</a:t>
                      </a:r>
                      <a:endParaRPr lang="zh-CN" sz="1200" b="1" kern="100">
                        <a:effectLst/>
                        <a:latin typeface="Times New Roman"/>
                        <a:ea typeface="宋体"/>
                      </a:endParaRPr>
                    </a:p>
                  </a:txBody>
                  <a:tcPr marL="68578" marR="68578" marT="0" marB="0" anchor="ctr"/>
                </a:tc>
                <a:tc>
                  <a:txBody>
                    <a:bodyPr/>
                    <a:lstStyle/>
                    <a:p>
                      <a:pPr algn="ctr">
                        <a:spcAft>
                          <a:spcPts val="0"/>
                        </a:spcAft>
                      </a:pPr>
                      <a:r>
                        <a:rPr lang="en-US" sz="1200" kern="100">
                          <a:effectLst/>
                        </a:rPr>
                        <a:t>01H</a:t>
                      </a:r>
                      <a:endParaRPr lang="zh-CN" sz="1200" b="1" kern="100">
                        <a:effectLst/>
                        <a:latin typeface="Times New Roman"/>
                        <a:ea typeface="宋体"/>
                      </a:endParaRPr>
                    </a:p>
                  </a:txBody>
                  <a:tcPr marL="68578" marR="68578" marT="0" marB="0" anchor="ctr"/>
                </a:tc>
                <a:tc>
                  <a:txBody>
                    <a:bodyPr/>
                    <a:lstStyle/>
                    <a:p>
                      <a:pPr algn="ctr">
                        <a:spcAft>
                          <a:spcPts val="0"/>
                        </a:spcAft>
                      </a:pPr>
                      <a:r>
                        <a:rPr lang="x-none" sz="1200" kern="100" dirty="0">
                          <a:effectLst/>
                        </a:rPr>
                        <a:t>TYPE</a:t>
                      </a:r>
                      <a:endParaRPr lang="zh-CN" sz="1200" b="1" kern="100" dirty="0">
                        <a:effectLst/>
                        <a:latin typeface="Times New Roman"/>
                        <a:ea typeface="宋体"/>
                      </a:endParaRPr>
                    </a:p>
                  </a:txBody>
                  <a:tcPr marL="68578" marR="68578" marT="0" marB="0" anchor="ctr"/>
                </a:tc>
                <a:extLst>
                  <a:ext uri="{0D108BD9-81ED-4DB2-BD59-A6C34878D82A}">
                    <a16:rowId xmlns:a16="http://schemas.microsoft.com/office/drawing/2014/main" xmlns="" val="10003"/>
                  </a:ext>
                </a:extLst>
              </a:tr>
              <a:tr h="240863">
                <a:tc>
                  <a:txBody>
                    <a:bodyPr/>
                    <a:lstStyle/>
                    <a:p>
                      <a:pPr algn="ctr">
                        <a:spcAft>
                          <a:spcPts val="0"/>
                        </a:spcAft>
                      </a:pPr>
                      <a:r>
                        <a:rPr lang="en-US" sz="1200" kern="100">
                          <a:effectLst/>
                        </a:rPr>
                        <a:t>3</a:t>
                      </a:r>
                      <a:endParaRPr lang="zh-CN" sz="1200" b="1" kern="100">
                        <a:effectLst/>
                        <a:latin typeface="Times New Roman"/>
                        <a:ea typeface="宋体"/>
                      </a:endParaRPr>
                    </a:p>
                  </a:txBody>
                  <a:tcPr marL="68578" marR="68578" marT="0" marB="0" anchor="ctr"/>
                </a:tc>
                <a:tc>
                  <a:txBody>
                    <a:bodyPr/>
                    <a:lstStyle/>
                    <a:p>
                      <a:pPr algn="ctr">
                        <a:spcAft>
                          <a:spcPts val="0"/>
                        </a:spcAft>
                      </a:pPr>
                      <a:r>
                        <a:rPr lang="en-US" sz="1200" kern="100">
                          <a:effectLst/>
                        </a:rPr>
                        <a:t>##H</a:t>
                      </a:r>
                      <a:endParaRPr lang="zh-CN" sz="1200" b="1" kern="100">
                        <a:effectLst/>
                        <a:latin typeface="Times New Roman"/>
                        <a:ea typeface="宋体"/>
                      </a:endParaRPr>
                    </a:p>
                  </a:txBody>
                  <a:tcPr marL="68578" marR="68578" marT="0" marB="0" anchor="ctr"/>
                </a:tc>
                <a:tc rowSpan="4">
                  <a:txBody>
                    <a:bodyPr/>
                    <a:lstStyle/>
                    <a:p>
                      <a:pPr algn="ctr">
                        <a:spcAft>
                          <a:spcPts val="0"/>
                        </a:spcAft>
                      </a:pPr>
                      <a:r>
                        <a:rPr lang="x-none" sz="1200" kern="100" dirty="0">
                          <a:effectLst/>
                        </a:rPr>
                        <a:t>ADJUST SECOND</a:t>
                      </a:r>
                      <a:endParaRPr lang="zh-CN" sz="1200" kern="100" dirty="0">
                        <a:effectLst/>
                      </a:endParaRPr>
                    </a:p>
                    <a:p>
                      <a:pPr algn="ctr">
                        <a:spcAft>
                          <a:spcPts val="0"/>
                        </a:spcAft>
                      </a:pPr>
                      <a:r>
                        <a:rPr lang="x-none" sz="1200" kern="100" dirty="0">
                          <a:effectLst/>
                        </a:rPr>
                        <a:t>Complementary code, HIGH BYTE FIRST</a:t>
                      </a:r>
                      <a:endParaRPr lang="zh-CN" sz="1200" b="1" kern="100" dirty="0">
                        <a:effectLst/>
                        <a:latin typeface="Times New Roman"/>
                        <a:ea typeface="宋体"/>
                      </a:endParaRPr>
                    </a:p>
                  </a:txBody>
                  <a:tcPr marL="68578" marR="68578" marT="0" marB="0" anchor="ctr"/>
                </a:tc>
                <a:extLst>
                  <a:ext uri="{0D108BD9-81ED-4DB2-BD59-A6C34878D82A}">
                    <a16:rowId xmlns:a16="http://schemas.microsoft.com/office/drawing/2014/main" xmlns="" val="10004"/>
                  </a:ext>
                </a:extLst>
              </a:tr>
              <a:tr h="240863">
                <a:tc>
                  <a:txBody>
                    <a:bodyPr/>
                    <a:lstStyle/>
                    <a:p>
                      <a:pPr algn="ctr">
                        <a:spcAft>
                          <a:spcPts val="0"/>
                        </a:spcAft>
                      </a:pPr>
                      <a:r>
                        <a:rPr lang="en-US" sz="1200" kern="100">
                          <a:effectLst/>
                        </a:rPr>
                        <a:t>4</a:t>
                      </a:r>
                      <a:endParaRPr lang="zh-CN" sz="1200" b="1" kern="100">
                        <a:effectLst/>
                        <a:latin typeface="Times New Roman"/>
                        <a:ea typeface="宋体"/>
                      </a:endParaRPr>
                    </a:p>
                  </a:txBody>
                  <a:tcPr marL="68578" marR="68578"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78" marR="68578" marT="0" marB="0" anchor="ctr"/>
                </a:tc>
                <a:tc vMerge="1">
                  <a:txBody>
                    <a:bodyPr/>
                    <a:lstStyle/>
                    <a:p>
                      <a:endParaRPr lang="zh-CN" altLang="en-US"/>
                    </a:p>
                  </a:txBody>
                  <a:tcPr/>
                </a:tc>
                <a:extLst>
                  <a:ext uri="{0D108BD9-81ED-4DB2-BD59-A6C34878D82A}">
                    <a16:rowId xmlns:a16="http://schemas.microsoft.com/office/drawing/2014/main" xmlns="" val="10005"/>
                  </a:ext>
                </a:extLst>
              </a:tr>
              <a:tr h="240863">
                <a:tc>
                  <a:txBody>
                    <a:bodyPr/>
                    <a:lstStyle/>
                    <a:p>
                      <a:pPr algn="ctr">
                        <a:spcAft>
                          <a:spcPts val="0"/>
                        </a:spcAft>
                      </a:pPr>
                      <a:r>
                        <a:rPr lang="en-US" sz="1200" kern="100">
                          <a:effectLst/>
                        </a:rPr>
                        <a:t>5</a:t>
                      </a:r>
                      <a:endParaRPr lang="zh-CN" sz="1200" b="1" kern="100">
                        <a:effectLst/>
                        <a:latin typeface="Times New Roman"/>
                        <a:ea typeface="宋体"/>
                      </a:endParaRPr>
                    </a:p>
                  </a:txBody>
                  <a:tcPr marL="68578" marR="68578"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78" marR="68578" marT="0" marB="0" anchor="ctr"/>
                </a:tc>
                <a:tc vMerge="1">
                  <a:txBody>
                    <a:bodyPr/>
                    <a:lstStyle/>
                    <a:p>
                      <a:endParaRPr lang="zh-CN" altLang="en-US"/>
                    </a:p>
                  </a:txBody>
                  <a:tcPr/>
                </a:tc>
                <a:extLst>
                  <a:ext uri="{0D108BD9-81ED-4DB2-BD59-A6C34878D82A}">
                    <a16:rowId xmlns:a16="http://schemas.microsoft.com/office/drawing/2014/main" xmlns="" val="10006"/>
                  </a:ext>
                </a:extLst>
              </a:tr>
              <a:tr h="240863">
                <a:tc>
                  <a:txBody>
                    <a:bodyPr/>
                    <a:lstStyle/>
                    <a:p>
                      <a:pPr algn="ctr">
                        <a:spcAft>
                          <a:spcPts val="0"/>
                        </a:spcAft>
                      </a:pPr>
                      <a:r>
                        <a:rPr lang="en-US" sz="1200" kern="100">
                          <a:effectLst/>
                        </a:rPr>
                        <a:t>6</a:t>
                      </a:r>
                      <a:endParaRPr lang="zh-CN" sz="1200" b="1" kern="100">
                        <a:effectLst/>
                        <a:latin typeface="Times New Roman"/>
                        <a:ea typeface="宋体"/>
                      </a:endParaRPr>
                    </a:p>
                  </a:txBody>
                  <a:tcPr marL="68578" marR="68578"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78" marR="68578" marT="0" marB="0" anchor="ctr"/>
                </a:tc>
                <a:tc vMerge="1">
                  <a:txBody>
                    <a:bodyPr/>
                    <a:lstStyle/>
                    <a:p>
                      <a:endParaRPr lang="zh-CN" altLang="en-US"/>
                    </a:p>
                  </a:txBody>
                  <a:tcPr/>
                </a:tc>
                <a:extLst>
                  <a:ext uri="{0D108BD9-81ED-4DB2-BD59-A6C34878D82A}">
                    <a16:rowId xmlns:a16="http://schemas.microsoft.com/office/drawing/2014/main" xmlns="" val="10007"/>
                  </a:ext>
                </a:extLst>
              </a:tr>
              <a:tr h="240863">
                <a:tc>
                  <a:txBody>
                    <a:bodyPr/>
                    <a:lstStyle/>
                    <a:p>
                      <a:pPr algn="ctr">
                        <a:spcAft>
                          <a:spcPts val="0"/>
                        </a:spcAft>
                      </a:pPr>
                      <a:r>
                        <a:rPr lang="en-US" sz="1200" kern="100">
                          <a:effectLst/>
                        </a:rPr>
                        <a:t>7</a:t>
                      </a:r>
                      <a:endParaRPr lang="zh-CN" sz="1200" b="1" kern="100">
                        <a:effectLst/>
                        <a:latin typeface="Times New Roman"/>
                        <a:ea typeface="宋体"/>
                      </a:endParaRPr>
                    </a:p>
                  </a:txBody>
                  <a:tcPr marL="68578" marR="68578" marT="0" marB="0" anchor="ctr"/>
                </a:tc>
                <a:tc>
                  <a:txBody>
                    <a:bodyPr/>
                    <a:lstStyle/>
                    <a:p>
                      <a:pPr algn="ctr">
                        <a:spcAft>
                          <a:spcPts val="0"/>
                        </a:spcAft>
                      </a:pPr>
                      <a:r>
                        <a:rPr lang="en-US" sz="1200" kern="100">
                          <a:effectLst/>
                        </a:rPr>
                        <a:t>##H</a:t>
                      </a:r>
                      <a:endParaRPr lang="zh-CN" sz="1200" b="1" kern="100">
                        <a:effectLst/>
                        <a:latin typeface="Times New Roman"/>
                        <a:ea typeface="宋体"/>
                      </a:endParaRPr>
                    </a:p>
                  </a:txBody>
                  <a:tcPr marL="68578" marR="68578" marT="0" marB="0" anchor="ctr"/>
                </a:tc>
                <a:tc rowSpan="2">
                  <a:txBody>
                    <a:bodyPr/>
                    <a:lstStyle/>
                    <a:p>
                      <a:pPr algn="ctr">
                        <a:spcAft>
                          <a:spcPts val="0"/>
                        </a:spcAft>
                      </a:pPr>
                      <a:r>
                        <a:rPr lang="x-none" sz="1200" kern="100" dirty="0">
                          <a:effectLst/>
                        </a:rPr>
                        <a:t>ADJUST MILLSECOND</a:t>
                      </a:r>
                      <a:endParaRPr lang="zh-CN" sz="1200" kern="100" dirty="0">
                        <a:effectLst/>
                      </a:endParaRPr>
                    </a:p>
                    <a:p>
                      <a:pPr algn="ctr">
                        <a:spcAft>
                          <a:spcPts val="0"/>
                        </a:spcAft>
                      </a:pPr>
                      <a:r>
                        <a:rPr lang="x-none" sz="1200" kern="100" dirty="0">
                          <a:effectLst/>
                        </a:rPr>
                        <a:t>TRUE FORM, HIGH BYTE FIRST</a:t>
                      </a:r>
                      <a:endParaRPr lang="zh-CN" sz="1200" b="1" kern="100" dirty="0">
                        <a:effectLst/>
                        <a:latin typeface="Times New Roman"/>
                        <a:ea typeface="宋体"/>
                      </a:endParaRPr>
                    </a:p>
                  </a:txBody>
                  <a:tcPr marL="68578" marR="68578" marT="0" marB="0" anchor="ctr"/>
                </a:tc>
                <a:extLst>
                  <a:ext uri="{0D108BD9-81ED-4DB2-BD59-A6C34878D82A}">
                    <a16:rowId xmlns:a16="http://schemas.microsoft.com/office/drawing/2014/main" xmlns="" val="10008"/>
                  </a:ext>
                </a:extLst>
              </a:tr>
              <a:tr h="240863">
                <a:tc>
                  <a:txBody>
                    <a:bodyPr/>
                    <a:lstStyle/>
                    <a:p>
                      <a:pPr algn="ctr">
                        <a:spcAft>
                          <a:spcPts val="0"/>
                        </a:spcAft>
                      </a:pPr>
                      <a:r>
                        <a:rPr lang="en-US" sz="1200" kern="100">
                          <a:effectLst/>
                        </a:rPr>
                        <a:t>8</a:t>
                      </a:r>
                      <a:endParaRPr lang="zh-CN" sz="1200" b="1" kern="100">
                        <a:effectLst/>
                        <a:latin typeface="Times New Roman"/>
                        <a:ea typeface="宋体"/>
                      </a:endParaRPr>
                    </a:p>
                  </a:txBody>
                  <a:tcPr marL="68578" marR="68578"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78" marR="68578" marT="0" marB="0" anchor="ctr"/>
                </a:tc>
                <a:tc vMerge="1">
                  <a:txBody>
                    <a:bodyPr/>
                    <a:lstStyle/>
                    <a:p>
                      <a:endParaRPr lang="zh-CN" altLang="en-US"/>
                    </a:p>
                  </a:txBody>
                  <a:tcPr/>
                </a:tc>
                <a:extLst>
                  <a:ext uri="{0D108BD9-81ED-4DB2-BD59-A6C34878D82A}">
                    <a16:rowId xmlns:a16="http://schemas.microsoft.com/office/drawing/2014/main" xmlns="" val="10009"/>
                  </a:ext>
                </a:extLst>
              </a:tr>
            </a:tbl>
          </a:graphicData>
        </a:graphic>
      </p:graphicFrame>
    </p:spTree>
    <p:extLst>
      <p:ext uri="{BB962C8B-B14F-4D97-AF65-F5344CB8AC3E}">
        <p14:creationId xmlns:p14="http://schemas.microsoft.com/office/powerpoint/2010/main" val="207045062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4: Time Calibration</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56</a:t>
            </a:fld>
            <a:r>
              <a:rPr lang="zh-CN" altLang="en-US"/>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227013" y="819151"/>
            <a:ext cx="8255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457200" algn="just">
              <a:lnSpc>
                <a:spcPct val="150000"/>
              </a:lnSpc>
            </a:pPr>
            <a:r>
              <a:rPr lang="en-US" altLang="zh-CN" sz="2400" dirty="0">
                <a:solidFill>
                  <a:schemeClr val="tx1"/>
                </a:solidFill>
              </a:rPr>
              <a:t>One time adjustment data block example</a:t>
            </a:r>
          </a:p>
        </p:txBody>
      </p:sp>
      <p:graphicFrame>
        <p:nvGraphicFramePr>
          <p:cNvPr id="7" name="表格 6"/>
          <p:cNvGraphicFramePr>
            <a:graphicFrameLocks noGrp="1"/>
          </p:cNvGraphicFramePr>
          <p:nvPr>
            <p:extLst>
              <p:ext uri="{D42A27DB-BD31-4B8C-83A1-F6EECF244321}">
                <p14:modId xmlns:p14="http://schemas.microsoft.com/office/powerpoint/2010/main" val="2687906431"/>
              </p:ext>
            </p:extLst>
          </p:nvPr>
        </p:nvGraphicFramePr>
        <p:xfrm>
          <a:off x="1651003" y="1613298"/>
          <a:ext cx="5768975" cy="2600339"/>
        </p:xfrm>
        <a:graphic>
          <a:graphicData uri="http://schemas.openxmlformats.org/drawingml/2006/table">
            <a:tbl>
              <a:tblPr firstRow="1" firstCol="1" bandRow="1" bandCol="1">
                <a:tableStyleId>{69CF1AB2-1976-4502-BF36-3FF5EA218861}</a:tableStyleId>
              </a:tblPr>
              <a:tblGrid>
                <a:gridCol w="371511">
                  <a:extLst>
                    <a:ext uri="{9D8B030D-6E8A-4147-A177-3AD203B41FA5}">
                      <a16:colId xmlns:a16="http://schemas.microsoft.com/office/drawing/2014/main" xmlns="" val="20000"/>
                    </a:ext>
                  </a:extLst>
                </a:gridCol>
                <a:gridCol w="757867">
                  <a:extLst>
                    <a:ext uri="{9D8B030D-6E8A-4147-A177-3AD203B41FA5}">
                      <a16:colId xmlns:a16="http://schemas.microsoft.com/office/drawing/2014/main" xmlns="" val="20001"/>
                    </a:ext>
                  </a:extLst>
                </a:gridCol>
                <a:gridCol w="2930273">
                  <a:extLst>
                    <a:ext uri="{9D8B030D-6E8A-4147-A177-3AD203B41FA5}">
                      <a16:colId xmlns:a16="http://schemas.microsoft.com/office/drawing/2014/main" xmlns="" val="20002"/>
                    </a:ext>
                  </a:extLst>
                </a:gridCol>
                <a:gridCol w="854662">
                  <a:extLst>
                    <a:ext uri="{9D8B030D-6E8A-4147-A177-3AD203B41FA5}">
                      <a16:colId xmlns:a16="http://schemas.microsoft.com/office/drawing/2014/main" xmlns="" val="20003"/>
                    </a:ext>
                  </a:extLst>
                </a:gridCol>
                <a:gridCol w="854662">
                  <a:extLst>
                    <a:ext uri="{9D8B030D-6E8A-4147-A177-3AD203B41FA5}">
                      <a16:colId xmlns:a16="http://schemas.microsoft.com/office/drawing/2014/main" xmlns="" val="20004"/>
                    </a:ext>
                  </a:extLst>
                </a:gridCol>
              </a:tblGrid>
              <a:tr h="365760">
                <a:tc>
                  <a:txBody>
                    <a:bodyPr/>
                    <a:lstStyle/>
                    <a:p>
                      <a:pPr algn="ctr">
                        <a:spcAft>
                          <a:spcPts val="0"/>
                        </a:spcAft>
                      </a:pPr>
                      <a:r>
                        <a:rPr lang="x-none" sz="1200" kern="100" cap="all" dirty="0">
                          <a:effectLst/>
                        </a:rPr>
                        <a:t>NO</a:t>
                      </a:r>
                      <a:endParaRPr lang="zh-CN" sz="1200" b="1" kern="100" dirty="0">
                        <a:effectLst/>
                        <a:latin typeface="Times New Roman"/>
                        <a:ea typeface="宋体"/>
                      </a:endParaRPr>
                    </a:p>
                  </a:txBody>
                  <a:tcPr marL="68577" marR="68577" marT="0" marB="0" anchor="ctr"/>
                </a:tc>
                <a:tc>
                  <a:txBody>
                    <a:bodyPr/>
                    <a:lstStyle/>
                    <a:p>
                      <a:pPr algn="ctr">
                        <a:spcAft>
                          <a:spcPts val="0"/>
                        </a:spcAft>
                      </a:pPr>
                      <a:r>
                        <a:rPr lang="x-none" sz="1200" kern="100" cap="all" dirty="0">
                          <a:effectLst/>
                        </a:rPr>
                        <a:t>DATA</a:t>
                      </a:r>
                      <a:endParaRPr lang="zh-CN" sz="1200" b="1" kern="100" dirty="0">
                        <a:effectLst/>
                        <a:latin typeface="Times New Roman"/>
                        <a:ea typeface="宋体"/>
                      </a:endParaRPr>
                    </a:p>
                  </a:txBody>
                  <a:tcPr marL="68577" marR="68577" marT="0" marB="0" anchor="ctr"/>
                </a:tc>
                <a:tc>
                  <a:txBody>
                    <a:bodyPr/>
                    <a:lstStyle/>
                    <a:p>
                      <a:pPr algn="ctr">
                        <a:spcAft>
                          <a:spcPts val="0"/>
                        </a:spcAft>
                      </a:pPr>
                      <a:r>
                        <a:rPr lang="x-none" sz="1200" kern="100" cap="all" dirty="0">
                          <a:effectLst/>
                        </a:rPr>
                        <a:t>DESCRIPTION</a:t>
                      </a:r>
                      <a:endParaRPr lang="zh-CN" sz="1200" b="1" kern="100" dirty="0">
                        <a:effectLst/>
                        <a:latin typeface="Times New Roman"/>
                        <a:ea typeface="宋体"/>
                      </a:endParaRPr>
                    </a:p>
                  </a:txBody>
                  <a:tcPr marL="68577" marR="68577" marT="0" marB="0" anchor="ctr"/>
                </a:tc>
                <a:tc>
                  <a:txBody>
                    <a:bodyPr/>
                    <a:lstStyle/>
                    <a:p>
                      <a:pPr algn="ctr">
                        <a:spcAft>
                          <a:spcPts val="0"/>
                        </a:spcAft>
                      </a:pPr>
                      <a:endParaRPr lang="zh-CN" sz="1200" b="1" kern="100" dirty="0">
                        <a:effectLst/>
                        <a:latin typeface="Times New Roman"/>
                        <a:ea typeface="宋体"/>
                      </a:endParaRPr>
                    </a:p>
                  </a:txBody>
                  <a:tcPr marL="68577" marR="68577" marT="0" marB="0" anchor="ctr"/>
                </a:tc>
                <a:tc>
                  <a:txBody>
                    <a:bodyPr/>
                    <a:lstStyle/>
                    <a:p>
                      <a:pPr algn="ctr">
                        <a:spcAft>
                          <a:spcPts val="0"/>
                        </a:spcAft>
                      </a:pPr>
                      <a:endParaRPr lang="zh-CN" sz="1200" b="1" kern="100" dirty="0">
                        <a:effectLst/>
                        <a:latin typeface="Times New Roman"/>
                        <a:ea typeface="宋体"/>
                      </a:endParaRPr>
                    </a:p>
                  </a:txBody>
                  <a:tcPr marL="68577" marR="68577" marT="0" marB="0" anchor="ctr"/>
                </a:tc>
                <a:extLst>
                  <a:ext uri="{0D108BD9-81ED-4DB2-BD59-A6C34878D82A}">
                    <a16:rowId xmlns:a16="http://schemas.microsoft.com/office/drawing/2014/main" xmlns="" val="10000"/>
                  </a:ext>
                </a:extLst>
              </a:tr>
              <a:tr h="240852">
                <a:tc>
                  <a:txBody>
                    <a:bodyPr/>
                    <a:lstStyle/>
                    <a:p>
                      <a:pPr algn="ctr">
                        <a:spcAft>
                          <a:spcPts val="0"/>
                        </a:spcAft>
                      </a:pPr>
                      <a:r>
                        <a:rPr lang="en-US" sz="1200" kern="100">
                          <a:effectLst/>
                        </a:rPr>
                        <a:t>0</a:t>
                      </a:r>
                      <a:endParaRPr lang="zh-CN" sz="1200" b="1" kern="100">
                        <a:effectLst/>
                        <a:latin typeface="Times New Roman"/>
                        <a:ea typeface="宋体"/>
                      </a:endParaRPr>
                    </a:p>
                  </a:txBody>
                  <a:tcPr marL="68577" marR="68577" marT="0" marB="0" anchor="ctr"/>
                </a:tc>
                <a:tc>
                  <a:txBody>
                    <a:bodyPr/>
                    <a:lstStyle/>
                    <a:p>
                      <a:pPr algn="ctr">
                        <a:spcAft>
                          <a:spcPts val="0"/>
                        </a:spcAft>
                      </a:pPr>
                      <a:r>
                        <a:rPr lang="en-US" sz="1200" kern="100" dirty="0">
                          <a:effectLst/>
                        </a:rPr>
                        <a:t>40H</a:t>
                      </a:r>
                      <a:endParaRPr lang="zh-CN" sz="1200" b="1" kern="100" dirty="0">
                        <a:effectLst/>
                        <a:latin typeface="Times New Roman"/>
                        <a:ea typeface="宋体"/>
                      </a:endParaRPr>
                    </a:p>
                  </a:txBody>
                  <a:tcPr marL="68577" marR="68577" marT="0" marB="0" anchor="ctr"/>
                </a:tc>
                <a:tc>
                  <a:txBody>
                    <a:bodyPr/>
                    <a:lstStyle/>
                    <a:p>
                      <a:pPr algn="ctr">
                        <a:spcAft>
                          <a:spcPts val="0"/>
                        </a:spcAft>
                      </a:pPr>
                      <a:r>
                        <a:rPr lang="x-none" sz="1200" kern="100" dirty="0">
                          <a:effectLst/>
                        </a:rPr>
                        <a:t>IDENTIFICATION</a:t>
                      </a:r>
                      <a:endParaRPr lang="zh-CN" sz="1200" b="1" kern="100" dirty="0">
                        <a:effectLst/>
                        <a:latin typeface="Times New Roman"/>
                        <a:ea typeface="宋体"/>
                      </a:endParaRPr>
                    </a:p>
                  </a:txBody>
                  <a:tcPr marL="68577" marR="68577" marT="0" marB="0" anchor="ctr"/>
                </a:tc>
                <a:tc>
                  <a:txBody>
                    <a:bodyPr/>
                    <a:lstStyle/>
                    <a:p>
                      <a:pPr algn="ctr">
                        <a:spcAft>
                          <a:spcPts val="0"/>
                        </a:spcAft>
                      </a:pPr>
                      <a:r>
                        <a:rPr lang="en-US" altLang="zh-CN" sz="1200" kern="100" dirty="0">
                          <a:effectLst/>
                        </a:rPr>
                        <a:t>40</a:t>
                      </a:r>
                      <a:endParaRPr lang="zh-CN" sz="1200" b="1" kern="100" dirty="0">
                        <a:solidFill>
                          <a:srgbClr val="FF0000"/>
                        </a:solidFill>
                        <a:effectLst/>
                        <a:latin typeface="Times New Roman"/>
                        <a:ea typeface="宋体"/>
                      </a:endParaRPr>
                    </a:p>
                  </a:txBody>
                  <a:tcPr marL="68577" marR="68577" marT="0" marB="0" anchor="ctr"/>
                </a:tc>
                <a:tc>
                  <a:txBody>
                    <a:bodyPr/>
                    <a:lstStyle/>
                    <a:p>
                      <a:pPr algn="ctr">
                        <a:spcAft>
                          <a:spcPts val="0"/>
                        </a:spcAft>
                      </a:pPr>
                      <a:endParaRPr lang="zh-CN" sz="1200" b="1" kern="100" dirty="0">
                        <a:solidFill>
                          <a:srgbClr val="FF0000"/>
                        </a:solidFill>
                        <a:effectLst/>
                        <a:latin typeface="Times New Roman"/>
                        <a:ea typeface="宋体"/>
                      </a:endParaRPr>
                    </a:p>
                  </a:txBody>
                  <a:tcPr marL="68577" marR="68577" marT="0" marB="0" anchor="ctr"/>
                </a:tc>
                <a:extLst>
                  <a:ext uri="{0D108BD9-81ED-4DB2-BD59-A6C34878D82A}">
                    <a16:rowId xmlns:a16="http://schemas.microsoft.com/office/drawing/2014/main" xmlns="" val="10001"/>
                  </a:ext>
                </a:extLst>
              </a:tr>
              <a:tr h="240852">
                <a:tc>
                  <a:txBody>
                    <a:bodyPr/>
                    <a:lstStyle/>
                    <a:p>
                      <a:pPr algn="ctr">
                        <a:spcAft>
                          <a:spcPts val="0"/>
                        </a:spcAft>
                      </a:pPr>
                      <a:r>
                        <a:rPr lang="en-US" sz="1200" kern="100">
                          <a:effectLst/>
                        </a:rPr>
                        <a:t>1</a:t>
                      </a:r>
                      <a:endParaRPr lang="zh-CN" sz="1200" b="1" kern="100">
                        <a:effectLst/>
                        <a:latin typeface="Times New Roman"/>
                        <a:ea typeface="宋体"/>
                      </a:endParaRPr>
                    </a:p>
                  </a:txBody>
                  <a:tcPr marL="68577" marR="68577" marT="0" marB="0" anchor="ctr"/>
                </a:tc>
                <a:tc>
                  <a:txBody>
                    <a:bodyPr/>
                    <a:lstStyle/>
                    <a:p>
                      <a:pPr algn="ctr">
                        <a:spcAft>
                          <a:spcPts val="0"/>
                        </a:spcAft>
                      </a:pPr>
                      <a:r>
                        <a:rPr lang="en-US" sz="1200" kern="100" dirty="0">
                          <a:effectLst/>
                        </a:rPr>
                        <a:t>11H</a:t>
                      </a:r>
                      <a:endParaRPr lang="zh-CN" sz="1200" b="1" kern="100" dirty="0">
                        <a:effectLst/>
                        <a:latin typeface="Times New Roman"/>
                        <a:ea typeface="宋体"/>
                      </a:endParaRPr>
                    </a:p>
                  </a:txBody>
                  <a:tcPr marL="68577" marR="68577" marT="0" marB="0" anchor="ctr"/>
                </a:tc>
                <a:tc>
                  <a:txBody>
                    <a:bodyPr/>
                    <a:lstStyle/>
                    <a:p>
                      <a:pPr algn="ctr">
                        <a:spcAft>
                          <a:spcPts val="0"/>
                        </a:spcAft>
                      </a:pPr>
                      <a:r>
                        <a:rPr lang="x-none" sz="1200" kern="100" dirty="0">
                          <a:effectLst/>
                        </a:rPr>
                        <a:t>ASSISTANT SYMBOL</a:t>
                      </a:r>
                      <a:endParaRPr lang="zh-CN" sz="1200" b="1" kern="100" dirty="0">
                        <a:effectLst/>
                        <a:latin typeface="Times New Roman"/>
                        <a:ea typeface="宋体"/>
                      </a:endParaRPr>
                    </a:p>
                  </a:txBody>
                  <a:tcPr marL="68577" marR="68577" marT="0" marB="0" anchor="ctr"/>
                </a:tc>
                <a:tc>
                  <a:txBody>
                    <a:bodyPr/>
                    <a:lstStyle/>
                    <a:p>
                      <a:pPr algn="ctr">
                        <a:spcAft>
                          <a:spcPts val="0"/>
                        </a:spcAft>
                      </a:pPr>
                      <a:r>
                        <a:rPr lang="en-US" altLang="zh-CN" sz="1200" kern="100" dirty="0">
                          <a:effectLst/>
                        </a:rPr>
                        <a:t>11</a:t>
                      </a:r>
                      <a:endParaRPr lang="zh-CN" sz="1200" b="1" kern="100" dirty="0">
                        <a:solidFill>
                          <a:srgbClr val="FF0000"/>
                        </a:solidFill>
                        <a:effectLst/>
                        <a:latin typeface="Times New Roman"/>
                        <a:ea typeface="宋体"/>
                      </a:endParaRPr>
                    </a:p>
                  </a:txBody>
                  <a:tcPr marL="68577" marR="68577" marT="0" marB="0" anchor="ctr"/>
                </a:tc>
                <a:tc>
                  <a:txBody>
                    <a:bodyPr/>
                    <a:lstStyle/>
                    <a:p>
                      <a:pPr algn="ctr">
                        <a:spcAft>
                          <a:spcPts val="0"/>
                        </a:spcAft>
                      </a:pPr>
                      <a:endParaRPr lang="zh-CN" sz="1200" b="1" kern="100" dirty="0">
                        <a:solidFill>
                          <a:srgbClr val="FF0000"/>
                        </a:solidFill>
                        <a:effectLst/>
                        <a:latin typeface="Times New Roman"/>
                        <a:ea typeface="宋体"/>
                      </a:endParaRPr>
                    </a:p>
                  </a:txBody>
                  <a:tcPr marL="68577" marR="68577" marT="0" marB="0" anchor="ctr"/>
                </a:tc>
                <a:extLst>
                  <a:ext uri="{0D108BD9-81ED-4DB2-BD59-A6C34878D82A}">
                    <a16:rowId xmlns:a16="http://schemas.microsoft.com/office/drawing/2014/main" xmlns="" val="10002"/>
                  </a:ext>
                </a:extLst>
              </a:tr>
              <a:tr h="240852">
                <a:tc>
                  <a:txBody>
                    <a:bodyPr/>
                    <a:lstStyle/>
                    <a:p>
                      <a:pPr algn="ctr">
                        <a:spcAft>
                          <a:spcPts val="0"/>
                        </a:spcAft>
                      </a:pPr>
                      <a:r>
                        <a:rPr lang="en-US" sz="1200" kern="100">
                          <a:effectLst/>
                        </a:rPr>
                        <a:t>2</a:t>
                      </a:r>
                      <a:endParaRPr lang="zh-CN" sz="1200" b="1" kern="100">
                        <a:effectLst/>
                        <a:latin typeface="Times New Roman"/>
                        <a:ea typeface="宋体"/>
                      </a:endParaRPr>
                    </a:p>
                  </a:txBody>
                  <a:tcPr marL="68577" marR="68577" marT="0" marB="0" anchor="ctr"/>
                </a:tc>
                <a:tc>
                  <a:txBody>
                    <a:bodyPr/>
                    <a:lstStyle/>
                    <a:p>
                      <a:pPr algn="ctr">
                        <a:spcAft>
                          <a:spcPts val="0"/>
                        </a:spcAft>
                      </a:pPr>
                      <a:r>
                        <a:rPr lang="en-US" sz="1200" kern="100" dirty="0">
                          <a:effectLst/>
                        </a:rPr>
                        <a:t>01H</a:t>
                      </a:r>
                      <a:endParaRPr lang="zh-CN" sz="1200" b="1" kern="100" dirty="0">
                        <a:effectLst/>
                        <a:latin typeface="Times New Roman"/>
                        <a:ea typeface="宋体"/>
                      </a:endParaRPr>
                    </a:p>
                  </a:txBody>
                  <a:tcPr marL="68577" marR="68577" marT="0" marB="0" anchor="ctr"/>
                </a:tc>
                <a:tc>
                  <a:txBody>
                    <a:bodyPr/>
                    <a:lstStyle/>
                    <a:p>
                      <a:pPr algn="ctr">
                        <a:spcAft>
                          <a:spcPts val="0"/>
                        </a:spcAft>
                      </a:pPr>
                      <a:r>
                        <a:rPr lang="x-none" sz="1200" kern="100" dirty="0">
                          <a:effectLst/>
                        </a:rPr>
                        <a:t>TYPE</a:t>
                      </a:r>
                      <a:endParaRPr lang="zh-CN" sz="1200" b="1" kern="100" dirty="0">
                        <a:effectLst/>
                        <a:latin typeface="Times New Roman"/>
                        <a:ea typeface="宋体"/>
                      </a:endParaRPr>
                    </a:p>
                  </a:txBody>
                  <a:tcPr marL="68577" marR="68577" marT="0" marB="0" anchor="ctr"/>
                </a:tc>
                <a:tc>
                  <a:txBody>
                    <a:bodyPr/>
                    <a:lstStyle/>
                    <a:p>
                      <a:pPr algn="ctr">
                        <a:spcAft>
                          <a:spcPts val="0"/>
                        </a:spcAft>
                      </a:pPr>
                      <a:r>
                        <a:rPr lang="en-US" altLang="zh-CN" sz="1200" kern="100" dirty="0">
                          <a:effectLst/>
                        </a:rPr>
                        <a:t>01</a:t>
                      </a:r>
                      <a:endParaRPr lang="zh-CN" sz="1200" b="1" kern="100" dirty="0">
                        <a:solidFill>
                          <a:srgbClr val="FF0000"/>
                        </a:solidFill>
                        <a:effectLst/>
                        <a:latin typeface="Times New Roman"/>
                        <a:ea typeface="宋体"/>
                      </a:endParaRPr>
                    </a:p>
                  </a:txBody>
                  <a:tcPr marL="68577" marR="68577" marT="0" marB="0" anchor="ctr"/>
                </a:tc>
                <a:tc>
                  <a:txBody>
                    <a:bodyPr/>
                    <a:lstStyle/>
                    <a:p>
                      <a:pPr algn="ctr">
                        <a:spcAft>
                          <a:spcPts val="0"/>
                        </a:spcAft>
                      </a:pPr>
                      <a:endParaRPr lang="zh-CN" sz="1200" b="1" kern="100" dirty="0">
                        <a:solidFill>
                          <a:srgbClr val="FF0000"/>
                        </a:solidFill>
                        <a:effectLst/>
                        <a:latin typeface="Times New Roman"/>
                        <a:ea typeface="宋体"/>
                      </a:endParaRPr>
                    </a:p>
                  </a:txBody>
                  <a:tcPr marL="68577" marR="68577" marT="0" marB="0" anchor="ctr"/>
                </a:tc>
                <a:extLst>
                  <a:ext uri="{0D108BD9-81ED-4DB2-BD59-A6C34878D82A}">
                    <a16:rowId xmlns:a16="http://schemas.microsoft.com/office/drawing/2014/main" xmlns="" val="10003"/>
                  </a:ext>
                </a:extLst>
              </a:tr>
              <a:tr h="240852">
                <a:tc>
                  <a:txBody>
                    <a:bodyPr/>
                    <a:lstStyle/>
                    <a:p>
                      <a:pPr algn="ctr">
                        <a:spcAft>
                          <a:spcPts val="0"/>
                        </a:spcAft>
                      </a:pPr>
                      <a:r>
                        <a:rPr lang="en-US" sz="1200" kern="100">
                          <a:effectLst/>
                        </a:rPr>
                        <a:t>3</a:t>
                      </a:r>
                      <a:endParaRPr lang="zh-CN" sz="1200" b="1" kern="100">
                        <a:effectLst/>
                        <a:latin typeface="Times New Roman"/>
                        <a:ea typeface="宋体"/>
                      </a:endParaRPr>
                    </a:p>
                  </a:txBody>
                  <a:tcPr marL="68577" marR="68577"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77" marR="68577" marT="0" marB="0" anchor="ctr"/>
                </a:tc>
                <a:tc rowSpan="4">
                  <a:txBody>
                    <a:bodyPr/>
                    <a:lstStyle/>
                    <a:p>
                      <a:pPr algn="ctr">
                        <a:spcAft>
                          <a:spcPts val="0"/>
                        </a:spcAft>
                      </a:pPr>
                      <a:r>
                        <a:rPr lang="x-none" sz="1200" kern="100" dirty="0">
                          <a:effectLst/>
                        </a:rPr>
                        <a:t>ADJUST SECOND</a:t>
                      </a:r>
                      <a:endParaRPr lang="zh-CN" sz="1200" kern="100" dirty="0">
                        <a:effectLst/>
                      </a:endParaRPr>
                    </a:p>
                    <a:p>
                      <a:pPr algn="ctr">
                        <a:spcAft>
                          <a:spcPts val="0"/>
                        </a:spcAft>
                      </a:pPr>
                      <a:r>
                        <a:rPr lang="x-none" sz="1200" kern="100" dirty="0">
                          <a:effectLst/>
                        </a:rPr>
                        <a:t>Complementary code, HIGH BYTE FIRST</a:t>
                      </a:r>
                      <a:endParaRPr lang="zh-CN" sz="1200" b="1" kern="100" dirty="0">
                        <a:effectLst/>
                        <a:latin typeface="Times New Roman"/>
                        <a:ea typeface="宋体"/>
                      </a:endParaRPr>
                    </a:p>
                  </a:txBody>
                  <a:tcPr marL="68577" marR="68577" marT="0" marB="0" anchor="ctr"/>
                </a:tc>
                <a:tc rowSpan="4">
                  <a:txBody>
                    <a:bodyPr/>
                    <a:lstStyle/>
                    <a:p>
                      <a:pPr algn="ctr">
                        <a:spcAft>
                          <a:spcPts val="0"/>
                        </a:spcAft>
                      </a:pPr>
                      <a:r>
                        <a:rPr lang="en-US" altLang="zh-CN" sz="1200" kern="100" dirty="0">
                          <a:effectLst/>
                        </a:rPr>
                        <a:t>00 00 00 0A</a:t>
                      </a:r>
                      <a:endParaRPr lang="zh-CN" sz="1200" b="1" kern="100" dirty="0">
                        <a:solidFill>
                          <a:srgbClr val="FF0000"/>
                        </a:solidFill>
                        <a:effectLst/>
                        <a:latin typeface="Times New Roman"/>
                        <a:ea typeface="宋体"/>
                      </a:endParaRPr>
                    </a:p>
                  </a:txBody>
                  <a:tcPr marL="68577" marR="68577" marT="0" marB="0" anchor="ctr"/>
                </a:tc>
                <a:tc rowSpan="4">
                  <a:txBody>
                    <a:bodyPr/>
                    <a:lstStyle/>
                    <a:p>
                      <a:pPr algn="ctr">
                        <a:spcAft>
                          <a:spcPts val="0"/>
                        </a:spcAft>
                      </a:pPr>
                      <a:r>
                        <a:rPr lang="en-US" altLang="zh-CN" sz="1200" kern="100" dirty="0">
                          <a:effectLst/>
                        </a:rPr>
                        <a:t>+10s</a:t>
                      </a:r>
                      <a:endParaRPr lang="zh-CN" sz="1200" b="1" kern="100" dirty="0">
                        <a:solidFill>
                          <a:schemeClr val="tx1"/>
                        </a:solidFill>
                        <a:effectLst/>
                        <a:latin typeface="Times New Roman"/>
                        <a:ea typeface="宋体"/>
                      </a:endParaRPr>
                    </a:p>
                  </a:txBody>
                  <a:tcPr marL="68577" marR="68577" marT="0" marB="0" anchor="ctr"/>
                </a:tc>
                <a:extLst>
                  <a:ext uri="{0D108BD9-81ED-4DB2-BD59-A6C34878D82A}">
                    <a16:rowId xmlns:a16="http://schemas.microsoft.com/office/drawing/2014/main" xmlns="" val="10004"/>
                  </a:ext>
                </a:extLst>
              </a:tr>
              <a:tr h="240852">
                <a:tc>
                  <a:txBody>
                    <a:bodyPr/>
                    <a:lstStyle/>
                    <a:p>
                      <a:pPr algn="ctr">
                        <a:spcAft>
                          <a:spcPts val="0"/>
                        </a:spcAft>
                      </a:pPr>
                      <a:r>
                        <a:rPr lang="en-US" sz="1200" kern="100">
                          <a:effectLst/>
                        </a:rPr>
                        <a:t>4</a:t>
                      </a:r>
                      <a:endParaRPr lang="zh-CN" sz="1200" b="1" kern="100">
                        <a:effectLst/>
                        <a:latin typeface="Times New Roman"/>
                        <a:ea typeface="宋体"/>
                      </a:endParaRPr>
                    </a:p>
                  </a:txBody>
                  <a:tcPr marL="68577" marR="68577"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77" marR="68577" marT="0"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xmlns="" val="10005"/>
                  </a:ext>
                </a:extLst>
              </a:tr>
              <a:tr h="240852">
                <a:tc>
                  <a:txBody>
                    <a:bodyPr/>
                    <a:lstStyle/>
                    <a:p>
                      <a:pPr algn="ctr">
                        <a:spcAft>
                          <a:spcPts val="0"/>
                        </a:spcAft>
                      </a:pPr>
                      <a:r>
                        <a:rPr lang="en-US" sz="1200" kern="100">
                          <a:effectLst/>
                        </a:rPr>
                        <a:t>5</a:t>
                      </a:r>
                      <a:endParaRPr lang="zh-CN" sz="1200" b="1" kern="100">
                        <a:effectLst/>
                        <a:latin typeface="Times New Roman"/>
                        <a:ea typeface="宋体"/>
                      </a:endParaRPr>
                    </a:p>
                  </a:txBody>
                  <a:tcPr marL="68577" marR="68577"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77" marR="68577" marT="0"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xmlns="" val="10006"/>
                  </a:ext>
                </a:extLst>
              </a:tr>
              <a:tr h="240852">
                <a:tc>
                  <a:txBody>
                    <a:bodyPr/>
                    <a:lstStyle/>
                    <a:p>
                      <a:pPr algn="ctr">
                        <a:spcAft>
                          <a:spcPts val="0"/>
                        </a:spcAft>
                      </a:pPr>
                      <a:r>
                        <a:rPr lang="en-US" sz="1200" kern="100">
                          <a:effectLst/>
                        </a:rPr>
                        <a:t>6</a:t>
                      </a:r>
                      <a:endParaRPr lang="zh-CN" sz="1200" b="1" kern="100">
                        <a:effectLst/>
                        <a:latin typeface="Times New Roman"/>
                        <a:ea typeface="宋体"/>
                      </a:endParaRPr>
                    </a:p>
                  </a:txBody>
                  <a:tcPr marL="68577" marR="68577"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77" marR="68577" marT="0"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xmlns="" val="10007"/>
                  </a:ext>
                </a:extLst>
              </a:tr>
              <a:tr h="240852">
                <a:tc>
                  <a:txBody>
                    <a:bodyPr/>
                    <a:lstStyle/>
                    <a:p>
                      <a:pPr algn="ctr">
                        <a:spcAft>
                          <a:spcPts val="0"/>
                        </a:spcAft>
                      </a:pPr>
                      <a:r>
                        <a:rPr lang="en-US" sz="1200" kern="100">
                          <a:effectLst/>
                        </a:rPr>
                        <a:t>7</a:t>
                      </a:r>
                      <a:endParaRPr lang="zh-CN" sz="1200" b="1" kern="100">
                        <a:effectLst/>
                        <a:latin typeface="Times New Roman"/>
                        <a:ea typeface="宋体"/>
                      </a:endParaRPr>
                    </a:p>
                  </a:txBody>
                  <a:tcPr marL="68577" marR="68577" marT="0" marB="0" anchor="ctr"/>
                </a:tc>
                <a:tc>
                  <a:txBody>
                    <a:bodyPr/>
                    <a:lstStyle/>
                    <a:p>
                      <a:pPr algn="ctr">
                        <a:spcAft>
                          <a:spcPts val="0"/>
                        </a:spcAft>
                      </a:pPr>
                      <a:r>
                        <a:rPr lang="en-US" sz="1200" kern="100">
                          <a:effectLst/>
                        </a:rPr>
                        <a:t>##H</a:t>
                      </a:r>
                      <a:endParaRPr lang="zh-CN" sz="1200" b="1" kern="100">
                        <a:effectLst/>
                        <a:latin typeface="Times New Roman"/>
                        <a:ea typeface="宋体"/>
                      </a:endParaRPr>
                    </a:p>
                  </a:txBody>
                  <a:tcPr marL="68577" marR="68577" marT="0" marB="0" anchor="ctr"/>
                </a:tc>
                <a:tc rowSpan="2">
                  <a:txBody>
                    <a:bodyPr/>
                    <a:lstStyle/>
                    <a:p>
                      <a:pPr algn="ctr">
                        <a:spcAft>
                          <a:spcPts val="0"/>
                        </a:spcAft>
                      </a:pPr>
                      <a:r>
                        <a:rPr lang="x-none" sz="1200" kern="100" dirty="0">
                          <a:effectLst/>
                        </a:rPr>
                        <a:t>ADJUST MILLSECOND</a:t>
                      </a:r>
                      <a:endParaRPr lang="zh-CN" sz="1200" kern="100" dirty="0">
                        <a:effectLst/>
                      </a:endParaRPr>
                    </a:p>
                    <a:p>
                      <a:pPr algn="ctr">
                        <a:spcAft>
                          <a:spcPts val="0"/>
                        </a:spcAft>
                      </a:pPr>
                      <a:r>
                        <a:rPr lang="x-none" sz="1200" kern="100" dirty="0">
                          <a:effectLst/>
                        </a:rPr>
                        <a:t>TRUE FORM, HIGH BYTE FIRST</a:t>
                      </a:r>
                      <a:endParaRPr lang="zh-CN" sz="1200" b="1" kern="100" dirty="0">
                        <a:effectLst/>
                        <a:latin typeface="Times New Roman"/>
                        <a:ea typeface="宋体"/>
                      </a:endParaRPr>
                    </a:p>
                  </a:txBody>
                  <a:tcPr marL="68577" marR="68577" marT="0" marB="0" anchor="ctr"/>
                </a:tc>
                <a:tc rowSpan="2">
                  <a:txBody>
                    <a:bodyPr/>
                    <a:lstStyle/>
                    <a:p>
                      <a:pPr algn="ctr">
                        <a:spcAft>
                          <a:spcPts val="0"/>
                        </a:spcAft>
                      </a:pPr>
                      <a:r>
                        <a:rPr lang="en-US" altLang="zh-CN" sz="1200" kern="100" baseline="0" dirty="0">
                          <a:effectLst/>
                        </a:rPr>
                        <a:t>00 64</a:t>
                      </a:r>
                      <a:endParaRPr lang="zh-CN" sz="1200" b="1" kern="100" dirty="0">
                        <a:solidFill>
                          <a:srgbClr val="FF0000"/>
                        </a:solidFill>
                        <a:effectLst/>
                        <a:latin typeface="Times New Roman"/>
                        <a:ea typeface="宋体"/>
                      </a:endParaRPr>
                    </a:p>
                  </a:txBody>
                  <a:tcPr marL="68577" marR="68577" marT="0" marB="0" anchor="ctr"/>
                </a:tc>
                <a:tc rowSpan="2">
                  <a:txBody>
                    <a:bodyPr/>
                    <a:lstStyle/>
                    <a:p>
                      <a:pPr algn="ctr">
                        <a:spcAft>
                          <a:spcPts val="0"/>
                        </a:spcAft>
                      </a:pPr>
                      <a:r>
                        <a:rPr lang="en-US" altLang="zh-CN" sz="1200" kern="100" dirty="0">
                          <a:effectLst/>
                        </a:rPr>
                        <a:t>100ms</a:t>
                      </a:r>
                      <a:endParaRPr lang="zh-CN" sz="1200" b="1" kern="100" dirty="0">
                        <a:solidFill>
                          <a:schemeClr val="tx1"/>
                        </a:solidFill>
                        <a:effectLst/>
                        <a:latin typeface="Times New Roman"/>
                        <a:ea typeface="宋体"/>
                      </a:endParaRPr>
                    </a:p>
                  </a:txBody>
                  <a:tcPr marL="68577" marR="68577" marT="0" marB="0" anchor="ctr"/>
                </a:tc>
                <a:extLst>
                  <a:ext uri="{0D108BD9-81ED-4DB2-BD59-A6C34878D82A}">
                    <a16:rowId xmlns:a16="http://schemas.microsoft.com/office/drawing/2014/main" xmlns="" val="10008"/>
                  </a:ext>
                </a:extLst>
              </a:tr>
              <a:tr h="307763">
                <a:tc>
                  <a:txBody>
                    <a:bodyPr/>
                    <a:lstStyle/>
                    <a:p>
                      <a:pPr algn="ctr">
                        <a:spcAft>
                          <a:spcPts val="0"/>
                        </a:spcAft>
                      </a:pPr>
                      <a:r>
                        <a:rPr lang="en-US" sz="1200" kern="100">
                          <a:effectLst/>
                        </a:rPr>
                        <a:t>8</a:t>
                      </a:r>
                      <a:endParaRPr lang="zh-CN" sz="1200" b="1" kern="100">
                        <a:effectLst/>
                        <a:latin typeface="Times New Roman"/>
                        <a:ea typeface="宋体"/>
                      </a:endParaRPr>
                    </a:p>
                  </a:txBody>
                  <a:tcPr marL="68577" marR="68577"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77" marR="68577" marT="0"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xmlns="" val="10009"/>
                  </a:ext>
                </a:extLst>
              </a:tr>
            </a:tbl>
          </a:graphicData>
        </a:graphic>
      </p:graphicFrame>
      <p:sp>
        <p:nvSpPr>
          <p:cNvPr id="8" name="矩形 1"/>
          <p:cNvSpPr>
            <a:spLocks noChangeArrowheads="1"/>
          </p:cNvSpPr>
          <p:nvPr/>
        </p:nvSpPr>
        <p:spPr bwMode="auto">
          <a:xfrm>
            <a:off x="336550" y="1175149"/>
            <a:ext cx="8255000"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457200" algn="just">
              <a:lnSpc>
                <a:spcPct val="150000"/>
              </a:lnSpc>
            </a:pPr>
            <a:r>
              <a:rPr lang="en-US" altLang="zh-CN">
                <a:solidFill>
                  <a:schemeClr val="tx1"/>
                </a:solidFill>
              </a:rPr>
              <a:t>One time adjustment </a:t>
            </a:r>
            <a:r>
              <a:rPr lang="en-US" altLang="zh-CN">
                <a:solidFill>
                  <a:srgbClr val="FF0000"/>
                </a:solidFill>
              </a:rPr>
              <a:t>10.1s</a:t>
            </a:r>
            <a:r>
              <a:rPr lang="en-US" altLang="zh-CN">
                <a:solidFill>
                  <a:schemeClr val="tx1"/>
                </a:solidFill>
              </a:rPr>
              <a:t>:</a:t>
            </a:r>
          </a:p>
        </p:txBody>
      </p:sp>
      <p:sp>
        <p:nvSpPr>
          <p:cNvPr id="9" name="矩形 1"/>
          <p:cNvSpPr>
            <a:spLocks noChangeArrowheads="1"/>
          </p:cNvSpPr>
          <p:nvPr/>
        </p:nvSpPr>
        <p:spPr bwMode="auto">
          <a:xfrm>
            <a:off x="0" y="4324352"/>
            <a:ext cx="8255000"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457200" algn="ctr">
              <a:lnSpc>
                <a:spcPct val="150000"/>
              </a:lnSpc>
            </a:pPr>
            <a:r>
              <a:rPr lang="en-US" altLang="zh-CN" b="1" dirty="0">
                <a:solidFill>
                  <a:srgbClr val="B85674"/>
                </a:solidFill>
              </a:rPr>
              <a:t>77 18 </a:t>
            </a:r>
            <a:r>
              <a:rPr lang="en-US" altLang="zh-CN" b="1" dirty="0">
                <a:solidFill>
                  <a:srgbClr val="00B050"/>
                </a:solidFill>
              </a:rPr>
              <a:t>5A</a:t>
            </a:r>
            <a:r>
              <a:rPr lang="en-US" altLang="zh-CN" b="1" dirty="0">
                <a:solidFill>
                  <a:schemeClr val="tx1"/>
                </a:solidFill>
              </a:rPr>
              <a:t> </a:t>
            </a:r>
            <a:r>
              <a:rPr lang="en-US" altLang="zh-CN" b="1" dirty="0">
                <a:solidFill>
                  <a:srgbClr val="7030A0"/>
                </a:solidFill>
              </a:rPr>
              <a:t>00 11 00 0F 00 </a:t>
            </a:r>
            <a:r>
              <a:rPr lang="en-US" altLang="zh-CN" b="1" dirty="0">
                <a:solidFill>
                  <a:schemeClr val="tx1"/>
                </a:solidFill>
              </a:rPr>
              <a:t>40 11 01 </a:t>
            </a:r>
            <a:r>
              <a:rPr lang="en-US" altLang="zh-CN" b="1" dirty="0">
                <a:solidFill>
                  <a:srgbClr val="FF0000"/>
                </a:solidFill>
              </a:rPr>
              <a:t>00 00 00 0A 00 64 </a:t>
            </a:r>
            <a:r>
              <a:rPr lang="en-US" altLang="zh-CN" b="1" dirty="0">
                <a:solidFill>
                  <a:schemeClr val="tx1"/>
                </a:solidFill>
              </a:rPr>
              <a:t>11 31 3E</a:t>
            </a:r>
          </a:p>
        </p:txBody>
      </p:sp>
    </p:spTree>
    <p:extLst>
      <p:ext uri="{BB962C8B-B14F-4D97-AF65-F5344CB8AC3E}">
        <p14:creationId xmlns:p14="http://schemas.microsoft.com/office/powerpoint/2010/main" val="207045062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4: Time Calibration</a:t>
            </a:r>
          </a:p>
        </p:txBody>
      </p:sp>
      <p:sp>
        <p:nvSpPr>
          <p:cNvPr id="4" name="页脚占位符 3"/>
          <p:cNvSpPr>
            <a:spLocks noGrp="1"/>
          </p:cNvSpPr>
          <p:nvPr>
            <p:ph type="ftr" sz="quarter" idx="11"/>
          </p:nvPr>
        </p:nvSpPr>
        <p:spPr/>
        <p:txBody>
          <a:bodyPr/>
          <a:lstStyle/>
          <a:p>
            <a:r>
              <a:rPr lang="en-US" altLang="zh-CN" dirty="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57</a:t>
            </a:fld>
            <a:r>
              <a:rPr lang="zh-CN" altLang="en-US"/>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373063" y="914234"/>
            <a:ext cx="8255000"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457200" algn="just">
              <a:lnSpc>
                <a:spcPct val="150000"/>
              </a:lnSpc>
            </a:pPr>
            <a:r>
              <a:rPr lang="en-US" altLang="zh-CN">
                <a:solidFill>
                  <a:schemeClr val="tx1"/>
                </a:solidFill>
              </a:rPr>
              <a:t>One time adjustment </a:t>
            </a:r>
            <a:r>
              <a:rPr lang="en-US" altLang="zh-CN">
                <a:solidFill>
                  <a:srgbClr val="FF0000"/>
                </a:solidFill>
              </a:rPr>
              <a:t>-10.1s</a:t>
            </a:r>
            <a:r>
              <a:rPr lang="en-US" altLang="zh-CN">
                <a:solidFill>
                  <a:schemeClr val="tx1"/>
                </a:solidFill>
              </a:rPr>
              <a:t>:</a:t>
            </a:r>
          </a:p>
        </p:txBody>
      </p:sp>
      <p:sp>
        <p:nvSpPr>
          <p:cNvPr id="7" name="矩形 1"/>
          <p:cNvSpPr>
            <a:spLocks noChangeArrowheads="1"/>
          </p:cNvSpPr>
          <p:nvPr/>
        </p:nvSpPr>
        <p:spPr bwMode="auto">
          <a:xfrm>
            <a:off x="205432" y="3981284"/>
            <a:ext cx="8255000"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457200" algn="ctr">
              <a:lnSpc>
                <a:spcPct val="150000"/>
              </a:lnSpc>
            </a:pPr>
            <a:r>
              <a:rPr lang="en-US" altLang="zh-CN" b="1" dirty="0">
                <a:solidFill>
                  <a:srgbClr val="C00000"/>
                </a:solidFill>
              </a:rPr>
              <a:t>77 18 </a:t>
            </a:r>
            <a:r>
              <a:rPr lang="en-US" altLang="zh-CN" b="1" dirty="0">
                <a:solidFill>
                  <a:srgbClr val="008000"/>
                </a:solidFill>
              </a:rPr>
              <a:t>5A</a:t>
            </a:r>
            <a:r>
              <a:rPr lang="en-US" altLang="zh-CN" b="1" dirty="0">
                <a:solidFill>
                  <a:schemeClr val="tx1"/>
                </a:solidFill>
              </a:rPr>
              <a:t> </a:t>
            </a:r>
            <a:r>
              <a:rPr lang="en-US" altLang="zh-CN" b="1" dirty="0">
                <a:solidFill>
                  <a:srgbClr val="7030A0"/>
                </a:solidFill>
              </a:rPr>
              <a:t>00 11 00 0F 00 </a:t>
            </a:r>
            <a:r>
              <a:rPr lang="en-US" altLang="zh-CN" b="1" dirty="0">
                <a:solidFill>
                  <a:schemeClr val="tx1"/>
                </a:solidFill>
              </a:rPr>
              <a:t>40 11 01 </a:t>
            </a:r>
            <a:r>
              <a:rPr lang="en-US" altLang="zh-CN" b="1" dirty="0">
                <a:solidFill>
                  <a:srgbClr val="FF0000"/>
                </a:solidFill>
              </a:rPr>
              <a:t>FF </a:t>
            </a:r>
            <a:r>
              <a:rPr lang="en-US" altLang="zh-CN" b="1" dirty="0" err="1">
                <a:solidFill>
                  <a:srgbClr val="FF0000"/>
                </a:solidFill>
              </a:rPr>
              <a:t>FF</a:t>
            </a:r>
            <a:r>
              <a:rPr lang="en-US" altLang="zh-CN" b="1" dirty="0">
                <a:solidFill>
                  <a:srgbClr val="FF0000"/>
                </a:solidFill>
              </a:rPr>
              <a:t> </a:t>
            </a:r>
            <a:r>
              <a:rPr lang="en-US" altLang="zh-CN" b="1" dirty="0" err="1">
                <a:solidFill>
                  <a:srgbClr val="FF0000"/>
                </a:solidFill>
              </a:rPr>
              <a:t>FF</a:t>
            </a:r>
            <a:r>
              <a:rPr lang="en-US" altLang="zh-CN" b="1" dirty="0">
                <a:solidFill>
                  <a:srgbClr val="FF0000"/>
                </a:solidFill>
              </a:rPr>
              <a:t> F5 03 84 </a:t>
            </a:r>
            <a:r>
              <a:rPr lang="en-US" altLang="zh-CN" b="1" dirty="0">
                <a:solidFill>
                  <a:schemeClr val="tx1"/>
                </a:solidFill>
              </a:rPr>
              <a:t>12 D1 A4 80</a:t>
            </a:r>
          </a:p>
        </p:txBody>
      </p:sp>
      <p:graphicFrame>
        <p:nvGraphicFramePr>
          <p:cNvPr id="8" name="表格 7"/>
          <p:cNvGraphicFramePr>
            <a:graphicFrameLocks noGrp="1"/>
          </p:cNvGraphicFramePr>
          <p:nvPr>
            <p:extLst>
              <p:ext uri="{D42A27DB-BD31-4B8C-83A1-F6EECF244321}">
                <p14:modId xmlns:p14="http://schemas.microsoft.com/office/powerpoint/2010/main" val="2981890352"/>
              </p:ext>
            </p:extLst>
          </p:nvPr>
        </p:nvGraphicFramePr>
        <p:xfrm>
          <a:off x="1614491" y="1411571"/>
          <a:ext cx="5768975" cy="2600339"/>
        </p:xfrm>
        <a:graphic>
          <a:graphicData uri="http://schemas.openxmlformats.org/drawingml/2006/table">
            <a:tbl>
              <a:tblPr firstRow="1" firstCol="1" bandRow="1" bandCol="1">
                <a:tableStyleId>{69CF1AB2-1976-4502-BF36-3FF5EA218861}</a:tableStyleId>
              </a:tblPr>
              <a:tblGrid>
                <a:gridCol w="371511">
                  <a:extLst>
                    <a:ext uri="{9D8B030D-6E8A-4147-A177-3AD203B41FA5}">
                      <a16:colId xmlns:a16="http://schemas.microsoft.com/office/drawing/2014/main" xmlns="" val="20000"/>
                    </a:ext>
                  </a:extLst>
                </a:gridCol>
                <a:gridCol w="757867">
                  <a:extLst>
                    <a:ext uri="{9D8B030D-6E8A-4147-A177-3AD203B41FA5}">
                      <a16:colId xmlns:a16="http://schemas.microsoft.com/office/drawing/2014/main" xmlns="" val="20001"/>
                    </a:ext>
                  </a:extLst>
                </a:gridCol>
                <a:gridCol w="2930273">
                  <a:extLst>
                    <a:ext uri="{9D8B030D-6E8A-4147-A177-3AD203B41FA5}">
                      <a16:colId xmlns:a16="http://schemas.microsoft.com/office/drawing/2014/main" xmlns="" val="20002"/>
                    </a:ext>
                  </a:extLst>
                </a:gridCol>
                <a:gridCol w="854662">
                  <a:extLst>
                    <a:ext uri="{9D8B030D-6E8A-4147-A177-3AD203B41FA5}">
                      <a16:colId xmlns:a16="http://schemas.microsoft.com/office/drawing/2014/main" xmlns="" val="20003"/>
                    </a:ext>
                  </a:extLst>
                </a:gridCol>
                <a:gridCol w="854662">
                  <a:extLst>
                    <a:ext uri="{9D8B030D-6E8A-4147-A177-3AD203B41FA5}">
                      <a16:colId xmlns:a16="http://schemas.microsoft.com/office/drawing/2014/main" xmlns="" val="20004"/>
                    </a:ext>
                  </a:extLst>
                </a:gridCol>
              </a:tblGrid>
              <a:tr h="365760">
                <a:tc>
                  <a:txBody>
                    <a:bodyPr/>
                    <a:lstStyle/>
                    <a:p>
                      <a:pPr algn="ctr">
                        <a:spcAft>
                          <a:spcPts val="0"/>
                        </a:spcAft>
                      </a:pPr>
                      <a:r>
                        <a:rPr lang="x-none" sz="1200" kern="100" cap="all" dirty="0">
                          <a:effectLst/>
                        </a:rPr>
                        <a:t>NO</a:t>
                      </a:r>
                      <a:endParaRPr lang="zh-CN" sz="1200" b="1" kern="100" dirty="0">
                        <a:effectLst/>
                        <a:latin typeface="Times New Roman"/>
                        <a:ea typeface="宋体"/>
                      </a:endParaRPr>
                    </a:p>
                  </a:txBody>
                  <a:tcPr marL="68577" marR="68577" marT="0" marB="0" anchor="ctr"/>
                </a:tc>
                <a:tc>
                  <a:txBody>
                    <a:bodyPr/>
                    <a:lstStyle/>
                    <a:p>
                      <a:pPr algn="ctr">
                        <a:spcAft>
                          <a:spcPts val="0"/>
                        </a:spcAft>
                      </a:pPr>
                      <a:r>
                        <a:rPr lang="x-none" sz="1200" kern="100" cap="all" dirty="0">
                          <a:effectLst/>
                        </a:rPr>
                        <a:t>DATA</a:t>
                      </a:r>
                      <a:endParaRPr lang="zh-CN" sz="1200" b="1" kern="100" dirty="0">
                        <a:effectLst/>
                        <a:latin typeface="Times New Roman"/>
                        <a:ea typeface="宋体"/>
                      </a:endParaRPr>
                    </a:p>
                  </a:txBody>
                  <a:tcPr marL="68577" marR="68577" marT="0" marB="0" anchor="ctr"/>
                </a:tc>
                <a:tc>
                  <a:txBody>
                    <a:bodyPr/>
                    <a:lstStyle/>
                    <a:p>
                      <a:pPr algn="ctr">
                        <a:spcAft>
                          <a:spcPts val="0"/>
                        </a:spcAft>
                      </a:pPr>
                      <a:r>
                        <a:rPr lang="x-none" sz="1200" kern="100" cap="all" dirty="0">
                          <a:effectLst/>
                        </a:rPr>
                        <a:t>DESCRIPTION</a:t>
                      </a:r>
                      <a:endParaRPr lang="zh-CN" sz="1200" b="1" kern="100" dirty="0">
                        <a:effectLst/>
                        <a:latin typeface="Times New Roman"/>
                        <a:ea typeface="宋体"/>
                      </a:endParaRPr>
                    </a:p>
                  </a:txBody>
                  <a:tcPr marL="68577" marR="68577" marT="0" marB="0" anchor="ctr"/>
                </a:tc>
                <a:tc>
                  <a:txBody>
                    <a:bodyPr/>
                    <a:lstStyle/>
                    <a:p>
                      <a:pPr algn="ctr">
                        <a:spcAft>
                          <a:spcPts val="0"/>
                        </a:spcAft>
                      </a:pPr>
                      <a:endParaRPr lang="zh-CN" sz="1200" b="1" kern="100" dirty="0">
                        <a:effectLst/>
                        <a:latin typeface="Times New Roman"/>
                        <a:ea typeface="宋体"/>
                      </a:endParaRPr>
                    </a:p>
                  </a:txBody>
                  <a:tcPr marL="68577" marR="68577" marT="0" marB="0" anchor="ctr"/>
                </a:tc>
                <a:tc>
                  <a:txBody>
                    <a:bodyPr/>
                    <a:lstStyle/>
                    <a:p>
                      <a:pPr algn="ctr">
                        <a:spcAft>
                          <a:spcPts val="0"/>
                        </a:spcAft>
                      </a:pPr>
                      <a:endParaRPr lang="zh-CN" sz="1200" b="1" kern="100" dirty="0">
                        <a:effectLst/>
                        <a:latin typeface="Times New Roman"/>
                        <a:ea typeface="宋体"/>
                      </a:endParaRPr>
                    </a:p>
                  </a:txBody>
                  <a:tcPr marL="68577" marR="68577" marT="0" marB="0" anchor="ctr"/>
                </a:tc>
                <a:extLst>
                  <a:ext uri="{0D108BD9-81ED-4DB2-BD59-A6C34878D82A}">
                    <a16:rowId xmlns:a16="http://schemas.microsoft.com/office/drawing/2014/main" xmlns="" val="10000"/>
                  </a:ext>
                </a:extLst>
              </a:tr>
              <a:tr h="240852">
                <a:tc>
                  <a:txBody>
                    <a:bodyPr/>
                    <a:lstStyle/>
                    <a:p>
                      <a:pPr algn="ctr">
                        <a:spcAft>
                          <a:spcPts val="0"/>
                        </a:spcAft>
                      </a:pPr>
                      <a:r>
                        <a:rPr lang="en-US" sz="1200" kern="100">
                          <a:effectLst/>
                        </a:rPr>
                        <a:t>0</a:t>
                      </a:r>
                      <a:endParaRPr lang="zh-CN" sz="1200" b="1" kern="100">
                        <a:effectLst/>
                        <a:latin typeface="Times New Roman"/>
                        <a:ea typeface="宋体"/>
                      </a:endParaRPr>
                    </a:p>
                  </a:txBody>
                  <a:tcPr marL="68577" marR="68577" marT="0" marB="0" anchor="ctr"/>
                </a:tc>
                <a:tc>
                  <a:txBody>
                    <a:bodyPr/>
                    <a:lstStyle/>
                    <a:p>
                      <a:pPr algn="ctr">
                        <a:spcAft>
                          <a:spcPts val="0"/>
                        </a:spcAft>
                      </a:pPr>
                      <a:r>
                        <a:rPr lang="en-US" sz="1200" kern="100" dirty="0">
                          <a:effectLst/>
                        </a:rPr>
                        <a:t>40H</a:t>
                      </a:r>
                      <a:endParaRPr lang="zh-CN" sz="1200" b="1" kern="100" dirty="0">
                        <a:effectLst/>
                        <a:latin typeface="Times New Roman"/>
                        <a:ea typeface="宋体"/>
                      </a:endParaRPr>
                    </a:p>
                  </a:txBody>
                  <a:tcPr marL="68577" marR="68577" marT="0" marB="0" anchor="ctr"/>
                </a:tc>
                <a:tc>
                  <a:txBody>
                    <a:bodyPr/>
                    <a:lstStyle/>
                    <a:p>
                      <a:pPr algn="ctr">
                        <a:spcAft>
                          <a:spcPts val="0"/>
                        </a:spcAft>
                      </a:pPr>
                      <a:r>
                        <a:rPr lang="x-none" sz="1200" kern="100" dirty="0">
                          <a:effectLst/>
                        </a:rPr>
                        <a:t>IDENTIFICATION</a:t>
                      </a:r>
                      <a:endParaRPr lang="zh-CN" sz="1200" b="1" kern="100" dirty="0">
                        <a:effectLst/>
                        <a:latin typeface="Times New Roman"/>
                        <a:ea typeface="宋体"/>
                      </a:endParaRPr>
                    </a:p>
                  </a:txBody>
                  <a:tcPr marL="68577" marR="68577" marT="0" marB="0" anchor="ctr"/>
                </a:tc>
                <a:tc>
                  <a:txBody>
                    <a:bodyPr/>
                    <a:lstStyle/>
                    <a:p>
                      <a:pPr algn="ctr">
                        <a:spcAft>
                          <a:spcPts val="0"/>
                        </a:spcAft>
                      </a:pPr>
                      <a:r>
                        <a:rPr lang="en-US" altLang="zh-CN" sz="1200" kern="100" dirty="0">
                          <a:effectLst/>
                        </a:rPr>
                        <a:t>40</a:t>
                      </a:r>
                      <a:endParaRPr lang="zh-CN" sz="1200" b="1" kern="100" dirty="0">
                        <a:solidFill>
                          <a:srgbClr val="FF0000"/>
                        </a:solidFill>
                        <a:effectLst/>
                        <a:latin typeface="Times New Roman"/>
                        <a:ea typeface="宋体"/>
                      </a:endParaRPr>
                    </a:p>
                  </a:txBody>
                  <a:tcPr marL="68577" marR="68577" marT="0" marB="0" anchor="ctr"/>
                </a:tc>
                <a:tc>
                  <a:txBody>
                    <a:bodyPr/>
                    <a:lstStyle/>
                    <a:p>
                      <a:pPr algn="ctr">
                        <a:spcAft>
                          <a:spcPts val="0"/>
                        </a:spcAft>
                      </a:pPr>
                      <a:endParaRPr lang="zh-CN" sz="1200" b="1" kern="100" dirty="0">
                        <a:solidFill>
                          <a:srgbClr val="FF0000"/>
                        </a:solidFill>
                        <a:effectLst/>
                        <a:latin typeface="Times New Roman"/>
                        <a:ea typeface="宋体"/>
                      </a:endParaRPr>
                    </a:p>
                  </a:txBody>
                  <a:tcPr marL="68577" marR="68577" marT="0" marB="0" anchor="ctr"/>
                </a:tc>
                <a:extLst>
                  <a:ext uri="{0D108BD9-81ED-4DB2-BD59-A6C34878D82A}">
                    <a16:rowId xmlns:a16="http://schemas.microsoft.com/office/drawing/2014/main" xmlns="" val="10001"/>
                  </a:ext>
                </a:extLst>
              </a:tr>
              <a:tr h="240852">
                <a:tc>
                  <a:txBody>
                    <a:bodyPr/>
                    <a:lstStyle/>
                    <a:p>
                      <a:pPr algn="ctr">
                        <a:spcAft>
                          <a:spcPts val="0"/>
                        </a:spcAft>
                      </a:pPr>
                      <a:r>
                        <a:rPr lang="en-US" sz="1200" kern="100">
                          <a:effectLst/>
                        </a:rPr>
                        <a:t>1</a:t>
                      </a:r>
                      <a:endParaRPr lang="zh-CN" sz="1200" b="1" kern="100">
                        <a:effectLst/>
                        <a:latin typeface="Times New Roman"/>
                        <a:ea typeface="宋体"/>
                      </a:endParaRPr>
                    </a:p>
                  </a:txBody>
                  <a:tcPr marL="68577" marR="68577" marT="0" marB="0" anchor="ctr"/>
                </a:tc>
                <a:tc>
                  <a:txBody>
                    <a:bodyPr/>
                    <a:lstStyle/>
                    <a:p>
                      <a:pPr algn="ctr">
                        <a:spcAft>
                          <a:spcPts val="0"/>
                        </a:spcAft>
                      </a:pPr>
                      <a:r>
                        <a:rPr lang="en-US" sz="1200" kern="100" dirty="0">
                          <a:effectLst/>
                        </a:rPr>
                        <a:t>11H</a:t>
                      </a:r>
                      <a:endParaRPr lang="zh-CN" sz="1200" b="1" kern="100" dirty="0">
                        <a:effectLst/>
                        <a:latin typeface="Times New Roman"/>
                        <a:ea typeface="宋体"/>
                      </a:endParaRPr>
                    </a:p>
                  </a:txBody>
                  <a:tcPr marL="68577" marR="68577" marT="0" marB="0" anchor="ctr"/>
                </a:tc>
                <a:tc>
                  <a:txBody>
                    <a:bodyPr/>
                    <a:lstStyle/>
                    <a:p>
                      <a:pPr algn="ctr">
                        <a:spcAft>
                          <a:spcPts val="0"/>
                        </a:spcAft>
                      </a:pPr>
                      <a:r>
                        <a:rPr lang="x-none" sz="1200" kern="100" dirty="0">
                          <a:effectLst/>
                        </a:rPr>
                        <a:t>ASSISTANT SYMBOL</a:t>
                      </a:r>
                      <a:endParaRPr lang="zh-CN" sz="1200" b="1" kern="100" dirty="0">
                        <a:effectLst/>
                        <a:latin typeface="Times New Roman"/>
                        <a:ea typeface="宋体"/>
                      </a:endParaRPr>
                    </a:p>
                  </a:txBody>
                  <a:tcPr marL="68577" marR="68577" marT="0" marB="0" anchor="ctr"/>
                </a:tc>
                <a:tc>
                  <a:txBody>
                    <a:bodyPr/>
                    <a:lstStyle/>
                    <a:p>
                      <a:pPr algn="ctr">
                        <a:spcAft>
                          <a:spcPts val="0"/>
                        </a:spcAft>
                      </a:pPr>
                      <a:r>
                        <a:rPr lang="en-US" altLang="zh-CN" sz="1200" kern="100" dirty="0">
                          <a:effectLst/>
                        </a:rPr>
                        <a:t>11</a:t>
                      </a:r>
                      <a:endParaRPr lang="zh-CN" sz="1200" b="1" kern="100" dirty="0">
                        <a:solidFill>
                          <a:srgbClr val="FF0000"/>
                        </a:solidFill>
                        <a:effectLst/>
                        <a:latin typeface="Times New Roman"/>
                        <a:ea typeface="宋体"/>
                      </a:endParaRPr>
                    </a:p>
                  </a:txBody>
                  <a:tcPr marL="68577" marR="68577" marT="0" marB="0" anchor="ctr"/>
                </a:tc>
                <a:tc>
                  <a:txBody>
                    <a:bodyPr/>
                    <a:lstStyle/>
                    <a:p>
                      <a:pPr algn="ctr">
                        <a:spcAft>
                          <a:spcPts val="0"/>
                        </a:spcAft>
                      </a:pPr>
                      <a:endParaRPr lang="zh-CN" sz="1200" b="1" kern="100" dirty="0">
                        <a:solidFill>
                          <a:srgbClr val="FF0000"/>
                        </a:solidFill>
                        <a:effectLst/>
                        <a:latin typeface="Times New Roman"/>
                        <a:ea typeface="宋体"/>
                      </a:endParaRPr>
                    </a:p>
                  </a:txBody>
                  <a:tcPr marL="68577" marR="68577" marT="0" marB="0" anchor="ctr"/>
                </a:tc>
                <a:extLst>
                  <a:ext uri="{0D108BD9-81ED-4DB2-BD59-A6C34878D82A}">
                    <a16:rowId xmlns:a16="http://schemas.microsoft.com/office/drawing/2014/main" xmlns="" val="10002"/>
                  </a:ext>
                </a:extLst>
              </a:tr>
              <a:tr h="240852">
                <a:tc>
                  <a:txBody>
                    <a:bodyPr/>
                    <a:lstStyle/>
                    <a:p>
                      <a:pPr algn="ctr">
                        <a:spcAft>
                          <a:spcPts val="0"/>
                        </a:spcAft>
                      </a:pPr>
                      <a:r>
                        <a:rPr lang="en-US" sz="1200" kern="100">
                          <a:effectLst/>
                        </a:rPr>
                        <a:t>2</a:t>
                      </a:r>
                      <a:endParaRPr lang="zh-CN" sz="1200" b="1" kern="100">
                        <a:effectLst/>
                        <a:latin typeface="Times New Roman"/>
                        <a:ea typeface="宋体"/>
                      </a:endParaRPr>
                    </a:p>
                  </a:txBody>
                  <a:tcPr marL="68577" marR="68577" marT="0" marB="0" anchor="ctr"/>
                </a:tc>
                <a:tc>
                  <a:txBody>
                    <a:bodyPr/>
                    <a:lstStyle/>
                    <a:p>
                      <a:pPr algn="ctr">
                        <a:spcAft>
                          <a:spcPts val="0"/>
                        </a:spcAft>
                      </a:pPr>
                      <a:r>
                        <a:rPr lang="en-US" sz="1200" kern="100" dirty="0">
                          <a:effectLst/>
                        </a:rPr>
                        <a:t>01H</a:t>
                      </a:r>
                      <a:endParaRPr lang="zh-CN" sz="1200" b="1" kern="100" dirty="0">
                        <a:effectLst/>
                        <a:latin typeface="Times New Roman"/>
                        <a:ea typeface="宋体"/>
                      </a:endParaRPr>
                    </a:p>
                  </a:txBody>
                  <a:tcPr marL="68577" marR="68577" marT="0" marB="0" anchor="ctr"/>
                </a:tc>
                <a:tc>
                  <a:txBody>
                    <a:bodyPr/>
                    <a:lstStyle/>
                    <a:p>
                      <a:pPr algn="ctr">
                        <a:spcAft>
                          <a:spcPts val="0"/>
                        </a:spcAft>
                      </a:pPr>
                      <a:r>
                        <a:rPr lang="x-none" sz="1200" kern="100" dirty="0">
                          <a:effectLst/>
                        </a:rPr>
                        <a:t>TYPE</a:t>
                      </a:r>
                      <a:endParaRPr lang="zh-CN" sz="1200" b="1" kern="100" dirty="0">
                        <a:effectLst/>
                        <a:latin typeface="Times New Roman"/>
                        <a:ea typeface="宋体"/>
                      </a:endParaRPr>
                    </a:p>
                  </a:txBody>
                  <a:tcPr marL="68577" marR="68577" marT="0" marB="0" anchor="ctr"/>
                </a:tc>
                <a:tc>
                  <a:txBody>
                    <a:bodyPr/>
                    <a:lstStyle/>
                    <a:p>
                      <a:pPr algn="ctr">
                        <a:spcAft>
                          <a:spcPts val="0"/>
                        </a:spcAft>
                      </a:pPr>
                      <a:r>
                        <a:rPr lang="en-US" altLang="zh-CN" sz="1200" kern="100" dirty="0">
                          <a:effectLst/>
                        </a:rPr>
                        <a:t>01</a:t>
                      </a:r>
                      <a:endParaRPr lang="zh-CN" sz="1200" b="1" kern="100" dirty="0">
                        <a:solidFill>
                          <a:srgbClr val="FF0000"/>
                        </a:solidFill>
                        <a:effectLst/>
                        <a:latin typeface="Times New Roman"/>
                        <a:ea typeface="宋体"/>
                      </a:endParaRPr>
                    </a:p>
                  </a:txBody>
                  <a:tcPr marL="68577" marR="68577" marT="0" marB="0" anchor="ctr"/>
                </a:tc>
                <a:tc>
                  <a:txBody>
                    <a:bodyPr/>
                    <a:lstStyle/>
                    <a:p>
                      <a:pPr algn="ctr">
                        <a:spcAft>
                          <a:spcPts val="0"/>
                        </a:spcAft>
                      </a:pPr>
                      <a:endParaRPr lang="zh-CN" sz="1200" b="1" kern="100" dirty="0">
                        <a:solidFill>
                          <a:srgbClr val="FF0000"/>
                        </a:solidFill>
                        <a:effectLst/>
                        <a:latin typeface="Times New Roman"/>
                        <a:ea typeface="宋体"/>
                      </a:endParaRPr>
                    </a:p>
                  </a:txBody>
                  <a:tcPr marL="68577" marR="68577" marT="0" marB="0" anchor="ctr"/>
                </a:tc>
                <a:extLst>
                  <a:ext uri="{0D108BD9-81ED-4DB2-BD59-A6C34878D82A}">
                    <a16:rowId xmlns:a16="http://schemas.microsoft.com/office/drawing/2014/main" xmlns="" val="10003"/>
                  </a:ext>
                </a:extLst>
              </a:tr>
              <a:tr h="240852">
                <a:tc>
                  <a:txBody>
                    <a:bodyPr/>
                    <a:lstStyle/>
                    <a:p>
                      <a:pPr algn="ctr">
                        <a:spcAft>
                          <a:spcPts val="0"/>
                        </a:spcAft>
                      </a:pPr>
                      <a:r>
                        <a:rPr lang="en-US" sz="1200" kern="100">
                          <a:effectLst/>
                        </a:rPr>
                        <a:t>3</a:t>
                      </a:r>
                      <a:endParaRPr lang="zh-CN" sz="1200" b="1" kern="100">
                        <a:effectLst/>
                        <a:latin typeface="Times New Roman"/>
                        <a:ea typeface="宋体"/>
                      </a:endParaRPr>
                    </a:p>
                  </a:txBody>
                  <a:tcPr marL="68577" marR="68577"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77" marR="68577" marT="0" marB="0" anchor="ctr"/>
                </a:tc>
                <a:tc rowSpan="4">
                  <a:txBody>
                    <a:bodyPr/>
                    <a:lstStyle/>
                    <a:p>
                      <a:pPr algn="ctr">
                        <a:spcAft>
                          <a:spcPts val="0"/>
                        </a:spcAft>
                      </a:pPr>
                      <a:r>
                        <a:rPr lang="x-none" sz="1200" kern="100" dirty="0">
                          <a:effectLst/>
                        </a:rPr>
                        <a:t>ADJUST SECOND</a:t>
                      </a:r>
                      <a:endParaRPr lang="zh-CN" sz="1200" kern="100" dirty="0">
                        <a:effectLst/>
                      </a:endParaRPr>
                    </a:p>
                    <a:p>
                      <a:pPr algn="ctr">
                        <a:spcAft>
                          <a:spcPts val="0"/>
                        </a:spcAft>
                      </a:pPr>
                      <a:r>
                        <a:rPr lang="x-none" sz="1200" kern="100" dirty="0">
                          <a:effectLst/>
                        </a:rPr>
                        <a:t>Complementary code, HIGH BYTE FIRST</a:t>
                      </a:r>
                      <a:endParaRPr lang="zh-CN" sz="1200" b="1" kern="100" dirty="0">
                        <a:effectLst/>
                        <a:latin typeface="Times New Roman"/>
                        <a:ea typeface="宋体"/>
                      </a:endParaRPr>
                    </a:p>
                  </a:txBody>
                  <a:tcPr marL="68577" marR="68577" marT="0" marB="0" anchor="ctr"/>
                </a:tc>
                <a:tc rowSpan="4">
                  <a:txBody>
                    <a:bodyPr/>
                    <a:lstStyle/>
                    <a:p>
                      <a:pPr algn="ctr">
                        <a:spcAft>
                          <a:spcPts val="0"/>
                        </a:spcAft>
                      </a:pPr>
                      <a:r>
                        <a:rPr lang="en-US" altLang="zh-CN" sz="1200" kern="100" dirty="0">
                          <a:effectLst/>
                        </a:rPr>
                        <a:t>FF</a:t>
                      </a:r>
                      <a:r>
                        <a:rPr lang="en-US" altLang="zh-CN" sz="1200" kern="100" baseline="0" dirty="0">
                          <a:effectLst/>
                        </a:rPr>
                        <a:t> FF FF F5</a:t>
                      </a:r>
                      <a:endParaRPr lang="zh-CN" sz="1200" b="1" kern="100" dirty="0">
                        <a:solidFill>
                          <a:srgbClr val="FF0000"/>
                        </a:solidFill>
                        <a:effectLst/>
                        <a:latin typeface="Times New Roman"/>
                        <a:ea typeface="宋体"/>
                      </a:endParaRPr>
                    </a:p>
                  </a:txBody>
                  <a:tcPr marL="68577" marR="68577" marT="0" marB="0" anchor="ctr"/>
                </a:tc>
                <a:tc rowSpan="4">
                  <a:txBody>
                    <a:bodyPr/>
                    <a:lstStyle/>
                    <a:p>
                      <a:pPr algn="ctr">
                        <a:spcAft>
                          <a:spcPts val="0"/>
                        </a:spcAft>
                      </a:pPr>
                      <a:r>
                        <a:rPr lang="en-US" altLang="zh-CN" sz="1200" kern="100" dirty="0">
                          <a:effectLst/>
                        </a:rPr>
                        <a:t>-11s</a:t>
                      </a:r>
                      <a:endParaRPr lang="zh-CN" sz="1200" b="1" kern="100" dirty="0">
                        <a:solidFill>
                          <a:schemeClr val="tx1"/>
                        </a:solidFill>
                        <a:effectLst/>
                        <a:latin typeface="Times New Roman"/>
                        <a:ea typeface="宋体"/>
                      </a:endParaRPr>
                    </a:p>
                  </a:txBody>
                  <a:tcPr marL="68577" marR="68577" marT="0" marB="0" anchor="ctr"/>
                </a:tc>
                <a:extLst>
                  <a:ext uri="{0D108BD9-81ED-4DB2-BD59-A6C34878D82A}">
                    <a16:rowId xmlns:a16="http://schemas.microsoft.com/office/drawing/2014/main" xmlns="" val="10004"/>
                  </a:ext>
                </a:extLst>
              </a:tr>
              <a:tr h="240852">
                <a:tc>
                  <a:txBody>
                    <a:bodyPr/>
                    <a:lstStyle/>
                    <a:p>
                      <a:pPr algn="ctr">
                        <a:spcAft>
                          <a:spcPts val="0"/>
                        </a:spcAft>
                      </a:pPr>
                      <a:r>
                        <a:rPr lang="en-US" sz="1200" kern="100">
                          <a:effectLst/>
                        </a:rPr>
                        <a:t>4</a:t>
                      </a:r>
                      <a:endParaRPr lang="zh-CN" sz="1200" b="1" kern="100">
                        <a:effectLst/>
                        <a:latin typeface="Times New Roman"/>
                        <a:ea typeface="宋体"/>
                      </a:endParaRPr>
                    </a:p>
                  </a:txBody>
                  <a:tcPr marL="68577" marR="68577"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77" marR="68577" marT="0"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xmlns="" val="10005"/>
                  </a:ext>
                </a:extLst>
              </a:tr>
              <a:tr h="240852">
                <a:tc>
                  <a:txBody>
                    <a:bodyPr/>
                    <a:lstStyle/>
                    <a:p>
                      <a:pPr algn="ctr">
                        <a:spcAft>
                          <a:spcPts val="0"/>
                        </a:spcAft>
                      </a:pPr>
                      <a:r>
                        <a:rPr lang="en-US" sz="1200" kern="100">
                          <a:effectLst/>
                        </a:rPr>
                        <a:t>5</a:t>
                      </a:r>
                      <a:endParaRPr lang="zh-CN" sz="1200" b="1" kern="100">
                        <a:effectLst/>
                        <a:latin typeface="Times New Roman"/>
                        <a:ea typeface="宋体"/>
                      </a:endParaRPr>
                    </a:p>
                  </a:txBody>
                  <a:tcPr marL="68577" marR="68577"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77" marR="68577" marT="0"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xmlns="" val="10006"/>
                  </a:ext>
                </a:extLst>
              </a:tr>
              <a:tr h="240852">
                <a:tc>
                  <a:txBody>
                    <a:bodyPr/>
                    <a:lstStyle/>
                    <a:p>
                      <a:pPr algn="ctr">
                        <a:spcAft>
                          <a:spcPts val="0"/>
                        </a:spcAft>
                      </a:pPr>
                      <a:r>
                        <a:rPr lang="en-US" sz="1200" kern="100">
                          <a:effectLst/>
                        </a:rPr>
                        <a:t>6</a:t>
                      </a:r>
                      <a:endParaRPr lang="zh-CN" sz="1200" b="1" kern="100">
                        <a:effectLst/>
                        <a:latin typeface="Times New Roman"/>
                        <a:ea typeface="宋体"/>
                      </a:endParaRPr>
                    </a:p>
                  </a:txBody>
                  <a:tcPr marL="68577" marR="68577"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77" marR="68577" marT="0"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xmlns="" val="10007"/>
                  </a:ext>
                </a:extLst>
              </a:tr>
              <a:tr h="240852">
                <a:tc>
                  <a:txBody>
                    <a:bodyPr/>
                    <a:lstStyle/>
                    <a:p>
                      <a:pPr algn="ctr">
                        <a:spcAft>
                          <a:spcPts val="0"/>
                        </a:spcAft>
                      </a:pPr>
                      <a:r>
                        <a:rPr lang="en-US" sz="1200" kern="100">
                          <a:effectLst/>
                        </a:rPr>
                        <a:t>7</a:t>
                      </a:r>
                      <a:endParaRPr lang="zh-CN" sz="1200" b="1" kern="100">
                        <a:effectLst/>
                        <a:latin typeface="Times New Roman"/>
                        <a:ea typeface="宋体"/>
                      </a:endParaRPr>
                    </a:p>
                  </a:txBody>
                  <a:tcPr marL="68577" marR="68577" marT="0" marB="0" anchor="ctr"/>
                </a:tc>
                <a:tc>
                  <a:txBody>
                    <a:bodyPr/>
                    <a:lstStyle/>
                    <a:p>
                      <a:pPr algn="ctr">
                        <a:spcAft>
                          <a:spcPts val="0"/>
                        </a:spcAft>
                      </a:pPr>
                      <a:r>
                        <a:rPr lang="en-US" sz="1200" kern="100">
                          <a:effectLst/>
                        </a:rPr>
                        <a:t>##H</a:t>
                      </a:r>
                      <a:endParaRPr lang="zh-CN" sz="1200" b="1" kern="100">
                        <a:effectLst/>
                        <a:latin typeface="Times New Roman"/>
                        <a:ea typeface="宋体"/>
                      </a:endParaRPr>
                    </a:p>
                  </a:txBody>
                  <a:tcPr marL="68577" marR="68577" marT="0" marB="0" anchor="ctr"/>
                </a:tc>
                <a:tc rowSpan="2">
                  <a:txBody>
                    <a:bodyPr/>
                    <a:lstStyle/>
                    <a:p>
                      <a:pPr algn="ctr">
                        <a:spcAft>
                          <a:spcPts val="0"/>
                        </a:spcAft>
                      </a:pPr>
                      <a:r>
                        <a:rPr lang="x-none" sz="1200" kern="100" dirty="0">
                          <a:effectLst/>
                        </a:rPr>
                        <a:t>ADJUST MILLSECOND</a:t>
                      </a:r>
                      <a:endParaRPr lang="zh-CN" sz="1200" kern="100" dirty="0">
                        <a:effectLst/>
                      </a:endParaRPr>
                    </a:p>
                    <a:p>
                      <a:pPr algn="ctr">
                        <a:spcAft>
                          <a:spcPts val="0"/>
                        </a:spcAft>
                      </a:pPr>
                      <a:r>
                        <a:rPr lang="x-none" sz="1200" kern="100" dirty="0">
                          <a:effectLst/>
                        </a:rPr>
                        <a:t>TRUE FORM, HIGH BYTE FIRST</a:t>
                      </a:r>
                      <a:endParaRPr lang="zh-CN" sz="1200" b="1" kern="100" dirty="0">
                        <a:effectLst/>
                        <a:latin typeface="Times New Roman"/>
                        <a:ea typeface="宋体"/>
                      </a:endParaRPr>
                    </a:p>
                  </a:txBody>
                  <a:tcPr marL="68577" marR="68577" marT="0" marB="0" anchor="ctr"/>
                </a:tc>
                <a:tc rowSpan="2">
                  <a:txBody>
                    <a:bodyPr/>
                    <a:lstStyle/>
                    <a:p>
                      <a:pPr algn="ctr">
                        <a:spcAft>
                          <a:spcPts val="0"/>
                        </a:spcAft>
                      </a:pPr>
                      <a:r>
                        <a:rPr lang="en-US" altLang="zh-CN" sz="1200" kern="100" baseline="0" dirty="0">
                          <a:effectLst/>
                        </a:rPr>
                        <a:t>03 84</a:t>
                      </a:r>
                      <a:endParaRPr lang="zh-CN" sz="1200" b="1" kern="100" dirty="0">
                        <a:solidFill>
                          <a:srgbClr val="FF0000"/>
                        </a:solidFill>
                        <a:effectLst/>
                        <a:latin typeface="Times New Roman"/>
                        <a:ea typeface="宋体"/>
                      </a:endParaRPr>
                    </a:p>
                  </a:txBody>
                  <a:tcPr marL="68577" marR="68577" marT="0" marB="0" anchor="ctr"/>
                </a:tc>
                <a:tc rowSpan="2">
                  <a:txBody>
                    <a:bodyPr/>
                    <a:lstStyle/>
                    <a:p>
                      <a:pPr algn="ctr">
                        <a:spcAft>
                          <a:spcPts val="0"/>
                        </a:spcAft>
                      </a:pPr>
                      <a:r>
                        <a:rPr lang="en-US" altLang="zh-CN" sz="1200" kern="100" dirty="0">
                          <a:effectLst/>
                        </a:rPr>
                        <a:t>900ms</a:t>
                      </a:r>
                      <a:endParaRPr lang="zh-CN" sz="1200" b="1" kern="100" dirty="0">
                        <a:solidFill>
                          <a:schemeClr val="tx1"/>
                        </a:solidFill>
                        <a:effectLst/>
                        <a:latin typeface="Times New Roman"/>
                        <a:ea typeface="宋体"/>
                      </a:endParaRPr>
                    </a:p>
                  </a:txBody>
                  <a:tcPr marL="68577" marR="68577" marT="0" marB="0" anchor="ctr"/>
                </a:tc>
                <a:extLst>
                  <a:ext uri="{0D108BD9-81ED-4DB2-BD59-A6C34878D82A}">
                    <a16:rowId xmlns:a16="http://schemas.microsoft.com/office/drawing/2014/main" xmlns="" val="10008"/>
                  </a:ext>
                </a:extLst>
              </a:tr>
              <a:tr h="307763">
                <a:tc>
                  <a:txBody>
                    <a:bodyPr/>
                    <a:lstStyle/>
                    <a:p>
                      <a:pPr algn="ctr">
                        <a:spcAft>
                          <a:spcPts val="0"/>
                        </a:spcAft>
                      </a:pPr>
                      <a:r>
                        <a:rPr lang="en-US" sz="1200" kern="100">
                          <a:effectLst/>
                        </a:rPr>
                        <a:t>8</a:t>
                      </a:r>
                      <a:endParaRPr lang="zh-CN" sz="1200" b="1" kern="100">
                        <a:effectLst/>
                        <a:latin typeface="Times New Roman"/>
                        <a:ea typeface="宋体"/>
                      </a:endParaRPr>
                    </a:p>
                  </a:txBody>
                  <a:tcPr marL="68577" marR="68577"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77" marR="68577" marT="0"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xmlns="" val="10009"/>
                  </a:ext>
                </a:extLst>
              </a:tr>
            </a:tbl>
          </a:graphicData>
        </a:graphic>
      </p:graphicFrame>
    </p:spTree>
    <p:extLst>
      <p:ext uri="{BB962C8B-B14F-4D97-AF65-F5344CB8AC3E}">
        <p14:creationId xmlns:p14="http://schemas.microsoft.com/office/powerpoint/2010/main" val="207045062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4: Time Calibration</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58</a:t>
            </a:fld>
            <a:r>
              <a:rPr lang="zh-CN" altLang="en-US"/>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1052159"/>
            <a:ext cx="8255000" cy="3416320"/>
          </a:xfrm>
          <a:prstGeom prst="rect">
            <a:avLst/>
          </a:prstGeom>
          <a:noFill/>
          <a:ln>
            <a:noFill/>
          </a:ln>
        </p:spPr>
        <p:txBody>
          <a:bodyPr>
            <a:spAutoFit/>
          </a:bodyPr>
          <a:lstStyle/>
          <a:p>
            <a:pPr algn="just">
              <a:lnSpc>
                <a:spcPct val="150000"/>
              </a:lnSpc>
              <a:defRPr/>
            </a:pPr>
            <a:r>
              <a:rPr lang="en-US" altLang="zh-CN" sz="2400" dirty="0">
                <a:solidFill>
                  <a:srgbClr val="FF0000"/>
                </a:solidFill>
              </a:rPr>
              <a:t>Uniform time correction .</a:t>
            </a:r>
          </a:p>
          <a:p>
            <a:pPr indent="457200" algn="just">
              <a:lnSpc>
                <a:spcPct val="150000"/>
              </a:lnSpc>
              <a:defRPr/>
            </a:pPr>
            <a:r>
              <a:rPr lang="en-US" altLang="zh-CN" sz="2400" dirty="0">
                <a:solidFill>
                  <a:schemeClr val="tx1"/>
                </a:solidFill>
              </a:rPr>
              <a:t>The uniform time correction is to add or subtract periodically one millisecond of on board time to eliminate the predicted time error. The interval to perform the uniform time correction is the range from 1 to 0xFFFFFF seconds.</a:t>
            </a:r>
            <a:r>
              <a:rPr lang="x-none" altLang="zh-CN" sz="2400" dirty="0">
                <a:solidFill>
                  <a:schemeClr val="tx1"/>
                </a:solidFill>
              </a:rPr>
              <a:t>  </a:t>
            </a:r>
            <a:endParaRPr lang="zh-CN" altLang="zh-CN" sz="2400" dirty="0">
              <a:solidFill>
                <a:schemeClr val="tx1"/>
              </a:solidFill>
            </a:endParaRPr>
          </a:p>
          <a:p>
            <a:pPr indent="457200" algn="just">
              <a:lnSpc>
                <a:spcPct val="150000"/>
              </a:lnSpc>
              <a:defRPr/>
            </a:pPr>
            <a:endParaRPr lang="en-US" altLang="zh-CN" sz="2400" dirty="0">
              <a:solidFill>
                <a:schemeClr val="tx1"/>
              </a:solidFill>
            </a:endParaRPr>
          </a:p>
        </p:txBody>
      </p:sp>
    </p:spTree>
    <p:extLst>
      <p:ext uri="{BB962C8B-B14F-4D97-AF65-F5344CB8AC3E}">
        <p14:creationId xmlns:p14="http://schemas.microsoft.com/office/powerpoint/2010/main" val="207045062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4: Time Calibration</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59</a:t>
            </a:fld>
            <a:r>
              <a:rPr lang="zh-CN" altLang="en-US"/>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924519"/>
            <a:ext cx="82550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457200" algn="just">
              <a:lnSpc>
                <a:spcPct val="150000"/>
              </a:lnSpc>
            </a:pPr>
            <a:r>
              <a:rPr lang="en-US" altLang="zh-CN" sz="2400" dirty="0">
                <a:solidFill>
                  <a:schemeClr val="tx1"/>
                </a:solidFill>
              </a:rPr>
              <a:t>Uniform time correction Format.</a:t>
            </a:r>
          </a:p>
          <a:p>
            <a:pPr indent="457200" algn="just">
              <a:lnSpc>
                <a:spcPct val="150000"/>
              </a:lnSpc>
            </a:pPr>
            <a:endParaRPr lang="en-US" altLang="zh-CN" sz="2400" dirty="0">
              <a:solidFill>
                <a:schemeClr val="tx1"/>
              </a:solidFill>
            </a:endParaRPr>
          </a:p>
        </p:txBody>
      </p:sp>
      <p:graphicFrame>
        <p:nvGraphicFramePr>
          <p:cNvPr id="7" name="表格 6"/>
          <p:cNvGraphicFramePr>
            <a:graphicFrameLocks noGrp="1"/>
          </p:cNvGraphicFramePr>
          <p:nvPr>
            <p:extLst>
              <p:ext uri="{D42A27DB-BD31-4B8C-83A1-F6EECF244321}">
                <p14:modId xmlns:p14="http://schemas.microsoft.com/office/powerpoint/2010/main" val="4287584192"/>
              </p:ext>
            </p:extLst>
          </p:nvPr>
        </p:nvGraphicFramePr>
        <p:xfrm>
          <a:off x="1368425" y="1518640"/>
          <a:ext cx="5867400" cy="2781304"/>
        </p:xfrm>
        <a:graphic>
          <a:graphicData uri="http://schemas.openxmlformats.org/drawingml/2006/table">
            <a:tbl>
              <a:tblPr firstRow="1" firstCol="1" bandRow="1" bandCol="1">
                <a:tableStyleId>{69CF1AB2-1976-4502-BF36-3FF5EA218861}</a:tableStyleId>
              </a:tblPr>
              <a:tblGrid>
                <a:gridCol w="768636">
                  <a:extLst>
                    <a:ext uri="{9D8B030D-6E8A-4147-A177-3AD203B41FA5}">
                      <a16:colId xmlns:a16="http://schemas.microsoft.com/office/drawing/2014/main" xmlns="" val="20000"/>
                    </a:ext>
                  </a:extLst>
                </a:gridCol>
                <a:gridCol w="798695">
                  <a:extLst>
                    <a:ext uri="{9D8B030D-6E8A-4147-A177-3AD203B41FA5}">
                      <a16:colId xmlns:a16="http://schemas.microsoft.com/office/drawing/2014/main" xmlns="" val="20001"/>
                    </a:ext>
                  </a:extLst>
                </a:gridCol>
                <a:gridCol w="4300069">
                  <a:extLst>
                    <a:ext uri="{9D8B030D-6E8A-4147-A177-3AD203B41FA5}">
                      <a16:colId xmlns:a16="http://schemas.microsoft.com/office/drawing/2014/main" xmlns="" val="20002"/>
                    </a:ext>
                  </a:extLst>
                </a:gridCol>
              </a:tblGrid>
              <a:tr h="225802">
                <a:tc>
                  <a:txBody>
                    <a:bodyPr/>
                    <a:lstStyle/>
                    <a:p>
                      <a:pPr algn="ctr">
                        <a:spcAft>
                          <a:spcPts val="0"/>
                        </a:spcAft>
                      </a:pPr>
                      <a:r>
                        <a:rPr lang="x-none" sz="1200" kern="100" cap="all" dirty="0">
                          <a:effectLst/>
                        </a:rPr>
                        <a:t>NO</a:t>
                      </a:r>
                      <a:endParaRPr lang="zh-CN" sz="1200" b="1" kern="100" dirty="0">
                        <a:effectLst/>
                        <a:latin typeface="Times New Roman"/>
                        <a:ea typeface="宋体"/>
                      </a:endParaRPr>
                    </a:p>
                  </a:txBody>
                  <a:tcPr marL="68565" marR="68565" marT="0" marB="0" anchor="ctr"/>
                </a:tc>
                <a:tc>
                  <a:txBody>
                    <a:bodyPr/>
                    <a:lstStyle/>
                    <a:p>
                      <a:pPr algn="ctr">
                        <a:spcAft>
                          <a:spcPts val="0"/>
                        </a:spcAft>
                      </a:pPr>
                      <a:r>
                        <a:rPr lang="x-none" sz="1200" kern="100" cap="all">
                          <a:effectLst/>
                        </a:rPr>
                        <a:t>DATA</a:t>
                      </a:r>
                      <a:endParaRPr lang="zh-CN" sz="1200" b="1" kern="100">
                        <a:effectLst/>
                        <a:latin typeface="Times New Roman"/>
                        <a:ea typeface="宋体"/>
                      </a:endParaRPr>
                    </a:p>
                  </a:txBody>
                  <a:tcPr marL="68565" marR="68565" marT="0" marB="0" anchor="ctr"/>
                </a:tc>
                <a:tc>
                  <a:txBody>
                    <a:bodyPr/>
                    <a:lstStyle/>
                    <a:p>
                      <a:pPr algn="ctr">
                        <a:spcAft>
                          <a:spcPts val="0"/>
                        </a:spcAft>
                      </a:pPr>
                      <a:r>
                        <a:rPr lang="x-none" sz="1200" kern="100" cap="all">
                          <a:effectLst/>
                        </a:rPr>
                        <a:t>DESCRIPTION</a:t>
                      </a:r>
                      <a:endParaRPr lang="zh-CN" sz="1200" b="1" kern="100">
                        <a:effectLst/>
                        <a:latin typeface="Times New Roman"/>
                        <a:ea typeface="宋体"/>
                      </a:endParaRPr>
                    </a:p>
                  </a:txBody>
                  <a:tcPr marL="68565" marR="68565" marT="0" marB="0" anchor="ctr"/>
                </a:tc>
                <a:extLst>
                  <a:ext uri="{0D108BD9-81ED-4DB2-BD59-A6C34878D82A}">
                    <a16:rowId xmlns:a16="http://schemas.microsoft.com/office/drawing/2014/main" xmlns="" val="10000"/>
                  </a:ext>
                </a:extLst>
              </a:tr>
              <a:tr h="225802">
                <a:tc>
                  <a:txBody>
                    <a:bodyPr/>
                    <a:lstStyle/>
                    <a:p>
                      <a:pPr algn="ctr">
                        <a:spcAft>
                          <a:spcPts val="0"/>
                        </a:spcAft>
                      </a:pPr>
                      <a:r>
                        <a:rPr lang="en-US" sz="1200" kern="100">
                          <a:effectLst/>
                        </a:rPr>
                        <a:t>0</a:t>
                      </a:r>
                      <a:endParaRPr lang="zh-CN" sz="1200" b="1" kern="100">
                        <a:effectLst/>
                        <a:latin typeface="Times New Roman"/>
                        <a:ea typeface="宋体"/>
                      </a:endParaRPr>
                    </a:p>
                  </a:txBody>
                  <a:tcPr marL="68565" marR="68565" marT="0" marB="0" anchor="ctr"/>
                </a:tc>
                <a:tc>
                  <a:txBody>
                    <a:bodyPr/>
                    <a:lstStyle/>
                    <a:p>
                      <a:pPr algn="ctr">
                        <a:spcAft>
                          <a:spcPts val="0"/>
                        </a:spcAft>
                      </a:pPr>
                      <a:r>
                        <a:rPr lang="en-US" sz="1200" kern="100">
                          <a:effectLst/>
                        </a:rPr>
                        <a:t>40H</a:t>
                      </a:r>
                      <a:endParaRPr lang="zh-CN" sz="1200" b="1" kern="100">
                        <a:effectLst/>
                        <a:latin typeface="Times New Roman"/>
                        <a:ea typeface="宋体"/>
                      </a:endParaRPr>
                    </a:p>
                  </a:txBody>
                  <a:tcPr marL="68565" marR="68565" marT="0" marB="0" anchor="ctr"/>
                </a:tc>
                <a:tc>
                  <a:txBody>
                    <a:bodyPr/>
                    <a:lstStyle/>
                    <a:p>
                      <a:pPr algn="ctr">
                        <a:spcAft>
                          <a:spcPts val="0"/>
                        </a:spcAft>
                      </a:pPr>
                      <a:r>
                        <a:rPr lang="x-none" sz="1200" kern="100">
                          <a:effectLst/>
                        </a:rPr>
                        <a:t>IDENTIFICATION</a:t>
                      </a:r>
                      <a:endParaRPr lang="zh-CN" sz="1200" b="1" kern="100">
                        <a:effectLst/>
                        <a:latin typeface="Times New Roman"/>
                        <a:ea typeface="宋体"/>
                      </a:endParaRPr>
                    </a:p>
                  </a:txBody>
                  <a:tcPr marL="68565" marR="68565" marT="0" marB="0" anchor="ctr"/>
                </a:tc>
                <a:extLst>
                  <a:ext uri="{0D108BD9-81ED-4DB2-BD59-A6C34878D82A}">
                    <a16:rowId xmlns:a16="http://schemas.microsoft.com/office/drawing/2014/main" xmlns="" val="10001"/>
                  </a:ext>
                </a:extLst>
              </a:tr>
              <a:tr h="225802">
                <a:tc>
                  <a:txBody>
                    <a:bodyPr/>
                    <a:lstStyle/>
                    <a:p>
                      <a:pPr algn="ctr">
                        <a:spcAft>
                          <a:spcPts val="0"/>
                        </a:spcAft>
                      </a:pPr>
                      <a:r>
                        <a:rPr lang="en-US" sz="1200" kern="100">
                          <a:effectLst/>
                        </a:rPr>
                        <a:t>1</a:t>
                      </a:r>
                      <a:endParaRPr lang="zh-CN" sz="1200" b="1" kern="100">
                        <a:effectLst/>
                        <a:latin typeface="Times New Roman"/>
                        <a:ea typeface="宋体"/>
                      </a:endParaRPr>
                    </a:p>
                  </a:txBody>
                  <a:tcPr marL="68565" marR="68565" marT="0" marB="0" anchor="ctr"/>
                </a:tc>
                <a:tc>
                  <a:txBody>
                    <a:bodyPr/>
                    <a:lstStyle/>
                    <a:p>
                      <a:pPr algn="ctr">
                        <a:spcAft>
                          <a:spcPts val="0"/>
                        </a:spcAft>
                      </a:pPr>
                      <a:r>
                        <a:rPr lang="en-US" sz="1200" kern="100">
                          <a:effectLst/>
                        </a:rPr>
                        <a:t>11H</a:t>
                      </a:r>
                      <a:endParaRPr lang="zh-CN" sz="1200" b="1" kern="100">
                        <a:effectLst/>
                        <a:latin typeface="Times New Roman"/>
                        <a:ea typeface="宋体"/>
                      </a:endParaRPr>
                    </a:p>
                  </a:txBody>
                  <a:tcPr marL="68565" marR="68565" marT="0" marB="0" anchor="ctr"/>
                </a:tc>
                <a:tc>
                  <a:txBody>
                    <a:bodyPr/>
                    <a:lstStyle/>
                    <a:p>
                      <a:pPr algn="ctr">
                        <a:spcAft>
                          <a:spcPts val="0"/>
                        </a:spcAft>
                      </a:pPr>
                      <a:r>
                        <a:rPr lang="x-none" sz="1200" kern="100">
                          <a:effectLst/>
                        </a:rPr>
                        <a:t>ASSISTANT SYMBOL</a:t>
                      </a:r>
                      <a:endParaRPr lang="zh-CN" sz="1200" b="1" kern="100">
                        <a:effectLst/>
                        <a:latin typeface="Times New Roman"/>
                        <a:ea typeface="宋体"/>
                      </a:endParaRPr>
                    </a:p>
                  </a:txBody>
                  <a:tcPr marL="68565" marR="68565" marT="0" marB="0" anchor="ctr"/>
                </a:tc>
                <a:extLst>
                  <a:ext uri="{0D108BD9-81ED-4DB2-BD59-A6C34878D82A}">
                    <a16:rowId xmlns:a16="http://schemas.microsoft.com/office/drawing/2014/main" xmlns="" val="10002"/>
                  </a:ext>
                </a:extLst>
              </a:tr>
              <a:tr h="225802">
                <a:tc>
                  <a:txBody>
                    <a:bodyPr/>
                    <a:lstStyle/>
                    <a:p>
                      <a:pPr algn="ctr">
                        <a:spcAft>
                          <a:spcPts val="0"/>
                        </a:spcAft>
                      </a:pPr>
                      <a:r>
                        <a:rPr lang="en-US" sz="1200" kern="100">
                          <a:effectLst/>
                        </a:rPr>
                        <a:t>2</a:t>
                      </a:r>
                      <a:endParaRPr lang="zh-CN" sz="1200" b="1" kern="100">
                        <a:effectLst/>
                        <a:latin typeface="Times New Roman"/>
                        <a:ea typeface="宋体"/>
                      </a:endParaRPr>
                    </a:p>
                  </a:txBody>
                  <a:tcPr marL="68565" marR="68565" marT="0" marB="0" anchor="ctr"/>
                </a:tc>
                <a:tc>
                  <a:txBody>
                    <a:bodyPr/>
                    <a:lstStyle/>
                    <a:p>
                      <a:pPr algn="ctr">
                        <a:spcAft>
                          <a:spcPts val="0"/>
                        </a:spcAft>
                      </a:pPr>
                      <a:r>
                        <a:rPr lang="en-US" sz="1200" kern="100">
                          <a:effectLst/>
                        </a:rPr>
                        <a:t>02H</a:t>
                      </a:r>
                      <a:endParaRPr lang="zh-CN" sz="1200" b="1" kern="100">
                        <a:effectLst/>
                        <a:latin typeface="Times New Roman"/>
                        <a:ea typeface="宋体"/>
                      </a:endParaRPr>
                    </a:p>
                  </a:txBody>
                  <a:tcPr marL="68565" marR="68565" marT="0" marB="0" anchor="ctr"/>
                </a:tc>
                <a:tc>
                  <a:txBody>
                    <a:bodyPr/>
                    <a:lstStyle/>
                    <a:p>
                      <a:pPr algn="ctr">
                        <a:spcAft>
                          <a:spcPts val="0"/>
                        </a:spcAft>
                      </a:pPr>
                      <a:r>
                        <a:rPr lang="x-none" sz="1200" kern="100">
                          <a:effectLst/>
                        </a:rPr>
                        <a:t>TYPE</a:t>
                      </a:r>
                      <a:endParaRPr lang="zh-CN" sz="1200" b="1" kern="100">
                        <a:effectLst/>
                        <a:latin typeface="Times New Roman"/>
                        <a:ea typeface="宋体"/>
                      </a:endParaRPr>
                    </a:p>
                  </a:txBody>
                  <a:tcPr marL="68565" marR="68565" marT="0" marB="0" anchor="ctr"/>
                </a:tc>
                <a:extLst>
                  <a:ext uri="{0D108BD9-81ED-4DB2-BD59-A6C34878D82A}">
                    <a16:rowId xmlns:a16="http://schemas.microsoft.com/office/drawing/2014/main" xmlns="" val="10003"/>
                  </a:ext>
                </a:extLst>
              </a:tr>
              <a:tr h="225802">
                <a:tc>
                  <a:txBody>
                    <a:bodyPr/>
                    <a:lstStyle/>
                    <a:p>
                      <a:pPr algn="ctr">
                        <a:spcAft>
                          <a:spcPts val="0"/>
                        </a:spcAft>
                      </a:pPr>
                      <a:r>
                        <a:rPr lang="en-US" sz="1200" kern="100">
                          <a:effectLst/>
                        </a:rPr>
                        <a:t>3</a:t>
                      </a:r>
                      <a:endParaRPr lang="zh-CN" sz="1200" b="1" kern="100">
                        <a:effectLst/>
                        <a:latin typeface="Times New Roman"/>
                        <a:ea typeface="宋体"/>
                      </a:endParaRPr>
                    </a:p>
                  </a:txBody>
                  <a:tcPr marL="68565" marR="68565"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65" marR="68565" marT="0" marB="0" anchor="ctr"/>
                </a:tc>
                <a:tc rowSpan="3">
                  <a:txBody>
                    <a:bodyPr/>
                    <a:lstStyle/>
                    <a:p>
                      <a:pPr algn="ctr">
                        <a:spcAft>
                          <a:spcPts val="0"/>
                        </a:spcAft>
                      </a:pPr>
                      <a:r>
                        <a:rPr lang="x-none" sz="1200" kern="100">
                          <a:effectLst/>
                        </a:rPr>
                        <a:t>PERIOD TIME(Sec, &gt;=1)</a:t>
                      </a:r>
                      <a:endParaRPr lang="zh-CN" sz="1200" kern="100">
                        <a:effectLst/>
                      </a:endParaRPr>
                    </a:p>
                    <a:p>
                      <a:pPr algn="ctr">
                        <a:spcAft>
                          <a:spcPts val="0"/>
                        </a:spcAft>
                      </a:pPr>
                      <a:r>
                        <a:rPr lang="x-none" sz="1200" kern="100">
                          <a:effectLst/>
                        </a:rPr>
                        <a:t>TRUE FORM, HIGH BYTE FIRST</a:t>
                      </a:r>
                      <a:endParaRPr lang="zh-CN" sz="1200" b="1" kern="100">
                        <a:effectLst/>
                        <a:latin typeface="Times New Roman"/>
                        <a:ea typeface="宋体"/>
                      </a:endParaRPr>
                    </a:p>
                  </a:txBody>
                  <a:tcPr marL="68565" marR="68565" marT="0" marB="0" anchor="ctr"/>
                </a:tc>
                <a:extLst>
                  <a:ext uri="{0D108BD9-81ED-4DB2-BD59-A6C34878D82A}">
                    <a16:rowId xmlns:a16="http://schemas.microsoft.com/office/drawing/2014/main" xmlns="" val="10004"/>
                  </a:ext>
                </a:extLst>
              </a:tr>
              <a:tr h="225802">
                <a:tc>
                  <a:txBody>
                    <a:bodyPr/>
                    <a:lstStyle/>
                    <a:p>
                      <a:pPr algn="ctr">
                        <a:spcAft>
                          <a:spcPts val="0"/>
                        </a:spcAft>
                      </a:pPr>
                      <a:r>
                        <a:rPr lang="en-US" sz="1200" kern="100">
                          <a:effectLst/>
                        </a:rPr>
                        <a:t>4</a:t>
                      </a:r>
                      <a:endParaRPr lang="zh-CN" sz="1200" b="1" kern="100">
                        <a:effectLst/>
                        <a:latin typeface="Times New Roman"/>
                        <a:ea typeface="宋体"/>
                      </a:endParaRPr>
                    </a:p>
                  </a:txBody>
                  <a:tcPr marL="68565" marR="68565"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65" marR="68565" marT="0" marB="0" anchor="ctr"/>
                </a:tc>
                <a:tc vMerge="1">
                  <a:txBody>
                    <a:bodyPr/>
                    <a:lstStyle/>
                    <a:p>
                      <a:endParaRPr lang="zh-CN" altLang="en-US"/>
                    </a:p>
                  </a:txBody>
                  <a:tcPr/>
                </a:tc>
                <a:extLst>
                  <a:ext uri="{0D108BD9-81ED-4DB2-BD59-A6C34878D82A}">
                    <a16:rowId xmlns:a16="http://schemas.microsoft.com/office/drawing/2014/main" xmlns="" val="10005"/>
                  </a:ext>
                </a:extLst>
              </a:tr>
              <a:tr h="225802">
                <a:tc>
                  <a:txBody>
                    <a:bodyPr/>
                    <a:lstStyle/>
                    <a:p>
                      <a:pPr algn="ctr">
                        <a:spcAft>
                          <a:spcPts val="0"/>
                        </a:spcAft>
                      </a:pPr>
                      <a:r>
                        <a:rPr lang="en-US" sz="1200" kern="100">
                          <a:effectLst/>
                        </a:rPr>
                        <a:t>5</a:t>
                      </a:r>
                      <a:endParaRPr lang="zh-CN" sz="1200" b="1" kern="100">
                        <a:effectLst/>
                        <a:latin typeface="Times New Roman"/>
                        <a:ea typeface="宋体"/>
                      </a:endParaRPr>
                    </a:p>
                  </a:txBody>
                  <a:tcPr marL="68565" marR="68565"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65" marR="68565" marT="0" marB="0" anchor="ctr"/>
                </a:tc>
                <a:tc vMerge="1">
                  <a:txBody>
                    <a:bodyPr/>
                    <a:lstStyle/>
                    <a:p>
                      <a:endParaRPr lang="zh-CN" altLang="en-US"/>
                    </a:p>
                  </a:txBody>
                  <a:tcPr/>
                </a:tc>
                <a:extLst>
                  <a:ext uri="{0D108BD9-81ED-4DB2-BD59-A6C34878D82A}">
                    <a16:rowId xmlns:a16="http://schemas.microsoft.com/office/drawing/2014/main" xmlns="" val="10006"/>
                  </a:ext>
                </a:extLst>
              </a:tr>
              <a:tr h="225802">
                <a:tc>
                  <a:txBody>
                    <a:bodyPr/>
                    <a:lstStyle/>
                    <a:p>
                      <a:pPr algn="ctr">
                        <a:spcAft>
                          <a:spcPts val="0"/>
                        </a:spcAft>
                      </a:pPr>
                      <a:r>
                        <a:rPr lang="en-US" sz="1200" kern="100">
                          <a:effectLst/>
                        </a:rPr>
                        <a:t>6</a:t>
                      </a:r>
                      <a:endParaRPr lang="zh-CN" sz="1200" b="1" kern="100">
                        <a:effectLst/>
                        <a:latin typeface="Times New Roman"/>
                        <a:ea typeface="宋体"/>
                      </a:endParaRPr>
                    </a:p>
                  </a:txBody>
                  <a:tcPr marL="68565" marR="68565" marT="0" marB="0" anchor="ctr"/>
                </a:tc>
                <a:tc>
                  <a:txBody>
                    <a:bodyPr/>
                    <a:lstStyle/>
                    <a:p>
                      <a:pPr algn="ctr">
                        <a:spcAft>
                          <a:spcPts val="0"/>
                        </a:spcAft>
                      </a:pPr>
                      <a:r>
                        <a:rPr lang="en-US" sz="1200" kern="100">
                          <a:effectLst/>
                        </a:rPr>
                        <a:t>##H</a:t>
                      </a:r>
                      <a:endParaRPr lang="zh-CN" sz="1200" b="1" kern="100">
                        <a:effectLst/>
                        <a:latin typeface="Times New Roman"/>
                        <a:ea typeface="宋体"/>
                      </a:endParaRPr>
                    </a:p>
                  </a:txBody>
                  <a:tcPr marL="68565" marR="68565" marT="0" marB="0" anchor="ctr"/>
                </a:tc>
                <a:tc rowSpan="2">
                  <a:txBody>
                    <a:bodyPr/>
                    <a:lstStyle/>
                    <a:p>
                      <a:pPr algn="ctr">
                        <a:spcAft>
                          <a:spcPts val="0"/>
                        </a:spcAft>
                      </a:pPr>
                      <a:r>
                        <a:rPr lang="x-none" sz="1200" kern="100" dirty="0">
                          <a:effectLst/>
                        </a:rPr>
                        <a:t>PERIOD TIME(ms, &lt;1000)</a:t>
                      </a:r>
                      <a:endParaRPr lang="zh-CN" sz="1200" kern="100" dirty="0">
                        <a:effectLst/>
                      </a:endParaRPr>
                    </a:p>
                    <a:p>
                      <a:pPr algn="ctr">
                        <a:spcAft>
                          <a:spcPts val="0"/>
                        </a:spcAft>
                      </a:pPr>
                      <a:r>
                        <a:rPr lang="x-none" sz="1200" kern="100" dirty="0">
                          <a:effectLst/>
                        </a:rPr>
                        <a:t>TRUE FORM, HIGH BYTE FIRST</a:t>
                      </a:r>
                      <a:endParaRPr lang="zh-CN" sz="1200" b="1" kern="100" dirty="0">
                        <a:effectLst/>
                        <a:latin typeface="Times New Roman"/>
                        <a:ea typeface="宋体"/>
                      </a:endParaRPr>
                    </a:p>
                  </a:txBody>
                  <a:tcPr marL="68565" marR="68565" marT="0" marB="0" anchor="ctr"/>
                </a:tc>
                <a:extLst>
                  <a:ext uri="{0D108BD9-81ED-4DB2-BD59-A6C34878D82A}">
                    <a16:rowId xmlns:a16="http://schemas.microsoft.com/office/drawing/2014/main" xmlns="" val="10007"/>
                  </a:ext>
                </a:extLst>
              </a:tr>
              <a:tr h="297484">
                <a:tc>
                  <a:txBody>
                    <a:bodyPr/>
                    <a:lstStyle/>
                    <a:p>
                      <a:pPr algn="ctr">
                        <a:spcAft>
                          <a:spcPts val="0"/>
                        </a:spcAft>
                      </a:pPr>
                      <a:r>
                        <a:rPr lang="en-US" sz="1200" kern="100">
                          <a:effectLst/>
                        </a:rPr>
                        <a:t>7</a:t>
                      </a:r>
                      <a:endParaRPr lang="zh-CN" sz="1200" b="1" kern="100">
                        <a:effectLst/>
                        <a:latin typeface="Times New Roman"/>
                        <a:ea typeface="宋体"/>
                      </a:endParaRPr>
                    </a:p>
                  </a:txBody>
                  <a:tcPr marL="68565" marR="68565"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65" marR="68565" marT="0" marB="0" anchor="ctr"/>
                </a:tc>
                <a:tc vMerge="1">
                  <a:txBody>
                    <a:bodyPr/>
                    <a:lstStyle/>
                    <a:p>
                      <a:endParaRPr lang="zh-CN" altLang="en-US"/>
                    </a:p>
                  </a:txBody>
                  <a:tcPr/>
                </a:tc>
                <a:extLst>
                  <a:ext uri="{0D108BD9-81ED-4DB2-BD59-A6C34878D82A}">
                    <a16:rowId xmlns:a16="http://schemas.microsoft.com/office/drawing/2014/main" xmlns="" val="10008"/>
                  </a:ext>
                </a:extLst>
              </a:tr>
              <a:tr h="677404">
                <a:tc>
                  <a:txBody>
                    <a:bodyPr/>
                    <a:lstStyle/>
                    <a:p>
                      <a:pPr algn="ctr">
                        <a:spcAft>
                          <a:spcPts val="0"/>
                        </a:spcAft>
                      </a:pPr>
                      <a:r>
                        <a:rPr lang="en-US" sz="1200" kern="100">
                          <a:effectLst/>
                        </a:rPr>
                        <a:t>8</a:t>
                      </a:r>
                      <a:endParaRPr lang="zh-CN" sz="1200" b="1" kern="100">
                        <a:effectLst/>
                        <a:latin typeface="Times New Roman"/>
                        <a:ea typeface="宋体"/>
                      </a:endParaRPr>
                    </a:p>
                  </a:txBody>
                  <a:tcPr marL="68565" marR="68565" marT="0" marB="0" anchor="ctr"/>
                </a:tc>
                <a:tc>
                  <a:txBody>
                    <a:bodyPr/>
                    <a:lstStyle/>
                    <a:p>
                      <a:pPr algn="ctr">
                        <a:spcAft>
                          <a:spcPts val="0"/>
                        </a:spcAft>
                      </a:pPr>
                      <a:r>
                        <a:rPr lang="en-US" sz="1200" kern="100">
                          <a:effectLst/>
                        </a:rPr>
                        <a:t>##H</a:t>
                      </a:r>
                      <a:endParaRPr lang="zh-CN" sz="1200" b="1" kern="100">
                        <a:effectLst/>
                        <a:latin typeface="Times New Roman"/>
                        <a:ea typeface="宋体"/>
                      </a:endParaRPr>
                    </a:p>
                  </a:txBody>
                  <a:tcPr marL="68565" marR="68565" marT="0" marB="0" anchor="ctr"/>
                </a:tc>
                <a:tc>
                  <a:txBody>
                    <a:bodyPr/>
                    <a:lstStyle/>
                    <a:p>
                      <a:pPr algn="ctr">
                        <a:spcAft>
                          <a:spcPts val="0"/>
                        </a:spcAft>
                      </a:pPr>
                      <a:r>
                        <a:rPr lang="en-US" sz="1200" kern="100" dirty="0">
                          <a:effectLst/>
                        </a:rPr>
                        <a:t>00H: </a:t>
                      </a:r>
                      <a:r>
                        <a:rPr lang="x-none" sz="1200" kern="100" dirty="0">
                          <a:effectLst/>
                        </a:rPr>
                        <a:t>STOP</a:t>
                      </a:r>
                      <a:r>
                        <a:rPr lang="en-US" sz="1200" kern="100" dirty="0">
                          <a:effectLst/>
                        </a:rPr>
                        <a:t>;</a:t>
                      </a:r>
                      <a:endParaRPr lang="zh-CN" sz="1200" kern="100" dirty="0">
                        <a:effectLst/>
                      </a:endParaRPr>
                    </a:p>
                    <a:p>
                      <a:pPr algn="ctr">
                        <a:spcAft>
                          <a:spcPts val="0"/>
                        </a:spcAft>
                      </a:pPr>
                      <a:r>
                        <a:rPr lang="en-US" sz="1200" kern="100" dirty="0">
                          <a:effectLst/>
                        </a:rPr>
                        <a:t>66H: </a:t>
                      </a:r>
                      <a:r>
                        <a:rPr lang="x-none" sz="1200" kern="100" dirty="0">
                          <a:effectLst/>
                        </a:rPr>
                        <a:t>+1ms</a:t>
                      </a:r>
                      <a:endParaRPr lang="en-US" sz="1200" kern="100" dirty="0">
                        <a:effectLst/>
                      </a:endParaRPr>
                    </a:p>
                    <a:p>
                      <a:pPr algn="ctr">
                        <a:spcAft>
                          <a:spcPts val="0"/>
                        </a:spcAft>
                      </a:pPr>
                      <a:r>
                        <a:rPr lang="en-US" sz="1200" kern="100" dirty="0">
                          <a:effectLst/>
                        </a:rPr>
                        <a:t>99H: </a:t>
                      </a:r>
                      <a:r>
                        <a:rPr lang="x-none" sz="1200" kern="100" dirty="0">
                          <a:effectLst/>
                        </a:rPr>
                        <a:t>-1ms</a:t>
                      </a:r>
                      <a:endParaRPr lang="zh-CN" sz="1200" b="1" kern="100" dirty="0">
                        <a:effectLst/>
                        <a:latin typeface="Times New Roman"/>
                        <a:ea typeface="宋体"/>
                      </a:endParaRPr>
                    </a:p>
                  </a:txBody>
                  <a:tcPr marL="68565" marR="68565" marT="0" marB="0" anchor="ctr"/>
                </a:tc>
                <a:extLst>
                  <a:ext uri="{0D108BD9-81ED-4DB2-BD59-A6C34878D82A}">
                    <a16:rowId xmlns:a16="http://schemas.microsoft.com/office/drawing/2014/main" xmlns="" val="10009"/>
                  </a:ext>
                </a:extLst>
              </a:tr>
            </a:tbl>
          </a:graphicData>
        </a:graphic>
      </p:graphicFrame>
    </p:spTree>
    <p:extLst>
      <p:ext uri="{BB962C8B-B14F-4D97-AF65-F5344CB8AC3E}">
        <p14:creationId xmlns:p14="http://schemas.microsoft.com/office/powerpoint/2010/main" val="207045062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4: Time Calibration</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60</a:t>
            </a:fld>
            <a:r>
              <a:rPr lang="zh-CN" altLang="en-US"/>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851744"/>
            <a:ext cx="8255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50000"/>
              </a:lnSpc>
            </a:pPr>
            <a:r>
              <a:rPr lang="en-US" altLang="zh-CN" sz="2400" dirty="0">
                <a:solidFill>
                  <a:schemeClr val="tx1"/>
                </a:solidFill>
              </a:rPr>
              <a:t>Uniform time correction example:  </a:t>
            </a:r>
            <a:r>
              <a:rPr lang="en-US" altLang="zh-CN" sz="2400" dirty="0">
                <a:solidFill>
                  <a:srgbClr val="0070C0"/>
                </a:solidFill>
              </a:rPr>
              <a:t>256.01s add 1ms</a:t>
            </a:r>
          </a:p>
        </p:txBody>
      </p:sp>
      <p:graphicFrame>
        <p:nvGraphicFramePr>
          <p:cNvPr id="7" name="表格 6"/>
          <p:cNvGraphicFramePr>
            <a:graphicFrameLocks noGrp="1"/>
          </p:cNvGraphicFramePr>
          <p:nvPr>
            <p:extLst>
              <p:ext uri="{D42A27DB-BD31-4B8C-83A1-F6EECF244321}">
                <p14:modId xmlns:p14="http://schemas.microsoft.com/office/powerpoint/2010/main" val="1396379763"/>
              </p:ext>
            </p:extLst>
          </p:nvPr>
        </p:nvGraphicFramePr>
        <p:xfrm>
          <a:off x="1322391" y="1429196"/>
          <a:ext cx="6462711" cy="2781304"/>
        </p:xfrm>
        <a:graphic>
          <a:graphicData uri="http://schemas.openxmlformats.org/drawingml/2006/table">
            <a:tbl>
              <a:tblPr firstRow="1" firstCol="1" bandRow="1" bandCol="1">
                <a:tableStyleId>{69CF1AB2-1976-4502-BF36-3FF5EA218861}</a:tableStyleId>
              </a:tblPr>
              <a:tblGrid>
                <a:gridCol w="547689">
                  <a:extLst>
                    <a:ext uri="{9D8B030D-6E8A-4147-A177-3AD203B41FA5}">
                      <a16:colId xmlns:a16="http://schemas.microsoft.com/office/drawing/2014/main" xmlns="" val="20000"/>
                    </a:ext>
                  </a:extLst>
                </a:gridCol>
                <a:gridCol w="944656">
                  <a:extLst>
                    <a:ext uri="{9D8B030D-6E8A-4147-A177-3AD203B41FA5}">
                      <a16:colId xmlns:a16="http://schemas.microsoft.com/office/drawing/2014/main" xmlns="" val="20001"/>
                    </a:ext>
                  </a:extLst>
                </a:gridCol>
                <a:gridCol w="3267302">
                  <a:extLst>
                    <a:ext uri="{9D8B030D-6E8A-4147-A177-3AD203B41FA5}">
                      <a16:colId xmlns:a16="http://schemas.microsoft.com/office/drawing/2014/main" xmlns="" val="20002"/>
                    </a:ext>
                  </a:extLst>
                </a:gridCol>
                <a:gridCol w="851532">
                  <a:extLst>
                    <a:ext uri="{9D8B030D-6E8A-4147-A177-3AD203B41FA5}">
                      <a16:colId xmlns:a16="http://schemas.microsoft.com/office/drawing/2014/main" xmlns="" val="20003"/>
                    </a:ext>
                  </a:extLst>
                </a:gridCol>
                <a:gridCol w="851532">
                  <a:extLst>
                    <a:ext uri="{9D8B030D-6E8A-4147-A177-3AD203B41FA5}">
                      <a16:colId xmlns:a16="http://schemas.microsoft.com/office/drawing/2014/main" xmlns="" val="20004"/>
                    </a:ext>
                  </a:extLst>
                </a:gridCol>
              </a:tblGrid>
              <a:tr h="225802">
                <a:tc>
                  <a:txBody>
                    <a:bodyPr/>
                    <a:lstStyle/>
                    <a:p>
                      <a:pPr algn="ctr">
                        <a:spcAft>
                          <a:spcPts val="0"/>
                        </a:spcAft>
                      </a:pPr>
                      <a:r>
                        <a:rPr lang="x-none" sz="1200" kern="100" cap="all" dirty="0">
                          <a:effectLst/>
                        </a:rPr>
                        <a:t>NO</a:t>
                      </a:r>
                      <a:endParaRPr lang="zh-CN" sz="1200" b="1" kern="100" dirty="0">
                        <a:effectLst/>
                        <a:latin typeface="Times New Roman"/>
                        <a:ea typeface="宋体"/>
                      </a:endParaRPr>
                    </a:p>
                  </a:txBody>
                  <a:tcPr marL="68564" marR="68564" marT="0" marB="0" anchor="ctr"/>
                </a:tc>
                <a:tc>
                  <a:txBody>
                    <a:bodyPr/>
                    <a:lstStyle/>
                    <a:p>
                      <a:pPr algn="ctr">
                        <a:spcAft>
                          <a:spcPts val="0"/>
                        </a:spcAft>
                      </a:pPr>
                      <a:r>
                        <a:rPr lang="x-none" sz="1200" kern="100" cap="all" dirty="0">
                          <a:effectLst/>
                        </a:rPr>
                        <a:t>DATA</a:t>
                      </a:r>
                      <a:endParaRPr lang="zh-CN" sz="1200" b="1" kern="100" dirty="0">
                        <a:effectLst/>
                        <a:latin typeface="Times New Roman"/>
                        <a:ea typeface="宋体"/>
                      </a:endParaRPr>
                    </a:p>
                  </a:txBody>
                  <a:tcPr marL="68564" marR="68564" marT="0" marB="0" anchor="ctr"/>
                </a:tc>
                <a:tc>
                  <a:txBody>
                    <a:bodyPr/>
                    <a:lstStyle/>
                    <a:p>
                      <a:pPr algn="ctr">
                        <a:spcAft>
                          <a:spcPts val="0"/>
                        </a:spcAft>
                      </a:pPr>
                      <a:r>
                        <a:rPr lang="x-none" sz="1200" kern="100" cap="all" dirty="0">
                          <a:effectLst/>
                        </a:rPr>
                        <a:t>DESCRIPTION</a:t>
                      </a:r>
                      <a:endParaRPr lang="zh-CN" sz="1200" b="1" kern="100" dirty="0">
                        <a:effectLst/>
                        <a:latin typeface="Times New Roman"/>
                        <a:ea typeface="宋体"/>
                      </a:endParaRPr>
                    </a:p>
                  </a:txBody>
                  <a:tcPr marL="68564" marR="68564" marT="0" marB="0" anchor="ctr"/>
                </a:tc>
                <a:tc>
                  <a:txBody>
                    <a:bodyPr/>
                    <a:lstStyle/>
                    <a:p>
                      <a:pPr algn="ctr">
                        <a:spcAft>
                          <a:spcPts val="0"/>
                        </a:spcAft>
                      </a:pPr>
                      <a:endParaRPr lang="zh-CN" sz="1200" b="1" kern="100" dirty="0">
                        <a:effectLst/>
                        <a:latin typeface="Times New Roman"/>
                        <a:ea typeface="宋体"/>
                      </a:endParaRPr>
                    </a:p>
                  </a:txBody>
                  <a:tcPr marL="68564" marR="68564" marT="0" marB="0" anchor="ctr"/>
                </a:tc>
                <a:tc>
                  <a:txBody>
                    <a:bodyPr/>
                    <a:lstStyle/>
                    <a:p>
                      <a:pPr algn="ctr">
                        <a:spcAft>
                          <a:spcPts val="0"/>
                        </a:spcAft>
                      </a:pPr>
                      <a:endParaRPr lang="zh-CN" sz="1200" b="1" kern="100">
                        <a:effectLst/>
                        <a:latin typeface="Times New Roman"/>
                        <a:ea typeface="宋体"/>
                      </a:endParaRPr>
                    </a:p>
                  </a:txBody>
                  <a:tcPr marL="68564" marR="68564" marT="0" marB="0" anchor="ctr"/>
                </a:tc>
                <a:extLst>
                  <a:ext uri="{0D108BD9-81ED-4DB2-BD59-A6C34878D82A}">
                    <a16:rowId xmlns:a16="http://schemas.microsoft.com/office/drawing/2014/main" xmlns="" val="10000"/>
                  </a:ext>
                </a:extLst>
              </a:tr>
              <a:tr h="225802">
                <a:tc>
                  <a:txBody>
                    <a:bodyPr/>
                    <a:lstStyle/>
                    <a:p>
                      <a:pPr algn="ctr">
                        <a:spcAft>
                          <a:spcPts val="0"/>
                        </a:spcAft>
                      </a:pPr>
                      <a:r>
                        <a:rPr lang="en-US" sz="1200" kern="100">
                          <a:effectLst/>
                        </a:rPr>
                        <a:t>0</a:t>
                      </a:r>
                      <a:endParaRPr lang="zh-CN" sz="1200" b="1" kern="100">
                        <a:effectLst/>
                        <a:latin typeface="Times New Roman"/>
                        <a:ea typeface="宋体"/>
                      </a:endParaRPr>
                    </a:p>
                  </a:txBody>
                  <a:tcPr marL="68564" marR="68564" marT="0" marB="0" anchor="ctr"/>
                </a:tc>
                <a:tc>
                  <a:txBody>
                    <a:bodyPr/>
                    <a:lstStyle/>
                    <a:p>
                      <a:pPr algn="ctr">
                        <a:spcAft>
                          <a:spcPts val="0"/>
                        </a:spcAft>
                      </a:pPr>
                      <a:r>
                        <a:rPr lang="en-US" sz="1200" kern="100">
                          <a:effectLst/>
                        </a:rPr>
                        <a:t>40H</a:t>
                      </a:r>
                      <a:endParaRPr lang="zh-CN" sz="1200" b="1" kern="100">
                        <a:effectLst/>
                        <a:latin typeface="Times New Roman"/>
                        <a:ea typeface="宋体"/>
                      </a:endParaRPr>
                    </a:p>
                  </a:txBody>
                  <a:tcPr marL="68564" marR="68564" marT="0" marB="0" anchor="ctr"/>
                </a:tc>
                <a:tc>
                  <a:txBody>
                    <a:bodyPr/>
                    <a:lstStyle/>
                    <a:p>
                      <a:pPr algn="ctr">
                        <a:spcAft>
                          <a:spcPts val="0"/>
                        </a:spcAft>
                      </a:pPr>
                      <a:r>
                        <a:rPr lang="x-none" sz="1200" kern="100">
                          <a:effectLst/>
                        </a:rPr>
                        <a:t>IDENTIFICATION</a:t>
                      </a:r>
                      <a:endParaRPr lang="zh-CN" sz="1200" b="1" kern="100">
                        <a:effectLst/>
                        <a:latin typeface="Times New Roman"/>
                        <a:ea typeface="宋体"/>
                      </a:endParaRPr>
                    </a:p>
                  </a:txBody>
                  <a:tcPr marL="68564" marR="68564" marT="0" marB="0" anchor="ctr"/>
                </a:tc>
                <a:tc>
                  <a:txBody>
                    <a:bodyPr/>
                    <a:lstStyle/>
                    <a:p>
                      <a:pPr algn="ctr">
                        <a:spcAft>
                          <a:spcPts val="0"/>
                        </a:spcAft>
                      </a:pPr>
                      <a:r>
                        <a:rPr lang="en-US" altLang="zh-CN" sz="1200" kern="100" dirty="0">
                          <a:effectLst/>
                        </a:rPr>
                        <a:t>40</a:t>
                      </a:r>
                      <a:endParaRPr lang="zh-CN" sz="1200" b="1" kern="100" dirty="0">
                        <a:effectLst/>
                        <a:latin typeface="Times New Roman"/>
                        <a:ea typeface="宋体"/>
                      </a:endParaRPr>
                    </a:p>
                  </a:txBody>
                  <a:tcPr marL="68564" marR="68564" marT="0" marB="0" anchor="ctr"/>
                </a:tc>
                <a:tc>
                  <a:txBody>
                    <a:bodyPr/>
                    <a:lstStyle/>
                    <a:p>
                      <a:pPr algn="ctr">
                        <a:spcAft>
                          <a:spcPts val="0"/>
                        </a:spcAft>
                      </a:pPr>
                      <a:endParaRPr lang="zh-CN" sz="1200" b="1" kern="100" dirty="0">
                        <a:effectLst/>
                        <a:latin typeface="Times New Roman"/>
                        <a:ea typeface="宋体"/>
                      </a:endParaRPr>
                    </a:p>
                  </a:txBody>
                  <a:tcPr marL="68564" marR="68564" marT="0" marB="0" anchor="ctr"/>
                </a:tc>
                <a:extLst>
                  <a:ext uri="{0D108BD9-81ED-4DB2-BD59-A6C34878D82A}">
                    <a16:rowId xmlns:a16="http://schemas.microsoft.com/office/drawing/2014/main" xmlns="" val="10001"/>
                  </a:ext>
                </a:extLst>
              </a:tr>
              <a:tr h="225802">
                <a:tc>
                  <a:txBody>
                    <a:bodyPr/>
                    <a:lstStyle/>
                    <a:p>
                      <a:pPr algn="ctr">
                        <a:spcAft>
                          <a:spcPts val="0"/>
                        </a:spcAft>
                      </a:pPr>
                      <a:r>
                        <a:rPr lang="en-US" sz="1200" kern="100">
                          <a:effectLst/>
                        </a:rPr>
                        <a:t>1</a:t>
                      </a:r>
                      <a:endParaRPr lang="zh-CN" sz="1200" b="1" kern="100">
                        <a:effectLst/>
                        <a:latin typeface="Times New Roman"/>
                        <a:ea typeface="宋体"/>
                      </a:endParaRPr>
                    </a:p>
                  </a:txBody>
                  <a:tcPr marL="68564" marR="68564" marT="0" marB="0" anchor="ctr"/>
                </a:tc>
                <a:tc>
                  <a:txBody>
                    <a:bodyPr/>
                    <a:lstStyle/>
                    <a:p>
                      <a:pPr algn="ctr">
                        <a:spcAft>
                          <a:spcPts val="0"/>
                        </a:spcAft>
                      </a:pPr>
                      <a:r>
                        <a:rPr lang="en-US" sz="1200" kern="100">
                          <a:effectLst/>
                        </a:rPr>
                        <a:t>11H</a:t>
                      </a:r>
                      <a:endParaRPr lang="zh-CN" sz="1200" b="1" kern="100">
                        <a:effectLst/>
                        <a:latin typeface="Times New Roman"/>
                        <a:ea typeface="宋体"/>
                      </a:endParaRPr>
                    </a:p>
                  </a:txBody>
                  <a:tcPr marL="68564" marR="68564" marT="0" marB="0" anchor="ctr"/>
                </a:tc>
                <a:tc>
                  <a:txBody>
                    <a:bodyPr/>
                    <a:lstStyle/>
                    <a:p>
                      <a:pPr algn="ctr">
                        <a:spcAft>
                          <a:spcPts val="0"/>
                        </a:spcAft>
                      </a:pPr>
                      <a:r>
                        <a:rPr lang="x-none" sz="1200" kern="100">
                          <a:effectLst/>
                        </a:rPr>
                        <a:t>ASSISTANT SYMBOL</a:t>
                      </a:r>
                      <a:endParaRPr lang="zh-CN" sz="1200" b="1" kern="100">
                        <a:effectLst/>
                        <a:latin typeface="Times New Roman"/>
                        <a:ea typeface="宋体"/>
                      </a:endParaRPr>
                    </a:p>
                  </a:txBody>
                  <a:tcPr marL="68564" marR="68564" marT="0" marB="0" anchor="ctr"/>
                </a:tc>
                <a:tc>
                  <a:txBody>
                    <a:bodyPr/>
                    <a:lstStyle/>
                    <a:p>
                      <a:pPr algn="ctr">
                        <a:spcAft>
                          <a:spcPts val="0"/>
                        </a:spcAft>
                      </a:pPr>
                      <a:r>
                        <a:rPr lang="en-US" altLang="zh-CN" sz="1200" kern="100" dirty="0">
                          <a:effectLst/>
                        </a:rPr>
                        <a:t>11</a:t>
                      </a:r>
                      <a:endParaRPr lang="zh-CN" sz="1200" b="1" kern="100" dirty="0">
                        <a:effectLst/>
                        <a:latin typeface="Times New Roman"/>
                        <a:ea typeface="宋体"/>
                      </a:endParaRPr>
                    </a:p>
                  </a:txBody>
                  <a:tcPr marL="68564" marR="68564" marT="0" marB="0" anchor="ctr"/>
                </a:tc>
                <a:tc>
                  <a:txBody>
                    <a:bodyPr/>
                    <a:lstStyle/>
                    <a:p>
                      <a:pPr algn="ctr">
                        <a:spcAft>
                          <a:spcPts val="0"/>
                        </a:spcAft>
                      </a:pPr>
                      <a:endParaRPr lang="zh-CN" sz="1200" b="1" kern="100" dirty="0">
                        <a:effectLst/>
                        <a:latin typeface="Times New Roman"/>
                        <a:ea typeface="宋体"/>
                      </a:endParaRPr>
                    </a:p>
                  </a:txBody>
                  <a:tcPr marL="68564" marR="68564" marT="0" marB="0" anchor="ctr"/>
                </a:tc>
                <a:extLst>
                  <a:ext uri="{0D108BD9-81ED-4DB2-BD59-A6C34878D82A}">
                    <a16:rowId xmlns:a16="http://schemas.microsoft.com/office/drawing/2014/main" xmlns="" val="10002"/>
                  </a:ext>
                </a:extLst>
              </a:tr>
              <a:tr h="225802">
                <a:tc>
                  <a:txBody>
                    <a:bodyPr/>
                    <a:lstStyle/>
                    <a:p>
                      <a:pPr algn="ctr">
                        <a:spcAft>
                          <a:spcPts val="0"/>
                        </a:spcAft>
                      </a:pPr>
                      <a:r>
                        <a:rPr lang="en-US" sz="1200" kern="100">
                          <a:effectLst/>
                        </a:rPr>
                        <a:t>2</a:t>
                      </a:r>
                      <a:endParaRPr lang="zh-CN" sz="1200" b="1" kern="100">
                        <a:effectLst/>
                        <a:latin typeface="Times New Roman"/>
                        <a:ea typeface="宋体"/>
                      </a:endParaRPr>
                    </a:p>
                  </a:txBody>
                  <a:tcPr marL="68564" marR="68564" marT="0" marB="0" anchor="ctr"/>
                </a:tc>
                <a:tc>
                  <a:txBody>
                    <a:bodyPr/>
                    <a:lstStyle/>
                    <a:p>
                      <a:pPr algn="ctr">
                        <a:spcAft>
                          <a:spcPts val="0"/>
                        </a:spcAft>
                      </a:pPr>
                      <a:r>
                        <a:rPr lang="en-US" sz="1200" kern="100">
                          <a:effectLst/>
                        </a:rPr>
                        <a:t>02H</a:t>
                      </a:r>
                      <a:endParaRPr lang="zh-CN" sz="1200" b="1" kern="100">
                        <a:effectLst/>
                        <a:latin typeface="Times New Roman"/>
                        <a:ea typeface="宋体"/>
                      </a:endParaRPr>
                    </a:p>
                  </a:txBody>
                  <a:tcPr marL="68564" marR="68564" marT="0" marB="0" anchor="ctr"/>
                </a:tc>
                <a:tc>
                  <a:txBody>
                    <a:bodyPr/>
                    <a:lstStyle/>
                    <a:p>
                      <a:pPr algn="ctr">
                        <a:spcAft>
                          <a:spcPts val="0"/>
                        </a:spcAft>
                      </a:pPr>
                      <a:r>
                        <a:rPr lang="x-none" sz="1200" kern="100">
                          <a:effectLst/>
                        </a:rPr>
                        <a:t>TYPE</a:t>
                      </a:r>
                      <a:endParaRPr lang="zh-CN" sz="1200" b="1" kern="100">
                        <a:effectLst/>
                        <a:latin typeface="Times New Roman"/>
                        <a:ea typeface="宋体"/>
                      </a:endParaRPr>
                    </a:p>
                  </a:txBody>
                  <a:tcPr marL="68564" marR="68564" marT="0" marB="0" anchor="ctr"/>
                </a:tc>
                <a:tc>
                  <a:txBody>
                    <a:bodyPr/>
                    <a:lstStyle/>
                    <a:p>
                      <a:pPr algn="ctr">
                        <a:spcAft>
                          <a:spcPts val="0"/>
                        </a:spcAft>
                      </a:pPr>
                      <a:r>
                        <a:rPr lang="en-US" altLang="zh-CN" sz="1200" kern="100" dirty="0">
                          <a:effectLst/>
                        </a:rPr>
                        <a:t>02</a:t>
                      </a:r>
                      <a:endParaRPr lang="zh-CN" sz="1200" b="1" kern="100" dirty="0">
                        <a:effectLst/>
                        <a:latin typeface="Times New Roman"/>
                        <a:ea typeface="宋体"/>
                      </a:endParaRPr>
                    </a:p>
                  </a:txBody>
                  <a:tcPr marL="68564" marR="68564" marT="0" marB="0" anchor="ctr"/>
                </a:tc>
                <a:tc>
                  <a:txBody>
                    <a:bodyPr/>
                    <a:lstStyle/>
                    <a:p>
                      <a:pPr algn="ctr">
                        <a:spcAft>
                          <a:spcPts val="0"/>
                        </a:spcAft>
                      </a:pPr>
                      <a:endParaRPr lang="zh-CN" sz="1200" b="1" kern="100" dirty="0">
                        <a:effectLst/>
                        <a:latin typeface="Times New Roman"/>
                        <a:ea typeface="宋体"/>
                      </a:endParaRPr>
                    </a:p>
                  </a:txBody>
                  <a:tcPr marL="68564" marR="68564" marT="0" marB="0" anchor="ctr"/>
                </a:tc>
                <a:extLst>
                  <a:ext uri="{0D108BD9-81ED-4DB2-BD59-A6C34878D82A}">
                    <a16:rowId xmlns:a16="http://schemas.microsoft.com/office/drawing/2014/main" xmlns="" val="10003"/>
                  </a:ext>
                </a:extLst>
              </a:tr>
              <a:tr h="225802">
                <a:tc>
                  <a:txBody>
                    <a:bodyPr/>
                    <a:lstStyle/>
                    <a:p>
                      <a:pPr algn="ctr">
                        <a:spcAft>
                          <a:spcPts val="0"/>
                        </a:spcAft>
                      </a:pPr>
                      <a:r>
                        <a:rPr lang="en-US" sz="1200" kern="100">
                          <a:effectLst/>
                        </a:rPr>
                        <a:t>3</a:t>
                      </a:r>
                      <a:endParaRPr lang="zh-CN" sz="1200" b="1" kern="100">
                        <a:effectLst/>
                        <a:latin typeface="Times New Roman"/>
                        <a:ea typeface="宋体"/>
                      </a:endParaRPr>
                    </a:p>
                  </a:txBody>
                  <a:tcPr marL="68564" marR="68564"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64" marR="68564" marT="0" marB="0" anchor="ctr"/>
                </a:tc>
                <a:tc rowSpan="3">
                  <a:txBody>
                    <a:bodyPr/>
                    <a:lstStyle/>
                    <a:p>
                      <a:pPr algn="ctr">
                        <a:spcAft>
                          <a:spcPts val="0"/>
                        </a:spcAft>
                      </a:pPr>
                      <a:r>
                        <a:rPr lang="x-none" sz="1200" kern="100">
                          <a:effectLst/>
                        </a:rPr>
                        <a:t>PERIOD TIME(Sec, &gt;=1)</a:t>
                      </a:r>
                      <a:endParaRPr lang="zh-CN" sz="1200" kern="100">
                        <a:effectLst/>
                      </a:endParaRPr>
                    </a:p>
                    <a:p>
                      <a:pPr algn="ctr">
                        <a:spcAft>
                          <a:spcPts val="0"/>
                        </a:spcAft>
                      </a:pPr>
                      <a:r>
                        <a:rPr lang="x-none" sz="1200" kern="100">
                          <a:effectLst/>
                        </a:rPr>
                        <a:t>TRUE FORM, HIGH BYTE FIRST</a:t>
                      </a:r>
                      <a:endParaRPr lang="zh-CN" sz="1200" b="1" kern="100">
                        <a:effectLst/>
                        <a:latin typeface="Times New Roman"/>
                        <a:ea typeface="宋体"/>
                      </a:endParaRPr>
                    </a:p>
                  </a:txBody>
                  <a:tcPr marL="68564" marR="68564" marT="0" marB="0" anchor="ctr"/>
                </a:tc>
                <a:tc rowSpan="3">
                  <a:txBody>
                    <a:bodyPr/>
                    <a:lstStyle/>
                    <a:p>
                      <a:pPr algn="ctr">
                        <a:spcAft>
                          <a:spcPts val="0"/>
                        </a:spcAft>
                      </a:pPr>
                      <a:r>
                        <a:rPr lang="en-US" altLang="zh-CN" sz="1200" kern="100" dirty="0">
                          <a:effectLst/>
                        </a:rPr>
                        <a:t>00 01 00</a:t>
                      </a:r>
                      <a:endParaRPr lang="zh-CN" sz="1200" b="1" kern="100" dirty="0">
                        <a:solidFill>
                          <a:srgbClr val="FF0000"/>
                        </a:solidFill>
                        <a:effectLst/>
                        <a:latin typeface="Times New Roman"/>
                        <a:ea typeface="宋体"/>
                      </a:endParaRPr>
                    </a:p>
                  </a:txBody>
                  <a:tcPr marL="68564" marR="68564" marT="0" marB="0" anchor="ctr"/>
                </a:tc>
                <a:tc rowSpan="3">
                  <a:txBody>
                    <a:bodyPr/>
                    <a:lstStyle/>
                    <a:p>
                      <a:pPr algn="ctr">
                        <a:spcAft>
                          <a:spcPts val="0"/>
                        </a:spcAft>
                      </a:pPr>
                      <a:r>
                        <a:rPr lang="en-US" altLang="zh-CN" sz="1200" kern="100" dirty="0">
                          <a:effectLst/>
                        </a:rPr>
                        <a:t>256s</a:t>
                      </a:r>
                      <a:endParaRPr lang="zh-CN" sz="1200" b="1" kern="100" dirty="0">
                        <a:effectLst/>
                        <a:latin typeface="Times New Roman"/>
                        <a:ea typeface="宋体"/>
                      </a:endParaRPr>
                    </a:p>
                  </a:txBody>
                  <a:tcPr marL="68564" marR="68564" marT="0" marB="0" anchor="ctr"/>
                </a:tc>
                <a:extLst>
                  <a:ext uri="{0D108BD9-81ED-4DB2-BD59-A6C34878D82A}">
                    <a16:rowId xmlns:a16="http://schemas.microsoft.com/office/drawing/2014/main" xmlns="" val="10004"/>
                  </a:ext>
                </a:extLst>
              </a:tr>
              <a:tr h="225802">
                <a:tc>
                  <a:txBody>
                    <a:bodyPr/>
                    <a:lstStyle/>
                    <a:p>
                      <a:pPr algn="ctr">
                        <a:spcAft>
                          <a:spcPts val="0"/>
                        </a:spcAft>
                      </a:pPr>
                      <a:r>
                        <a:rPr lang="en-US" sz="1200" kern="100">
                          <a:effectLst/>
                        </a:rPr>
                        <a:t>4</a:t>
                      </a:r>
                      <a:endParaRPr lang="zh-CN" sz="1200" b="1" kern="100">
                        <a:effectLst/>
                        <a:latin typeface="Times New Roman"/>
                        <a:ea typeface="宋体"/>
                      </a:endParaRPr>
                    </a:p>
                  </a:txBody>
                  <a:tcPr marL="68564" marR="68564"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64" marR="68564" marT="0"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xmlns="" val="10005"/>
                  </a:ext>
                </a:extLst>
              </a:tr>
              <a:tr h="225802">
                <a:tc>
                  <a:txBody>
                    <a:bodyPr/>
                    <a:lstStyle/>
                    <a:p>
                      <a:pPr algn="ctr">
                        <a:spcAft>
                          <a:spcPts val="0"/>
                        </a:spcAft>
                      </a:pPr>
                      <a:r>
                        <a:rPr lang="en-US" sz="1200" kern="100">
                          <a:effectLst/>
                        </a:rPr>
                        <a:t>5</a:t>
                      </a:r>
                      <a:endParaRPr lang="zh-CN" sz="1200" b="1" kern="100">
                        <a:effectLst/>
                        <a:latin typeface="Times New Roman"/>
                        <a:ea typeface="宋体"/>
                      </a:endParaRPr>
                    </a:p>
                  </a:txBody>
                  <a:tcPr marL="68564" marR="68564"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64" marR="68564" marT="0"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xmlns="" val="10006"/>
                  </a:ext>
                </a:extLst>
              </a:tr>
              <a:tr h="225802">
                <a:tc>
                  <a:txBody>
                    <a:bodyPr/>
                    <a:lstStyle/>
                    <a:p>
                      <a:pPr algn="ctr">
                        <a:spcAft>
                          <a:spcPts val="0"/>
                        </a:spcAft>
                      </a:pPr>
                      <a:r>
                        <a:rPr lang="en-US" sz="1200" kern="100">
                          <a:effectLst/>
                        </a:rPr>
                        <a:t>6</a:t>
                      </a:r>
                      <a:endParaRPr lang="zh-CN" sz="1200" b="1" kern="100">
                        <a:effectLst/>
                        <a:latin typeface="Times New Roman"/>
                        <a:ea typeface="宋体"/>
                      </a:endParaRPr>
                    </a:p>
                  </a:txBody>
                  <a:tcPr marL="68564" marR="68564" marT="0" marB="0" anchor="ctr"/>
                </a:tc>
                <a:tc>
                  <a:txBody>
                    <a:bodyPr/>
                    <a:lstStyle/>
                    <a:p>
                      <a:pPr algn="ctr">
                        <a:spcAft>
                          <a:spcPts val="0"/>
                        </a:spcAft>
                      </a:pPr>
                      <a:r>
                        <a:rPr lang="en-US" sz="1200" kern="100">
                          <a:effectLst/>
                        </a:rPr>
                        <a:t>##H</a:t>
                      </a:r>
                      <a:endParaRPr lang="zh-CN" sz="1200" b="1" kern="100">
                        <a:effectLst/>
                        <a:latin typeface="Times New Roman"/>
                        <a:ea typeface="宋体"/>
                      </a:endParaRPr>
                    </a:p>
                  </a:txBody>
                  <a:tcPr marL="68564" marR="68564" marT="0" marB="0" anchor="ctr"/>
                </a:tc>
                <a:tc rowSpan="2">
                  <a:txBody>
                    <a:bodyPr/>
                    <a:lstStyle/>
                    <a:p>
                      <a:pPr algn="ctr">
                        <a:spcAft>
                          <a:spcPts val="0"/>
                        </a:spcAft>
                      </a:pPr>
                      <a:r>
                        <a:rPr lang="x-none" sz="1200" kern="100" dirty="0">
                          <a:effectLst/>
                        </a:rPr>
                        <a:t>PERIOD TIME(ms, &lt;1000)</a:t>
                      </a:r>
                      <a:endParaRPr lang="zh-CN" sz="1200" kern="100" dirty="0">
                        <a:effectLst/>
                      </a:endParaRPr>
                    </a:p>
                    <a:p>
                      <a:pPr algn="ctr">
                        <a:spcAft>
                          <a:spcPts val="0"/>
                        </a:spcAft>
                      </a:pPr>
                      <a:r>
                        <a:rPr lang="x-none" sz="1200" kern="100" dirty="0">
                          <a:effectLst/>
                        </a:rPr>
                        <a:t>TRUE FORM, HIGH BYTE FIRST</a:t>
                      </a:r>
                      <a:endParaRPr lang="zh-CN" sz="1200" b="1" kern="100" dirty="0">
                        <a:effectLst/>
                        <a:latin typeface="Times New Roman"/>
                        <a:ea typeface="宋体"/>
                      </a:endParaRPr>
                    </a:p>
                  </a:txBody>
                  <a:tcPr marL="68564" marR="68564" marT="0" marB="0" anchor="ctr"/>
                </a:tc>
                <a:tc rowSpan="2">
                  <a:txBody>
                    <a:bodyPr/>
                    <a:lstStyle/>
                    <a:p>
                      <a:pPr algn="ctr">
                        <a:spcAft>
                          <a:spcPts val="0"/>
                        </a:spcAft>
                      </a:pPr>
                      <a:r>
                        <a:rPr lang="en-US" altLang="zh-CN" sz="1200" kern="100" dirty="0">
                          <a:effectLst/>
                        </a:rPr>
                        <a:t>00 0A</a:t>
                      </a:r>
                      <a:endParaRPr lang="zh-CN" sz="1200" b="1" kern="100" dirty="0">
                        <a:solidFill>
                          <a:srgbClr val="FF0000"/>
                        </a:solidFill>
                        <a:effectLst/>
                        <a:latin typeface="Times New Roman"/>
                        <a:ea typeface="宋体"/>
                      </a:endParaRPr>
                    </a:p>
                  </a:txBody>
                  <a:tcPr marL="68564" marR="68564" marT="0" marB="0" anchor="ctr"/>
                </a:tc>
                <a:tc rowSpan="2">
                  <a:txBody>
                    <a:bodyPr/>
                    <a:lstStyle/>
                    <a:p>
                      <a:pPr algn="ctr">
                        <a:spcAft>
                          <a:spcPts val="0"/>
                        </a:spcAft>
                      </a:pPr>
                      <a:r>
                        <a:rPr lang="en-US" altLang="zh-CN" sz="1200" kern="100" dirty="0">
                          <a:effectLst/>
                        </a:rPr>
                        <a:t>10ms</a:t>
                      </a:r>
                      <a:endParaRPr lang="zh-CN" sz="1200" b="1" kern="100" dirty="0">
                        <a:effectLst/>
                        <a:latin typeface="Times New Roman"/>
                        <a:ea typeface="宋体"/>
                      </a:endParaRPr>
                    </a:p>
                  </a:txBody>
                  <a:tcPr marL="68564" marR="68564" marT="0" marB="0" anchor="ctr"/>
                </a:tc>
                <a:extLst>
                  <a:ext uri="{0D108BD9-81ED-4DB2-BD59-A6C34878D82A}">
                    <a16:rowId xmlns:a16="http://schemas.microsoft.com/office/drawing/2014/main" xmlns="" val="10007"/>
                  </a:ext>
                </a:extLst>
              </a:tr>
              <a:tr h="297484">
                <a:tc>
                  <a:txBody>
                    <a:bodyPr/>
                    <a:lstStyle/>
                    <a:p>
                      <a:pPr algn="ctr">
                        <a:spcAft>
                          <a:spcPts val="0"/>
                        </a:spcAft>
                      </a:pPr>
                      <a:r>
                        <a:rPr lang="en-US" sz="1200" kern="100">
                          <a:effectLst/>
                        </a:rPr>
                        <a:t>7</a:t>
                      </a:r>
                      <a:endParaRPr lang="zh-CN" sz="1200" b="1" kern="100">
                        <a:effectLst/>
                        <a:latin typeface="Times New Roman"/>
                        <a:ea typeface="宋体"/>
                      </a:endParaRPr>
                    </a:p>
                  </a:txBody>
                  <a:tcPr marL="68564" marR="68564"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64" marR="68564" marT="0"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xmlns="" val="10008"/>
                  </a:ext>
                </a:extLst>
              </a:tr>
              <a:tr h="677404">
                <a:tc>
                  <a:txBody>
                    <a:bodyPr/>
                    <a:lstStyle/>
                    <a:p>
                      <a:pPr algn="ctr">
                        <a:spcAft>
                          <a:spcPts val="0"/>
                        </a:spcAft>
                      </a:pPr>
                      <a:r>
                        <a:rPr lang="en-US" sz="1200" kern="100">
                          <a:effectLst/>
                        </a:rPr>
                        <a:t>8</a:t>
                      </a:r>
                      <a:endParaRPr lang="zh-CN" sz="1200" b="1" kern="100">
                        <a:effectLst/>
                        <a:latin typeface="Times New Roman"/>
                        <a:ea typeface="宋体"/>
                      </a:endParaRPr>
                    </a:p>
                  </a:txBody>
                  <a:tcPr marL="68564" marR="68564"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64" marR="68564" marT="0" marB="0" anchor="ctr"/>
                </a:tc>
                <a:tc>
                  <a:txBody>
                    <a:bodyPr/>
                    <a:lstStyle/>
                    <a:p>
                      <a:pPr algn="ctr">
                        <a:spcAft>
                          <a:spcPts val="0"/>
                        </a:spcAft>
                      </a:pPr>
                      <a:r>
                        <a:rPr lang="en-US" sz="1200" kern="100" dirty="0">
                          <a:effectLst/>
                        </a:rPr>
                        <a:t>00H: </a:t>
                      </a:r>
                      <a:r>
                        <a:rPr lang="x-none" sz="1200" kern="100" dirty="0">
                          <a:effectLst/>
                        </a:rPr>
                        <a:t>STOP</a:t>
                      </a:r>
                      <a:r>
                        <a:rPr lang="en-US" sz="1200" kern="100" dirty="0">
                          <a:effectLst/>
                        </a:rPr>
                        <a:t>;</a:t>
                      </a:r>
                      <a:endParaRPr lang="zh-CN" sz="1200" kern="100" dirty="0">
                        <a:effectLst/>
                      </a:endParaRPr>
                    </a:p>
                    <a:p>
                      <a:pPr algn="ctr">
                        <a:spcAft>
                          <a:spcPts val="0"/>
                        </a:spcAft>
                      </a:pPr>
                      <a:r>
                        <a:rPr lang="en-US" sz="1200" kern="100" dirty="0">
                          <a:effectLst/>
                        </a:rPr>
                        <a:t>66H: </a:t>
                      </a:r>
                      <a:r>
                        <a:rPr lang="x-none" sz="1200" kern="100" dirty="0">
                          <a:effectLst/>
                        </a:rPr>
                        <a:t>+1ms</a:t>
                      </a:r>
                      <a:endParaRPr lang="en-US" sz="1200" kern="100" dirty="0">
                        <a:effectLst/>
                      </a:endParaRPr>
                    </a:p>
                    <a:p>
                      <a:pPr algn="ctr">
                        <a:spcAft>
                          <a:spcPts val="0"/>
                        </a:spcAft>
                      </a:pPr>
                      <a:r>
                        <a:rPr lang="en-US" sz="1200" kern="100" dirty="0">
                          <a:effectLst/>
                        </a:rPr>
                        <a:t>99H: </a:t>
                      </a:r>
                      <a:r>
                        <a:rPr lang="x-none" sz="1200" kern="100" dirty="0">
                          <a:effectLst/>
                        </a:rPr>
                        <a:t>-1ms</a:t>
                      </a:r>
                      <a:endParaRPr lang="zh-CN" sz="1200" b="1" kern="100" dirty="0">
                        <a:effectLst/>
                        <a:latin typeface="Times New Roman"/>
                        <a:ea typeface="宋体"/>
                      </a:endParaRPr>
                    </a:p>
                  </a:txBody>
                  <a:tcPr marL="68564" marR="68564" marT="0" marB="0" anchor="ctr"/>
                </a:tc>
                <a:tc>
                  <a:txBody>
                    <a:bodyPr/>
                    <a:lstStyle/>
                    <a:p>
                      <a:pPr algn="ctr">
                        <a:spcAft>
                          <a:spcPts val="0"/>
                        </a:spcAft>
                      </a:pPr>
                      <a:r>
                        <a:rPr lang="en-US" altLang="zh-CN" sz="1200" kern="100" dirty="0">
                          <a:effectLst/>
                        </a:rPr>
                        <a:t>66</a:t>
                      </a:r>
                      <a:endParaRPr lang="zh-CN" sz="1200" b="1" kern="100" dirty="0">
                        <a:solidFill>
                          <a:srgbClr val="FF0000"/>
                        </a:solidFill>
                        <a:effectLst/>
                        <a:latin typeface="Times New Roman"/>
                        <a:ea typeface="宋体"/>
                      </a:endParaRPr>
                    </a:p>
                  </a:txBody>
                  <a:tcPr marL="68564" marR="68564" marT="0" marB="0" anchor="ctr"/>
                </a:tc>
                <a:tc>
                  <a:txBody>
                    <a:bodyPr/>
                    <a:lstStyle/>
                    <a:p>
                      <a:pPr algn="ctr">
                        <a:spcAft>
                          <a:spcPts val="0"/>
                        </a:spcAft>
                      </a:pPr>
                      <a:r>
                        <a:rPr lang="x-none" sz="1200" kern="100" dirty="0">
                          <a:effectLst/>
                        </a:rPr>
                        <a:t>+1ms</a:t>
                      </a:r>
                      <a:endParaRPr lang="zh-CN" sz="1200" b="1" kern="100" dirty="0">
                        <a:effectLst/>
                        <a:latin typeface="Times New Roman"/>
                        <a:ea typeface="宋体"/>
                      </a:endParaRPr>
                    </a:p>
                  </a:txBody>
                  <a:tcPr marL="68564" marR="68564" marT="0" marB="0" anchor="ctr"/>
                </a:tc>
                <a:extLst>
                  <a:ext uri="{0D108BD9-81ED-4DB2-BD59-A6C34878D82A}">
                    <a16:rowId xmlns:a16="http://schemas.microsoft.com/office/drawing/2014/main" xmlns="" val="10009"/>
                  </a:ext>
                </a:extLst>
              </a:tr>
            </a:tbl>
          </a:graphicData>
        </a:graphic>
      </p:graphicFrame>
      <p:sp>
        <p:nvSpPr>
          <p:cNvPr id="8" name="矩形 1"/>
          <p:cNvSpPr>
            <a:spLocks noChangeArrowheads="1"/>
          </p:cNvSpPr>
          <p:nvPr/>
        </p:nvSpPr>
        <p:spPr bwMode="auto">
          <a:xfrm>
            <a:off x="409578" y="4359326"/>
            <a:ext cx="7845425"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50000"/>
              </a:lnSpc>
            </a:pPr>
            <a:r>
              <a:rPr lang="en-US" altLang="zh-CN" dirty="0">
                <a:solidFill>
                  <a:srgbClr val="B85674"/>
                </a:solidFill>
              </a:rPr>
              <a:t>77 18 </a:t>
            </a:r>
            <a:r>
              <a:rPr lang="en-US" altLang="zh-CN" dirty="0">
                <a:solidFill>
                  <a:srgbClr val="00B050"/>
                </a:solidFill>
              </a:rPr>
              <a:t>5A</a:t>
            </a:r>
            <a:r>
              <a:rPr lang="en-US" altLang="zh-CN" dirty="0">
                <a:solidFill>
                  <a:schemeClr val="tx1"/>
                </a:solidFill>
              </a:rPr>
              <a:t> </a:t>
            </a:r>
            <a:r>
              <a:rPr lang="en-US" altLang="zh-CN" dirty="0">
                <a:solidFill>
                  <a:srgbClr val="7030A0"/>
                </a:solidFill>
              </a:rPr>
              <a:t>00 11 00 0F 00 </a:t>
            </a:r>
            <a:r>
              <a:rPr lang="en-US" altLang="zh-CN" dirty="0">
                <a:solidFill>
                  <a:schemeClr val="tx1"/>
                </a:solidFill>
              </a:rPr>
              <a:t>40 11 02 </a:t>
            </a:r>
            <a:r>
              <a:rPr lang="en-US" altLang="zh-CN" dirty="0">
                <a:solidFill>
                  <a:srgbClr val="FF0000"/>
                </a:solidFill>
              </a:rPr>
              <a:t>00 01 00 00 0A 66 </a:t>
            </a:r>
            <a:r>
              <a:rPr lang="en-US" altLang="zh-CN" dirty="0">
                <a:solidFill>
                  <a:schemeClr val="tx1"/>
                </a:solidFill>
              </a:rPr>
              <a:t>1B 3B 93 FF</a:t>
            </a:r>
          </a:p>
        </p:txBody>
      </p:sp>
    </p:spTree>
    <p:extLst>
      <p:ext uri="{BB962C8B-B14F-4D97-AF65-F5344CB8AC3E}">
        <p14:creationId xmlns:p14="http://schemas.microsoft.com/office/powerpoint/2010/main" val="207045062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4: Time Calibration</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61</a:t>
            </a:fld>
            <a:r>
              <a:rPr lang="zh-CN" altLang="en-US"/>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914084"/>
            <a:ext cx="8255000"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50000"/>
              </a:lnSpc>
            </a:pPr>
            <a:r>
              <a:rPr lang="en-US" altLang="zh-CN" dirty="0">
                <a:solidFill>
                  <a:schemeClr val="tx1"/>
                </a:solidFill>
              </a:rPr>
              <a:t>Uniform time correction example:  </a:t>
            </a:r>
            <a:r>
              <a:rPr lang="en-US" altLang="zh-CN" dirty="0">
                <a:solidFill>
                  <a:srgbClr val="0070C0"/>
                </a:solidFill>
              </a:rPr>
              <a:t>1000.3s subtract 1ms</a:t>
            </a:r>
          </a:p>
        </p:txBody>
      </p:sp>
      <p:graphicFrame>
        <p:nvGraphicFramePr>
          <p:cNvPr id="7" name="表格 6"/>
          <p:cNvGraphicFramePr>
            <a:graphicFrameLocks noGrp="1"/>
          </p:cNvGraphicFramePr>
          <p:nvPr>
            <p:extLst>
              <p:ext uri="{D42A27DB-BD31-4B8C-83A1-F6EECF244321}">
                <p14:modId xmlns:p14="http://schemas.microsoft.com/office/powerpoint/2010/main" val="2988271728"/>
              </p:ext>
            </p:extLst>
          </p:nvPr>
        </p:nvGraphicFramePr>
        <p:xfrm>
          <a:off x="1322391" y="1394223"/>
          <a:ext cx="6462711" cy="2781304"/>
        </p:xfrm>
        <a:graphic>
          <a:graphicData uri="http://schemas.openxmlformats.org/drawingml/2006/table">
            <a:tbl>
              <a:tblPr firstRow="1" firstCol="1" bandRow="1" bandCol="1">
                <a:tableStyleId>{69CF1AB2-1976-4502-BF36-3FF5EA218861}</a:tableStyleId>
              </a:tblPr>
              <a:tblGrid>
                <a:gridCol w="547689">
                  <a:extLst>
                    <a:ext uri="{9D8B030D-6E8A-4147-A177-3AD203B41FA5}">
                      <a16:colId xmlns:a16="http://schemas.microsoft.com/office/drawing/2014/main" xmlns="" val="20000"/>
                    </a:ext>
                  </a:extLst>
                </a:gridCol>
                <a:gridCol w="944656">
                  <a:extLst>
                    <a:ext uri="{9D8B030D-6E8A-4147-A177-3AD203B41FA5}">
                      <a16:colId xmlns:a16="http://schemas.microsoft.com/office/drawing/2014/main" xmlns="" val="20001"/>
                    </a:ext>
                  </a:extLst>
                </a:gridCol>
                <a:gridCol w="3267302">
                  <a:extLst>
                    <a:ext uri="{9D8B030D-6E8A-4147-A177-3AD203B41FA5}">
                      <a16:colId xmlns:a16="http://schemas.microsoft.com/office/drawing/2014/main" xmlns="" val="20002"/>
                    </a:ext>
                  </a:extLst>
                </a:gridCol>
                <a:gridCol w="936301">
                  <a:extLst>
                    <a:ext uri="{9D8B030D-6E8A-4147-A177-3AD203B41FA5}">
                      <a16:colId xmlns:a16="http://schemas.microsoft.com/office/drawing/2014/main" xmlns="" val="20003"/>
                    </a:ext>
                  </a:extLst>
                </a:gridCol>
                <a:gridCol w="766763">
                  <a:extLst>
                    <a:ext uri="{9D8B030D-6E8A-4147-A177-3AD203B41FA5}">
                      <a16:colId xmlns:a16="http://schemas.microsoft.com/office/drawing/2014/main" xmlns="" val="20004"/>
                    </a:ext>
                  </a:extLst>
                </a:gridCol>
              </a:tblGrid>
              <a:tr h="225802">
                <a:tc>
                  <a:txBody>
                    <a:bodyPr/>
                    <a:lstStyle/>
                    <a:p>
                      <a:pPr algn="ctr">
                        <a:spcAft>
                          <a:spcPts val="0"/>
                        </a:spcAft>
                      </a:pPr>
                      <a:r>
                        <a:rPr lang="x-none" sz="1200" kern="100" cap="all" dirty="0">
                          <a:effectLst/>
                        </a:rPr>
                        <a:t>NO</a:t>
                      </a:r>
                      <a:endParaRPr lang="zh-CN" sz="1200" b="1" kern="100" dirty="0">
                        <a:effectLst/>
                        <a:latin typeface="Times New Roman"/>
                        <a:ea typeface="宋体"/>
                      </a:endParaRPr>
                    </a:p>
                  </a:txBody>
                  <a:tcPr marL="68564" marR="68564" marT="0" marB="0" anchor="ctr"/>
                </a:tc>
                <a:tc>
                  <a:txBody>
                    <a:bodyPr/>
                    <a:lstStyle/>
                    <a:p>
                      <a:pPr algn="ctr">
                        <a:spcAft>
                          <a:spcPts val="0"/>
                        </a:spcAft>
                      </a:pPr>
                      <a:r>
                        <a:rPr lang="x-none" sz="1200" kern="100" cap="all" dirty="0">
                          <a:effectLst/>
                        </a:rPr>
                        <a:t>DATA</a:t>
                      </a:r>
                      <a:endParaRPr lang="zh-CN" sz="1200" b="1" kern="100" dirty="0">
                        <a:effectLst/>
                        <a:latin typeface="Times New Roman"/>
                        <a:ea typeface="宋体"/>
                      </a:endParaRPr>
                    </a:p>
                  </a:txBody>
                  <a:tcPr marL="68564" marR="68564" marT="0" marB="0" anchor="ctr"/>
                </a:tc>
                <a:tc>
                  <a:txBody>
                    <a:bodyPr/>
                    <a:lstStyle/>
                    <a:p>
                      <a:pPr algn="ctr">
                        <a:spcAft>
                          <a:spcPts val="0"/>
                        </a:spcAft>
                      </a:pPr>
                      <a:r>
                        <a:rPr lang="x-none" sz="1200" kern="100" cap="all" dirty="0">
                          <a:effectLst/>
                        </a:rPr>
                        <a:t>DESCRIPTION</a:t>
                      </a:r>
                      <a:endParaRPr lang="zh-CN" sz="1200" b="1" kern="100" dirty="0">
                        <a:effectLst/>
                        <a:latin typeface="Times New Roman"/>
                        <a:ea typeface="宋体"/>
                      </a:endParaRPr>
                    </a:p>
                  </a:txBody>
                  <a:tcPr marL="68564" marR="68564" marT="0" marB="0" anchor="ctr"/>
                </a:tc>
                <a:tc>
                  <a:txBody>
                    <a:bodyPr/>
                    <a:lstStyle/>
                    <a:p>
                      <a:pPr algn="ctr">
                        <a:spcAft>
                          <a:spcPts val="0"/>
                        </a:spcAft>
                      </a:pPr>
                      <a:endParaRPr lang="zh-CN" sz="1200" b="1" kern="100" dirty="0">
                        <a:effectLst/>
                        <a:latin typeface="Times New Roman"/>
                        <a:ea typeface="宋体"/>
                      </a:endParaRPr>
                    </a:p>
                  </a:txBody>
                  <a:tcPr marL="68564" marR="68564" marT="0" marB="0" anchor="ctr"/>
                </a:tc>
                <a:tc>
                  <a:txBody>
                    <a:bodyPr/>
                    <a:lstStyle/>
                    <a:p>
                      <a:pPr algn="ctr">
                        <a:spcAft>
                          <a:spcPts val="0"/>
                        </a:spcAft>
                      </a:pPr>
                      <a:endParaRPr lang="zh-CN" sz="1200" b="1" kern="100">
                        <a:effectLst/>
                        <a:latin typeface="Times New Roman"/>
                        <a:ea typeface="宋体"/>
                      </a:endParaRPr>
                    </a:p>
                  </a:txBody>
                  <a:tcPr marL="68564" marR="68564" marT="0" marB="0" anchor="ctr"/>
                </a:tc>
                <a:extLst>
                  <a:ext uri="{0D108BD9-81ED-4DB2-BD59-A6C34878D82A}">
                    <a16:rowId xmlns:a16="http://schemas.microsoft.com/office/drawing/2014/main" xmlns="" val="10000"/>
                  </a:ext>
                </a:extLst>
              </a:tr>
              <a:tr h="225802">
                <a:tc>
                  <a:txBody>
                    <a:bodyPr/>
                    <a:lstStyle/>
                    <a:p>
                      <a:pPr algn="ctr">
                        <a:spcAft>
                          <a:spcPts val="0"/>
                        </a:spcAft>
                      </a:pPr>
                      <a:r>
                        <a:rPr lang="en-US" sz="1200" kern="100">
                          <a:effectLst/>
                        </a:rPr>
                        <a:t>0</a:t>
                      </a:r>
                      <a:endParaRPr lang="zh-CN" sz="1200" b="1" kern="100">
                        <a:effectLst/>
                        <a:latin typeface="Times New Roman"/>
                        <a:ea typeface="宋体"/>
                      </a:endParaRPr>
                    </a:p>
                  </a:txBody>
                  <a:tcPr marL="68564" marR="68564" marT="0" marB="0" anchor="ctr"/>
                </a:tc>
                <a:tc>
                  <a:txBody>
                    <a:bodyPr/>
                    <a:lstStyle/>
                    <a:p>
                      <a:pPr algn="ctr">
                        <a:spcAft>
                          <a:spcPts val="0"/>
                        </a:spcAft>
                      </a:pPr>
                      <a:r>
                        <a:rPr lang="en-US" sz="1200" kern="100">
                          <a:effectLst/>
                        </a:rPr>
                        <a:t>40H</a:t>
                      </a:r>
                      <a:endParaRPr lang="zh-CN" sz="1200" b="1" kern="100">
                        <a:effectLst/>
                        <a:latin typeface="Times New Roman"/>
                        <a:ea typeface="宋体"/>
                      </a:endParaRPr>
                    </a:p>
                  </a:txBody>
                  <a:tcPr marL="68564" marR="68564" marT="0" marB="0" anchor="ctr"/>
                </a:tc>
                <a:tc>
                  <a:txBody>
                    <a:bodyPr/>
                    <a:lstStyle/>
                    <a:p>
                      <a:pPr algn="ctr">
                        <a:spcAft>
                          <a:spcPts val="0"/>
                        </a:spcAft>
                      </a:pPr>
                      <a:r>
                        <a:rPr lang="x-none" sz="1200" kern="100">
                          <a:effectLst/>
                        </a:rPr>
                        <a:t>IDENTIFICATION</a:t>
                      </a:r>
                      <a:endParaRPr lang="zh-CN" sz="1200" b="1" kern="100">
                        <a:effectLst/>
                        <a:latin typeface="Times New Roman"/>
                        <a:ea typeface="宋体"/>
                      </a:endParaRPr>
                    </a:p>
                  </a:txBody>
                  <a:tcPr marL="68564" marR="68564" marT="0" marB="0" anchor="ctr"/>
                </a:tc>
                <a:tc>
                  <a:txBody>
                    <a:bodyPr/>
                    <a:lstStyle/>
                    <a:p>
                      <a:pPr algn="ctr">
                        <a:spcAft>
                          <a:spcPts val="0"/>
                        </a:spcAft>
                      </a:pPr>
                      <a:r>
                        <a:rPr lang="en-US" altLang="zh-CN" sz="1200" kern="100" dirty="0">
                          <a:effectLst/>
                        </a:rPr>
                        <a:t>40</a:t>
                      </a:r>
                      <a:endParaRPr lang="zh-CN" sz="1200" b="1" kern="100" dirty="0">
                        <a:effectLst/>
                        <a:latin typeface="Times New Roman"/>
                        <a:ea typeface="宋体"/>
                      </a:endParaRPr>
                    </a:p>
                  </a:txBody>
                  <a:tcPr marL="68564" marR="68564" marT="0" marB="0" anchor="ctr"/>
                </a:tc>
                <a:tc>
                  <a:txBody>
                    <a:bodyPr/>
                    <a:lstStyle/>
                    <a:p>
                      <a:pPr algn="ctr">
                        <a:spcAft>
                          <a:spcPts val="0"/>
                        </a:spcAft>
                      </a:pPr>
                      <a:endParaRPr lang="zh-CN" sz="1200" b="1" kern="100" dirty="0">
                        <a:effectLst/>
                        <a:latin typeface="Times New Roman"/>
                        <a:ea typeface="宋体"/>
                      </a:endParaRPr>
                    </a:p>
                  </a:txBody>
                  <a:tcPr marL="68564" marR="68564" marT="0" marB="0" anchor="ctr"/>
                </a:tc>
                <a:extLst>
                  <a:ext uri="{0D108BD9-81ED-4DB2-BD59-A6C34878D82A}">
                    <a16:rowId xmlns:a16="http://schemas.microsoft.com/office/drawing/2014/main" xmlns="" val="10001"/>
                  </a:ext>
                </a:extLst>
              </a:tr>
              <a:tr h="225802">
                <a:tc>
                  <a:txBody>
                    <a:bodyPr/>
                    <a:lstStyle/>
                    <a:p>
                      <a:pPr algn="ctr">
                        <a:spcAft>
                          <a:spcPts val="0"/>
                        </a:spcAft>
                      </a:pPr>
                      <a:r>
                        <a:rPr lang="en-US" sz="1200" kern="100">
                          <a:effectLst/>
                        </a:rPr>
                        <a:t>1</a:t>
                      </a:r>
                      <a:endParaRPr lang="zh-CN" sz="1200" b="1" kern="100">
                        <a:effectLst/>
                        <a:latin typeface="Times New Roman"/>
                        <a:ea typeface="宋体"/>
                      </a:endParaRPr>
                    </a:p>
                  </a:txBody>
                  <a:tcPr marL="68564" marR="68564" marT="0" marB="0" anchor="ctr"/>
                </a:tc>
                <a:tc>
                  <a:txBody>
                    <a:bodyPr/>
                    <a:lstStyle/>
                    <a:p>
                      <a:pPr algn="ctr">
                        <a:spcAft>
                          <a:spcPts val="0"/>
                        </a:spcAft>
                      </a:pPr>
                      <a:r>
                        <a:rPr lang="en-US" sz="1200" kern="100">
                          <a:effectLst/>
                        </a:rPr>
                        <a:t>11H</a:t>
                      </a:r>
                      <a:endParaRPr lang="zh-CN" sz="1200" b="1" kern="100">
                        <a:effectLst/>
                        <a:latin typeface="Times New Roman"/>
                        <a:ea typeface="宋体"/>
                      </a:endParaRPr>
                    </a:p>
                  </a:txBody>
                  <a:tcPr marL="68564" marR="68564" marT="0" marB="0" anchor="ctr"/>
                </a:tc>
                <a:tc>
                  <a:txBody>
                    <a:bodyPr/>
                    <a:lstStyle/>
                    <a:p>
                      <a:pPr algn="ctr">
                        <a:spcAft>
                          <a:spcPts val="0"/>
                        </a:spcAft>
                      </a:pPr>
                      <a:r>
                        <a:rPr lang="x-none" sz="1200" kern="100">
                          <a:effectLst/>
                        </a:rPr>
                        <a:t>ASSISTANT SYMBOL</a:t>
                      </a:r>
                      <a:endParaRPr lang="zh-CN" sz="1200" b="1" kern="100">
                        <a:effectLst/>
                        <a:latin typeface="Times New Roman"/>
                        <a:ea typeface="宋体"/>
                      </a:endParaRPr>
                    </a:p>
                  </a:txBody>
                  <a:tcPr marL="68564" marR="68564" marT="0" marB="0" anchor="ctr"/>
                </a:tc>
                <a:tc>
                  <a:txBody>
                    <a:bodyPr/>
                    <a:lstStyle/>
                    <a:p>
                      <a:pPr algn="ctr">
                        <a:spcAft>
                          <a:spcPts val="0"/>
                        </a:spcAft>
                      </a:pPr>
                      <a:r>
                        <a:rPr lang="en-US" altLang="zh-CN" sz="1200" kern="100" dirty="0">
                          <a:effectLst/>
                        </a:rPr>
                        <a:t>11</a:t>
                      </a:r>
                      <a:endParaRPr lang="zh-CN" sz="1200" b="1" kern="100" dirty="0">
                        <a:effectLst/>
                        <a:latin typeface="Times New Roman"/>
                        <a:ea typeface="宋体"/>
                      </a:endParaRPr>
                    </a:p>
                  </a:txBody>
                  <a:tcPr marL="68564" marR="68564" marT="0" marB="0" anchor="ctr"/>
                </a:tc>
                <a:tc>
                  <a:txBody>
                    <a:bodyPr/>
                    <a:lstStyle/>
                    <a:p>
                      <a:pPr algn="ctr">
                        <a:spcAft>
                          <a:spcPts val="0"/>
                        </a:spcAft>
                      </a:pPr>
                      <a:endParaRPr lang="zh-CN" sz="1200" b="1" kern="100" dirty="0">
                        <a:effectLst/>
                        <a:latin typeface="Times New Roman"/>
                        <a:ea typeface="宋体"/>
                      </a:endParaRPr>
                    </a:p>
                  </a:txBody>
                  <a:tcPr marL="68564" marR="68564" marT="0" marB="0" anchor="ctr"/>
                </a:tc>
                <a:extLst>
                  <a:ext uri="{0D108BD9-81ED-4DB2-BD59-A6C34878D82A}">
                    <a16:rowId xmlns:a16="http://schemas.microsoft.com/office/drawing/2014/main" xmlns="" val="10002"/>
                  </a:ext>
                </a:extLst>
              </a:tr>
              <a:tr h="225802">
                <a:tc>
                  <a:txBody>
                    <a:bodyPr/>
                    <a:lstStyle/>
                    <a:p>
                      <a:pPr algn="ctr">
                        <a:spcAft>
                          <a:spcPts val="0"/>
                        </a:spcAft>
                      </a:pPr>
                      <a:r>
                        <a:rPr lang="en-US" sz="1200" kern="100">
                          <a:effectLst/>
                        </a:rPr>
                        <a:t>2</a:t>
                      </a:r>
                      <a:endParaRPr lang="zh-CN" sz="1200" b="1" kern="100">
                        <a:effectLst/>
                        <a:latin typeface="Times New Roman"/>
                        <a:ea typeface="宋体"/>
                      </a:endParaRPr>
                    </a:p>
                  </a:txBody>
                  <a:tcPr marL="68564" marR="68564" marT="0" marB="0" anchor="ctr"/>
                </a:tc>
                <a:tc>
                  <a:txBody>
                    <a:bodyPr/>
                    <a:lstStyle/>
                    <a:p>
                      <a:pPr algn="ctr">
                        <a:spcAft>
                          <a:spcPts val="0"/>
                        </a:spcAft>
                      </a:pPr>
                      <a:r>
                        <a:rPr lang="en-US" sz="1200" kern="100">
                          <a:effectLst/>
                        </a:rPr>
                        <a:t>02H</a:t>
                      </a:r>
                      <a:endParaRPr lang="zh-CN" sz="1200" b="1" kern="100">
                        <a:effectLst/>
                        <a:latin typeface="Times New Roman"/>
                        <a:ea typeface="宋体"/>
                      </a:endParaRPr>
                    </a:p>
                  </a:txBody>
                  <a:tcPr marL="68564" marR="68564" marT="0" marB="0" anchor="ctr"/>
                </a:tc>
                <a:tc>
                  <a:txBody>
                    <a:bodyPr/>
                    <a:lstStyle/>
                    <a:p>
                      <a:pPr algn="ctr">
                        <a:spcAft>
                          <a:spcPts val="0"/>
                        </a:spcAft>
                      </a:pPr>
                      <a:r>
                        <a:rPr lang="x-none" sz="1200" kern="100">
                          <a:effectLst/>
                        </a:rPr>
                        <a:t>TYPE</a:t>
                      </a:r>
                      <a:endParaRPr lang="zh-CN" sz="1200" b="1" kern="100">
                        <a:effectLst/>
                        <a:latin typeface="Times New Roman"/>
                        <a:ea typeface="宋体"/>
                      </a:endParaRPr>
                    </a:p>
                  </a:txBody>
                  <a:tcPr marL="68564" marR="68564" marT="0" marB="0" anchor="ctr"/>
                </a:tc>
                <a:tc>
                  <a:txBody>
                    <a:bodyPr/>
                    <a:lstStyle/>
                    <a:p>
                      <a:pPr algn="ctr">
                        <a:spcAft>
                          <a:spcPts val="0"/>
                        </a:spcAft>
                      </a:pPr>
                      <a:r>
                        <a:rPr lang="en-US" altLang="zh-CN" sz="1200" kern="100" dirty="0">
                          <a:effectLst/>
                        </a:rPr>
                        <a:t>02</a:t>
                      </a:r>
                      <a:endParaRPr lang="zh-CN" sz="1200" b="1" kern="100" dirty="0">
                        <a:effectLst/>
                        <a:latin typeface="Times New Roman"/>
                        <a:ea typeface="宋体"/>
                      </a:endParaRPr>
                    </a:p>
                  </a:txBody>
                  <a:tcPr marL="68564" marR="68564" marT="0" marB="0" anchor="ctr"/>
                </a:tc>
                <a:tc>
                  <a:txBody>
                    <a:bodyPr/>
                    <a:lstStyle/>
                    <a:p>
                      <a:pPr algn="ctr">
                        <a:spcAft>
                          <a:spcPts val="0"/>
                        </a:spcAft>
                      </a:pPr>
                      <a:endParaRPr lang="zh-CN" sz="1200" b="1" kern="100" dirty="0">
                        <a:effectLst/>
                        <a:latin typeface="Times New Roman"/>
                        <a:ea typeface="宋体"/>
                      </a:endParaRPr>
                    </a:p>
                  </a:txBody>
                  <a:tcPr marL="68564" marR="68564" marT="0" marB="0" anchor="ctr"/>
                </a:tc>
                <a:extLst>
                  <a:ext uri="{0D108BD9-81ED-4DB2-BD59-A6C34878D82A}">
                    <a16:rowId xmlns:a16="http://schemas.microsoft.com/office/drawing/2014/main" xmlns="" val="10003"/>
                  </a:ext>
                </a:extLst>
              </a:tr>
              <a:tr h="225802">
                <a:tc>
                  <a:txBody>
                    <a:bodyPr/>
                    <a:lstStyle/>
                    <a:p>
                      <a:pPr algn="ctr">
                        <a:spcAft>
                          <a:spcPts val="0"/>
                        </a:spcAft>
                      </a:pPr>
                      <a:r>
                        <a:rPr lang="en-US" sz="1200" kern="100">
                          <a:effectLst/>
                        </a:rPr>
                        <a:t>3</a:t>
                      </a:r>
                      <a:endParaRPr lang="zh-CN" sz="1200" b="1" kern="100">
                        <a:effectLst/>
                        <a:latin typeface="Times New Roman"/>
                        <a:ea typeface="宋体"/>
                      </a:endParaRPr>
                    </a:p>
                  </a:txBody>
                  <a:tcPr marL="68564" marR="68564"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64" marR="68564" marT="0" marB="0" anchor="ctr"/>
                </a:tc>
                <a:tc rowSpan="3">
                  <a:txBody>
                    <a:bodyPr/>
                    <a:lstStyle/>
                    <a:p>
                      <a:pPr algn="ctr">
                        <a:spcAft>
                          <a:spcPts val="0"/>
                        </a:spcAft>
                      </a:pPr>
                      <a:r>
                        <a:rPr lang="x-none" sz="1200" kern="100">
                          <a:effectLst/>
                        </a:rPr>
                        <a:t>PERIOD TIME(Sec, &gt;=1)</a:t>
                      </a:r>
                      <a:endParaRPr lang="zh-CN" sz="1200" kern="100">
                        <a:effectLst/>
                      </a:endParaRPr>
                    </a:p>
                    <a:p>
                      <a:pPr algn="ctr">
                        <a:spcAft>
                          <a:spcPts val="0"/>
                        </a:spcAft>
                      </a:pPr>
                      <a:r>
                        <a:rPr lang="x-none" sz="1200" kern="100">
                          <a:effectLst/>
                        </a:rPr>
                        <a:t>TRUE FORM, HIGH BYTE FIRST</a:t>
                      </a:r>
                      <a:endParaRPr lang="zh-CN" sz="1200" b="1" kern="100">
                        <a:effectLst/>
                        <a:latin typeface="Times New Roman"/>
                        <a:ea typeface="宋体"/>
                      </a:endParaRPr>
                    </a:p>
                  </a:txBody>
                  <a:tcPr marL="68564" marR="68564" marT="0" marB="0" anchor="ctr"/>
                </a:tc>
                <a:tc rowSpan="3">
                  <a:txBody>
                    <a:bodyPr/>
                    <a:lstStyle/>
                    <a:p>
                      <a:pPr algn="ctr">
                        <a:spcAft>
                          <a:spcPts val="0"/>
                        </a:spcAft>
                      </a:pPr>
                      <a:r>
                        <a:rPr lang="en-US" altLang="zh-CN" sz="1200" kern="100" dirty="0">
                          <a:effectLst/>
                        </a:rPr>
                        <a:t>00 03 E8</a:t>
                      </a:r>
                      <a:endParaRPr lang="zh-CN" sz="1200" b="1" kern="100" dirty="0">
                        <a:solidFill>
                          <a:srgbClr val="FF0000"/>
                        </a:solidFill>
                        <a:effectLst/>
                        <a:latin typeface="Times New Roman"/>
                        <a:ea typeface="宋体"/>
                      </a:endParaRPr>
                    </a:p>
                  </a:txBody>
                  <a:tcPr marL="68564" marR="68564" marT="0" marB="0" anchor="ctr"/>
                </a:tc>
                <a:tc rowSpan="3">
                  <a:txBody>
                    <a:bodyPr/>
                    <a:lstStyle/>
                    <a:p>
                      <a:pPr algn="ctr">
                        <a:spcAft>
                          <a:spcPts val="0"/>
                        </a:spcAft>
                      </a:pPr>
                      <a:r>
                        <a:rPr lang="en-US" altLang="zh-CN" sz="1200" kern="100" dirty="0">
                          <a:effectLst/>
                        </a:rPr>
                        <a:t>1000s</a:t>
                      </a:r>
                      <a:endParaRPr lang="zh-CN" sz="1200" b="1" kern="100" dirty="0">
                        <a:effectLst/>
                        <a:latin typeface="Times New Roman"/>
                        <a:ea typeface="宋体"/>
                      </a:endParaRPr>
                    </a:p>
                  </a:txBody>
                  <a:tcPr marL="68564" marR="68564" marT="0" marB="0" anchor="ctr"/>
                </a:tc>
                <a:extLst>
                  <a:ext uri="{0D108BD9-81ED-4DB2-BD59-A6C34878D82A}">
                    <a16:rowId xmlns:a16="http://schemas.microsoft.com/office/drawing/2014/main" xmlns="" val="10004"/>
                  </a:ext>
                </a:extLst>
              </a:tr>
              <a:tr h="225802">
                <a:tc>
                  <a:txBody>
                    <a:bodyPr/>
                    <a:lstStyle/>
                    <a:p>
                      <a:pPr algn="ctr">
                        <a:spcAft>
                          <a:spcPts val="0"/>
                        </a:spcAft>
                      </a:pPr>
                      <a:r>
                        <a:rPr lang="en-US" sz="1200" kern="100">
                          <a:effectLst/>
                        </a:rPr>
                        <a:t>4</a:t>
                      </a:r>
                      <a:endParaRPr lang="zh-CN" sz="1200" b="1" kern="100">
                        <a:effectLst/>
                        <a:latin typeface="Times New Roman"/>
                        <a:ea typeface="宋体"/>
                      </a:endParaRPr>
                    </a:p>
                  </a:txBody>
                  <a:tcPr marL="68564" marR="68564"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64" marR="68564" marT="0"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xmlns="" val="10005"/>
                  </a:ext>
                </a:extLst>
              </a:tr>
              <a:tr h="225802">
                <a:tc>
                  <a:txBody>
                    <a:bodyPr/>
                    <a:lstStyle/>
                    <a:p>
                      <a:pPr algn="ctr">
                        <a:spcAft>
                          <a:spcPts val="0"/>
                        </a:spcAft>
                      </a:pPr>
                      <a:r>
                        <a:rPr lang="en-US" sz="1200" kern="100">
                          <a:effectLst/>
                        </a:rPr>
                        <a:t>5</a:t>
                      </a:r>
                      <a:endParaRPr lang="zh-CN" sz="1200" b="1" kern="100">
                        <a:effectLst/>
                        <a:latin typeface="Times New Roman"/>
                        <a:ea typeface="宋体"/>
                      </a:endParaRPr>
                    </a:p>
                  </a:txBody>
                  <a:tcPr marL="68564" marR="68564"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64" marR="68564" marT="0"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xmlns="" val="10006"/>
                  </a:ext>
                </a:extLst>
              </a:tr>
              <a:tr h="225802">
                <a:tc>
                  <a:txBody>
                    <a:bodyPr/>
                    <a:lstStyle/>
                    <a:p>
                      <a:pPr algn="ctr">
                        <a:spcAft>
                          <a:spcPts val="0"/>
                        </a:spcAft>
                      </a:pPr>
                      <a:r>
                        <a:rPr lang="en-US" sz="1200" kern="100">
                          <a:effectLst/>
                        </a:rPr>
                        <a:t>6</a:t>
                      </a:r>
                      <a:endParaRPr lang="zh-CN" sz="1200" b="1" kern="100">
                        <a:effectLst/>
                        <a:latin typeface="Times New Roman"/>
                        <a:ea typeface="宋体"/>
                      </a:endParaRPr>
                    </a:p>
                  </a:txBody>
                  <a:tcPr marL="68564" marR="68564" marT="0" marB="0" anchor="ctr"/>
                </a:tc>
                <a:tc>
                  <a:txBody>
                    <a:bodyPr/>
                    <a:lstStyle/>
                    <a:p>
                      <a:pPr algn="ctr">
                        <a:spcAft>
                          <a:spcPts val="0"/>
                        </a:spcAft>
                      </a:pPr>
                      <a:r>
                        <a:rPr lang="en-US" sz="1200" kern="100">
                          <a:effectLst/>
                        </a:rPr>
                        <a:t>##H</a:t>
                      </a:r>
                      <a:endParaRPr lang="zh-CN" sz="1200" b="1" kern="100">
                        <a:effectLst/>
                        <a:latin typeface="Times New Roman"/>
                        <a:ea typeface="宋体"/>
                      </a:endParaRPr>
                    </a:p>
                  </a:txBody>
                  <a:tcPr marL="68564" marR="68564" marT="0" marB="0" anchor="ctr"/>
                </a:tc>
                <a:tc rowSpan="2">
                  <a:txBody>
                    <a:bodyPr/>
                    <a:lstStyle/>
                    <a:p>
                      <a:pPr algn="ctr">
                        <a:spcAft>
                          <a:spcPts val="0"/>
                        </a:spcAft>
                      </a:pPr>
                      <a:r>
                        <a:rPr lang="x-none" sz="1200" kern="100" dirty="0">
                          <a:effectLst/>
                        </a:rPr>
                        <a:t>PERIOD TIME(ms, &lt;1000)</a:t>
                      </a:r>
                      <a:endParaRPr lang="zh-CN" sz="1200" kern="100" dirty="0">
                        <a:effectLst/>
                      </a:endParaRPr>
                    </a:p>
                    <a:p>
                      <a:pPr algn="ctr">
                        <a:spcAft>
                          <a:spcPts val="0"/>
                        </a:spcAft>
                      </a:pPr>
                      <a:r>
                        <a:rPr lang="x-none" sz="1200" kern="100" dirty="0">
                          <a:effectLst/>
                        </a:rPr>
                        <a:t>TRUE FORM, HIGH BYTE FIRST</a:t>
                      </a:r>
                      <a:endParaRPr lang="zh-CN" sz="1200" b="1" kern="100" dirty="0">
                        <a:effectLst/>
                        <a:latin typeface="Times New Roman"/>
                        <a:ea typeface="宋体"/>
                      </a:endParaRPr>
                    </a:p>
                  </a:txBody>
                  <a:tcPr marL="68564" marR="68564" marT="0" marB="0" anchor="ctr"/>
                </a:tc>
                <a:tc rowSpan="2">
                  <a:txBody>
                    <a:bodyPr/>
                    <a:lstStyle/>
                    <a:p>
                      <a:pPr algn="ctr">
                        <a:spcAft>
                          <a:spcPts val="0"/>
                        </a:spcAft>
                      </a:pPr>
                      <a:r>
                        <a:rPr lang="en-US" altLang="zh-CN" sz="1200" kern="100" dirty="0">
                          <a:effectLst/>
                        </a:rPr>
                        <a:t>01 2C</a:t>
                      </a:r>
                      <a:endParaRPr lang="zh-CN" sz="1200" b="1" kern="100" dirty="0">
                        <a:solidFill>
                          <a:srgbClr val="FF0000"/>
                        </a:solidFill>
                        <a:effectLst/>
                        <a:latin typeface="Times New Roman"/>
                        <a:ea typeface="宋体"/>
                      </a:endParaRPr>
                    </a:p>
                  </a:txBody>
                  <a:tcPr marL="68564" marR="68564" marT="0" marB="0" anchor="ctr"/>
                </a:tc>
                <a:tc rowSpan="2">
                  <a:txBody>
                    <a:bodyPr/>
                    <a:lstStyle/>
                    <a:p>
                      <a:pPr algn="ctr">
                        <a:spcAft>
                          <a:spcPts val="0"/>
                        </a:spcAft>
                      </a:pPr>
                      <a:r>
                        <a:rPr lang="en-US" altLang="zh-CN" sz="1200" kern="100" dirty="0">
                          <a:effectLst/>
                        </a:rPr>
                        <a:t>300ms</a:t>
                      </a:r>
                      <a:endParaRPr lang="zh-CN" sz="1200" b="1" kern="100" dirty="0">
                        <a:effectLst/>
                        <a:latin typeface="Times New Roman"/>
                        <a:ea typeface="宋体"/>
                      </a:endParaRPr>
                    </a:p>
                  </a:txBody>
                  <a:tcPr marL="68564" marR="68564" marT="0" marB="0" anchor="ctr"/>
                </a:tc>
                <a:extLst>
                  <a:ext uri="{0D108BD9-81ED-4DB2-BD59-A6C34878D82A}">
                    <a16:rowId xmlns:a16="http://schemas.microsoft.com/office/drawing/2014/main" xmlns="" val="10007"/>
                  </a:ext>
                </a:extLst>
              </a:tr>
              <a:tr h="297484">
                <a:tc>
                  <a:txBody>
                    <a:bodyPr/>
                    <a:lstStyle/>
                    <a:p>
                      <a:pPr algn="ctr">
                        <a:spcAft>
                          <a:spcPts val="0"/>
                        </a:spcAft>
                      </a:pPr>
                      <a:r>
                        <a:rPr lang="en-US" sz="1200" kern="100">
                          <a:effectLst/>
                        </a:rPr>
                        <a:t>7</a:t>
                      </a:r>
                      <a:endParaRPr lang="zh-CN" sz="1200" b="1" kern="100">
                        <a:effectLst/>
                        <a:latin typeface="Times New Roman"/>
                        <a:ea typeface="宋体"/>
                      </a:endParaRPr>
                    </a:p>
                  </a:txBody>
                  <a:tcPr marL="68564" marR="68564"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64" marR="68564" marT="0"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xmlns="" val="10008"/>
                  </a:ext>
                </a:extLst>
              </a:tr>
              <a:tr h="677404">
                <a:tc>
                  <a:txBody>
                    <a:bodyPr/>
                    <a:lstStyle/>
                    <a:p>
                      <a:pPr algn="ctr">
                        <a:spcAft>
                          <a:spcPts val="0"/>
                        </a:spcAft>
                      </a:pPr>
                      <a:r>
                        <a:rPr lang="en-US" sz="1200" kern="100">
                          <a:effectLst/>
                        </a:rPr>
                        <a:t>8</a:t>
                      </a:r>
                      <a:endParaRPr lang="zh-CN" sz="1200" b="1" kern="100">
                        <a:effectLst/>
                        <a:latin typeface="Times New Roman"/>
                        <a:ea typeface="宋体"/>
                      </a:endParaRPr>
                    </a:p>
                  </a:txBody>
                  <a:tcPr marL="68564" marR="68564"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64" marR="68564" marT="0" marB="0" anchor="ctr"/>
                </a:tc>
                <a:tc>
                  <a:txBody>
                    <a:bodyPr/>
                    <a:lstStyle/>
                    <a:p>
                      <a:pPr algn="ctr">
                        <a:spcAft>
                          <a:spcPts val="0"/>
                        </a:spcAft>
                      </a:pPr>
                      <a:r>
                        <a:rPr lang="en-US" sz="1200" kern="100" dirty="0">
                          <a:effectLst/>
                        </a:rPr>
                        <a:t>00H: </a:t>
                      </a:r>
                      <a:r>
                        <a:rPr lang="x-none" sz="1200" kern="100" dirty="0">
                          <a:effectLst/>
                        </a:rPr>
                        <a:t>STOP</a:t>
                      </a:r>
                      <a:r>
                        <a:rPr lang="en-US" sz="1200" kern="100" dirty="0">
                          <a:effectLst/>
                        </a:rPr>
                        <a:t>;</a:t>
                      </a:r>
                      <a:endParaRPr lang="zh-CN" sz="1200" kern="100" dirty="0">
                        <a:effectLst/>
                      </a:endParaRPr>
                    </a:p>
                    <a:p>
                      <a:pPr algn="ctr">
                        <a:spcAft>
                          <a:spcPts val="0"/>
                        </a:spcAft>
                      </a:pPr>
                      <a:r>
                        <a:rPr lang="en-US" sz="1200" kern="100" dirty="0">
                          <a:effectLst/>
                        </a:rPr>
                        <a:t>66H: </a:t>
                      </a:r>
                      <a:r>
                        <a:rPr lang="x-none" sz="1200" kern="100" dirty="0">
                          <a:effectLst/>
                        </a:rPr>
                        <a:t>+1ms</a:t>
                      </a:r>
                      <a:endParaRPr lang="en-US" sz="1200" kern="100" dirty="0">
                        <a:effectLst/>
                      </a:endParaRPr>
                    </a:p>
                    <a:p>
                      <a:pPr algn="ctr">
                        <a:spcAft>
                          <a:spcPts val="0"/>
                        </a:spcAft>
                      </a:pPr>
                      <a:r>
                        <a:rPr lang="en-US" sz="1200" kern="100" dirty="0">
                          <a:effectLst/>
                        </a:rPr>
                        <a:t>99H: </a:t>
                      </a:r>
                      <a:r>
                        <a:rPr lang="x-none" sz="1200" kern="100" dirty="0">
                          <a:effectLst/>
                        </a:rPr>
                        <a:t>-1ms</a:t>
                      </a:r>
                      <a:endParaRPr lang="zh-CN" sz="1200" b="1" kern="100" dirty="0">
                        <a:effectLst/>
                        <a:latin typeface="Times New Roman"/>
                        <a:ea typeface="宋体"/>
                      </a:endParaRPr>
                    </a:p>
                  </a:txBody>
                  <a:tcPr marL="68564" marR="68564" marT="0" marB="0" anchor="ctr"/>
                </a:tc>
                <a:tc>
                  <a:txBody>
                    <a:bodyPr/>
                    <a:lstStyle/>
                    <a:p>
                      <a:pPr algn="ctr">
                        <a:spcAft>
                          <a:spcPts val="0"/>
                        </a:spcAft>
                      </a:pPr>
                      <a:r>
                        <a:rPr lang="en-US" altLang="zh-CN" sz="1200" kern="100" dirty="0">
                          <a:effectLst/>
                        </a:rPr>
                        <a:t>99</a:t>
                      </a:r>
                      <a:endParaRPr lang="zh-CN" sz="1200" b="1" kern="100" dirty="0">
                        <a:solidFill>
                          <a:srgbClr val="FF0000"/>
                        </a:solidFill>
                        <a:effectLst/>
                        <a:latin typeface="Times New Roman"/>
                        <a:ea typeface="宋体"/>
                      </a:endParaRPr>
                    </a:p>
                  </a:txBody>
                  <a:tcPr marL="68564" marR="68564" marT="0" marB="0" anchor="ctr"/>
                </a:tc>
                <a:tc>
                  <a:txBody>
                    <a:bodyPr/>
                    <a:lstStyle/>
                    <a:p>
                      <a:pPr algn="ctr">
                        <a:spcAft>
                          <a:spcPts val="0"/>
                        </a:spcAft>
                      </a:pPr>
                      <a:r>
                        <a:rPr lang="en-US" sz="1200" kern="100" dirty="0">
                          <a:effectLst/>
                        </a:rPr>
                        <a:t>-</a:t>
                      </a:r>
                      <a:r>
                        <a:rPr lang="x-none" sz="1200" kern="100" dirty="0">
                          <a:effectLst/>
                        </a:rPr>
                        <a:t>1ms</a:t>
                      </a:r>
                      <a:endParaRPr lang="zh-CN" sz="1200" b="1" kern="100" dirty="0">
                        <a:effectLst/>
                        <a:latin typeface="Times New Roman"/>
                        <a:ea typeface="宋体"/>
                      </a:endParaRPr>
                    </a:p>
                  </a:txBody>
                  <a:tcPr marL="68564" marR="68564" marT="0" marB="0" anchor="ctr"/>
                </a:tc>
                <a:extLst>
                  <a:ext uri="{0D108BD9-81ED-4DB2-BD59-A6C34878D82A}">
                    <a16:rowId xmlns:a16="http://schemas.microsoft.com/office/drawing/2014/main" xmlns="" val="10009"/>
                  </a:ext>
                </a:extLst>
              </a:tr>
            </a:tbl>
          </a:graphicData>
        </a:graphic>
      </p:graphicFrame>
      <p:sp>
        <p:nvSpPr>
          <p:cNvPr id="8" name="矩形 1"/>
          <p:cNvSpPr>
            <a:spLocks noChangeArrowheads="1"/>
          </p:cNvSpPr>
          <p:nvPr/>
        </p:nvSpPr>
        <p:spPr bwMode="auto">
          <a:xfrm>
            <a:off x="409578" y="4324352"/>
            <a:ext cx="7845425"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50000"/>
              </a:lnSpc>
            </a:pPr>
            <a:r>
              <a:rPr lang="en-US" altLang="zh-CN" dirty="0">
                <a:solidFill>
                  <a:srgbClr val="B85674"/>
                </a:solidFill>
              </a:rPr>
              <a:t>77 18 </a:t>
            </a:r>
            <a:r>
              <a:rPr lang="en-US" altLang="zh-CN" dirty="0">
                <a:solidFill>
                  <a:srgbClr val="00B050"/>
                </a:solidFill>
              </a:rPr>
              <a:t>5A</a:t>
            </a:r>
            <a:r>
              <a:rPr lang="en-US" altLang="zh-CN" dirty="0">
                <a:solidFill>
                  <a:schemeClr val="tx1"/>
                </a:solidFill>
              </a:rPr>
              <a:t> </a:t>
            </a:r>
            <a:r>
              <a:rPr lang="en-US" altLang="zh-CN" dirty="0">
                <a:solidFill>
                  <a:srgbClr val="7030A0"/>
                </a:solidFill>
              </a:rPr>
              <a:t>00 11 00 0F 00 </a:t>
            </a:r>
            <a:r>
              <a:rPr lang="en-US" altLang="zh-CN" dirty="0">
                <a:solidFill>
                  <a:schemeClr val="tx1"/>
                </a:solidFill>
              </a:rPr>
              <a:t>40 11 02 </a:t>
            </a:r>
            <a:r>
              <a:rPr lang="en-US" altLang="zh-CN" dirty="0">
                <a:solidFill>
                  <a:srgbClr val="FF0000"/>
                </a:solidFill>
              </a:rPr>
              <a:t>00 03 E8 01 2C 99 </a:t>
            </a:r>
            <a:r>
              <a:rPr lang="en-US" altLang="zh-CN" dirty="0">
                <a:solidFill>
                  <a:schemeClr val="tx1"/>
                </a:solidFill>
              </a:rPr>
              <a:t>D5 C7 1B 4B</a:t>
            </a:r>
          </a:p>
        </p:txBody>
      </p:sp>
    </p:spTree>
    <p:extLst>
      <p:ext uri="{BB962C8B-B14F-4D97-AF65-F5344CB8AC3E}">
        <p14:creationId xmlns:p14="http://schemas.microsoft.com/office/powerpoint/2010/main" val="207045062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4: Time Calibration</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62</a:t>
            </a:fld>
            <a:r>
              <a:rPr lang="zh-CN" altLang="en-US"/>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980960"/>
            <a:ext cx="8255000"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50000"/>
              </a:lnSpc>
            </a:pPr>
            <a:r>
              <a:rPr lang="en-US" altLang="zh-CN" dirty="0">
                <a:solidFill>
                  <a:schemeClr val="tx1"/>
                </a:solidFill>
              </a:rPr>
              <a:t>Uniform time correction </a:t>
            </a:r>
            <a:r>
              <a:rPr lang="en-US" altLang="zh-CN" dirty="0">
                <a:solidFill>
                  <a:srgbClr val="0070C0"/>
                </a:solidFill>
              </a:rPr>
              <a:t>stop</a:t>
            </a:r>
          </a:p>
        </p:txBody>
      </p:sp>
      <p:graphicFrame>
        <p:nvGraphicFramePr>
          <p:cNvPr id="7" name="表格 6"/>
          <p:cNvGraphicFramePr>
            <a:graphicFrameLocks noGrp="1"/>
          </p:cNvGraphicFramePr>
          <p:nvPr>
            <p:extLst>
              <p:ext uri="{D42A27DB-BD31-4B8C-83A1-F6EECF244321}">
                <p14:modId xmlns:p14="http://schemas.microsoft.com/office/powerpoint/2010/main" val="2770131903"/>
              </p:ext>
            </p:extLst>
          </p:nvPr>
        </p:nvGraphicFramePr>
        <p:xfrm>
          <a:off x="1322391" y="1440339"/>
          <a:ext cx="5695949" cy="2781304"/>
        </p:xfrm>
        <a:graphic>
          <a:graphicData uri="http://schemas.openxmlformats.org/drawingml/2006/table">
            <a:tbl>
              <a:tblPr firstRow="1" firstCol="1" bandRow="1" bandCol="1">
                <a:tableStyleId>{69CF1AB2-1976-4502-BF36-3FF5EA218861}</a:tableStyleId>
              </a:tblPr>
              <a:tblGrid>
                <a:gridCol w="547689">
                  <a:extLst>
                    <a:ext uri="{9D8B030D-6E8A-4147-A177-3AD203B41FA5}">
                      <a16:colId xmlns:a16="http://schemas.microsoft.com/office/drawing/2014/main" xmlns="" val="20000"/>
                    </a:ext>
                  </a:extLst>
                </a:gridCol>
                <a:gridCol w="944656">
                  <a:extLst>
                    <a:ext uri="{9D8B030D-6E8A-4147-A177-3AD203B41FA5}">
                      <a16:colId xmlns:a16="http://schemas.microsoft.com/office/drawing/2014/main" xmlns="" val="20001"/>
                    </a:ext>
                  </a:extLst>
                </a:gridCol>
                <a:gridCol w="3267303">
                  <a:extLst>
                    <a:ext uri="{9D8B030D-6E8A-4147-A177-3AD203B41FA5}">
                      <a16:colId xmlns:a16="http://schemas.microsoft.com/office/drawing/2014/main" xmlns="" val="20002"/>
                    </a:ext>
                  </a:extLst>
                </a:gridCol>
                <a:gridCol w="936301">
                  <a:extLst>
                    <a:ext uri="{9D8B030D-6E8A-4147-A177-3AD203B41FA5}">
                      <a16:colId xmlns:a16="http://schemas.microsoft.com/office/drawing/2014/main" xmlns="" val="20003"/>
                    </a:ext>
                  </a:extLst>
                </a:gridCol>
              </a:tblGrid>
              <a:tr h="225802">
                <a:tc>
                  <a:txBody>
                    <a:bodyPr/>
                    <a:lstStyle/>
                    <a:p>
                      <a:pPr algn="ctr">
                        <a:spcAft>
                          <a:spcPts val="0"/>
                        </a:spcAft>
                      </a:pPr>
                      <a:r>
                        <a:rPr lang="x-none" sz="1200" kern="100" cap="all" dirty="0">
                          <a:effectLst/>
                        </a:rPr>
                        <a:t>NO</a:t>
                      </a:r>
                      <a:endParaRPr lang="zh-CN" sz="1200" b="1" kern="100" dirty="0">
                        <a:effectLst/>
                        <a:latin typeface="Times New Roman"/>
                        <a:ea typeface="宋体"/>
                      </a:endParaRPr>
                    </a:p>
                  </a:txBody>
                  <a:tcPr marL="68564" marR="68564" marT="0" marB="0" anchor="ctr"/>
                </a:tc>
                <a:tc>
                  <a:txBody>
                    <a:bodyPr/>
                    <a:lstStyle/>
                    <a:p>
                      <a:pPr algn="ctr">
                        <a:spcAft>
                          <a:spcPts val="0"/>
                        </a:spcAft>
                      </a:pPr>
                      <a:r>
                        <a:rPr lang="x-none" sz="1200" kern="100" cap="all" dirty="0">
                          <a:effectLst/>
                        </a:rPr>
                        <a:t>DATA</a:t>
                      </a:r>
                      <a:endParaRPr lang="zh-CN" sz="1200" b="1" kern="100" dirty="0">
                        <a:effectLst/>
                        <a:latin typeface="Times New Roman"/>
                        <a:ea typeface="宋体"/>
                      </a:endParaRPr>
                    </a:p>
                  </a:txBody>
                  <a:tcPr marL="68564" marR="68564" marT="0" marB="0" anchor="ctr"/>
                </a:tc>
                <a:tc>
                  <a:txBody>
                    <a:bodyPr/>
                    <a:lstStyle/>
                    <a:p>
                      <a:pPr algn="ctr">
                        <a:spcAft>
                          <a:spcPts val="0"/>
                        </a:spcAft>
                      </a:pPr>
                      <a:r>
                        <a:rPr lang="x-none" sz="1200" kern="100" cap="all" dirty="0">
                          <a:effectLst/>
                        </a:rPr>
                        <a:t>DESCRIPTION</a:t>
                      </a:r>
                      <a:endParaRPr lang="zh-CN" sz="1200" b="1" kern="100" dirty="0">
                        <a:effectLst/>
                        <a:latin typeface="Times New Roman"/>
                        <a:ea typeface="宋体"/>
                      </a:endParaRPr>
                    </a:p>
                  </a:txBody>
                  <a:tcPr marL="68564" marR="68564" marT="0" marB="0" anchor="ctr"/>
                </a:tc>
                <a:tc>
                  <a:txBody>
                    <a:bodyPr/>
                    <a:lstStyle/>
                    <a:p>
                      <a:pPr algn="ctr">
                        <a:spcAft>
                          <a:spcPts val="0"/>
                        </a:spcAft>
                      </a:pPr>
                      <a:endParaRPr lang="zh-CN" sz="1200" b="1" kern="100" dirty="0">
                        <a:effectLst/>
                        <a:latin typeface="Times New Roman"/>
                        <a:ea typeface="宋体"/>
                      </a:endParaRPr>
                    </a:p>
                  </a:txBody>
                  <a:tcPr marL="68564" marR="68564" marT="0" marB="0" anchor="ctr"/>
                </a:tc>
                <a:extLst>
                  <a:ext uri="{0D108BD9-81ED-4DB2-BD59-A6C34878D82A}">
                    <a16:rowId xmlns:a16="http://schemas.microsoft.com/office/drawing/2014/main" xmlns="" val="10000"/>
                  </a:ext>
                </a:extLst>
              </a:tr>
              <a:tr h="225802">
                <a:tc>
                  <a:txBody>
                    <a:bodyPr/>
                    <a:lstStyle/>
                    <a:p>
                      <a:pPr algn="ctr">
                        <a:spcAft>
                          <a:spcPts val="0"/>
                        </a:spcAft>
                      </a:pPr>
                      <a:r>
                        <a:rPr lang="en-US" sz="1200" kern="100">
                          <a:effectLst/>
                        </a:rPr>
                        <a:t>0</a:t>
                      </a:r>
                      <a:endParaRPr lang="zh-CN" sz="1200" b="1" kern="100">
                        <a:effectLst/>
                        <a:latin typeface="Times New Roman"/>
                        <a:ea typeface="宋体"/>
                      </a:endParaRPr>
                    </a:p>
                  </a:txBody>
                  <a:tcPr marL="68564" marR="68564" marT="0" marB="0" anchor="ctr"/>
                </a:tc>
                <a:tc>
                  <a:txBody>
                    <a:bodyPr/>
                    <a:lstStyle/>
                    <a:p>
                      <a:pPr algn="ctr">
                        <a:spcAft>
                          <a:spcPts val="0"/>
                        </a:spcAft>
                      </a:pPr>
                      <a:r>
                        <a:rPr lang="en-US" sz="1200" kern="100">
                          <a:effectLst/>
                        </a:rPr>
                        <a:t>40H</a:t>
                      </a:r>
                      <a:endParaRPr lang="zh-CN" sz="1200" b="1" kern="100">
                        <a:effectLst/>
                        <a:latin typeface="Times New Roman"/>
                        <a:ea typeface="宋体"/>
                      </a:endParaRPr>
                    </a:p>
                  </a:txBody>
                  <a:tcPr marL="68564" marR="68564" marT="0" marB="0" anchor="ctr"/>
                </a:tc>
                <a:tc>
                  <a:txBody>
                    <a:bodyPr/>
                    <a:lstStyle/>
                    <a:p>
                      <a:pPr algn="ctr">
                        <a:spcAft>
                          <a:spcPts val="0"/>
                        </a:spcAft>
                      </a:pPr>
                      <a:r>
                        <a:rPr lang="x-none" sz="1200" kern="100">
                          <a:effectLst/>
                        </a:rPr>
                        <a:t>IDENTIFICATION</a:t>
                      </a:r>
                      <a:endParaRPr lang="zh-CN" sz="1200" b="1" kern="100">
                        <a:effectLst/>
                        <a:latin typeface="Times New Roman"/>
                        <a:ea typeface="宋体"/>
                      </a:endParaRPr>
                    </a:p>
                  </a:txBody>
                  <a:tcPr marL="68564" marR="68564" marT="0" marB="0" anchor="ctr"/>
                </a:tc>
                <a:tc>
                  <a:txBody>
                    <a:bodyPr/>
                    <a:lstStyle/>
                    <a:p>
                      <a:pPr algn="ctr">
                        <a:spcAft>
                          <a:spcPts val="0"/>
                        </a:spcAft>
                      </a:pPr>
                      <a:r>
                        <a:rPr lang="en-US" altLang="zh-CN" sz="1200" kern="100" dirty="0">
                          <a:effectLst/>
                        </a:rPr>
                        <a:t>40</a:t>
                      </a:r>
                      <a:endParaRPr lang="zh-CN" sz="1200" b="1" kern="100" dirty="0">
                        <a:effectLst/>
                        <a:latin typeface="Times New Roman"/>
                        <a:ea typeface="宋体"/>
                      </a:endParaRPr>
                    </a:p>
                  </a:txBody>
                  <a:tcPr marL="68564" marR="68564" marT="0" marB="0" anchor="ctr"/>
                </a:tc>
                <a:extLst>
                  <a:ext uri="{0D108BD9-81ED-4DB2-BD59-A6C34878D82A}">
                    <a16:rowId xmlns:a16="http://schemas.microsoft.com/office/drawing/2014/main" xmlns="" val="10001"/>
                  </a:ext>
                </a:extLst>
              </a:tr>
              <a:tr h="225802">
                <a:tc>
                  <a:txBody>
                    <a:bodyPr/>
                    <a:lstStyle/>
                    <a:p>
                      <a:pPr algn="ctr">
                        <a:spcAft>
                          <a:spcPts val="0"/>
                        </a:spcAft>
                      </a:pPr>
                      <a:r>
                        <a:rPr lang="en-US" sz="1200" kern="100">
                          <a:effectLst/>
                        </a:rPr>
                        <a:t>1</a:t>
                      </a:r>
                      <a:endParaRPr lang="zh-CN" sz="1200" b="1" kern="100">
                        <a:effectLst/>
                        <a:latin typeface="Times New Roman"/>
                        <a:ea typeface="宋体"/>
                      </a:endParaRPr>
                    </a:p>
                  </a:txBody>
                  <a:tcPr marL="68564" marR="68564" marT="0" marB="0" anchor="ctr"/>
                </a:tc>
                <a:tc>
                  <a:txBody>
                    <a:bodyPr/>
                    <a:lstStyle/>
                    <a:p>
                      <a:pPr algn="ctr">
                        <a:spcAft>
                          <a:spcPts val="0"/>
                        </a:spcAft>
                      </a:pPr>
                      <a:r>
                        <a:rPr lang="en-US" sz="1200" kern="100">
                          <a:effectLst/>
                        </a:rPr>
                        <a:t>11H</a:t>
                      </a:r>
                      <a:endParaRPr lang="zh-CN" sz="1200" b="1" kern="100">
                        <a:effectLst/>
                        <a:latin typeface="Times New Roman"/>
                        <a:ea typeface="宋体"/>
                      </a:endParaRPr>
                    </a:p>
                  </a:txBody>
                  <a:tcPr marL="68564" marR="68564" marT="0" marB="0" anchor="ctr"/>
                </a:tc>
                <a:tc>
                  <a:txBody>
                    <a:bodyPr/>
                    <a:lstStyle/>
                    <a:p>
                      <a:pPr algn="ctr">
                        <a:spcAft>
                          <a:spcPts val="0"/>
                        </a:spcAft>
                      </a:pPr>
                      <a:r>
                        <a:rPr lang="x-none" sz="1200" kern="100">
                          <a:effectLst/>
                        </a:rPr>
                        <a:t>ASSISTANT SYMBOL</a:t>
                      </a:r>
                      <a:endParaRPr lang="zh-CN" sz="1200" b="1" kern="100">
                        <a:effectLst/>
                        <a:latin typeface="Times New Roman"/>
                        <a:ea typeface="宋体"/>
                      </a:endParaRPr>
                    </a:p>
                  </a:txBody>
                  <a:tcPr marL="68564" marR="68564" marT="0" marB="0" anchor="ctr"/>
                </a:tc>
                <a:tc>
                  <a:txBody>
                    <a:bodyPr/>
                    <a:lstStyle/>
                    <a:p>
                      <a:pPr algn="ctr">
                        <a:spcAft>
                          <a:spcPts val="0"/>
                        </a:spcAft>
                      </a:pPr>
                      <a:r>
                        <a:rPr lang="en-US" altLang="zh-CN" sz="1200" kern="100" dirty="0">
                          <a:effectLst/>
                        </a:rPr>
                        <a:t>11</a:t>
                      </a:r>
                      <a:endParaRPr lang="zh-CN" sz="1200" b="1" kern="100" dirty="0">
                        <a:effectLst/>
                        <a:latin typeface="Times New Roman"/>
                        <a:ea typeface="宋体"/>
                      </a:endParaRPr>
                    </a:p>
                  </a:txBody>
                  <a:tcPr marL="68564" marR="68564" marT="0" marB="0" anchor="ctr"/>
                </a:tc>
                <a:extLst>
                  <a:ext uri="{0D108BD9-81ED-4DB2-BD59-A6C34878D82A}">
                    <a16:rowId xmlns:a16="http://schemas.microsoft.com/office/drawing/2014/main" xmlns="" val="10002"/>
                  </a:ext>
                </a:extLst>
              </a:tr>
              <a:tr h="225802">
                <a:tc>
                  <a:txBody>
                    <a:bodyPr/>
                    <a:lstStyle/>
                    <a:p>
                      <a:pPr algn="ctr">
                        <a:spcAft>
                          <a:spcPts val="0"/>
                        </a:spcAft>
                      </a:pPr>
                      <a:r>
                        <a:rPr lang="en-US" sz="1200" kern="100">
                          <a:effectLst/>
                        </a:rPr>
                        <a:t>2</a:t>
                      </a:r>
                      <a:endParaRPr lang="zh-CN" sz="1200" b="1" kern="100">
                        <a:effectLst/>
                        <a:latin typeface="Times New Roman"/>
                        <a:ea typeface="宋体"/>
                      </a:endParaRPr>
                    </a:p>
                  </a:txBody>
                  <a:tcPr marL="68564" marR="68564" marT="0" marB="0" anchor="ctr"/>
                </a:tc>
                <a:tc>
                  <a:txBody>
                    <a:bodyPr/>
                    <a:lstStyle/>
                    <a:p>
                      <a:pPr algn="ctr">
                        <a:spcAft>
                          <a:spcPts val="0"/>
                        </a:spcAft>
                      </a:pPr>
                      <a:r>
                        <a:rPr lang="en-US" sz="1200" kern="100">
                          <a:effectLst/>
                        </a:rPr>
                        <a:t>02H</a:t>
                      </a:r>
                      <a:endParaRPr lang="zh-CN" sz="1200" b="1" kern="100">
                        <a:effectLst/>
                        <a:latin typeface="Times New Roman"/>
                        <a:ea typeface="宋体"/>
                      </a:endParaRPr>
                    </a:p>
                  </a:txBody>
                  <a:tcPr marL="68564" marR="68564" marT="0" marB="0" anchor="ctr"/>
                </a:tc>
                <a:tc>
                  <a:txBody>
                    <a:bodyPr/>
                    <a:lstStyle/>
                    <a:p>
                      <a:pPr algn="ctr">
                        <a:spcAft>
                          <a:spcPts val="0"/>
                        </a:spcAft>
                      </a:pPr>
                      <a:r>
                        <a:rPr lang="x-none" sz="1200" kern="100">
                          <a:effectLst/>
                        </a:rPr>
                        <a:t>TYPE</a:t>
                      </a:r>
                      <a:endParaRPr lang="zh-CN" sz="1200" b="1" kern="100">
                        <a:effectLst/>
                        <a:latin typeface="Times New Roman"/>
                        <a:ea typeface="宋体"/>
                      </a:endParaRPr>
                    </a:p>
                  </a:txBody>
                  <a:tcPr marL="68564" marR="68564" marT="0" marB="0" anchor="ctr"/>
                </a:tc>
                <a:tc>
                  <a:txBody>
                    <a:bodyPr/>
                    <a:lstStyle/>
                    <a:p>
                      <a:pPr algn="ctr">
                        <a:spcAft>
                          <a:spcPts val="0"/>
                        </a:spcAft>
                      </a:pPr>
                      <a:r>
                        <a:rPr lang="en-US" altLang="zh-CN" sz="1200" kern="100" dirty="0">
                          <a:effectLst/>
                        </a:rPr>
                        <a:t>02</a:t>
                      </a:r>
                      <a:endParaRPr lang="zh-CN" sz="1200" b="1" kern="100" dirty="0">
                        <a:effectLst/>
                        <a:latin typeface="Times New Roman"/>
                        <a:ea typeface="宋体"/>
                      </a:endParaRPr>
                    </a:p>
                  </a:txBody>
                  <a:tcPr marL="68564" marR="68564" marT="0" marB="0" anchor="ctr"/>
                </a:tc>
                <a:extLst>
                  <a:ext uri="{0D108BD9-81ED-4DB2-BD59-A6C34878D82A}">
                    <a16:rowId xmlns:a16="http://schemas.microsoft.com/office/drawing/2014/main" xmlns="" val="10003"/>
                  </a:ext>
                </a:extLst>
              </a:tr>
              <a:tr h="225802">
                <a:tc>
                  <a:txBody>
                    <a:bodyPr/>
                    <a:lstStyle/>
                    <a:p>
                      <a:pPr algn="ctr">
                        <a:spcAft>
                          <a:spcPts val="0"/>
                        </a:spcAft>
                      </a:pPr>
                      <a:r>
                        <a:rPr lang="en-US" sz="1200" kern="100">
                          <a:effectLst/>
                        </a:rPr>
                        <a:t>3</a:t>
                      </a:r>
                      <a:endParaRPr lang="zh-CN" sz="1200" b="1" kern="100">
                        <a:effectLst/>
                        <a:latin typeface="Times New Roman"/>
                        <a:ea typeface="宋体"/>
                      </a:endParaRPr>
                    </a:p>
                  </a:txBody>
                  <a:tcPr marL="68564" marR="68564"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64" marR="68564" marT="0" marB="0" anchor="ctr"/>
                </a:tc>
                <a:tc rowSpan="3">
                  <a:txBody>
                    <a:bodyPr/>
                    <a:lstStyle/>
                    <a:p>
                      <a:pPr algn="ctr">
                        <a:spcAft>
                          <a:spcPts val="0"/>
                        </a:spcAft>
                      </a:pPr>
                      <a:r>
                        <a:rPr lang="x-none" sz="1200" kern="100">
                          <a:effectLst/>
                        </a:rPr>
                        <a:t>PERIOD TIME(Sec, &gt;=1)</a:t>
                      </a:r>
                      <a:endParaRPr lang="zh-CN" sz="1200" kern="100">
                        <a:effectLst/>
                      </a:endParaRPr>
                    </a:p>
                    <a:p>
                      <a:pPr algn="ctr">
                        <a:spcAft>
                          <a:spcPts val="0"/>
                        </a:spcAft>
                      </a:pPr>
                      <a:r>
                        <a:rPr lang="x-none" sz="1200" kern="100">
                          <a:effectLst/>
                        </a:rPr>
                        <a:t>TRUE FORM, HIGH BYTE FIRST</a:t>
                      </a:r>
                      <a:endParaRPr lang="zh-CN" sz="1200" b="1" kern="100">
                        <a:effectLst/>
                        <a:latin typeface="Times New Roman"/>
                        <a:ea typeface="宋体"/>
                      </a:endParaRPr>
                    </a:p>
                  </a:txBody>
                  <a:tcPr marL="68564" marR="68564" marT="0" marB="0" anchor="ctr"/>
                </a:tc>
                <a:tc rowSpan="3">
                  <a:txBody>
                    <a:bodyPr/>
                    <a:lstStyle/>
                    <a:p>
                      <a:pPr algn="ctr">
                        <a:spcAft>
                          <a:spcPts val="0"/>
                        </a:spcAft>
                      </a:pPr>
                      <a:r>
                        <a:rPr lang="en-US" altLang="zh-CN" sz="1200" kern="100" dirty="0">
                          <a:effectLst/>
                        </a:rPr>
                        <a:t>00 00 00</a:t>
                      </a:r>
                      <a:endParaRPr lang="zh-CN" sz="1200" b="1" kern="100" dirty="0">
                        <a:solidFill>
                          <a:srgbClr val="FF0000"/>
                        </a:solidFill>
                        <a:effectLst/>
                        <a:latin typeface="Times New Roman"/>
                        <a:ea typeface="宋体"/>
                      </a:endParaRPr>
                    </a:p>
                  </a:txBody>
                  <a:tcPr marL="68564" marR="68564" marT="0" marB="0" anchor="ctr"/>
                </a:tc>
                <a:extLst>
                  <a:ext uri="{0D108BD9-81ED-4DB2-BD59-A6C34878D82A}">
                    <a16:rowId xmlns:a16="http://schemas.microsoft.com/office/drawing/2014/main" xmlns="" val="10004"/>
                  </a:ext>
                </a:extLst>
              </a:tr>
              <a:tr h="225802">
                <a:tc>
                  <a:txBody>
                    <a:bodyPr/>
                    <a:lstStyle/>
                    <a:p>
                      <a:pPr algn="ctr">
                        <a:spcAft>
                          <a:spcPts val="0"/>
                        </a:spcAft>
                      </a:pPr>
                      <a:r>
                        <a:rPr lang="en-US" sz="1200" kern="100">
                          <a:effectLst/>
                        </a:rPr>
                        <a:t>4</a:t>
                      </a:r>
                      <a:endParaRPr lang="zh-CN" sz="1200" b="1" kern="100">
                        <a:effectLst/>
                        <a:latin typeface="Times New Roman"/>
                        <a:ea typeface="宋体"/>
                      </a:endParaRPr>
                    </a:p>
                  </a:txBody>
                  <a:tcPr marL="68564" marR="68564"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64" marR="68564" marT="0" marB="0" anchor="ct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xmlns="" val="10005"/>
                  </a:ext>
                </a:extLst>
              </a:tr>
              <a:tr h="225802">
                <a:tc>
                  <a:txBody>
                    <a:bodyPr/>
                    <a:lstStyle/>
                    <a:p>
                      <a:pPr algn="ctr">
                        <a:spcAft>
                          <a:spcPts val="0"/>
                        </a:spcAft>
                      </a:pPr>
                      <a:r>
                        <a:rPr lang="en-US" sz="1200" kern="100">
                          <a:effectLst/>
                        </a:rPr>
                        <a:t>5</a:t>
                      </a:r>
                      <a:endParaRPr lang="zh-CN" sz="1200" b="1" kern="100">
                        <a:effectLst/>
                        <a:latin typeface="Times New Roman"/>
                        <a:ea typeface="宋体"/>
                      </a:endParaRPr>
                    </a:p>
                  </a:txBody>
                  <a:tcPr marL="68564" marR="68564"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64" marR="68564" marT="0" marB="0" anchor="ct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xmlns="" val="10006"/>
                  </a:ext>
                </a:extLst>
              </a:tr>
              <a:tr h="225802">
                <a:tc>
                  <a:txBody>
                    <a:bodyPr/>
                    <a:lstStyle/>
                    <a:p>
                      <a:pPr algn="ctr">
                        <a:spcAft>
                          <a:spcPts val="0"/>
                        </a:spcAft>
                      </a:pPr>
                      <a:r>
                        <a:rPr lang="en-US" sz="1200" kern="100">
                          <a:effectLst/>
                        </a:rPr>
                        <a:t>6</a:t>
                      </a:r>
                      <a:endParaRPr lang="zh-CN" sz="1200" b="1" kern="100">
                        <a:effectLst/>
                        <a:latin typeface="Times New Roman"/>
                        <a:ea typeface="宋体"/>
                      </a:endParaRPr>
                    </a:p>
                  </a:txBody>
                  <a:tcPr marL="68564" marR="68564" marT="0" marB="0" anchor="ctr"/>
                </a:tc>
                <a:tc>
                  <a:txBody>
                    <a:bodyPr/>
                    <a:lstStyle/>
                    <a:p>
                      <a:pPr algn="ctr">
                        <a:spcAft>
                          <a:spcPts val="0"/>
                        </a:spcAft>
                      </a:pPr>
                      <a:r>
                        <a:rPr lang="en-US" sz="1200" kern="100">
                          <a:effectLst/>
                        </a:rPr>
                        <a:t>##H</a:t>
                      </a:r>
                      <a:endParaRPr lang="zh-CN" sz="1200" b="1" kern="100">
                        <a:effectLst/>
                        <a:latin typeface="Times New Roman"/>
                        <a:ea typeface="宋体"/>
                      </a:endParaRPr>
                    </a:p>
                  </a:txBody>
                  <a:tcPr marL="68564" marR="68564" marT="0" marB="0" anchor="ctr"/>
                </a:tc>
                <a:tc rowSpan="2">
                  <a:txBody>
                    <a:bodyPr/>
                    <a:lstStyle/>
                    <a:p>
                      <a:pPr algn="ctr">
                        <a:spcAft>
                          <a:spcPts val="0"/>
                        </a:spcAft>
                      </a:pPr>
                      <a:r>
                        <a:rPr lang="x-none" sz="1200" kern="100" dirty="0">
                          <a:effectLst/>
                        </a:rPr>
                        <a:t>PERIOD TIME(ms, &lt;1000)</a:t>
                      </a:r>
                      <a:endParaRPr lang="zh-CN" sz="1200" kern="100" dirty="0">
                        <a:effectLst/>
                      </a:endParaRPr>
                    </a:p>
                    <a:p>
                      <a:pPr algn="ctr">
                        <a:spcAft>
                          <a:spcPts val="0"/>
                        </a:spcAft>
                      </a:pPr>
                      <a:r>
                        <a:rPr lang="x-none" sz="1200" kern="100" dirty="0">
                          <a:effectLst/>
                        </a:rPr>
                        <a:t>TRUE FORM, HIGH BYTE FIRST</a:t>
                      </a:r>
                      <a:endParaRPr lang="zh-CN" sz="1200" b="1" kern="100" dirty="0">
                        <a:effectLst/>
                        <a:latin typeface="Times New Roman"/>
                        <a:ea typeface="宋体"/>
                      </a:endParaRPr>
                    </a:p>
                  </a:txBody>
                  <a:tcPr marL="68564" marR="68564" marT="0" marB="0" anchor="ctr"/>
                </a:tc>
                <a:tc rowSpan="2">
                  <a:txBody>
                    <a:bodyPr/>
                    <a:lstStyle/>
                    <a:p>
                      <a:pPr algn="ctr">
                        <a:spcAft>
                          <a:spcPts val="0"/>
                        </a:spcAft>
                      </a:pPr>
                      <a:r>
                        <a:rPr lang="en-US" altLang="zh-CN" sz="1200" kern="100" dirty="0">
                          <a:effectLst/>
                        </a:rPr>
                        <a:t>00 00</a:t>
                      </a:r>
                      <a:endParaRPr lang="zh-CN" sz="1200" b="1" kern="100" dirty="0">
                        <a:solidFill>
                          <a:srgbClr val="FF0000"/>
                        </a:solidFill>
                        <a:effectLst/>
                        <a:latin typeface="Times New Roman"/>
                        <a:ea typeface="宋体"/>
                      </a:endParaRPr>
                    </a:p>
                  </a:txBody>
                  <a:tcPr marL="68564" marR="68564" marT="0" marB="0" anchor="ctr"/>
                </a:tc>
                <a:extLst>
                  <a:ext uri="{0D108BD9-81ED-4DB2-BD59-A6C34878D82A}">
                    <a16:rowId xmlns:a16="http://schemas.microsoft.com/office/drawing/2014/main" xmlns="" val="10007"/>
                  </a:ext>
                </a:extLst>
              </a:tr>
              <a:tr h="297484">
                <a:tc>
                  <a:txBody>
                    <a:bodyPr/>
                    <a:lstStyle/>
                    <a:p>
                      <a:pPr algn="ctr">
                        <a:spcAft>
                          <a:spcPts val="0"/>
                        </a:spcAft>
                      </a:pPr>
                      <a:r>
                        <a:rPr lang="en-US" sz="1200" kern="100">
                          <a:effectLst/>
                        </a:rPr>
                        <a:t>7</a:t>
                      </a:r>
                      <a:endParaRPr lang="zh-CN" sz="1200" b="1" kern="100">
                        <a:effectLst/>
                        <a:latin typeface="Times New Roman"/>
                        <a:ea typeface="宋体"/>
                      </a:endParaRPr>
                    </a:p>
                  </a:txBody>
                  <a:tcPr marL="68564" marR="68564"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64" marR="68564" marT="0" marB="0" anchor="ct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xmlns="" val="10008"/>
                  </a:ext>
                </a:extLst>
              </a:tr>
              <a:tr h="677404">
                <a:tc>
                  <a:txBody>
                    <a:bodyPr/>
                    <a:lstStyle/>
                    <a:p>
                      <a:pPr algn="ctr">
                        <a:spcAft>
                          <a:spcPts val="0"/>
                        </a:spcAft>
                      </a:pPr>
                      <a:r>
                        <a:rPr lang="en-US" sz="1200" kern="100">
                          <a:effectLst/>
                        </a:rPr>
                        <a:t>8</a:t>
                      </a:r>
                      <a:endParaRPr lang="zh-CN" sz="1200" b="1" kern="100">
                        <a:effectLst/>
                        <a:latin typeface="Times New Roman"/>
                        <a:ea typeface="宋体"/>
                      </a:endParaRPr>
                    </a:p>
                  </a:txBody>
                  <a:tcPr marL="68564" marR="68564"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64" marR="68564" marT="0" marB="0" anchor="ctr"/>
                </a:tc>
                <a:tc>
                  <a:txBody>
                    <a:bodyPr/>
                    <a:lstStyle/>
                    <a:p>
                      <a:pPr algn="ctr">
                        <a:spcAft>
                          <a:spcPts val="0"/>
                        </a:spcAft>
                      </a:pPr>
                      <a:r>
                        <a:rPr lang="en-US" sz="1200" kern="100" dirty="0">
                          <a:effectLst/>
                        </a:rPr>
                        <a:t>00H: </a:t>
                      </a:r>
                      <a:r>
                        <a:rPr lang="x-none" sz="1200" kern="100" dirty="0">
                          <a:effectLst/>
                        </a:rPr>
                        <a:t>STOP</a:t>
                      </a:r>
                      <a:r>
                        <a:rPr lang="en-US" sz="1200" kern="100" dirty="0">
                          <a:effectLst/>
                        </a:rPr>
                        <a:t>;</a:t>
                      </a:r>
                      <a:endParaRPr lang="zh-CN" sz="1200" kern="100" dirty="0">
                        <a:effectLst/>
                      </a:endParaRPr>
                    </a:p>
                    <a:p>
                      <a:pPr algn="ctr">
                        <a:spcAft>
                          <a:spcPts val="0"/>
                        </a:spcAft>
                      </a:pPr>
                      <a:r>
                        <a:rPr lang="en-US" sz="1200" kern="100" dirty="0">
                          <a:effectLst/>
                        </a:rPr>
                        <a:t>66H: </a:t>
                      </a:r>
                      <a:r>
                        <a:rPr lang="x-none" sz="1200" kern="100" dirty="0">
                          <a:effectLst/>
                        </a:rPr>
                        <a:t>+1ms</a:t>
                      </a:r>
                      <a:endParaRPr lang="en-US" sz="1200" kern="100" dirty="0">
                        <a:effectLst/>
                      </a:endParaRPr>
                    </a:p>
                    <a:p>
                      <a:pPr algn="ctr">
                        <a:spcAft>
                          <a:spcPts val="0"/>
                        </a:spcAft>
                      </a:pPr>
                      <a:r>
                        <a:rPr lang="en-US" sz="1200" kern="100" dirty="0">
                          <a:effectLst/>
                        </a:rPr>
                        <a:t>99H: </a:t>
                      </a:r>
                      <a:r>
                        <a:rPr lang="x-none" sz="1200" kern="100" dirty="0">
                          <a:effectLst/>
                        </a:rPr>
                        <a:t>-1ms</a:t>
                      </a:r>
                      <a:endParaRPr lang="zh-CN" sz="1200" b="1" kern="100" dirty="0">
                        <a:effectLst/>
                        <a:latin typeface="Times New Roman"/>
                        <a:ea typeface="宋体"/>
                      </a:endParaRPr>
                    </a:p>
                  </a:txBody>
                  <a:tcPr marL="68564" marR="68564" marT="0" marB="0" anchor="ctr"/>
                </a:tc>
                <a:tc>
                  <a:txBody>
                    <a:bodyPr/>
                    <a:lstStyle/>
                    <a:p>
                      <a:pPr algn="ctr">
                        <a:spcAft>
                          <a:spcPts val="0"/>
                        </a:spcAft>
                      </a:pPr>
                      <a:r>
                        <a:rPr lang="en-US" altLang="zh-CN" sz="1200" kern="100" dirty="0">
                          <a:effectLst/>
                        </a:rPr>
                        <a:t>00</a:t>
                      </a:r>
                      <a:endParaRPr lang="zh-CN" sz="1200" b="1" kern="100" dirty="0">
                        <a:solidFill>
                          <a:srgbClr val="FF0000"/>
                        </a:solidFill>
                        <a:effectLst/>
                        <a:latin typeface="Times New Roman"/>
                        <a:ea typeface="宋体"/>
                      </a:endParaRPr>
                    </a:p>
                  </a:txBody>
                  <a:tcPr marL="68564" marR="68564" marT="0" marB="0" anchor="ctr"/>
                </a:tc>
                <a:extLst>
                  <a:ext uri="{0D108BD9-81ED-4DB2-BD59-A6C34878D82A}">
                    <a16:rowId xmlns:a16="http://schemas.microsoft.com/office/drawing/2014/main" xmlns="" val="10009"/>
                  </a:ext>
                </a:extLst>
              </a:tr>
            </a:tbl>
          </a:graphicData>
        </a:graphic>
      </p:graphicFrame>
      <p:sp>
        <p:nvSpPr>
          <p:cNvPr id="8" name="矩形 1"/>
          <p:cNvSpPr>
            <a:spLocks noChangeArrowheads="1"/>
          </p:cNvSpPr>
          <p:nvPr/>
        </p:nvSpPr>
        <p:spPr bwMode="auto">
          <a:xfrm>
            <a:off x="409578" y="4370469"/>
            <a:ext cx="7845425"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50000"/>
              </a:lnSpc>
            </a:pPr>
            <a:r>
              <a:rPr lang="en-US" altLang="zh-CN" dirty="0">
                <a:solidFill>
                  <a:srgbClr val="B85674"/>
                </a:solidFill>
              </a:rPr>
              <a:t>77 18 </a:t>
            </a:r>
            <a:r>
              <a:rPr lang="en-US" altLang="zh-CN" dirty="0">
                <a:solidFill>
                  <a:srgbClr val="00B050"/>
                </a:solidFill>
              </a:rPr>
              <a:t>5A</a:t>
            </a:r>
            <a:r>
              <a:rPr lang="en-US" altLang="zh-CN" dirty="0">
                <a:solidFill>
                  <a:schemeClr val="tx1"/>
                </a:solidFill>
              </a:rPr>
              <a:t> </a:t>
            </a:r>
            <a:r>
              <a:rPr lang="en-US" altLang="zh-CN" dirty="0">
                <a:solidFill>
                  <a:srgbClr val="7030A0"/>
                </a:solidFill>
              </a:rPr>
              <a:t>00 11 00 0F 00 </a:t>
            </a:r>
            <a:r>
              <a:rPr lang="en-US" altLang="zh-CN" dirty="0">
                <a:solidFill>
                  <a:schemeClr val="tx1"/>
                </a:solidFill>
              </a:rPr>
              <a:t>40 11 02 </a:t>
            </a:r>
            <a:r>
              <a:rPr lang="en-US" altLang="zh-CN" dirty="0">
                <a:solidFill>
                  <a:srgbClr val="FF0000"/>
                </a:solidFill>
              </a:rPr>
              <a:t>00 00 00 00 00 00 </a:t>
            </a:r>
            <a:r>
              <a:rPr lang="en-US" altLang="zh-CN" dirty="0">
                <a:solidFill>
                  <a:schemeClr val="tx1"/>
                </a:solidFill>
              </a:rPr>
              <a:t>11 5C 99 74</a:t>
            </a:r>
          </a:p>
        </p:txBody>
      </p:sp>
    </p:spTree>
    <p:extLst>
      <p:ext uri="{BB962C8B-B14F-4D97-AF65-F5344CB8AC3E}">
        <p14:creationId xmlns:p14="http://schemas.microsoft.com/office/powerpoint/2010/main" val="207045062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4: Time Calibration</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63</a:t>
            </a:fld>
            <a:r>
              <a:rPr lang="zh-CN" altLang="en-US"/>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46088" y="926512"/>
            <a:ext cx="8255000" cy="1092607"/>
          </a:xfrm>
          <a:prstGeom prst="rect">
            <a:avLst/>
          </a:prstGeom>
          <a:noFill/>
          <a:ln>
            <a:noFill/>
          </a:ln>
        </p:spPr>
        <p:txBody>
          <a:bodyPr>
            <a:spAutoFit/>
          </a:bodyPr>
          <a:lstStyle/>
          <a:p>
            <a:pPr algn="just">
              <a:spcBef>
                <a:spcPts val="600"/>
              </a:spcBef>
              <a:spcAft>
                <a:spcPts val="600"/>
              </a:spcAft>
              <a:defRPr/>
            </a:pPr>
            <a:r>
              <a:rPr lang="en-US" altLang="zh-CN" sz="2400" dirty="0">
                <a:solidFill>
                  <a:srgbClr val="FF0000"/>
                </a:solidFill>
              </a:rPr>
              <a:t>Ground time setting </a:t>
            </a:r>
          </a:p>
          <a:p>
            <a:pPr indent="457200" algn="just">
              <a:spcBef>
                <a:spcPts val="0"/>
              </a:spcBef>
              <a:spcAft>
                <a:spcPts val="0"/>
              </a:spcAft>
              <a:defRPr/>
            </a:pPr>
            <a:r>
              <a:rPr lang="en-US" altLang="zh-CN" dirty="0">
                <a:solidFill>
                  <a:schemeClr val="tx1"/>
                </a:solidFill>
              </a:rPr>
              <a:t>Ground time setting means setting the on board time directly according to forward data block .</a:t>
            </a:r>
          </a:p>
        </p:txBody>
      </p:sp>
      <p:graphicFrame>
        <p:nvGraphicFramePr>
          <p:cNvPr id="7" name="表格 6"/>
          <p:cNvGraphicFramePr>
            <a:graphicFrameLocks noGrp="1"/>
          </p:cNvGraphicFramePr>
          <p:nvPr>
            <p:extLst>
              <p:ext uri="{D42A27DB-BD31-4B8C-83A1-F6EECF244321}">
                <p14:modId xmlns:p14="http://schemas.microsoft.com/office/powerpoint/2010/main" val="2012893967"/>
              </p:ext>
            </p:extLst>
          </p:nvPr>
        </p:nvGraphicFramePr>
        <p:xfrm>
          <a:off x="2581870" y="1779662"/>
          <a:ext cx="4870450" cy="2406785"/>
        </p:xfrm>
        <a:graphic>
          <a:graphicData uri="http://schemas.openxmlformats.org/drawingml/2006/table">
            <a:tbl>
              <a:tblPr firstRow="1" firstCol="1" bandRow="1" bandCol="1">
                <a:tableStyleId>{69CF1AB2-1976-4502-BF36-3FF5EA218861}</a:tableStyleId>
              </a:tblPr>
              <a:tblGrid>
                <a:gridCol w="638035">
                  <a:extLst>
                    <a:ext uri="{9D8B030D-6E8A-4147-A177-3AD203B41FA5}">
                      <a16:colId xmlns:a16="http://schemas.microsoft.com/office/drawing/2014/main" xmlns="" val="20000"/>
                    </a:ext>
                  </a:extLst>
                </a:gridCol>
                <a:gridCol w="762126">
                  <a:extLst>
                    <a:ext uri="{9D8B030D-6E8A-4147-A177-3AD203B41FA5}">
                      <a16:colId xmlns:a16="http://schemas.microsoft.com/office/drawing/2014/main" xmlns="" val="20001"/>
                    </a:ext>
                  </a:extLst>
                </a:gridCol>
                <a:gridCol w="3470289">
                  <a:extLst>
                    <a:ext uri="{9D8B030D-6E8A-4147-A177-3AD203B41FA5}">
                      <a16:colId xmlns:a16="http://schemas.microsoft.com/office/drawing/2014/main" xmlns="" val="20002"/>
                    </a:ext>
                  </a:extLst>
                </a:gridCol>
              </a:tblGrid>
              <a:tr h="361526">
                <a:tc>
                  <a:txBody>
                    <a:bodyPr/>
                    <a:lstStyle/>
                    <a:p>
                      <a:pPr algn="ctr">
                        <a:spcAft>
                          <a:spcPts val="0"/>
                        </a:spcAft>
                      </a:pPr>
                      <a:r>
                        <a:rPr lang="x-none" sz="1200" kern="100" cap="all" dirty="0">
                          <a:effectLst/>
                        </a:rPr>
                        <a:t>NO</a:t>
                      </a:r>
                      <a:endParaRPr lang="zh-CN" sz="1200" b="1" kern="100" dirty="0">
                        <a:effectLst/>
                        <a:latin typeface="Times New Roman"/>
                        <a:ea typeface="宋体"/>
                      </a:endParaRPr>
                    </a:p>
                  </a:txBody>
                  <a:tcPr marL="68594" marR="68594" marT="0" marB="0" anchor="ctr"/>
                </a:tc>
                <a:tc>
                  <a:txBody>
                    <a:bodyPr/>
                    <a:lstStyle/>
                    <a:p>
                      <a:pPr algn="ctr">
                        <a:spcAft>
                          <a:spcPts val="0"/>
                        </a:spcAft>
                      </a:pPr>
                      <a:r>
                        <a:rPr lang="x-none" sz="1200" kern="100" cap="all">
                          <a:effectLst/>
                        </a:rPr>
                        <a:t>DATA</a:t>
                      </a:r>
                      <a:endParaRPr lang="zh-CN" sz="1200" b="1" kern="100">
                        <a:effectLst/>
                        <a:latin typeface="Times New Roman"/>
                        <a:ea typeface="宋体"/>
                      </a:endParaRPr>
                    </a:p>
                  </a:txBody>
                  <a:tcPr marL="68594" marR="68594" marT="0" marB="0" anchor="ctr"/>
                </a:tc>
                <a:tc>
                  <a:txBody>
                    <a:bodyPr/>
                    <a:lstStyle/>
                    <a:p>
                      <a:pPr algn="ctr">
                        <a:spcAft>
                          <a:spcPts val="0"/>
                        </a:spcAft>
                      </a:pPr>
                      <a:r>
                        <a:rPr lang="x-none" sz="1200" kern="100" cap="all" dirty="0">
                          <a:effectLst/>
                        </a:rPr>
                        <a:t>DESCRIPTION</a:t>
                      </a:r>
                      <a:endParaRPr lang="zh-CN" sz="1200" b="1" kern="100" dirty="0">
                        <a:effectLst/>
                        <a:latin typeface="Times New Roman"/>
                        <a:ea typeface="宋体"/>
                      </a:endParaRPr>
                    </a:p>
                  </a:txBody>
                  <a:tcPr marL="68594" marR="68594" marT="0" marB="0" anchor="ctr"/>
                </a:tc>
                <a:extLst>
                  <a:ext uri="{0D108BD9-81ED-4DB2-BD59-A6C34878D82A}">
                    <a16:rowId xmlns:a16="http://schemas.microsoft.com/office/drawing/2014/main" xmlns="" val="10000"/>
                  </a:ext>
                </a:extLst>
              </a:tr>
              <a:tr h="227251">
                <a:tc>
                  <a:txBody>
                    <a:bodyPr/>
                    <a:lstStyle/>
                    <a:p>
                      <a:pPr algn="ctr">
                        <a:spcAft>
                          <a:spcPts val="0"/>
                        </a:spcAft>
                      </a:pPr>
                      <a:r>
                        <a:rPr lang="en-US" sz="1200" kern="100">
                          <a:effectLst/>
                        </a:rPr>
                        <a:t>0</a:t>
                      </a:r>
                      <a:endParaRPr lang="zh-CN" sz="1200" b="1" kern="100">
                        <a:effectLst/>
                        <a:latin typeface="Times New Roman"/>
                        <a:ea typeface="宋体"/>
                      </a:endParaRPr>
                    </a:p>
                  </a:txBody>
                  <a:tcPr marL="68594" marR="68594" marT="0" marB="0" anchor="ctr"/>
                </a:tc>
                <a:tc>
                  <a:txBody>
                    <a:bodyPr/>
                    <a:lstStyle/>
                    <a:p>
                      <a:pPr algn="ctr">
                        <a:spcAft>
                          <a:spcPts val="0"/>
                        </a:spcAft>
                      </a:pPr>
                      <a:r>
                        <a:rPr lang="en-US" sz="1200" kern="100" dirty="0">
                          <a:effectLst/>
                        </a:rPr>
                        <a:t>40H</a:t>
                      </a:r>
                      <a:endParaRPr lang="zh-CN" sz="1200" b="1" kern="100" dirty="0">
                        <a:effectLst/>
                        <a:latin typeface="Times New Roman"/>
                        <a:ea typeface="宋体"/>
                      </a:endParaRPr>
                    </a:p>
                  </a:txBody>
                  <a:tcPr marL="68594" marR="68594" marT="0" marB="0" anchor="ctr"/>
                </a:tc>
                <a:tc>
                  <a:txBody>
                    <a:bodyPr/>
                    <a:lstStyle/>
                    <a:p>
                      <a:pPr algn="ctr">
                        <a:spcAft>
                          <a:spcPts val="0"/>
                        </a:spcAft>
                      </a:pPr>
                      <a:r>
                        <a:rPr lang="x-none" sz="1200" kern="100">
                          <a:effectLst/>
                        </a:rPr>
                        <a:t>IDENTIFICATION</a:t>
                      </a:r>
                      <a:endParaRPr lang="zh-CN" sz="1200" b="1" kern="100">
                        <a:effectLst/>
                        <a:latin typeface="Times New Roman"/>
                        <a:ea typeface="宋体"/>
                      </a:endParaRPr>
                    </a:p>
                  </a:txBody>
                  <a:tcPr marL="68594" marR="68594" marT="0" marB="0" anchor="ctr"/>
                </a:tc>
                <a:extLst>
                  <a:ext uri="{0D108BD9-81ED-4DB2-BD59-A6C34878D82A}">
                    <a16:rowId xmlns:a16="http://schemas.microsoft.com/office/drawing/2014/main" xmlns="" val="10001"/>
                  </a:ext>
                </a:extLst>
              </a:tr>
              <a:tr h="227251">
                <a:tc>
                  <a:txBody>
                    <a:bodyPr/>
                    <a:lstStyle/>
                    <a:p>
                      <a:pPr algn="ctr">
                        <a:spcAft>
                          <a:spcPts val="0"/>
                        </a:spcAft>
                      </a:pPr>
                      <a:r>
                        <a:rPr lang="en-US" sz="1200" kern="100">
                          <a:effectLst/>
                        </a:rPr>
                        <a:t>1</a:t>
                      </a:r>
                      <a:endParaRPr lang="zh-CN" sz="1200" b="1" kern="100">
                        <a:effectLst/>
                        <a:latin typeface="Times New Roman"/>
                        <a:ea typeface="宋体"/>
                      </a:endParaRPr>
                    </a:p>
                  </a:txBody>
                  <a:tcPr marL="68594" marR="68594" marT="0" marB="0" anchor="ctr"/>
                </a:tc>
                <a:tc>
                  <a:txBody>
                    <a:bodyPr/>
                    <a:lstStyle/>
                    <a:p>
                      <a:pPr algn="ctr">
                        <a:spcAft>
                          <a:spcPts val="0"/>
                        </a:spcAft>
                      </a:pPr>
                      <a:r>
                        <a:rPr lang="en-US" sz="1200" kern="100" dirty="0">
                          <a:effectLst/>
                        </a:rPr>
                        <a:t>11H</a:t>
                      </a:r>
                      <a:endParaRPr lang="zh-CN" sz="1200" b="1" kern="100" dirty="0">
                        <a:effectLst/>
                        <a:latin typeface="Times New Roman"/>
                        <a:ea typeface="宋体"/>
                      </a:endParaRPr>
                    </a:p>
                  </a:txBody>
                  <a:tcPr marL="68594" marR="68594" marT="0" marB="0" anchor="ctr"/>
                </a:tc>
                <a:tc>
                  <a:txBody>
                    <a:bodyPr/>
                    <a:lstStyle/>
                    <a:p>
                      <a:pPr algn="ctr">
                        <a:spcAft>
                          <a:spcPts val="0"/>
                        </a:spcAft>
                      </a:pPr>
                      <a:r>
                        <a:rPr lang="x-none" sz="1200" kern="100" dirty="0">
                          <a:effectLst/>
                        </a:rPr>
                        <a:t>ASSISTANT SYMBOL</a:t>
                      </a:r>
                      <a:endParaRPr lang="zh-CN" sz="1200" b="1" kern="100" dirty="0">
                        <a:effectLst/>
                        <a:latin typeface="Times New Roman"/>
                        <a:ea typeface="宋体"/>
                      </a:endParaRPr>
                    </a:p>
                  </a:txBody>
                  <a:tcPr marL="68594" marR="68594" marT="0" marB="0" anchor="ctr"/>
                </a:tc>
                <a:extLst>
                  <a:ext uri="{0D108BD9-81ED-4DB2-BD59-A6C34878D82A}">
                    <a16:rowId xmlns:a16="http://schemas.microsoft.com/office/drawing/2014/main" xmlns="" val="10002"/>
                  </a:ext>
                </a:extLst>
              </a:tr>
              <a:tr h="227251">
                <a:tc>
                  <a:txBody>
                    <a:bodyPr/>
                    <a:lstStyle/>
                    <a:p>
                      <a:pPr algn="ctr">
                        <a:spcAft>
                          <a:spcPts val="0"/>
                        </a:spcAft>
                      </a:pPr>
                      <a:r>
                        <a:rPr lang="en-US" sz="1200" kern="100">
                          <a:effectLst/>
                        </a:rPr>
                        <a:t>2</a:t>
                      </a:r>
                      <a:endParaRPr lang="zh-CN" sz="1200" b="1" kern="100">
                        <a:effectLst/>
                        <a:latin typeface="Times New Roman"/>
                        <a:ea typeface="宋体"/>
                      </a:endParaRPr>
                    </a:p>
                  </a:txBody>
                  <a:tcPr marL="68594" marR="68594" marT="0" marB="0" anchor="ctr"/>
                </a:tc>
                <a:tc>
                  <a:txBody>
                    <a:bodyPr/>
                    <a:lstStyle/>
                    <a:p>
                      <a:pPr algn="ctr">
                        <a:spcAft>
                          <a:spcPts val="0"/>
                        </a:spcAft>
                      </a:pPr>
                      <a:r>
                        <a:rPr lang="en-US" sz="1200" kern="100">
                          <a:effectLst/>
                        </a:rPr>
                        <a:t>03H</a:t>
                      </a:r>
                      <a:endParaRPr lang="zh-CN" sz="1200" b="1" kern="100">
                        <a:effectLst/>
                        <a:latin typeface="Times New Roman"/>
                        <a:ea typeface="宋体"/>
                      </a:endParaRPr>
                    </a:p>
                  </a:txBody>
                  <a:tcPr marL="68594" marR="68594" marT="0" marB="0" anchor="ctr"/>
                </a:tc>
                <a:tc>
                  <a:txBody>
                    <a:bodyPr/>
                    <a:lstStyle/>
                    <a:p>
                      <a:pPr algn="ctr">
                        <a:spcAft>
                          <a:spcPts val="0"/>
                        </a:spcAft>
                      </a:pPr>
                      <a:r>
                        <a:rPr lang="x-none" sz="1200" kern="100" dirty="0">
                          <a:effectLst/>
                        </a:rPr>
                        <a:t>TYPE</a:t>
                      </a:r>
                      <a:endParaRPr lang="zh-CN" sz="1200" b="1" kern="100" dirty="0">
                        <a:effectLst/>
                        <a:latin typeface="Times New Roman"/>
                        <a:ea typeface="宋体"/>
                      </a:endParaRPr>
                    </a:p>
                  </a:txBody>
                  <a:tcPr marL="68594" marR="68594" marT="0" marB="0" anchor="ctr"/>
                </a:tc>
                <a:extLst>
                  <a:ext uri="{0D108BD9-81ED-4DB2-BD59-A6C34878D82A}">
                    <a16:rowId xmlns:a16="http://schemas.microsoft.com/office/drawing/2014/main" xmlns="" val="10003"/>
                  </a:ext>
                </a:extLst>
              </a:tr>
              <a:tr h="227251">
                <a:tc>
                  <a:txBody>
                    <a:bodyPr/>
                    <a:lstStyle/>
                    <a:p>
                      <a:pPr algn="ctr">
                        <a:spcAft>
                          <a:spcPts val="0"/>
                        </a:spcAft>
                      </a:pPr>
                      <a:r>
                        <a:rPr lang="en-US" sz="1200" kern="100">
                          <a:effectLst/>
                        </a:rPr>
                        <a:t>3</a:t>
                      </a:r>
                      <a:endParaRPr lang="zh-CN" sz="1200" b="1" kern="100">
                        <a:effectLst/>
                        <a:latin typeface="Times New Roman"/>
                        <a:ea typeface="宋体"/>
                      </a:endParaRPr>
                    </a:p>
                  </a:txBody>
                  <a:tcPr marL="68594" marR="68594" marT="0" marB="0" anchor="ctr"/>
                </a:tc>
                <a:tc>
                  <a:txBody>
                    <a:bodyPr/>
                    <a:lstStyle/>
                    <a:p>
                      <a:pPr algn="ctr">
                        <a:spcAft>
                          <a:spcPts val="0"/>
                        </a:spcAft>
                      </a:pPr>
                      <a:r>
                        <a:rPr lang="en-US" sz="1200" kern="100">
                          <a:effectLst/>
                        </a:rPr>
                        <a:t>##H</a:t>
                      </a:r>
                      <a:endParaRPr lang="zh-CN" sz="1200" b="1" kern="100">
                        <a:effectLst/>
                        <a:latin typeface="Times New Roman"/>
                        <a:ea typeface="宋体"/>
                      </a:endParaRPr>
                    </a:p>
                  </a:txBody>
                  <a:tcPr marL="68594" marR="68594" marT="0" marB="0" anchor="ctr"/>
                </a:tc>
                <a:tc rowSpan="4">
                  <a:txBody>
                    <a:bodyPr/>
                    <a:lstStyle/>
                    <a:p>
                      <a:pPr algn="ctr">
                        <a:spcAft>
                          <a:spcPts val="0"/>
                        </a:spcAft>
                      </a:pPr>
                      <a:r>
                        <a:rPr lang="x-none" sz="1200" kern="100" dirty="0">
                          <a:effectLst/>
                        </a:rPr>
                        <a:t>ADJUST SECOND</a:t>
                      </a:r>
                      <a:endParaRPr lang="zh-CN" sz="1200" kern="100" dirty="0">
                        <a:effectLst/>
                      </a:endParaRPr>
                    </a:p>
                    <a:p>
                      <a:pPr algn="ctr">
                        <a:spcAft>
                          <a:spcPts val="0"/>
                        </a:spcAft>
                      </a:pPr>
                      <a:r>
                        <a:rPr lang="x-none" sz="1200" kern="100" dirty="0">
                          <a:effectLst/>
                        </a:rPr>
                        <a:t>TRUE FORM, HIGH BYTE FIRST</a:t>
                      </a:r>
                      <a:endParaRPr lang="zh-CN" sz="1200" b="1" kern="100" dirty="0">
                        <a:effectLst/>
                        <a:latin typeface="Times New Roman"/>
                        <a:ea typeface="宋体"/>
                      </a:endParaRPr>
                    </a:p>
                  </a:txBody>
                  <a:tcPr marL="68594" marR="68594" marT="0" marB="0" anchor="ctr"/>
                </a:tc>
                <a:extLst>
                  <a:ext uri="{0D108BD9-81ED-4DB2-BD59-A6C34878D82A}">
                    <a16:rowId xmlns:a16="http://schemas.microsoft.com/office/drawing/2014/main" xmlns="" val="10004"/>
                  </a:ext>
                </a:extLst>
              </a:tr>
              <a:tr h="227251">
                <a:tc>
                  <a:txBody>
                    <a:bodyPr/>
                    <a:lstStyle/>
                    <a:p>
                      <a:pPr algn="ctr">
                        <a:spcAft>
                          <a:spcPts val="0"/>
                        </a:spcAft>
                      </a:pPr>
                      <a:r>
                        <a:rPr lang="en-US" sz="1200" kern="100" dirty="0">
                          <a:effectLst/>
                        </a:rPr>
                        <a:t>4</a:t>
                      </a:r>
                      <a:endParaRPr lang="zh-CN" sz="1200" b="1" kern="100" dirty="0">
                        <a:effectLst/>
                        <a:latin typeface="Times New Roman"/>
                        <a:ea typeface="宋体"/>
                      </a:endParaRPr>
                    </a:p>
                  </a:txBody>
                  <a:tcPr marL="68594" marR="68594"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94" marR="68594" marT="0" marB="0" anchor="ctr"/>
                </a:tc>
                <a:tc vMerge="1">
                  <a:txBody>
                    <a:bodyPr/>
                    <a:lstStyle/>
                    <a:p>
                      <a:endParaRPr lang="zh-CN" altLang="en-US"/>
                    </a:p>
                  </a:txBody>
                  <a:tcPr/>
                </a:tc>
                <a:extLst>
                  <a:ext uri="{0D108BD9-81ED-4DB2-BD59-A6C34878D82A}">
                    <a16:rowId xmlns:a16="http://schemas.microsoft.com/office/drawing/2014/main" xmlns="" val="10005"/>
                  </a:ext>
                </a:extLst>
              </a:tr>
              <a:tr h="227251">
                <a:tc>
                  <a:txBody>
                    <a:bodyPr/>
                    <a:lstStyle/>
                    <a:p>
                      <a:pPr algn="ctr">
                        <a:spcAft>
                          <a:spcPts val="0"/>
                        </a:spcAft>
                      </a:pPr>
                      <a:r>
                        <a:rPr lang="en-US" sz="1200" kern="100">
                          <a:effectLst/>
                        </a:rPr>
                        <a:t>5</a:t>
                      </a:r>
                      <a:endParaRPr lang="zh-CN" sz="1200" b="1" kern="100">
                        <a:effectLst/>
                        <a:latin typeface="Times New Roman"/>
                        <a:ea typeface="宋体"/>
                      </a:endParaRPr>
                    </a:p>
                  </a:txBody>
                  <a:tcPr marL="68594" marR="68594"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94" marR="68594" marT="0" marB="0" anchor="ctr"/>
                </a:tc>
                <a:tc vMerge="1">
                  <a:txBody>
                    <a:bodyPr/>
                    <a:lstStyle/>
                    <a:p>
                      <a:endParaRPr lang="zh-CN" altLang="en-US"/>
                    </a:p>
                  </a:txBody>
                  <a:tcPr/>
                </a:tc>
                <a:extLst>
                  <a:ext uri="{0D108BD9-81ED-4DB2-BD59-A6C34878D82A}">
                    <a16:rowId xmlns:a16="http://schemas.microsoft.com/office/drawing/2014/main" xmlns="" val="10006"/>
                  </a:ext>
                </a:extLst>
              </a:tr>
              <a:tr h="227251">
                <a:tc>
                  <a:txBody>
                    <a:bodyPr/>
                    <a:lstStyle/>
                    <a:p>
                      <a:pPr algn="ctr">
                        <a:spcAft>
                          <a:spcPts val="0"/>
                        </a:spcAft>
                      </a:pPr>
                      <a:r>
                        <a:rPr lang="en-US" sz="1200" kern="100">
                          <a:effectLst/>
                        </a:rPr>
                        <a:t>6</a:t>
                      </a:r>
                      <a:endParaRPr lang="zh-CN" sz="1200" b="1" kern="100">
                        <a:effectLst/>
                        <a:latin typeface="Times New Roman"/>
                        <a:ea typeface="宋体"/>
                      </a:endParaRPr>
                    </a:p>
                  </a:txBody>
                  <a:tcPr marL="68594" marR="68594"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94" marR="68594" marT="0" marB="0" anchor="ctr"/>
                </a:tc>
                <a:tc vMerge="1">
                  <a:txBody>
                    <a:bodyPr/>
                    <a:lstStyle/>
                    <a:p>
                      <a:endParaRPr lang="zh-CN" altLang="en-US"/>
                    </a:p>
                  </a:txBody>
                  <a:tcPr/>
                </a:tc>
                <a:extLst>
                  <a:ext uri="{0D108BD9-81ED-4DB2-BD59-A6C34878D82A}">
                    <a16:rowId xmlns:a16="http://schemas.microsoft.com/office/drawing/2014/main" xmlns="" val="10007"/>
                  </a:ext>
                </a:extLst>
              </a:tr>
              <a:tr h="227251">
                <a:tc>
                  <a:txBody>
                    <a:bodyPr/>
                    <a:lstStyle/>
                    <a:p>
                      <a:pPr algn="ctr">
                        <a:spcAft>
                          <a:spcPts val="0"/>
                        </a:spcAft>
                      </a:pPr>
                      <a:r>
                        <a:rPr lang="en-US" sz="1200" kern="100">
                          <a:effectLst/>
                        </a:rPr>
                        <a:t>7</a:t>
                      </a:r>
                      <a:endParaRPr lang="zh-CN" sz="1200" b="1" kern="100">
                        <a:effectLst/>
                        <a:latin typeface="Times New Roman"/>
                        <a:ea typeface="宋体"/>
                      </a:endParaRPr>
                    </a:p>
                  </a:txBody>
                  <a:tcPr marL="68594" marR="68594" marT="0" marB="0" anchor="ctr"/>
                </a:tc>
                <a:tc>
                  <a:txBody>
                    <a:bodyPr/>
                    <a:lstStyle/>
                    <a:p>
                      <a:pPr algn="ctr">
                        <a:spcAft>
                          <a:spcPts val="0"/>
                        </a:spcAft>
                      </a:pPr>
                      <a:r>
                        <a:rPr lang="en-US" sz="1200" kern="100">
                          <a:effectLst/>
                        </a:rPr>
                        <a:t>##H</a:t>
                      </a:r>
                      <a:endParaRPr lang="zh-CN" sz="1200" b="1" kern="100">
                        <a:effectLst/>
                        <a:latin typeface="Times New Roman"/>
                        <a:ea typeface="宋体"/>
                      </a:endParaRPr>
                    </a:p>
                  </a:txBody>
                  <a:tcPr marL="68594" marR="68594" marT="0" marB="0" anchor="ctr"/>
                </a:tc>
                <a:tc rowSpan="2">
                  <a:txBody>
                    <a:bodyPr/>
                    <a:lstStyle/>
                    <a:p>
                      <a:pPr algn="ctr">
                        <a:spcAft>
                          <a:spcPts val="0"/>
                        </a:spcAft>
                      </a:pPr>
                      <a:r>
                        <a:rPr lang="x-none" sz="1200" kern="100" dirty="0">
                          <a:effectLst/>
                        </a:rPr>
                        <a:t>ADJUST MILLSECOND</a:t>
                      </a:r>
                      <a:endParaRPr lang="zh-CN" sz="1200" kern="100" dirty="0">
                        <a:effectLst/>
                      </a:endParaRPr>
                    </a:p>
                    <a:p>
                      <a:pPr algn="ctr">
                        <a:spcAft>
                          <a:spcPts val="0"/>
                        </a:spcAft>
                      </a:pPr>
                      <a:r>
                        <a:rPr lang="x-none" sz="1200" kern="100" dirty="0">
                          <a:effectLst/>
                        </a:rPr>
                        <a:t>TRUE FORM, HIGH BYTE FIRST</a:t>
                      </a:r>
                      <a:endParaRPr lang="zh-CN" sz="1200" b="1" kern="100" dirty="0">
                        <a:effectLst/>
                        <a:latin typeface="Times New Roman"/>
                        <a:ea typeface="宋体"/>
                      </a:endParaRPr>
                    </a:p>
                  </a:txBody>
                  <a:tcPr marL="68594" marR="68594" marT="0" marB="0" anchor="ctr"/>
                </a:tc>
                <a:extLst>
                  <a:ext uri="{0D108BD9-81ED-4DB2-BD59-A6C34878D82A}">
                    <a16:rowId xmlns:a16="http://schemas.microsoft.com/office/drawing/2014/main" xmlns="" val="10008"/>
                  </a:ext>
                </a:extLst>
              </a:tr>
              <a:tr h="227251">
                <a:tc>
                  <a:txBody>
                    <a:bodyPr/>
                    <a:lstStyle/>
                    <a:p>
                      <a:pPr algn="ctr">
                        <a:spcAft>
                          <a:spcPts val="0"/>
                        </a:spcAft>
                      </a:pPr>
                      <a:r>
                        <a:rPr lang="en-US" sz="1200" kern="100" dirty="0">
                          <a:effectLst/>
                        </a:rPr>
                        <a:t>8</a:t>
                      </a:r>
                      <a:endParaRPr lang="zh-CN" sz="1200" b="1" kern="100" dirty="0">
                        <a:effectLst/>
                        <a:latin typeface="Times New Roman"/>
                        <a:ea typeface="宋体"/>
                      </a:endParaRPr>
                    </a:p>
                  </a:txBody>
                  <a:tcPr marL="68594" marR="68594"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94" marR="68594" marT="0" marB="0" anchor="ctr"/>
                </a:tc>
                <a:tc vMerge="1">
                  <a:txBody>
                    <a:bodyPr/>
                    <a:lstStyle/>
                    <a:p>
                      <a:endParaRPr lang="zh-CN" altLang="en-US"/>
                    </a:p>
                  </a:txBody>
                  <a:tcPr/>
                </a:tc>
                <a:extLst>
                  <a:ext uri="{0D108BD9-81ED-4DB2-BD59-A6C34878D82A}">
                    <a16:rowId xmlns:a16="http://schemas.microsoft.com/office/drawing/2014/main" xmlns="" val="10009"/>
                  </a:ext>
                </a:extLst>
              </a:tr>
            </a:tbl>
          </a:graphicData>
        </a:graphic>
      </p:graphicFrame>
      <p:sp>
        <p:nvSpPr>
          <p:cNvPr id="8" name="矩形 1"/>
          <p:cNvSpPr>
            <a:spLocks noChangeArrowheads="1"/>
          </p:cNvSpPr>
          <p:nvPr/>
        </p:nvSpPr>
        <p:spPr bwMode="auto">
          <a:xfrm>
            <a:off x="190503" y="4240021"/>
            <a:ext cx="868997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en-US" altLang="zh-CN">
                <a:solidFill>
                  <a:srgbClr val="FF0000"/>
                </a:solidFill>
              </a:rPr>
              <a:t>Note</a:t>
            </a:r>
            <a:r>
              <a:rPr lang="zh-CN" altLang="en-US">
                <a:solidFill>
                  <a:srgbClr val="FF0000"/>
                </a:solidFill>
              </a:rPr>
              <a:t>：</a:t>
            </a:r>
            <a:r>
              <a:rPr lang="en-US" altLang="zh-CN">
                <a:solidFill>
                  <a:schemeClr val="tx1"/>
                </a:solidFill>
              </a:rPr>
              <a:t>The time point ground set the OBC time and collect the TM is not same, </a:t>
            </a:r>
            <a:r>
              <a:rPr lang="en-US" altLang="zh-CN">
                <a:solidFill>
                  <a:srgbClr val="FF0000"/>
                </a:solidFill>
              </a:rPr>
              <a:t>the TM of OBC time will be several hundred millisecond</a:t>
            </a:r>
            <a:r>
              <a:rPr lang="en-US" altLang="zh-CN">
                <a:solidFill>
                  <a:schemeClr val="tx1"/>
                </a:solidFill>
              </a:rPr>
              <a:t> </a:t>
            </a:r>
            <a:r>
              <a:rPr lang="en-US" altLang="zh-CN">
                <a:solidFill>
                  <a:srgbClr val="FF0000"/>
                </a:solidFill>
              </a:rPr>
              <a:t>later than the time ground set.</a:t>
            </a:r>
          </a:p>
        </p:txBody>
      </p:sp>
    </p:spTree>
    <p:extLst>
      <p:ext uri="{BB962C8B-B14F-4D97-AF65-F5344CB8AC3E}">
        <p14:creationId xmlns:p14="http://schemas.microsoft.com/office/powerpoint/2010/main" val="207045062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4: Time Calibration</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64</a:t>
            </a:fld>
            <a:r>
              <a:rPr lang="zh-CN" altLang="en-US"/>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1047249"/>
            <a:ext cx="8255000"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50000"/>
              </a:lnSpc>
            </a:pPr>
            <a:r>
              <a:rPr lang="en-US" altLang="zh-CN" dirty="0">
                <a:solidFill>
                  <a:schemeClr val="tx1"/>
                </a:solidFill>
              </a:rPr>
              <a:t>Ground time setting example</a:t>
            </a:r>
            <a:r>
              <a:rPr lang="zh-CN" altLang="en-US" dirty="0">
                <a:solidFill>
                  <a:schemeClr val="tx1"/>
                </a:solidFill>
              </a:rPr>
              <a:t>：</a:t>
            </a:r>
            <a:r>
              <a:rPr lang="en-US" altLang="zh-CN" dirty="0">
                <a:solidFill>
                  <a:schemeClr val="tx1"/>
                </a:solidFill>
              </a:rPr>
              <a:t>65536s 256ms </a:t>
            </a:r>
          </a:p>
        </p:txBody>
      </p:sp>
      <p:graphicFrame>
        <p:nvGraphicFramePr>
          <p:cNvPr id="7" name="表格 6"/>
          <p:cNvGraphicFramePr>
            <a:graphicFrameLocks noGrp="1"/>
          </p:cNvGraphicFramePr>
          <p:nvPr>
            <p:extLst>
              <p:ext uri="{D42A27DB-BD31-4B8C-83A1-F6EECF244321}">
                <p14:modId xmlns:p14="http://schemas.microsoft.com/office/powerpoint/2010/main" val="1594611847"/>
              </p:ext>
            </p:extLst>
          </p:nvPr>
        </p:nvGraphicFramePr>
        <p:xfrm>
          <a:off x="1066803" y="1460396"/>
          <a:ext cx="7010399" cy="2411019"/>
        </p:xfrm>
        <a:graphic>
          <a:graphicData uri="http://schemas.openxmlformats.org/drawingml/2006/table">
            <a:tbl>
              <a:tblPr firstRow="1" firstCol="1" bandRow="1" bandCol="1">
                <a:tableStyleId>{69CF1AB2-1976-4502-BF36-3FF5EA218861}</a:tableStyleId>
              </a:tblPr>
              <a:tblGrid>
                <a:gridCol w="542041">
                  <a:extLst>
                    <a:ext uri="{9D8B030D-6E8A-4147-A177-3AD203B41FA5}">
                      <a16:colId xmlns:a16="http://schemas.microsoft.com/office/drawing/2014/main" xmlns="" val="20000"/>
                    </a:ext>
                  </a:extLst>
                </a:gridCol>
                <a:gridCol w="843736">
                  <a:extLst>
                    <a:ext uri="{9D8B030D-6E8A-4147-A177-3AD203B41FA5}">
                      <a16:colId xmlns:a16="http://schemas.microsoft.com/office/drawing/2014/main" xmlns="" val="20001"/>
                    </a:ext>
                  </a:extLst>
                </a:gridCol>
                <a:gridCol w="3543410">
                  <a:extLst>
                    <a:ext uri="{9D8B030D-6E8A-4147-A177-3AD203B41FA5}">
                      <a16:colId xmlns:a16="http://schemas.microsoft.com/office/drawing/2014/main" xmlns="" val="20002"/>
                    </a:ext>
                  </a:extLst>
                </a:gridCol>
                <a:gridCol w="1314450">
                  <a:extLst>
                    <a:ext uri="{9D8B030D-6E8A-4147-A177-3AD203B41FA5}">
                      <a16:colId xmlns:a16="http://schemas.microsoft.com/office/drawing/2014/main" xmlns="" val="20003"/>
                    </a:ext>
                  </a:extLst>
                </a:gridCol>
                <a:gridCol w="766762">
                  <a:extLst>
                    <a:ext uri="{9D8B030D-6E8A-4147-A177-3AD203B41FA5}">
                      <a16:colId xmlns:a16="http://schemas.microsoft.com/office/drawing/2014/main" xmlns="" val="20004"/>
                    </a:ext>
                  </a:extLst>
                </a:gridCol>
              </a:tblGrid>
              <a:tr h="365760">
                <a:tc>
                  <a:txBody>
                    <a:bodyPr/>
                    <a:lstStyle/>
                    <a:p>
                      <a:pPr algn="ctr">
                        <a:spcAft>
                          <a:spcPts val="0"/>
                        </a:spcAft>
                      </a:pPr>
                      <a:r>
                        <a:rPr lang="x-none" sz="1200" kern="100" cap="all" dirty="0">
                          <a:effectLst/>
                        </a:rPr>
                        <a:t>NO</a:t>
                      </a:r>
                      <a:endParaRPr lang="zh-CN" sz="1200" b="1" kern="100" dirty="0">
                        <a:effectLst/>
                        <a:latin typeface="Times New Roman"/>
                        <a:ea typeface="宋体"/>
                      </a:endParaRPr>
                    </a:p>
                  </a:txBody>
                  <a:tcPr marL="68593" marR="68593" marT="0" marB="0" anchor="ctr"/>
                </a:tc>
                <a:tc>
                  <a:txBody>
                    <a:bodyPr/>
                    <a:lstStyle/>
                    <a:p>
                      <a:pPr algn="ctr">
                        <a:spcAft>
                          <a:spcPts val="0"/>
                        </a:spcAft>
                      </a:pPr>
                      <a:r>
                        <a:rPr lang="x-none" sz="1200" kern="100" cap="all" dirty="0">
                          <a:effectLst/>
                        </a:rPr>
                        <a:t>DATA</a:t>
                      </a:r>
                      <a:endParaRPr lang="zh-CN" sz="1200" b="1" kern="100" dirty="0">
                        <a:effectLst/>
                        <a:latin typeface="Times New Roman"/>
                        <a:ea typeface="宋体"/>
                      </a:endParaRPr>
                    </a:p>
                  </a:txBody>
                  <a:tcPr marL="68593" marR="68593" marT="0" marB="0" anchor="ctr"/>
                </a:tc>
                <a:tc>
                  <a:txBody>
                    <a:bodyPr/>
                    <a:lstStyle/>
                    <a:p>
                      <a:pPr algn="ctr">
                        <a:spcAft>
                          <a:spcPts val="0"/>
                        </a:spcAft>
                      </a:pPr>
                      <a:r>
                        <a:rPr lang="x-none" sz="1200" kern="100" cap="all" dirty="0">
                          <a:effectLst/>
                        </a:rPr>
                        <a:t>DESCRIPTION</a:t>
                      </a:r>
                      <a:endParaRPr lang="zh-CN" sz="1200" b="1" kern="100" dirty="0">
                        <a:effectLst/>
                        <a:latin typeface="Times New Roman"/>
                        <a:ea typeface="宋体"/>
                      </a:endParaRPr>
                    </a:p>
                  </a:txBody>
                  <a:tcPr marL="68593" marR="68593" marT="0" marB="0" anchor="ctr"/>
                </a:tc>
                <a:tc>
                  <a:txBody>
                    <a:bodyPr/>
                    <a:lstStyle/>
                    <a:p>
                      <a:pPr algn="ctr">
                        <a:spcAft>
                          <a:spcPts val="0"/>
                        </a:spcAft>
                      </a:pPr>
                      <a:endParaRPr lang="zh-CN" sz="1200" b="1" kern="100" dirty="0">
                        <a:effectLst/>
                        <a:latin typeface="Times New Roman"/>
                        <a:ea typeface="宋体"/>
                      </a:endParaRPr>
                    </a:p>
                  </a:txBody>
                  <a:tcPr marL="68593" marR="68593" marT="0" marB="0" anchor="ctr"/>
                </a:tc>
                <a:tc>
                  <a:txBody>
                    <a:bodyPr/>
                    <a:lstStyle/>
                    <a:p>
                      <a:pPr algn="ctr">
                        <a:spcAft>
                          <a:spcPts val="0"/>
                        </a:spcAft>
                      </a:pPr>
                      <a:endParaRPr lang="zh-CN" sz="1200" b="1" kern="100" dirty="0">
                        <a:effectLst/>
                        <a:latin typeface="Times New Roman"/>
                        <a:ea typeface="宋体"/>
                      </a:endParaRPr>
                    </a:p>
                  </a:txBody>
                  <a:tcPr marL="68593" marR="68593" marT="0" marB="0" anchor="ctr"/>
                </a:tc>
                <a:extLst>
                  <a:ext uri="{0D108BD9-81ED-4DB2-BD59-A6C34878D82A}">
                    <a16:rowId xmlns:a16="http://schemas.microsoft.com/office/drawing/2014/main" xmlns="" val="10000"/>
                  </a:ext>
                </a:extLst>
              </a:tr>
              <a:tr h="227251">
                <a:tc>
                  <a:txBody>
                    <a:bodyPr/>
                    <a:lstStyle/>
                    <a:p>
                      <a:pPr algn="ctr">
                        <a:spcAft>
                          <a:spcPts val="0"/>
                        </a:spcAft>
                      </a:pPr>
                      <a:r>
                        <a:rPr lang="en-US" sz="1200" kern="100">
                          <a:effectLst/>
                        </a:rPr>
                        <a:t>0</a:t>
                      </a:r>
                      <a:endParaRPr lang="zh-CN" sz="1200" b="1" kern="100">
                        <a:effectLst/>
                        <a:latin typeface="Times New Roman"/>
                        <a:ea typeface="宋体"/>
                      </a:endParaRPr>
                    </a:p>
                  </a:txBody>
                  <a:tcPr marL="68593" marR="68593" marT="0" marB="0" anchor="ctr"/>
                </a:tc>
                <a:tc>
                  <a:txBody>
                    <a:bodyPr/>
                    <a:lstStyle/>
                    <a:p>
                      <a:pPr algn="ctr">
                        <a:spcAft>
                          <a:spcPts val="0"/>
                        </a:spcAft>
                      </a:pPr>
                      <a:r>
                        <a:rPr lang="en-US" sz="1200" kern="100" dirty="0">
                          <a:effectLst/>
                        </a:rPr>
                        <a:t>40H</a:t>
                      </a:r>
                      <a:endParaRPr lang="zh-CN" sz="1200" b="1" kern="100" dirty="0">
                        <a:effectLst/>
                        <a:latin typeface="Times New Roman"/>
                        <a:ea typeface="宋体"/>
                      </a:endParaRPr>
                    </a:p>
                  </a:txBody>
                  <a:tcPr marL="68593" marR="68593" marT="0" marB="0" anchor="ctr"/>
                </a:tc>
                <a:tc>
                  <a:txBody>
                    <a:bodyPr/>
                    <a:lstStyle/>
                    <a:p>
                      <a:pPr algn="ctr">
                        <a:spcAft>
                          <a:spcPts val="0"/>
                        </a:spcAft>
                      </a:pPr>
                      <a:r>
                        <a:rPr lang="x-none" sz="1200" kern="100">
                          <a:effectLst/>
                        </a:rPr>
                        <a:t>IDENTIFICATION</a:t>
                      </a:r>
                      <a:endParaRPr lang="zh-CN" sz="1200" b="1" kern="100">
                        <a:effectLst/>
                        <a:latin typeface="Times New Roman"/>
                        <a:ea typeface="宋体"/>
                      </a:endParaRPr>
                    </a:p>
                  </a:txBody>
                  <a:tcPr marL="68593" marR="68593" marT="0" marB="0" anchor="ctr"/>
                </a:tc>
                <a:tc>
                  <a:txBody>
                    <a:bodyPr/>
                    <a:lstStyle/>
                    <a:p>
                      <a:pPr algn="ctr">
                        <a:spcAft>
                          <a:spcPts val="0"/>
                        </a:spcAft>
                      </a:pPr>
                      <a:r>
                        <a:rPr lang="en-US" altLang="zh-CN" sz="1200" kern="100" dirty="0">
                          <a:effectLst/>
                        </a:rPr>
                        <a:t>40</a:t>
                      </a:r>
                      <a:endParaRPr lang="zh-CN" sz="1200" b="1" kern="100" dirty="0">
                        <a:effectLst/>
                        <a:latin typeface="Times New Roman"/>
                        <a:ea typeface="宋体"/>
                      </a:endParaRPr>
                    </a:p>
                  </a:txBody>
                  <a:tcPr marL="68593" marR="68593" marT="0" marB="0" anchor="ctr"/>
                </a:tc>
                <a:tc>
                  <a:txBody>
                    <a:bodyPr/>
                    <a:lstStyle/>
                    <a:p>
                      <a:pPr algn="ctr">
                        <a:spcAft>
                          <a:spcPts val="0"/>
                        </a:spcAft>
                      </a:pPr>
                      <a:endParaRPr lang="zh-CN" sz="1200" b="1" kern="100" dirty="0">
                        <a:effectLst/>
                        <a:latin typeface="Times New Roman"/>
                        <a:ea typeface="宋体"/>
                      </a:endParaRPr>
                    </a:p>
                  </a:txBody>
                  <a:tcPr marL="68593" marR="68593" marT="0" marB="0" anchor="ctr"/>
                </a:tc>
                <a:extLst>
                  <a:ext uri="{0D108BD9-81ED-4DB2-BD59-A6C34878D82A}">
                    <a16:rowId xmlns:a16="http://schemas.microsoft.com/office/drawing/2014/main" xmlns="" val="10001"/>
                  </a:ext>
                </a:extLst>
              </a:tr>
              <a:tr h="227251">
                <a:tc>
                  <a:txBody>
                    <a:bodyPr/>
                    <a:lstStyle/>
                    <a:p>
                      <a:pPr algn="ctr">
                        <a:spcAft>
                          <a:spcPts val="0"/>
                        </a:spcAft>
                      </a:pPr>
                      <a:r>
                        <a:rPr lang="en-US" sz="1200" kern="100">
                          <a:effectLst/>
                        </a:rPr>
                        <a:t>1</a:t>
                      </a:r>
                      <a:endParaRPr lang="zh-CN" sz="1200" b="1" kern="100">
                        <a:effectLst/>
                        <a:latin typeface="Times New Roman"/>
                        <a:ea typeface="宋体"/>
                      </a:endParaRPr>
                    </a:p>
                  </a:txBody>
                  <a:tcPr marL="68593" marR="68593" marT="0" marB="0" anchor="ctr"/>
                </a:tc>
                <a:tc>
                  <a:txBody>
                    <a:bodyPr/>
                    <a:lstStyle/>
                    <a:p>
                      <a:pPr algn="ctr">
                        <a:spcAft>
                          <a:spcPts val="0"/>
                        </a:spcAft>
                      </a:pPr>
                      <a:r>
                        <a:rPr lang="en-US" sz="1200" kern="100" dirty="0">
                          <a:effectLst/>
                        </a:rPr>
                        <a:t>11H</a:t>
                      </a:r>
                      <a:endParaRPr lang="zh-CN" sz="1200" b="1" kern="100" dirty="0">
                        <a:effectLst/>
                        <a:latin typeface="Times New Roman"/>
                        <a:ea typeface="宋体"/>
                      </a:endParaRPr>
                    </a:p>
                  </a:txBody>
                  <a:tcPr marL="68593" marR="68593" marT="0" marB="0" anchor="ctr"/>
                </a:tc>
                <a:tc>
                  <a:txBody>
                    <a:bodyPr/>
                    <a:lstStyle/>
                    <a:p>
                      <a:pPr algn="ctr">
                        <a:spcAft>
                          <a:spcPts val="0"/>
                        </a:spcAft>
                      </a:pPr>
                      <a:r>
                        <a:rPr lang="x-none" sz="1200" kern="100" dirty="0">
                          <a:effectLst/>
                        </a:rPr>
                        <a:t>ASSISTANT SYMBOL</a:t>
                      </a:r>
                      <a:endParaRPr lang="zh-CN" sz="1200" b="1" kern="100" dirty="0">
                        <a:effectLst/>
                        <a:latin typeface="Times New Roman"/>
                        <a:ea typeface="宋体"/>
                      </a:endParaRPr>
                    </a:p>
                  </a:txBody>
                  <a:tcPr marL="68593" marR="68593" marT="0" marB="0" anchor="ctr"/>
                </a:tc>
                <a:tc>
                  <a:txBody>
                    <a:bodyPr/>
                    <a:lstStyle/>
                    <a:p>
                      <a:pPr algn="ctr">
                        <a:spcAft>
                          <a:spcPts val="0"/>
                        </a:spcAft>
                      </a:pPr>
                      <a:r>
                        <a:rPr lang="en-US" altLang="zh-CN" sz="1200" kern="100" dirty="0">
                          <a:effectLst/>
                        </a:rPr>
                        <a:t>11</a:t>
                      </a:r>
                      <a:endParaRPr lang="zh-CN" sz="1200" b="1" kern="100" dirty="0">
                        <a:effectLst/>
                        <a:latin typeface="Times New Roman"/>
                        <a:ea typeface="宋体"/>
                      </a:endParaRPr>
                    </a:p>
                  </a:txBody>
                  <a:tcPr marL="68593" marR="68593" marT="0" marB="0" anchor="ctr"/>
                </a:tc>
                <a:tc>
                  <a:txBody>
                    <a:bodyPr/>
                    <a:lstStyle/>
                    <a:p>
                      <a:pPr algn="ctr">
                        <a:spcAft>
                          <a:spcPts val="0"/>
                        </a:spcAft>
                      </a:pPr>
                      <a:endParaRPr lang="zh-CN" sz="1200" b="1" kern="100" dirty="0">
                        <a:effectLst/>
                        <a:latin typeface="Times New Roman"/>
                        <a:ea typeface="宋体"/>
                      </a:endParaRPr>
                    </a:p>
                  </a:txBody>
                  <a:tcPr marL="68593" marR="68593" marT="0" marB="0" anchor="ctr"/>
                </a:tc>
                <a:extLst>
                  <a:ext uri="{0D108BD9-81ED-4DB2-BD59-A6C34878D82A}">
                    <a16:rowId xmlns:a16="http://schemas.microsoft.com/office/drawing/2014/main" xmlns="" val="10002"/>
                  </a:ext>
                </a:extLst>
              </a:tr>
              <a:tr h="227251">
                <a:tc>
                  <a:txBody>
                    <a:bodyPr/>
                    <a:lstStyle/>
                    <a:p>
                      <a:pPr algn="ctr">
                        <a:spcAft>
                          <a:spcPts val="0"/>
                        </a:spcAft>
                      </a:pPr>
                      <a:r>
                        <a:rPr lang="en-US" sz="1200" kern="100">
                          <a:effectLst/>
                        </a:rPr>
                        <a:t>2</a:t>
                      </a:r>
                      <a:endParaRPr lang="zh-CN" sz="1200" b="1" kern="100">
                        <a:effectLst/>
                        <a:latin typeface="Times New Roman"/>
                        <a:ea typeface="宋体"/>
                      </a:endParaRPr>
                    </a:p>
                  </a:txBody>
                  <a:tcPr marL="68593" marR="68593" marT="0" marB="0" anchor="ctr"/>
                </a:tc>
                <a:tc>
                  <a:txBody>
                    <a:bodyPr/>
                    <a:lstStyle/>
                    <a:p>
                      <a:pPr algn="ctr">
                        <a:spcAft>
                          <a:spcPts val="0"/>
                        </a:spcAft>
                      </a:pPr>
                      <a:r>
                        <a:rPr lang="en-US" sz="1200" kern="100">
                          <a:effectLst/>
                        </a:rPr>
                        <a:t>03H</a:t>
                      </a:r>
                      <a:endParaRPr lang="zh-CN" sz="1200" b="1" kern="100">
                        <a:effectLst/>
                        <a:latin typeface="Times New Roman"/>
                        <a:ea typeface="宋体"/>
                      </a:endParaRPr>
                    </a:p>
                  </a:txBody>
                  <a:tcPr marL="68593" marR="68593" marT="0" marB="0" anchor="ctr"/>
                </a:tc>
                <a:tc>
                  <a:txBody>
                    <a:bodyPr/>
                    <a:lstStyle/>
                    <a:p>
                      <a:pPr algn="ctr">
                        <a:spcAft>
                          <a:spcPts val="0"/>
                        </a:spcAft>
                      </a:pPr>
                      <a:r>
                        <a:rPr lang="x-none" sz="1200" kern="100" dirty="0">
                          <a:effectLst/>
                        </a:rPr>
                        <a:t>TYPE</a:t>
                      </a:r>
                      <a:endParaRPr lang="zh-CN" sz="1200" b="1" kern="100" dirty="0">
                        <a:effectLst/>
                        <a:latin typeface="Times New Roman"/>
                        <a:ea typeface="宋体"/>
                      </a:endParaRPr>
                    </a:p>
                  </a:txBody>
                  <a:tcPr marL="68593" marR="68593" marT="0" marB="0" anchor="ctr"/>
                </a:tc>
                <a:tc>
                  <a:txBody>
                    <a:bodyPr/>
                    <a:lstStyle/>
                    <a:p>
                      <a:pPr algn="ctr">
                        <a:spcAft>
                          <a:spcPts val="0"/>
                        </a:spcAft>
                      </a:pPr>
                      <a:r>
                        <a:rPr lang="en-US" altLang="zh-CN" sz="1200" kern="100" dirty="0">
                          <a:effectLst/>
                        </a:rPr>
                        <a:t>03</a:t>
                      </a:r>
                      <a:endParaRPr lang="zh-CN" sz="1200" b="1" kern="100" dirty="0">
                        <a:effectLst/>
                        <a:latin typeface="Times New Roman"/>
                        <a:ea typeface="宋体"/>
                      </a:endParaRPr>
                    </a:p>
                  </a:txBody>
                  <a:tcPr marL="68593" marR="68593" marT="0" marB="0" anchor="ctr"/>
                </a:tc>
                <a:tc>
                  <a:txBody>
                    <a:bodyPr/>
                    <a:lstStyle/>
                    <a:p>
                      <a:pPr algn="ctr">
                        <a:spcAft>
                          <a:spcPts val="0"/>
                        </a:spcAft>
                      </a:pPr>
                      <a:endParaRPr lang="zh-CN" sz="1200" b="1" kern="100" dirty="0">
                        <a:effectLst/>
                        <a:latin typeface="Times New Roman"/>
                        <a:ea typeface="宋体"/>
                      </a:endParaRPr>
                    </a:p>
                  </a:txBody>
                  <a:tcPr marL="68593" marR="68593" marT="0" marB="0" anchor="ctr"/>
                </a:tc>
                <a:extLst>
                  <a:ext uri="{0D108BD9-81ED-4DB2-BD59-A6C34878D82A}">
                    <a16:rowId xmlns:a16="http://schemas.microsoft.com/office/drawing/2014/main" xmlns="" val="10003"/>
                  </a:ext>
                </a:extLst>
              </a:tr>
              <a:tr h="227251">
                <a:tc>
                  <a:txBody>
                    <a:bodyPr/>
                    <a:lstStyle/>
                    <a:p>
                      <a:pPr algn="ctr">
                        <a:spcAft>
                          <a:spcPts val="0"/>
                        </a:spcAft>
                      </a:pPr>
                      <a:r>
                        <a:rPr lang="en-US" sz="1200" kern="100">
                          <a:effectLst/>
                        </a:rPr>
                        <a:t>3</a:t>
                      </a:r>
                      <a:endParaRPr lang="zh-CN" sz="1200" b="1" kern="100">
                        <a:effectLst/>
                        <a:latin typeface="Times New Roman"/>
                        <a:ea typeface="宋体"/>
                      </a:endParaRPr>
                    </a:p>
                  </a:txBody>
                  <a:tcPr marL="68593" marR="68593" marT="0" marB="0" anchor="ctr"/>
                </a:tc>
                <a:tc>
                  <a:txBody>
                    <a:bodyPr/>
                    <a:lstStyle/>
                    <a:p>
                      <a:pPr algn="ctr">
                        <a:spcAft>
                          <a:spcPts val="0"/>
                        </a:spcAft>
                      </a:pPr>
                      <a:r>
                        <a:rPr lang="en-US" sz="1200" kern="100">
                          <a:effectLst/>
                        </a:rPr>
                        <a:t>##H</a:t>
                      </a:r>
                      <a:endParaRPr lang="zh-CN" sz="1200" b="1" kern="100">
                        <a:effectLst/>
                        <a:latin typeface="Times New Roman"/>
                        <a:ea typeface="宋体"/>
                      </a:endParaRPr>
                    </a:p>
                  </a:txBody>
                  <a:tcPr marL="68593" marR="68593" marT="0" marB="0" anchor="ctr"/>
                </a:tc>
                <a:tc rowSpan="4">
                  <a:txBody>
                    <a:bodyPr/>
                    <a:lstStyle/>
                    <a:p>
                      <a:pPr algn="ctr">
                        <a:spcAft>
                          <a:spcPts val="0"/>
                        </a:spcAft>
                      </a:pPr>
                      <a:r>
                        <a:rPr lang="x-none" sz="1200" kern="100" dirty="0">
                          <a:effectLst/>
                        </a:rPr>
                        <a:t>ADJUST SECOND</a:t>
                      </a:r>
                      <a:endParaRPr lang="zh-CN" sz="1200" kern="100" dirty="0">
                        <a:effectLst/>
                      </a:endParaRPr>
                    </a:p>
                    <a:p>
                      <a:pPr algn="ctr">
                        <a:spcAft>
                          <a:spcPts val="0"/>
                        </a:spcAft>
                      </a:pPr>
                      <a:r>
                        <a:rPr lang="x-none" sz="1200" kern="100" dirty="0">
                          <a:effectLst/>
                        </a:rPr>
                        <a:t>TRUE FORM, HIGH BYTE FIRST</a:t>
                      </a:r>
                      <a:endParaRPr lang="zh-CN" sz="1200" b="1" kern="100" dirty="0">
                        <a:effectLst/>
                        <a:latin typeface="Times New Roman"/>
                        <a:ea typeface="宋体"/>
                      </a:endParaRPr>
                    </a:p>
                  </a:txBody>
                  <a:tcPr marL="68593" marR="68593" marT="0" marB="0" anchor="ctr"/>
                </a:tc>
                <a:tc rowSpan="4">
                  <a:txBody>
                    <a:bodyPr/>
                    <a:lstStyle/>
                    <a:p>
                      <a:pPr algn="ctr">
                        <a:spcAft>
                          <a:spcPts val="0"/>
                        </a:spcAft>
                      </a:pPr>
                      <a:r>
                        <a:rPr lang="en-US" altLang="zh-CN" sz="1200" kern="100" dirty="0">
                          <a:effectLst/>
                        </a:rPr>
                        <a:t>00 01 00 00</a:t>
                      </a:r>
                      <a:endParaRPr lang="zh-CN" sz="1200" b="1" kern="100" dirty="0">
                        <a:solidFill>
                          <a:srgbClr val="FF0000"/>
                        </a:solidFill>
                        <a:effectLst/>
                        <a:latin typeface="Times New Roman"/>
                        <a:ea typeface="宋体"/>
                      </a:endParaRPr>
                    </a:p>
                  </a:txBody>
                  <a:tcPr marL="68593" marR="68593" marT="0" marB="0" anchor="ctr"/>
                </a:tc>
                <a:tc rowSpan="4">
                  <a:txBody>
                    <a:bodyPr/>
                    <a:lstStyle/>
                    <a:p>
                      <a:pPr algn="ctr">
                        <a:spcAft>
                          <a:spcPts val="0"/>
                        </a:spcAft>
                      </a:pPr>
                      <a:r>
                        <a:rPr lang="en-US" altLang="zh-CN" sz="1200" kern="100" dirty="0">
                          <a:effectLst/>
                        </a:rPr>
                        <a:t>65536s</a:t>
                      </a:r>
                      <a:endParaRPr lang="zh-CN" sz="1200" b="1" kern="100" dirty="0">
                        <a:solidFill>
                          <a:srgbClr val="FF0000"/>
                        </a:solidFill>
                        <a:effectLst/>
                        <a:latin typeface="Times New Roman"/>
                        <a:ea typeface="宋体"/>
                      </a:endParaRPr>
                    </a:p>
                  </a:txBody>
                  <a:tcPr marL="68593" marR="68593" marT="0" marB="0" anchor="ctr"/>
                </a:tc>
                <a:extLst>
                  <a:ext uri="{0D108BD9-81ED-4DB2-BD59-A6C34878D82A}">
                    <a16:rowId xmlns:a16="http://schemas.microsoft.com/office/drawing/2014/main" xmlns="" val="10004"/>
                  </a:ext>
                </a:extLst>
              </a:tr>
              <a:tr h="227251">
                <a:tc>
                  <a:txBody>
                    <a:bodyPr/>
                    <a:lstStyle/>
                    <a:p>
                      <a:pPr algn="ctr">
                        <a:spcAft>
                          <a:spcPts val="0"/>
                        </a:spcAft>
                      </a:pPr>
                      <a:r>
                        <a:rPr lang="en-US" sz="1200" kern="100">
                          <a:effectLst/>
                        </a:rPr>
                        <a:t>4</a:t>
                      </a:r>
                      <a:endParaRPr lang="zh-CN" sz="1200" b="1" kern="100">
                        <a:effectLst/>
                        <a:latin typeface="Times New Roman"/>
                        <a:ea typeface="宋体"/>
                      </a:endParaRPr>
                    </a:p>
                  </a:txBody>
                  <a:tcPr marL="68593" marR="68593"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93" marR="68593" marT="0"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xmlns="" val="10005"/>
                  </a:ext>
                </a:extLst>
              </a:tr>
              <a:tr h="227251">
                <a:tc>
                  <a:txBody>
                    <a:bodyPr/>
                    <a:lstStyle/>
                    <a:p>
                      <a:pPr algn="ctr">
                        <a:spcAft>
                          <a:spcPts val="0"/>
                        </a:spcAft>
                      </a:pPr>
                      <a:r>
                        <a:rPr lang="en-US" sz="1200" kern="100">
                          <a:effectLst/>
                        </a:rPr>
                        <a:t>5</a:t>
                      </a:r>
                      <a:endParaRPr lang="zh-CN" sz="1200" b="1" kern="100">
                        <a:effectLst/>
                        <a:latin typeface="Times New Roman"/>
                        <a:ea typeface="宋体"/>
                      </a:endParaRPr>
                    </a:p>
                  </a:txBody>
                  <a:tcPr marL="68593" marR="68593"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93" marR="68593" marT="0"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xmlns="" val="10006"/>
                  </a:ext>
                </a:extLst>
              </a:tr>
              <a:tr h="227251">
                <a:tc>
                  <a:txBody>
                    <a:bodyPr/>
                    <a:lstStyle/>
                    <a:p>
                      <a:pPr algn="ctr">
                        <a:spcAft>
                          <a:spcPts val="0"/>
                        </a:spcAft>
                      </a:pPr>
                      <a:r>
                        <a:rPr lang="en-US" sz="1200" kern="100">
                          <a:effectLst/>
                        </a:rPr>
                        <a:t>6</a:t>
                      </a:r>
                      <a:endParaRPr lang="zh-CN" sz="1200" b="1" kern="100">
                        <a:effectLst/>
                        <a:latin typeface="Times New Roman"/>
                        <a:ea typeface="宋体"/>
                      </a:endParaRPr>
                    </a:p>
                  </a:txBody>
                  <a:tcPr marL="68593" marR="68593"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93" marR="68593" marT="0"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xmlns="" val="10007"/>
                  </a:ext>
                </a:extLst>
              </a:tr>
              <a:tr h="227251">
                <a:tc>
                  <a:txBody>
                    <a:bodyPr/>
                    <a:lstStyle/>
                    <a:p>
                      <a:pPr algn="ctr">
                        <a:spcAft>
                          <a:spcPts val="0"/>
                        </a:spcAft>
                      </a:pPr>
                      <a:r>
                        <a:rPr lang="en-US" sz="1200" kern="100">
                          <a:effectLst/>
                        </a:rPr>
                        <a:t>7</a:t>
                      </a:r>
                      <a:endParaRPr lang="zh-CN" sz="1200" b="1" kern="100">
                        <a:effectLst/>
                        <a:latin typeface="Times New Roman"/>
                        <a:ea typeface="宋体"/>
                      </a:endParaRPr>
                    </a:p>
                  </a:txBody>
                  <a:tcPr marL="68593" marR="68593" marT="0" marB="0" anchor="ctr"/>
                </a:tc>
                <a:tc>
                  <a:txBody>
                    <a:bodyPr/>
                    <a:lstStyle/>
                    <a:p>
                      <a:pPr algn="ctr">
                        <a:spcAft>
                          <a:spcPts val="0"/>
                        </a:spcAft>
                      </a:pPr>
                      <a:r>
                        <a:rPr lang="en-US" sz="1200" kern="100">
                          <a:effectLst/>
                        </a:rPr>
                        <a:t>##H</a:t>
                      </a:r>
                      <a:endParaRPr lang="zh-CN" sz="1200" b="1" kern="100">
                        <a:effectLst/>
                        <a:latin typeface="Times New Roman"/>
                        <a:ea typeface="宋体"/>
                      </a:endParaRPr>
                    </a:p>
                  </a:txBody>
                  <a:tcPr marL="68593" marR="68593" marT="0" marB="0" anchor="ctr"/>
                </a:tc>
                <a:tc rowSpan="2">
                  <a:txBody>
                    <a:bodyPr/>
                    <a:lstStyle/>
                    <a:p>
                      <a:pPr algn="ctr">
                        <a:spcAft>
                          <a:spcPts val="0"/>
                        </a:spcAft>
                      </a:pPr>
                      <a:r>
                        <a:rPr lang="x-none" sz="1200" kern="100" dirty="0">
                          <a:effectLst/>
                        </a:rPr>
                        <a:t>ADJUST MILLSECOND</a:t>
                      </a:r>
                      <a:endParaRPr lang="zh-CN" sz="1200" kern="100" dirty="0">
                        <a:effectLst/>
                      </a:endParaRPr>
                    </a:p>
                    <a:p>
                      <a:pPr algn="ctr">
                        <a:spcAft>
                          <a:spcPts val="0"/>
                        </a:spcAft>
                      </a:pPr>
                      <a:r>
                        <a:rPr lang="x-none" sz="1200" kern="100" dirty="0">
                          <a:effectLst/>
                        </a:rPr>
                        <a:t>TRUE FORM, HIGH BYTE FIRST</a:t>
                      </a:r>
                      <a:endParaRPr lang="zh-CN" sz="1200" b="1" kern="100" dirty="0">
                        <a:effectLst/>
                        <a:latin typeface="Times New Roman"/>
                        <a:ea typeface="宋体"/>
                      </a:endParaRPr>
                    </a:p>
                  </a:txBody>
                  <a:tcPr marL="68593" marR="68593" marT="0" marB="0" anchor="ctr"/>
                </a:tc>
                <a:tc rowSpan="2">
                  <a:txBody>
                    <a:bodyPr/>
                    <a:lstStyle/>
                    <a:p>
                      <a:pPr algn="ctr">
                        <a:spcAft>
                          <a:spcPts val="0"/>
                        </a:spcAft>
                      </a:pPr>
                      <a:r>
                        <a:rPr lang="en-US" altLang="zh-CN" sz="1200" kern="100" dirty="0">
                          <a:effectLst/>
                        </a:rPr>
                        <a:t>01 00</a:t>
                      </a:r>
                      <a:endParaRPr lang="zh-CN" sz="1200" b="1" kern="100" dirty="0">
                        <a:solidFill>
                          <a:srgbClr val="FF0000"/>
                        </a:solidFill>
                        <a:effectLst/>
                        <a:latin typeface="Times New Roman"/>
                        <a:ea typeface="宋体"/>
                      </a:endParaRPr>
                    </a:p>
                  </a:txBody>
                  <a:tcPr marL="68593" marR="68593" marT="0" marB="0" anchor="ctr"/>
                </a:tc>
                <a:tc rowSpan="2">
                  <a:txBody>
                    <a:bodyPr/>
                    <a:lstStyle/>
                    <a:p>
                      <a:pPr algn="ctr">
                        <a:spcAft>
                          <a:spcPts val="0"/>
                        </a:spcAft>
                      </a:pPr>
                      <a:r>
                        <a:rPr lang="en-US" altLang="zh-CN" sz="1200" kern="100" dirty="0">
                          <a:effectLst/>
                        </a:rPr>
                        <a:t>256ms</a:t>
                      </a:r>
                      <a:endParaRPr lang="zh-CN" sz="1200" b="1" kern="100" dirty="0">
                        <a:solidFill>
                          <a:srgbClr val="FF0000"/>
                        </a:solidFill>
                        <a:effectLst/>
                        <a:latin typeface="Times New Roman"/>
                        <a:ea typeface="宋体"/>
                      </a:endParaRPr>
                    </a:p>
                  </a:txBody>
                  <a:tcPr marL="68593" marR="68593" marT="0" marB="0" anchor="ctr"/>
                </a:tc>
                <a:extLst>
                  <a:ext uri="{0D108BD9-81ED-4DB2-BD59-A6C34878D82A}">
                    <a16:rowId xmlns:a16="http://schemas.microsoft.com/office/drawing/2014/main" xmlns="" val="10008"/>
                  </a:ext>
                </a:extLst>
              </a:tr>
              <a:tr h="227251">
                <a:tc>
                  <a:txBody>
                    <a:bodyPr/>
                    <a:lstStyle/>
                    <a:p>
                      <a:pPr algn="ctr">
                        <a:spcAft>
                          <a:spcPts val="0"/>
                        </a:spcAft>
                      </a:pPr>
                      <a:r>
                        <a:rPr lang="en-US" sz="1200" kern="100" dirty="0">
                          <a:effectLst/>
                        </a:rPr>
                        <a:t>8</a:t>
                      </a:r>
                      <a:endParaRPr lang="zh-CN" sz="1200" b="1" kern="100" dirty="0">
                        <a:effectLst/>
                        <a:latin typeface="Times New Roman"/>
                        <a:ea typeface="宋体"/>
                      </a:endParaRPr>
                    </a:p>
                  </a:txBody>
                  <a:tcPr marL="68593" marR="68593"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93" marR="68593" marT="0"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xmlns="" val="10009"/>
                  </a:ext>
                </a:extLst>
              </a:tr>
            </a:tbl>
          </a:graphicData>
        </a:graphic>
      </p:graphicFrame>
      <p:sp>
        <p:nvSpPr>
          <p:cNvPr id="8" name="矩形 1"/>
          <p:cNvSpPr>
            <a:spLocks noChangeArrowheads="1"/>
          </p:cNvSpPr>
          <p:nvPr/>
        </p:nvSpPr>
        <p:spPr bwMode="auto">
          <a:xfrm>
            <a:off x="847728" y="4089296"/>
            <a:ext cx="7845425"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50000"/>
              </a:lnSpc>
            </a:pPr>
            <a:r>
              <a:rPr lang="en-US" altLang="zh-CN" dirty="0">
                <a:solidFill>
                  <a:srgbClr val="B85674"/>
                </a:solidFill>
              </a:rPr>
              <a:t>77 18 </a:t>
            </a:r>
            <a:r>
              <a:rPr lang="en-US" altLang="zh-CN" dirty="0">
                <a:solidFill>
                  <a:srgbClr val="00B050"/>
                </a:solidFill>
              </a:rPr>
              <a:t>5A</a:t>
            </a:r>
            <a:r>
              <a:rPr lang="en-US" altLang="zh-CN" dirty="0">
                <a:solidFill>
                  <a:schemeClr val="tx1"/>
                </a:solidFill>
              </a:rPr>
              <a:t> </a:t>
            </a:r>
            <a:r>
              <a:rPr lang="en-US" altLang="zh-CN" dirty="0">
                <a:solidFill>
                  <a:srgbClr val="7030A0"/>
                </a:solidFill>
              </a:rPr>
              <a:t>00 11 00 0F 00 </a:t>
            </a:r>
            <a:r>
              <a:rPr lang="en-US" altLang="zh-CN" dirty="0">
                <a:solidFill>
                  <a:schemeClr val="tx1"/>
                </a:solidFill>
              </a:rPr>
              <a:t>40 11 03 </a:t>
            </a:r>
            <a:r>
              <a:rPr lang="en-US" altLang="zh-CN" dirty="0">
                <a:solidFill>
                  <a:srgbClr val="FF0000"/>
                </a:solidFill>
              </a:rPr>
              <a:t>00 01 00 00 01 00 </a:t>
            </a:r>
            <a:r>
              <a:rPr lang="en-US" altLang="zh-CN" dirty="0">
                <a:solidFill>
                  <a:schemeClr val="tx1"/>
                </a:solidFill>
              </a:rPr>
              <a:t>10 5C 8F B3</a:t>
            </a:r>
          </a:p>
        </p:txBody>
      </p:sp>
    </p:spTree>
    <p:extLst>
      <p:ext uri="{BB962C8B-B14F-4D97-AF65-F5344CB8AC3E}">
        <p14:creationId xmlns:p14="http://schemas.microsoft.com/office/powerpoint/2010/main" val="207045062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4: Time Calibration</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65</a:t>
            </a:fld>
            <a:r>
              <a:rPr lang="zh-CN" altLang="en-US"/>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924707"/>
            <a:ext cx="8255000" cy="2031325"/>
          </a:xfrm>
          <a:prstGeom prst="rect">
            <a:avLst/>
          </a:prstGeom>
          <a:noFill/>
          <a:ln>
            <a:noFill/>
          </a:ln>
        </p:spPr>
        <p:txBody>
          <a:bodyPr>
            <a:spAutoFit/>
          </a:bodyPr>
          <a:lstStyle/>
          <a:p>
            <a:pPr algn="just">
              <a:lnSpc>
                <a:spcPct val="150000"/>
              </a:lnSpc>
              <a:defRPr/>
            </a:pPr>
            <a:r>
              <a:rPr lang="en-US" altLang="zh-CN" sz="2400" dirty="0">
                <a:solidFill>
                  <a:srgbClr val="FF0000"/>
                </a:solidFill>
              </a:rPr>
              <a:t>Time-tagged Command.</a:t>
            </a:r>
          </a:p>
          <a:p>
            <a:pPr indent="457200" algn="just">
              <a:lnSpc>
                <a:spcPct val="125000"/>
              </a:lnSpc>
              <a:defRPr/>
            </a:pPr>
            <a:r>
              <a:rPr lang="x-none" altLang="zh-CN" sz="2400" dirty="0"/>
              <a:t>Each TTC is composed with 8 bytes. The first 4 bytes is UTC time</a:t>
            </a:r>
            <a:r>
              <a:rPr lang="en-US" altLang="zh-CN" sz="2400" dirty="0"/>
              <a:t> to be executed</a:t>
            </a:r>
            <a:r>
              <a:rPr lang="x-none" altLang="zh-CN" sz="2400" dirty="0"/>
              <a:t>, and the last 4 bytes is execution code (Indirect TC CODE). </a:t>
            </a:r>
            <a:endParaRPr lang="en-US" altLang="zh-CN" sz="2400" dirty="0">
              <a:solidFill>
                <a:schemeClr val="tx1"/>
              </a:solidFill>
            </a:endParaRPr>
          </a:p>
        </p:txBody>
      </p:sp>
      <p:grpSp>
        <p:nvGrpSpPr>
          <p:cNvPr id="7" name="组合 16"/>
          <p:cNvGrpSpPr>
            <a:grpSpLocks/>
          </p:cNvGrpSpPr>
          <p:nvPr/>
        </p:nvGrpSpPr>
        <p:grpSpPr bwMode="auto">
          <a:xfrm>
            <a:off x="1655766" y="2373698"/>
            <a:ext cx="5907087" cy="2250281"/>
            <a:chOff x="1655782" y="3020525"/>
            <a:chExt cx="5906900" cy="3000763"/>
          </a:xfrm>
        </p:grpSpPr>
        <p:grpSp>
          <p:nvGrpSpPr>
            <p:cNvPr id="8" name="组合 3"/>
            <p:cNvGrpSpPr>
              <a:grpSpLocks/>
            </p:cNvGrpSpPr>
            <p:nvPr/>
          </p:nvGrpSpPr>
          <p:grpSpPr bwMode="auto">
            <a:xfrm>
              <a:off x="1655782" y="3020525"/>
              <a:ext cx="5906900" cy="3000763"/>
              <a:chOff x="1655782" y="2889014"/>
              <a:chExt cx="5906900" cy="3000763"/>
            </a:xfrm>
          </p:grpSpPr>
          <p:sp>
            <p:nvSpPr>
              <p:cNvPr id="10" name="任意多边形 9"/>
              <p:cNvSpPr/>
              <p:nvPr/>
            </p:nvSpPr>
            <p:spPr>
              <a:xfrm>
                <a:off x="1655782" y="3715824"/>
                <a:ext cx="1699969" cy="1402119"/>
              </a:xfrm>
              <a:custGeom>
                <a:avLst/>
                <a:gdLst>
                  <a:gd name="connsiteX0" fmla="*/ 0 w 1699969"/>
                  <a:gd name="connsiteY0" fmla="*/ 140212 h 1402119"/>
                  <a:gd name="connsiteX1" fmla="*/ 140212 w 1699969"/>
                  <a:gd name="connsiteY1" fmla="*/ 0 h 1402119"/>
                  <a:gd name="connsiteX2" fmla="*/ 1559757 w 1699969"/>
                  <a:gd name="connsiteY2" fmla="*/ 0 h 1402119"/>
                  <a:gd name="connsiteX3" fmla="*/ 1699969 w 1699969"/>
                  <a:gd name="connsiteY3" fmla="*/ 140212 h 1402119"/>
                  <a:gd name="connsiteX4" fmla="*/ 1699969 w 1699969"/>
                  <a:gd name="connsiteY4" fmla="*/ 1261907 h 1402119"/>
                  <a:gd name="connsiteX5" fmla="*/ 1559757 w 1699969"/>
                  <a:gd name="connsiteY5" fmla="*/ 1402119 h 1402119"/>
                  <a:gd name="connsiteX6" fmla="*/ 140212 w 1699969"/>
                  <a:gd name="connsiteY6" fmla="*/ 1402119 h 1402119"/>
                  <a:gd name="connsiteX7" fmla="*/ 0 w 1699969"/>
                  <a:gd name="connsiteY7" fmla="*/ 1261907 h 1402119"/>
                  <a:gd name="connsiteX8" fmla="*/ 0 w 1699969"/>
                  <a:gd name="connsiteY8" fmla="*/ 140212 h 1402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9969" h="1402119">
                    <a:moveTo>
                      <a:pt x="0" y="140212"/>
                    </a:moveTo>
                    <a:cubicBezTo>
                      <a:pt x="0" y="62775"/>
                      <a:pt x="62775" y="0"/>
                      <a:pt x="140212" y="0"/>
                    </a:cubicBezTo>
                    <a:lnTo>
                      <a:pt x="1559757" y="0"/>
                    </a:lnTo>
                    <a:cubicBezTo>
                      <a:pt x="1637194" y="0"/>
                      <a:pt x="1699969" y="62775"/>
                      <a:pt x="1699969" y="140212"/>
                    </a:cubicBezTo>
                    <a:lnTo>
                      <a:pt x="1699969" y="1261907"/>
                    </a:lnTo>
                    <a:cubicBezTo>
                      <a:pt x="1699969" y="1339344"/>
                      <a:pt x="1637194" y="1402119"/>
                      <a:pt x="1559757" y="1402119"/>
                    </a:cubicBezTo>
                    <a:lnTo>
                      <a:pt x="140212" y="1402119"/>
                    </a:lnTo>
                    <a:cubicBezTo>
                      <a:pt x="62775" y="1402119"/>
                      <a:pt x="0" y="1339344"/>
                      <a:pt x="0" y="1261907"/>
                    </a:cubicBezTo>
                    <a:lnTo>
                      <a:pt x="0" y="140212"/>
                    </a:lnTo>
                    <a:close/>
                  </a:path>
                </a:pathLst>
              </a:custGeom>
            </p:spPr>
            <p:style>
              <a:lnRef idx="1">
                <a:schemeClr val="accent1"/>
              </a:lnRef>
              <a:fillRef idx="2">
                <a:schemeClr val="accent1"/>
              </a:fillRef>
              <a:effectRef idx="1">
                <a:schemeClr val="accent1"/>
              </a:effectRef>
              <a:fontRef idx="minor">
                <a:schemeClr val="dk1"/>
              </a:fontRef>
            </p:style>
            <p:txBody>
              <a:bodyPr lIns="64652" tIns="64652" rIns="64652" bIns="365106" spcCol="1270"/>
              <a:lstStyle/>
              <a:p>
                <a:pPr marL="171450" lvl="1" indent="-171450" algn="l" defTabSz="755650">
                  <a:lnSpc>
                    <a:spcPct val="90000"/>
                  </a:lnSpc>
                  <a:spcAft>
                    <a:spcPct val="15000"/>
                  </a:spcAft>
                  <a:buFontTx/>
                  <a:buChar char="••"/>
                  <a:defRPr/>
                </a:pPr>
                <a:r>
                  <a:rPr lang="en-US" altLang="zh-CN" sz="1700" dirty="0"/>
                  <a:t>Ground Station</a:t>
                </a:r>
                <a:endParaRPr lang="zh-CN" altLang="en-US" sz="1700" dirty="0"/>
              </a:p>
            </p:txBody>
          </p:sp>
          <p:sp>
            <p:nvSpPr>
              <p:cNvPr id="11" name="形状 10"/>
              <p:cNvSpPr/>
              <p:nvPr/>
            </p:nvSpPr>
            <p:spPr>
              <a:xfrm>
                <a:off x="2631386" y="4122548"/>
                <a:ext cx="1767229" cy="1767229"/>
              </a:xfrm>
              <a:prstGeom prst="leftCircularArrow">
                <a:avLst>
                  <a:gd name="adj1" fmla="val 2550"/>
                  <a:gd name="adj2" fmla="val 309429"/>
                  <a:gd name="adj3" fmla="val 2084940"/>
                  <a:gd name="adj4" fmla="val 9024489"/>
                  <a:gd name="adj5" fmla="val 2975"/>
                </a:avLst>
              </a:prstGeom>
            </p:spPr>
            <p:style>
              <a:lnRef idx="1">
                <a:schemeClr val="accent1"/>
              </a:lnRef>
              <a:fillRef idx="2">
                <a:schemeClr val="accent1"/>
              </a:fillRef>
              <a:effectRef idx="1">
                <a:schemeClr val="accent1"/>
              </a:effectRef>
              <a:fontRef idx="minor">
                <a:schemeClr val="dk1"/>
              </a:fontRef>
            </p:style>
          </p:sp>
          <p:sp>
            <p:nvSpPr>
              <p:cNvPr id="12" name="任意多边形 11"/>
              <p:cNvSpPr/>
              <p:nvPr/>
            </p:nvSpPr>
            <p:spPr>
              <a:xfrm>
                <a:off x="2033553" y="4817489"/>
                <a:ext cx="1511084" cy="600908"/>
              </a:xfrm>
              <a:custGeom>
                <a:avLst/>
                <a:gdLst>
                  <a:gd name="connsiteX0" fmla="*/ 0 w 1511084"/>
                  <a:gd name="connsiteY0" fmla="*/ 60091 h 600908"/>
                  <a:gd name="connsiteX1" fmla="*/ 60091 w 1511084"/>
                  <a:gd name="connsiteY1" fmla="*/ 0 h 600908"/>
                  <a:gd name="connsiteX2" fmla="*/ 1450993 w 1511084"/>
                  <a:gd name="connsiteY2" fmla="*/ 0 h 600908"/>
                  <a:gd name="connsiteX3" fmla="*/ 1511084 w 1511084"/>
                  <a:gd name="connsiteY3" fmla="*/ 60091 h 600908"/>
                  <a:gd name="connsiteX4" fmla="*/ 1511084 w 1511084"/>
                  <a:gd name="connsiteY4" fmla="*/ 540817 h 600908"/>
                  <a:gd name="connsiteX5" fmla="*/ 1450993 w 1511084"/>
                  <a:gd name="connsiteY5" fmla="*/ 600908 h 600908"/>
                  <a:gd name="connsiteX6" fmla="*/ 60091 w 1511084"/>
                  <a:gd name="connsiteY6" fmla="*/ 600908 h 600908"/>
                  <a:gd name="connsiteX7" fmla="*/ 0 w 1511084"/>
                  <a:gd name="connsiteY7" fmla="*/ 540817 h 600908"/>
                  <a:gd name="connsiteX8" fmla="*/ 0 w 1511084"/>
                  <a:gd name="connsiteY8" fmla="*/ 60091 h 600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11084" h="600908">
                    <a:moveTo>
                      <a:pt x="0" y="60091"/>
                    </a:moveTo>
                    <a:cubicBezTo>
                      <a:pt x="0" y="26904"/>
                      <a:pt x="26904" y="0"/>
                      <a:pt x="60091" y="0"/>
                    </a:cubicBezTo>
                    <a:lnTo>
                      <a:pt x="1450993" y="0"/>
                    </a:lnTo>
                    <a:cubicBezTo>
                      <a:pt x="1484180" y="0"/>
                      <a:pt x="1511084" y="26904"/>
                      <a:pt x="1511084" y="60091"/>
                    </a:cubicBezTo>
                    <a:lnTo>
                      <a:pt x="1511084" y="540817"/>
                    </a:lnTo>
                    <a:cubicBezTo>
                      <a:pt x="1511084" y="574004"/>
                      <a:pt x="1484180" y="600908"/>
                      <a:pt x="1450993" y="600908"/>
                    </a:cubicBezTo>
                    <a:lnTo>
                      <a:pt x="60091" y="600908"/>
                    </a:lnTo>
                    <a:cubicBezTo>
                      <a:pt x="26904" y="600908"/>
                      <a:pt x="0" y="574004"/>
                      <a:pt x="0" y="540817"/>
                    </a:cubicBezTo>
                    <a:lnTo>
                      <a:pt x="0" y="60091"/>
                    </a:lnTo>
                    <a:close/>
                  </a:path>
                </a:pathLst>
              </a:custGeom>
            </p:spPr>
            <p:style>
              <a:lnRef idx="1">
                <a:schemeClr val="accent1"/>
              </a:lnRef>
              <a:fillRef idx="2">
                <a:schemeClr val="accent1"/>
              </a:fillRef>
              <a:effectRef idx="1">
                <a:schemeClr val="accent1"/>
              </a:effectRef>
              <a:fontRef idx="minor">
                <a:schemeClr val="dk1"/>
              </a:fontRef>
            </p:style>
            <p:txBody>
              <a:bodyPr lIns="42365" tIns="34110" rIns="42365" bIns="34110" spcCol="1270" anchor="ctr"/>
              <a:lstStyle/>
              <a:p>
                <a:pPr defTabSz="577850">
                  <a:lnSpc>
                    <a:spcPct val="90000"/>
                  </a:lnSpc>
                  <a:spcAft>
                    <a:spcPct val="35000"/>
                  </a:spcAft>
                  <a:defRPr/>
                </a:pPr>
                <a:r>
                  <a:rPr lang="en-US" altLang="zh-CN" sz="1300" dirty="0"/>
                  <a:t>Batch of TTCs</a:t>
                </a:r>
                <a:endParaRPr lang="zh-CN" altLang="en-US" sz="1300" dirty="0"/>
              </a:p>
            </p:txBody>
          </p:sp>
          <p:sp>
            <p:nvSpPr>
              <p:cNvPr id="13" name="任意多边形 12"/>
              <p:cNvSpPr/>
              <p:nvPr/>
            </p:nvSpPr>
            <p:spPr>
              <a:xfrm>
                <a:off x="3759248" y="3715824"/>
                <a:ext cx="1699969" cy="1402119"/>
              </a:xfrm>
              <a:custGeom>
                <a:avLst/>
                <a:gdLst>
                  <a:gd name="connsiteX0" fmla="*/ 0 w 1699969"/>
                  <a:gd name="connsiteY0" fmla="*/ 140212 h 1402119"/>
                  <a:gd name="connsiteX1" fmla="*/ 140212 w 1699969"/>
                  <a:gd name="connsiteY1" fmla="*/ 0 h 1402119"/>
                  <a:gd name="connsiteX2" fmla="*/ 1559757 w 1699969"/>
                  <a:gd name="connsiteY2" fmla="*/ 0 h 1402119"/>
                  <a:gd name="connsiteX3" fmla="*/ 1699969 w 1699969"/>
                  <a:gd name="connsiteY3" fmla="*/ 140212 h 1402119"/>
                  <a:gd name="connsiteX4" fmla="*/ 1699969 w 1699969"/>
                  <a:gd name="connsiteY4" fmla="*/ 1261907 h 1402119"/>
                  <a:gd name="connsiteX5" fmla="*/ 1559757 w 1699969"/>
                  <a:gd name="connsiteY5" fmla="*/ 1402119 h 1402119"/>
                  <a:gd name="connsiteX6" fmla="*/ 140212 w 1699969"/>
                  <a:gd name="connsiteY6" fmla="*/ 1402119 h 1402119"/>
                  <a:gd name="connsiteX7" fmla="*/ 0 w 1699969"/>
                  <a:gd name="connsiteY7" fmla="*/ 1261907 h 1402119"/>
                  <a:gd name="connsiteX8" fmla="*/ 0 w 1699969"/>
                  <a:gd name="connsiteY8" fmla="*/ 140212 h 1402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9969" h="1402119">
                    <a:moveTo>
                      <a:pt x="0" y="140212"/>
                    </a:moveTo>
                    <a:cubicBezTo>
                      <a:pt x="0" y="62775"/>
                      <a:pt x="62775" y="0"/>
                      <a:pt x="140212" y="0"/>
                    </a:cubicBezTo>
                    <a:lnTo>
                      <a:pt x="1559757" y="0"/>
                    </a:lnTo>
                    <a:cubicBezTo>
                      <a:pt x="1637194" y="0"/>
                      <a:pt x="1699969" y="62775"/>
                      <a:pt x="1699969" y="140212"/>
                    </a:cubicBezTo>
                    <a:lnTo>
                      <a:pt x="1699969" y="1261907"/>
                    </a:lnTo>
                    <a:cubicBezTo>
                      <a:pt x="1699969" y="1339344"/>
                      <a:pt x="1637194" y="1402119"/>
                      <a:pt x="1559757" y="1402119"/>
                    </a:cubicBezTo>
                    <a:lnTo>
                      <a:pt x="140212" y="1402119"/>
                    </a:lnTo>
                    <a:cubicBezTo>
                      <a:pt x="62775" y="1402119"/>
                      <a:pt x="0" y="1339344"/>
                      <a:pt x="0" y="1261907"/>
                    </a:cubicBezTo>
                    <a:lnTo>
                      <a:pt x="0" y="140212"/>
                    </a:lnTo>
                    <a:close/>
                  </a:path>
                </a:pathLst>
              </a:custGeom>
            </p:spPr>
            <p:style>
              <a:lnRef idx="1">
                <a:schemeClr val="accent1"/>
              </a:lnRef>
              <a:fillRef idx="2">
                <a:schemeClr val="accent1"/>
              </a:fillRef>
              <a:effectRef idx="1">
                <a:schemeClr val="accent1"/>
              </a:effectRef>
              <a:fontRef idx="minor">
                <a:schemeClr val="dk1"/>
              </a:fontRef>
            </p:style>
            <p:txBody>
              <a:bodyPr lIns="64652" tIns="365106" rIns="64652" bIns="64652" spcCol="1270"/>
              <a:lstStyle/>
              <a:p>
                <a:pPr marL="171450" lvl="1" indent="-171450" algn="l" defTabSz="755650">
                  <a:lnSpc>
                    <a:spcPct val="90000"/>
                  </a:lnSpc>
                  <a:spcAft>
                    <a:spcPct val="15000"/>
                  </a:spcAft>
                  <a:buFontTx/>
                  <a:buChar char="••"/>
                  <a:defRPr/>
                </a:pPr>
                <a:r>
                  <a:rPr lang="en-US" altLang="zh-CN" sz="1700" dirty="0"/>
                  <a:t>OBC</a:t>
                </a:r>
                <a:endParaRPr lang="zh-CN" altLang="en-US" sz="1700" dirty="0"/>
              </a:p>
            </p:txBody>
          </p:sp>
          <p:sp>
            <p:nvSpPr>
              <p:cNvPr id="14" name="环形箭头 13"/>
              <p:cNvSpPr/>
              <p:nvPr/>
            </p:nvSpPr>
            <p:spPr>
              <a:xfrm>
                <a:off x="4720685" y="2889014"/>
                <a:ext cx="1984448" cy="1984448"/>
              </a:xfrm>
              <a:prstGeom prst="circularArrow">
                <a:avLst>
                  <a:gd name="adj1" fmla="val 2271"/>
                  <a:gd name="adj2" fmla="val 273786"/>
                  <a:gd name="adj3" fmla="val 19550703"/>
                  <a:gd name="adj4" fmla="val 12575511"/>
                  <a:gd name="adj5" fmla="val 2650"/>
                </a:avLst>
              </a:prstGeom>
            </p:spPr>
            <p:style>
              <a:lnRef idx="1">
                <a:schemeClr val="accent1"/>
              </a:lnRef>
              <a:fillRef idx="2">
                <a:schemeClr val="accent1"/>
              </a:fillRef>
              <a:effectRef idx="1">
                <a:schemeClr val="accent1"/>
              </a:effectRef>
              <a:fontRef idx="minor">
                <a:schemeClr val="dk1"/>
              </a:fontRef>
            </p:style>
          </p:sp>
          <p:sp>
            <p:nvSpPr>
              <p:cNvPr id="15" name="任意多边形 14"/>
              <p:cNvSpPr/>
              <p:nvPr/>
            </p:nvSpPr>
            <p:spPr>
              <a:xfrm>
                <a:off x="4137019" y="3415369"/>
                <a:ext cx="1511084" cy="600908"/>
              </a:xfrm>
              <a:custGeom>
                <a:avLst/>
                <a:gdLst>
                  <a:gd name="connsiteX0" fmla="*/ 0 w 1511084"/>
                  <a:gd name="connsiteY0" fmla="*/ 60091 h 600908"/>
                  <a:gd name="connsiteX1" fmla="*/ 60091 w 1511084"/>
                  <a:gd name="connsiteY1" fmla="*/ 0 h 600908"/>
                  <a:gd name="connsiteX2" fmla="*/ 1450993 w 1511084"/>
                  <a:gd name="connsiteY2" fmla="*/ 0 h 600908"/>
                  <a:gd name="connsiteX3" fmla="*/ 1511084 w 1511084"/>
                  <a:gd name="connsiteY3" fmla="*/ 60091 h 600908"/>
                  <a:gd name="connsiteX4" fmla="*/ 1511084 w 1511084"/>
                  <a:gd name="connsiteY4" fmla="*/ 540817 h 600908"/>
                  <a:gd name="connsiteX5" fmla="*/ 1450993 w 1511084"/>
                  <a:gd name="connsiteY5" fmla="*/ 600908 h 600908"/>
                  <a:gd name="connsiteX6" fmla="*/ 60091 w 1511084"/>
                  <a:gd name="connsiteY6" fmla="*/ 600908 h 600908"/>
                  <a:gd name="connsiteX7" fmla="*/ 0 w 1511084"/>
                  <a:gd name="connsiteY7" fmla="*/ 540817 h 600908"/>
                  <a:gd name="connsiteX8" fmla="*/ 0 w 1511084"/>
                  <a:gd name="connsiteY8" fmla="*/ 60091 h 600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11084" h="600908">
                    <a:moveTo>
                      <a:pt x="0" y="60091"/>
                    </a:moveTo>
                    <a:cubicBezTo>
                      <a:pt x="0" y="26904"/>
                      <a:pt x="26904" y="0"/>
                      <a:pt x="60091" y="0"/>
                    </a:cubicBezTo>
                    <a:lnTo>
                      <a:pt x="1450993" y="0"/>
                    </a:lnTo>
                    <a:cubicBezTo>
                      <a:pt x="1484180" y="0"/>
                      <a:pt x="1511084" y="26904"/>
                      <a:pt x="1511084" y="60091"/>
                    </a:cubicBezTo>
                    <a:lnTo>
                      <a:pt x="1511084" y="540817"/>
                    </a:lnTo>
                    <a:cubicBezTo>
                      <a:pt x="1511084" y="574004"/>
                      <a:pt x="1484180" y="600908"/>
                      <a:pt x="1450993" y="600908"/>
                    </a:cubicBezTo>
                    <a:lnTo>
                      <a:pt x="60091" y="600908"/>
                    </a:lnTo>
                    <a:cubicBezTo>
                      <a:pt x="26904" y="600908"/>
                      <a:pt x="0" y="574004"/>
                      <a:pt x="0" y="540817"/>
                    </a:cubicBezTo>
                    <a:lnTo>
                      <a:pt x="0" y="60091"/>
                    </a:lnTo>
                    <a:close/>
                  </a:path>
                </a:pathLst>
              </a:custGeom>
            </p:spPr>
            <p:style>
              <a:lnRef idx="1">
                <a:schemeClr val="accent1"/>
              </a:lnRef>
              <a:fillRef idx="2">
                <a:schemeClr val="accent1"/>
              </a:fillRef>
              <a:effectRef idx="1">
                <a:schemeClr val="accent1"/>
              </a:effectRef>
              <a:fontRef idx="minor">
                <a:schemeClr val="dk1"/>
              </a:fontRef>
            </p:style>
            <p:txBody>
              <a:bodyPr lIns="42365" tIns="34110" rIns="42365" bIns="34110" spcCol="1270" anchor="ctr"/>
              <a:lstStyle/>
              <a:p>
                <a:pPr defTabSz="577850">
                  <a:lnSpc>
                    <a:spcPct val="90000"/>
                  </a:lnSpc>
                  <a:spcAft>
                    <a:spcPct val="35000"/>
                  </a:spcAft>
                  <a:defRPr/>
                </a:pPr>
                <a:r>
                  <a:rPr lang="en-US" altLang="zh-CN" sz="1300" dirty="0"/>
                  <a:t>Compare TTC time  to Onboard time</a:t>
                </a:r>
                <a:endParaRPr lang="zh-CN" altLang="en-US" sz="1300" dirty="0"/>
              </a:p>
            </p:txBody>
          </p:sp>
          <p:sp>
            <p:nvSpPr>
              <p:cNvPr id="16" name="任意多边形 15"/>
              <p:cNvSpPr/>
              <p:nvPr/>
            </p:nvSpPr>
            <p:spPr>
              <a:xfrm>
                <a:off x="5862713" y="3715824"/>
                <a:ext cx="1699969" cy="1402119"/>
              </a:xfrm>
              <a:custGeom>
                <a:avLst/>
                <a:gdLst>
                  <a:gd name="connsiteX0" fmla="*/ 0 w 1699969"/>
                  <a:gd name="connsiteY0" fmla="*/ 140212 h 1402119"/>
                  <a:gd name="connsiteX1" fmla="*/ 140212 w 1699969"/>
                  <a:gd name="connsiteY1" fmla="*/ 0 h 1402119"/>
                  <a:gd name="connsiteX2" fmla="*/ 1559757 w 1699969"/>
                  <a:gd name="connsiteY2" fmla="*/ 0 h 1402119"/>
                  <a:gd name="connsiteX3" fmla="*/ 1699969 w 1699969"/>
                  <a:gd name="connsiteY3" fmla="*/ 140212 h 1402119"/>
                  <a:gd name="connsiteX4" fmla="*/ 1699969 w 1699969"/>
                  <a:gd name="connsiteY4" fmla="*/ 1261907 h 1402119"/>
                  <a:gd name="connsiteX5" fmla="*/ 1559757 w 1699969"/>
                  <a:gd name="connsiteY5" fmla="*/ 1402119 h 1402119"/>
                  <a:gd name="connsiteX6" fmla="*/ 140212 w 1699969"/>
                  <a:gd name="connsiteY6" fmla="*/ 1402119 h 1402119"/>
                  <a:gd name="connsiteX7" fmla="*/ 0 w 1699969"/>
                  <a:gd name="connsiteY7" fmla="*/ 1261907 h 1402119"/>
                  <a:gd name="connsiteX8" fmla="*/ 0 w 1699969"/>
                  <a:gd name="connsiteY8" fmla="*/ 140212 h 1402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9969" h="1402119">
                    <a:moveTo>
                      <a:pt x="0" y="140212"/>
                    </a:moveTo>
                    <a:cubicBezTo>
                      <a:pt x="0" y="62775"/>
                      <a:pt x="62775" y="0"/>
                      <a:pt x="140212" y="0"/>
                    </a:cubicBezTo>
                    <a:lnTo>
                      <a:pt x="1559757" y="0"/>
                    </a:lnTo>
                    <a:cubicBezTo>
                      <a:pt x="1637194" y="0"/>
                      <a:pt x="1699969" y="62775"/>
                      <a:pt x="1699969" y="140212"/>
                    </a:cubicBezTo>
                    <a:lnTo>
                      <a:pt x="1699969" y="1261907"/>
                    </a:lnTo>
                    <a:cubicBezTo>
                      <a:pt x="1699969" y="1339344"/>
                      <a:pt x="1637194" y="1402119"/>
                      <a:pt x="1559757" y="1402119"/>
                    </a:cubicBezTo>
                    <a:lnTo>
                      <a:pt x="140212" y="1402119"/>
                    </a:lnTo>
                    <a:cubicBezTo>
                      <a:pt x="62775" y="1402119"/>
                      <a:pt x="0" y="1339344"/>
                      <a:pt x="0" y="1261907"/>
                    </a:cubicBezTo>
                    <a:lnTo>
                      <a:pt x="0" y="140212"/>
                    </a:lnTo>
                    <a:close/>
                  </a:path>
                </a:pathLst>
              </a:custGeom>
            </p:spPr>
            <p:style>
              <a:lnRef idx="1">
                <a:schemeClr val="accent1"/>
              </a:lnRef>
              <a:fillRef idx="2">
                <a:schemeClr val="accent1"/>
              </a:fillRef>
              <a:effectRef idx="1">
                <a:schemeClr val="accent1"/>
              </a:effectRef>
              <a:fontRef idx="minor">
                <a:schemeClr val="dk1"/>
              </a:fontRef>
            </p:style>
            <p:txBody>
              <a:bodyPr lIns="64652" tIns="64652" rIns="64652" bIns="365106" spcCol="1270"/>
              <a:lstStyle/>
              <a:p>
                <a:pPr marL="171450" lvl="1" indent="-171450" algn="l" defTabSz="755650">
                  <a:lnSpc>
                    <a:spcPct val="90000"/>
                  </a:lnSpc>
                  <a:spcAft>
                    <a:spcPct val="15000"/>
                  </a:spcAft>
                  <a:buFontTx/>
                  <a:buChar char="••"/>
                  <a:defRPr/>
                </a:pPr>
                <a:r>
                  <a:rPr lang="en-US" altLang="zh-CN" sz="1700" dirty="0"/>
                  <a:t>Subcomputer</a:t>
                </a:r>
                <a:endParaRPr lang="zh-CN" altLang="en-US" sz="1700" dirty="0"/>
              </a:p>
            </p:txBody>
          </p:sp>
        </p:grpSp>
        <p:sp>
          <p:nvSpPr>
            <p:cNvPr id="9" name="任意多边形 8"/>
            <p:cNvSpPr/>
            <p:nvPr/>
          </p:nvSpPr>
          <p:spPr>
            <a:xfrm>
              <a:off x="3816458" y="4837219"/>
              <a:ext cx="1511084" cy="600908"/>
            </a:xfrm>
            <a:custGeom>
              <a:avLst/>
              <a:gdLst>
                <a:gd name="connsiteX0" fmla="*/ 0 w 1511084"/>
                <a:gd name="connsiteY0" fmla="*/ 60091 h 600908"/>
                <a:gd name="connsiteX1" fmla="*/ 60091 w 1511084"/>
                <a:gd name="connsiteY1" fmla="*/ 0 h 600908"/>
                <a:gd name="connsiteX2" fmla="*/ 1450993 w 1511084"/>
                <a:gd name="connsiteY2" fmla="*/ 0 h 600908"/>
                <a:gd name="connsiteX3" fmla="*/ 1511084 w 1511084"/>
                <a:gd name="connsiteY3" fmla="*/ 60091 h 600908"/>
                <a:gd name="connsiteX4" fmla="*/ 1511084 w 1511084"/>
                <a:gd name="connsiteY4" fmla="*/ 540817 h 600908"/>
                <a:gd name="connsiteX5" fmla="*/ 1450993 w 1511084"/>
                <a:gd name="connsiteY5" fmla="*/ 600908 h 600908"/>
                <a:gd name="connsiteX6" fmla="*/ 60091 w 1511084"/>
                <a:gd name="connsiteY6" fmla="*/ 600908 h 600908"/>
                <a:gd name="connsiteX7" fmla="*/ 0 w 1511084"/>
                <a:gd name="connsiteY7" fmla="*/ 540817 h 600908"/>
                <a:gd name="connsiteX8" fmla="*/ 0 w 1511084"/>
                <a:gd name="connsiteY8" fmla="*/ 60091 h 600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11084" h="600908">
                  <a:moveTo>
                    <a:pt x="0" y="60091"/>
                  </a:moveTo>
                  <a:cubicBezTo>
                    <a:pt x="0" y="26904"/>
                    <a:pt x="26904" y="0"/>
                    <a:pt x="60091" y="0"/>
                  </a:cubicBezTo>
                  <a:lnTo>
                    <a:pt x="1450993" y="0"/>
                  </a:lnTo>
                  <a:cubicBezTo>
                    <a:pt x="1484180" y="0"/>
                    <a:pt x="1511084" y="26904"/>
                    <a:pt x="1511084" y="60091"/>
                  </a:cubicBezTo>
                  <a:lnTo>
                    <a:pt x="1511084" y="540817"/>
                  </a:lnTo>
                  <a:cubicBezTo>
                    <a:pt x="1511084" y="574004"/>
                    <a:pt x="1484180" y="600908"/>
                    <a:pt x="1450993" y="600908"/>
                  </a:cubicBezTo>
                  <a:lnTo>
                    <a:pt x="60091" y="600908"/>
                  </a:lnTo>
                  <a:cubicBezTo>
                    <a:pt x="26904" y="600908"/>
                    <a:pt x="0" y="574004"/>
                    <a:pt x="0" y="540817"/>
                  </a:cubicBezTo>
                  <a:lnTo>
                    <a:pt x="0" y="60091"/>
                  </a:lnTo>
                  <a:close/>
                </a:path>
              </a:pathLst>
            </a:custGeom>
          </p:spPr>
          <p:style>
            <a:lnRef idx="1">
              <a:schemeClr val="accent1"/>
            </a:lnRef>
            <a:fillRef idx="2">
              <a:schemeClr val="accent1"/>
            </a:fillRef>
            <a:effectRef idx="1">
              <a:schemeClr val="accent1"/>
            </a:effectRef>
            <a:fontRef idx="minor">
              <a:schemeClr val="dk1"/>
            </a:fontRef>
          </p:style>
          <p:txBody>
            <a:bodyPr lIns="42365" tIns="34110" rIns="42365" bIns="34110" spcCol="1270" anchor="ctr"/>
            <a:lstStyle/>
            <a:p>
              <a:pPr defTabSz="577850">
                <a:lnSpc>
                  <a:spcPct val="90000"/>
                </a:lnSpc>
                <a:spcAft>
                  <a:spcPct val="35000"/>
                </a:spcAft>
                <a:defRPr/>
              </a:pPr>
              <a:r>
                <a:rPr lang="en-US" altLang="zh-CN" sz="1300" dirty="0"/>
                <a:t>Saved in OBC SRAM</a:t>
              </a:r>
              <a:endParaRPr lang="zh-CN" altLang="en-US" sz="1300" dirty="0"/>
            </a:p>
          </p:txBody>
        </p:sp>
      </p:grpSp>
    </p:spTree>
    <p:extLst>
      <p:ext uri="{BB962C8B-B14F-4D97-AF65-F5344CB8AC3E}">
        <p14:creationId xmlns:p14="http://schemas.microsoft.com/office/powerpoint/2010/main" val="207045062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4: Time Calibration</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66</a:t>
            </a:fld>
            <a:r>
              <a:rPr lang="zh-CN" altLang="en-US"/>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816770"/>
            <a:ext cx="8255000" cy="506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50000"/>
              </a:lnSpc>
            </a:pPr>
            <a:r>
              <a:rPr lang="en-US" altLang="zh-CN" sz="2000" dirty="0">
                <a:solidFill>
                  <a:srgbClr val="FF0000"/>
                </a:solidFill>
              </a:rPr>
              <a:t>TTC data block format.</a:t>
            </a:r>
            <a:endParaRPr lang="en-US" altLang="zh-CN" sz="2000" dirty="0">
              <a:solidFill>
                <a:schemeClr val="tx1"/>
              </a:solidFill>
            </a:endParaRPr>
          </a:p>
        </p:txBody>
      </p:sp>
      <p:graphicFrame>
        <p:nvGraphicFramePr>
          <p:cNvPr id="9" name="表格 8"/>
          <p:cNvGraphicFramePr>
            <a:graphicFrameLocks noGrp="1"/>
          </p:cNvGraphicFramePr>
          <p:nvPr>
            <p:extLst>
              <p:ext uri="{D42A27DB-BD31-4B8C-83A1-F6EECF244321}">
                <p14:modId xmlns:p14="http://schemas.microsoft.com/office/powerpoint/2010/main" val="618397307"/>
              </p:ext>
            </p:extLst>
          </p:nvPr>
        </p:nvGraphicFramePr>
        <p:xfrm>
          <a:off x="683568" y="1250157"/>
          <a:ext cx="3901132" cy="3757055"/>
        </p:xfrm>
        <a:graphic>
          <a:graphicData uri="http://schemas.openxmlformats.org/drawingml/2006/table">
            <a:tbl>
              <a:tblPr firstRow="1" firstCol="1" bandRow="1" bandCol="1">
                <a:tableStyleId>{69CF1AB2-1976-4502-BF36-3FF5EA218861}</a:tableStyleId>
              </a:tblPr>
              <a:tblGrid>
                <a:gridCol w="561239">
                  <a:extLst>
                    <a:ext uri="{9D8B030D-6E8A-4147-A177-3AD203B41FA5}">
                      <a16:colId xmlns:a16="http://schemas.microsoft.com/office/drawing/2014/main" xmlns="" val="20000"/>
                    </a:ext>
                  </a:extLst>
                </a:gridCol>
                <a:gridCol w="630085">
                  <a:extLst>
                    <a:ext uri="{9D8B030D-6E8A-4147-A177-3AD203B41FA5}">
                      <a16:colId xmlns:a16="http://schemas.microsoft.com/office/drawing/2014/main" xmlns="" val="20001"/>
                    </a:ext>
                  </a:extLst>
                </a:gridCol>
                <a:gridCol w="2709808">
                  <a:extLst>
                    <a:ext uri="{9D8B030D-6E8A-4147-A177-3AD203B41FA5}">
                      <a16:colId xmlns:a16="http://schemas.microsoft.com/office/drawing/2014/main" xmlns="" val="20002"/>
                    </a:ext>
                  </a:extLst>
                </a:gridCol>
              </a:tblGrid>
              <a:tr h="248045">
                <a:tc>
                  <a:txBody>
                    <a:bodyPr/>
                    <a:lstStyle/>
                    <a:p>
                      <a:pPr algn="ctr">
                        <a:spcAft>
                          <a:spcPts val="0"/>
                        </a:spcAft>
                      </a:pPr>
                      <a:r>
                        <a:rPr lang="x-none" sz="900" kern="100" cap="all" dirty="0">
                          <a:effectLst/>
                        </a:rPr>
                        <a:t>NO</a:t>
                      </a:r>
                      <a:endParaRPr lang="zh-CN" sz="900" b="1" kern="100" dirty="0">
                        <a:effectLst/>
                        <a:latin typeface="Times New Roman"/>
                        <a:ea typeface="宋体"/>
                      </a:endParaRPr>
                    </a:p>
                  </a:txBody>
                  <a:tcPr marL="52415" marR="52415" marT="0" marB="0" anchor="ctr"/>
                </a:tc>
                <a:tc>
                  <a:txBody>
                    <a:bodyPr/>
                    <a:lstStyle/>
                    <a:p>
                      <a:pPr algn="ctr">
                        <a:spcAft>
                          <a:spcPts val="0"/>
                        </a:spcAft>
                      </a:pPr>
                      <a:r>
                        <a:rPr lang="x-none" sz="900" kern="100" cap="all" dirty="0">
                          <a:effectLst/>
                        </a:rPr>
                        <a:t>DATA</a:t>
                      </a:r>
                      <a:endParaRPr lang="zh-CN" sz="900" b="1" kern="100" dirty="0">
                        <a:effectLst/>
                        <a:latin typeface="Times New Roman"/>
                        <a:ea typeface="宋体"/>
                      </a:endParaRPr>
                    </a:p>
                  </a:txBody>
                  <a:tcPr marL="52415" marR="52415" marT="0" marB="0" anchor="ctr"/>
                </a:tc>
                <a:tc>
                  <a:txBody>
                    <a:bodyPr/>
                    <a:lstStyle/>
                    <a:p>
                      <a:pPr algn="ctr">
                        <a:spcAft>
                          <a:spcPts val="0"/>
                        </a:spcAft>
                      </a:pPr>
                      <a:r>
                        <a:rPr lang="x-none" sz="900" kern="100" cap="all" dirty="0">
                          <a:effectLst/>
                        </a:rPr>
                        <a:t>DESCRIPTION</a:t>
                      </a:r>
                      <a:endParaRPr lang="zh-CN" sz="900" b="1" kern="100" dirty="0">
                        <a:effectLst/>
                        <a:latin typeface="Times New Roman"/>
                        <a:ea typeface="宋体"/>
                      </a:endParaRPr>
                    </a:p>
                  </a:txBody>
                  <a:tcPr marL="52415" marR="52415" marT="0" marB="0" anchor="ctr"/>
                </a:tc>
                <a:extLst>
                  <a:ext uri="{0D108BD9-81ED-4DB2-BD59-A6C34878D82A}">
                    <a16:rowId xmlns:a16="http://schemas.microsoft.com/office/drawing/2014/main" xmlns="" val="10000"/>
                  </a:ext>
                </a:extLst>
              </a:tr>
              <a:tr h="137160">
                <a:tc>
                  <a:txBody>
                    <a:bodyPr/>
                    <a:lstStyle/>
                    <a:p>
                      <a:pPr algn="ctr">
                        <a:spcAft>
                          <a:spcPts val="0"/>
                        </a:spcAft>
                      </a:pPr>
                      <a:r>
                        <a:rPr lang="en-US" sz="900" kern="100" dirty="0">
                          <a:effectLst/>
                        </a:rPr>
                        <a:t>0</a:t>
                      </a:r>
                      <a:endParaRPr lang="zh-CN" sz="900" b="1" kern="100" dirty="0">
                        <a:effectLst/>
                        <a:latin typeface="Times New Roman"/>
                        <a:ea typeface="宋体"/>
                      </a:endParaRPr>
                    </a:p>
                  </a:txBody>
                  <a:tcPr marL="52415" marR="52415" marT="0" marB="0" anchor="ctr"/>
                </a:tc>
                <a:tc>
                  <a:txBody>
                    <a:bodyPr/>
                    <a:lstStyle/>
                    <a:p>
                      <a:pPr algn="ctr">
                        <a:spcAft>
                          <a:spcPts val="0"/>
                        </a:spcAft>
                      </a:pPr>
                      <a:r>
                        <a:rPr lang="en-US" sz="900" kern="100" dirty="0">
                          <a:effectLst/>
                        </a:rPr>
                        <a:t>80H</a:t>
                      </a:r>
                      <a:endParaRPr lang="zh-CN" sz="900" b="1" kern="100" dirty="0">
                        <a:effectLst/>
                        <a:latin typeface="Times New Roman"/>
                        <a:ea typeface="宋体"/>
                      </a:endParaRPr>
                    </a:p>
                  </a:txBody>
                  <a:tcPr marL="52415" marR="52415" marT="0" marB="0" anchor="ctr"/>
                </a:tc>
                <a:tc>
                  <a:txBody>
                    <a:bodyPr/>
                    <a:lstStyle/>
                    <a:p>
                      <a:pPr algn="ctr">
                        <a:spcAft>
                          <a:spcPts val="0"/>
                        </a:spcAft>
                      </a:pPr>
                      <a:r>
                        <a:rPr lang="en-US" sz="900" kern="100" dirty="0">
                          <a:effectLst/>
                        </a:rPr>
                        <a:t>IDENTIFICATION</a:t>
                      </a:r>
                      <a:endParaRPr lang="zh-CN" sz="900" b="1" kern="100" dirty="0">
                        <a:effectLst/>
                        <a:latin typeface="Times New Roman"/>
                        <a:ea typeface="宋体"/>
                      </a:endParaRPr>
                    </a:p>
                  </a:txBody>
                  <a:tcPr marL="52415" marR="52415" marT="0" marB="0" anchor="ctr"/>
                </a:tc>
                <a:extLst>
                  <a:ext uri="{0D108BD9-81ED-4DB2-BD59-A6C34878D82A}">
                    <a16:rowId xmlns:a16="http://schemas.microsoft.com/office/drawing/2014/main" xmlns="" val="10001"/>
                  </a:ext>
                </a:extLst>
              </a:tr>
              <a:tr h="137160">
                <a:tc>
                  <a:txBody>
                    <a:bodyPr/>
                    <a:lstStyle/>
                    <a:p>
                      <a:pPr algn="ctr">
                        <a:spcAft>
                          <a:spcPts val="0"/>
                        </a:spcAft>
                      </a:pPr>
                      <a:r>
                        <a:rPr lang="en-US" sz="900" kern="100" dirty="0">
                          <a:effectLst/>
                        </a:rPr>
                        <a:t>1</a:t>
                      </a:r>
                      <a:endParaRPr lang="zh-CN" sz="900" b="1" kern="100" dirty="0">
                        <a:effectLst/>
                        <a:latin typeface="Times New Roman"/>
                        <a:ea typeface="宋体"/>
                      </a:endParaRPr>
                    </a:p>
                  </a:txBody>
                  <a:tcPr marL="52415" marR="52415" marT="0" marB="0" anchor="ctr"/>
                </a:tc>
                <a:tc>
                  <a:txBody>
                    <a:bodyPr/>
                    <a:lstStyle/>
                    <a:p>
                      <a:pPr algn="ctr">
                        <a:spcAft>
                          <a:spcPts val="0"/>
                        </a:spcAft>
                      </a:pPr>
                      <a:r>
                        <a:rPr lang="en-US" sz="900" kern="100" dirty="0">
                          <a:effectLst/>
                        </a:rPr>
                        <a:t>m</a:t>
                      </a:r>
                      <a:endParaRPr lang="zh-CN" sz="900" b="1" kern="100" dirty="0">
                        <a:effectLst/>
                        <a:latin typeface="Times New Roman"/>
                        <a:ea typeface="宋体"/>
                      </a:endParaRPr>
                    </a:p>
                  </a:txBody>
                  <a:tcPr marL="52415" marR="52415" marT="0" marB="0" anchor="ctr"/>
                </a:tc>
                <a:tc>
                  <a:txBody>
                    <a:bodyPr/>
                    <a:lstStyle/>
                    <a:p>
                      <a:pPr algn="ctr">
                        <a:spcAft>
                          <a:spcPts val="0"/>
                        </a:spcAft>
                      </a:pPr>
                      <a:r>
                        <a:rPr lang="en-US" sz="900" kern="100" dirty="0">
                          <a:effectLst/>
                        </a:rPr>
                        <a:t>LENGTH</a:t>
                      </a:r>
                      <a:endParaRPr lang="zh-CN" sz="900" b="1" kern="100" dirty="0">
                        <a:effectLst/>
                        <a:latin typeface="Times New Roman"/>
                        <a:ea typeface="宋体"/>
                      </a:endParaRPr>
                    </a:p>
                  </a:txBody>
                  <a:tcPr marL="52415" marR="52415" marT="0" marB="0" anchor="ctr"/>
                </a:tc>
                <a:extLst>
                  <a:ext uri="{0D108BD9-81ED-4DB2-BD59-A6C34878D82A}">
                    <a16:rowId xmlns:a16="http://schemas.microsoft.com/office/drawing/2014/main" xmlns="" val="10002"/>
                  </a:ext>
                </a:extLst>
              </a:tr>
              <a:tr h="137160">
                <a:tc>
                  <a:txBody>
                    <a:bodyPr/>
                    <a:lstStyle/>
                    <a:p>
                      <a:pPr algn="ctr">
                        <a:spcAft>
                          <a:spcPts val="0"/>
                        </a:spcAft>
                      </a:pPr>
                      <a:r>
                        <a:rPr lang="en-US" sz="900" kern="100" dirty="0">
                          <a:effectLst/>
                        </a:rPr>
                        <a:t>2</a:t>
                      </a:r>
                      <a:endParaRPr lang="zh-CN" sz="900" b="1" kern="100" dirty="0">
                        <a:effectLst/>
                        <a:latin typeface="Times New Roman"/>
                        <a:ea typeface="宋体"/>
                      </a:endParaRPr>
                    </a:p>
                  </a:txBody>
                  <a:tcPr marL="52415" marR="52415" marT="0" marB="0" anchor="ctr"/>
                </a:tc>
                <a:tc>
                  <a:txBody>
                    <a:bodyPr/>
                    <a:lstStyle/>
                    <a:p>
                      <a:pPr algn="ctr">
                        <a:spcAft>
                          <a:spcPts val="0"/>
                        </a:spcAft>
                      </a:pPr>
                      <a:r>
                        <a:rPr lang="en-US" sz="900" kern="100" dirty="0">
                          <a:effectLst/>
                        </a:rPr>
                        <a:t>00H</a:t>
                      </a:r>
                      <a:endParaRPr lang="zh-CN" sz="900" b="1" kern="100" dirty="0">
                        <a:effectLst/>
                        <a:latin typeface="Times New Roman"/>
                        <a:ea typeface="宋体"/>
                      </a:endParaRPr>
                    </a:p>
                  </a:txBody>
                  <a:tcPr marL="52415" marR="52415" marT="0" marB="0" anchor="ctr"/>
                </a:tc>
                <a:tc>
                  <a:txBody>
                    <a:bodyPr/>
                    <a:lstStyle/>
                    <a:p>
                      <a:pPr algn="ctr">
                        <a:spcAft>
                          <a:spcPts val="0"/>
                        </a:spcAft>
                      </a:pPr>
                      <a:r>
                        <a:rPr lang="en-US" sz="900" kern="100" dirty="0">
                          <a:effectLst/>
                        </a:rPr>
                        <a:t>RESERVE WORD</a:t>
                      </a:r>
                      <a:endParaRPr lang="zh-CN" sz="900" b="1" kern="100" dirty="0">
                        <a:effectLst/>
                        <a:latin typeface="Times New Roman"/>
                        <a:ea typeface="宋体"/>
                      </a:endParaRPr>
                    </a:p>
                  </a:txBody>
                  <a:tcPr marL="52415" marR="52415" marT="0" marB="0" anchor="ctr"/>
                </a:tc>
                <a:extLst>
                  <a:ext uri="{0D108BD9-81ED-4DB2-BD59-A6C34878D82A}">
                    <a16:rowId xmlns:a16="http://schemas.microsoft.com/office/drawing/2014/main" xmlns="" val="10003"/>
                  </a:ext>
                </a:extLst>
              </a:tr>
              <a:tr h="137160">
                <a:tc>
                  <a:txBody>
                    <a:bodyPr/>
                    <a:lstStyle/>
                    <a:p>
                      <a:pPr algn="ctr">
                        <a:spcAft>
                          <a:spcPts val="0"/>
                        </a:spcAft>
                      </a:pPr>
                      <a:r>
                        <a:rPr lang="en-US" sz="900" kern="100" dirty="0">
                          <a:effectLst/>
                        </a:rPr>
                        <a:t>3</a:t>
                      </a:r>
                      <a:endParaRPr lang="zh-CN" sz="900" b="1" kern="100" dirty="0">
                        <a:effectLst/>
                        <a:latin typeface="Times New Roman"/>
                        <a:ea typeface="宋体"/>
                      </a:endParaRPr>
                    </a:p>
                  </a:txBody>
                  <a:tcPr marL="52415" marR="52415" marT="0" marB="0" anchor="ctr"/>
                </a:tc>
                <a:tc>
                  <a:txBody>
                    <a:bodyPr/>
                    <a:lstStyle/>
                    <a:p>
                      <a:pPr algn="ctr">
                        <a:spcAft>
                          <a:spcPts val="0"/>
                        </a:spcAft>
                      </a:pPr>
                      <a:r>
                        <a:rPr lang="en-US" sz="900" kern="100" dirty="0">
                          <a:effectLst/>
                        </a:rPr>
                        <a:t>n</a:t>
                      </a:r>
                      <a:endParaRPr lang="zh-CN" sz="900" b="1" kern="100" dirty="0">
                        <a:effectLst/>
                        <a:latin typeface="Times New Roman"/>
                        <a:ea typeface="宋体"/>
                      </a:endParaRPr>
                    </a:p>
                  </a:txBody>
                  <a:tcPr marL="52415" marR="52415" marT="0" marB="0" anchor="ctr"/>
                </a:tc>
                <a:tc>
                  <a:txBody>
                    <a:bodyPr/>
                    <a:lstStyle/>
                    <a:p>
                      <a:pPr algn="ctr">
                        <a:spcAft>
                          <a:spcPts val="0"/>
                        </a:spcAft>
                      </a:pPr>
                      <a:r>
                        <a:rPr lang="en-US" sz="900" kern="100" dirty="0">
                          <a:effectLst/>
                        </a:rPr>
                        <a:t>COMMAND COUNT</a:t>
                      </a:r>
                      <a:endParaRPr lang="zh-CN" sz="900" b="1" kern="100" dirty="0">
                        <a:effectLst/>
                        <a:latin typeface="Times New Roman"/>
                        <a:ea typeface="宋体"/>
                      </a:endParaRPr>
                    </a:p>
                  </a:txBody>
                  <a:tcPr marL="52415" marR="52415" marT="0" marB="0" anchor="ctr"/>
                </a:tc>
                <a:extLst>
                  <a:ext uri="{0D108BD9-81ED-4DB2-BD59-A6C34878D82A}">
                    <a16:rowId xmlns:a16="http://schemas.microsoft.com/office/drawing/2014/main" xmlns="" val="10004"/>
                  </a:ext>
                </a:extLst>
              </a:tr>
              <a:tr h="137160">
                <a:tc>
                  <a:txBody>
                    <a:bodyPr/>
                    <a:lstStyle/>
                    <a:p>
                      <a:pPr algn="ctr">
                        <a:spcAft>
                          <a:spcPts val="0"/>
                        </a:spcAft>
                      </a:pPr>
                      <a:r>
                        <a:rPr lang="en-US" sz="900" kern="100" dirty="0">
                          <a:effectLst/>
                        </a:rPr>
                        <a:t>4</a:t>
                      </a:r>
                      <a:endParaRPr lang="zh-CN" sz="900" b="1" kern="100" dirty="0">
                        <a:effectLst/>
                        <a:latin typeface="Times New Roman"/>
                        <a:ea typeface="宋体"/>
                      </a:endParaRPr>
                    </a:p>
                  </a:txBody>
                  <a:tcPr marL="52415" marR="52415"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900" kern="100" dirty="0">
                          <a:effectLst/>
                        </a:rPr>
                        <a:t>##H</a:t>
                      </a:r>
                      <a:endParaRPr lang="zh-CN" altLang="zh-CN" sz="900" b="1" kern="100" dirty="0">
                        <a:effectLst/>
                        <a:latin typeface="Times New Roman"/>
                        <a:ea typeface="+mn-ea"/>
                      </a:endParaRPr>
                    </a:p>
                  </a:txBody>
                  <a:tcPr marL="52415" marR="52415" marT="0" marB="0" anchor="ctr"/>
                </a:tc>
                <a:tc rowSpan="2">
                  <a:txBody>
                    <a:bodyPr/>
                    <a:lstStyle/>
                    <a:p>
                      <a:pPr marL="0" algn="ctr" defTabSz="914400" rtl="0" eaLnBrk="1" latinLnBrk="0" hangingPunct="1">
                        <a:spcAft>
                          <a:spcPts val="0"/>
                        </a:spcAft>
                      </a:pPr>
                      <a:r>
                        <a:rPr lang="en-US" altLang="zh-CN" sz="900" kern="100" dirty="0">
                          <a:solidFill>
                            <a:schemeClr val="dk1"/>
                          </a:solidFill>
                          <a:effectLst/>
                          <a:latin typeface="+mn-lt"/>
                          <a:ea typeface="+mn-ea"/>
                          <a:cs typeface="+mn-cs"/>
                        </a:rPr>
                        <a:t>Task ID1</a:t>
                      </a:r>
                      <a:endParaRPr lang="zh-CN" sz="900" kern="100" dirty="0">
                        <a:solidFill>
                          <a:schemeClr val="dk1"/>
                        </a:solidFill>
                        <a:effectLst/>
                        <a:latin typeface="+mn-lt"/>
                        <a:ea typeface="+mn-ea"/>
                        <a:cs typeface="+mn-cs"/>
                      </a:endParaRPr>
                    </a:p>
                  </a:txBody>
                  <a:tcPr marL="52415" marR="52415" marT="0" marB="0" anchor="ctr"/>
                </a:tc>
                <a:extLst>
                  <a:ext uri="{0D108BD9-81ED-4DB2-BD59-A6C34878D82A}">
                    <a16:rowId xmlns:a16="http://schemas.microsoft.com/office/drawing/2014/main" xmlns="" val="10005"/>
                  </a:ext>
                </a:extLst>
              </a:tr>
              <a:tr h="137160">
                <a:tc>
                  <a:txBody>
                    <a:bodyPr/>
                    <a:lstStyle/>
                    <a:p>
                      <a:pPr algn="ctr">
                        <a:spcAft>
                          <a:spcPts val="0"/>
                        </a:spcAft>
                      </a:pPr>
                      <a:r>
                        <a:rPr lang="en-US" sz="900" kern="100" dirty="0">
                          <a:effectLst/>
                        </a:rPr>
                        <a:t>5</a:t>
                      </a:r>
                      <a:endParaRPr lang="zh-CN" sz="900" b="1" kern="100" dirty="0">
                        <a:effectLst/>
                        <a:latin typeface="Times New Roman"/>
                        <a:ea typeface="宋体"/>
                      </a:endParaRPr>
                    </a:p>
                  </a:txBody>
                  <a:tcPr marL="52415" marR="52415"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900" kern="100" dirty="0">
                          <a:effectLst/>
                        </a:rPr>
                        <a:t>##H</a:t>
                      </a:r>
                      <a:endParaRPr lang="zh-CN" altLang="zh-CN" sz="900" b="1" kern="100" dirty="0">
                        <a:effectLst/>
                        <a:latin typeface="Times New Roman"/>
                        <a:ea typeface="+mn-ea"/>
                      </a:endParaRPr>
                    </a:p>
                  </a:txBody>
                  <a:tcPr marL="52415" marR="52415" marT="0" marB="0" anchor="ctr"/>
                </a:tc>
                <a:tc vMerge="1">
                  <a:txBody>
                    <a:bodyPr/>
                    <a:lstStyle/>
                    <a:p>
                      <a:pPr algn="ctr">
                        <a:spcAft>
                          <a:spcPts val="0"/>
                        </a:spcAft>
                      </a:pPr>
                      <a:endParaRPr lang="zh-CN" sz="1200" b="1" kern="100" dirty="0">
                        <a:effectLst/>
                        <a:latin typeface="Times New Roman"/>
                        <a:ea typeface="宋体"/>
                      </a:endParaRPr>
                    </a:p>
                  </a:txBody>
                  <a:tcPr marL="52415" marR="52415" marT="0" marB="0" anchor="ctr"/>
                </a:tc>
                <a:extLst>
                  <a:ext uri="{0D108BD9-81ED-4DB2-BD59-A6C34878D82A}">
                    <a16:rowId xmlns:a16="http://schemas.microsoft.com/office/drawing/2014/main" xmlns="" val="10006"/>
                  </a:ext>
                </a:extLst>
              </a:tr>
              <a:tr h="137160">
                <a:tc>
                  <a:txBody>
                    <a:bodyPr/>
                    <a:lstStyle/>
                    <a:p>
                      <a:pPr algn="ctr">
                        <a:spcAft>
                          <a:spcPts val="0"/>
                        </a:spcAft>
                      </a:pPr>
                      <a:r>
                        <a:rPr lang="en-US" sz="900" kern="100" dirty="0">
                          <a:effectLst/>
                        </a:rPr>
                        <a:t>6</a:t>
                      </a:r>
                      <a:endParaRPr lang="zh-CN" sz="900" b="1" kern="100" dirty="0">
                        <a:effectLst/>
                        <a:latin typeface="Times New Roman"/>
                        <a:ea typeface="宋体"/>
                      </a:endParaRPr>
                    </a:p>
                  </a:txBody>
                  <a:tcPr marL="52415" marR="52415"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15" marR="52415" marT="0" marB="0" anchor="ctr"/>
                </a:tc>
                <a:tc rowSpan="4">
                  <a:txBody>
                    <a:bodyPr/>
                    <a:lstStyle/>
                    <a:p>
                      <a:pPr algn="ctr">
                        <a:spcAft>
                          <a:spcPts val="0"/>
                        </a:spcAft>
                      </a:pPr>
                      <a:r>
                        <a:rPr lang="en-US" sz="900" kern="100" dirty="0">
                          <a:effectLst/>
                        </a:rPr>
                        <a:t>UTC TIME1</a:t>
                      </a:r>
                      <a:endParaRPr lang="zh-CN" sz="900" b="1" kern="100" dirty="0">
                        <a:effectLst/>
                        <a:latin typeface="Times New Roman"/>
                        <a:ea typeface="宋体"/>
                      </a:endParaRPr>
                    </a:p>
                  </a:txBody>
                  <a:tcPr marL="52415" marR="52415" marT="0" marB="0" anchor="ctr"/>
                </a:tc>
                <a:extLst>
                  <a:ext uri="{0D108BD9-81ED-4DB2-BD59-A6C34878D82A}">
                    <a16:rowId xmlns:a16="http://schemas.microsoft.com/office/drawing/2014/main" xmlns="" val="10007"/>
                  </a:ext>
                </a:extLst>
              </a:tr>
              <a:tr h="137160">
                <a:tc>
                  <a:txBody>
                    <a:bodyPr/>
                    <a:lstStyle/>
                    <a:p>
                      <a:pPr algn="ctr">
                        <a:spcAft>
                          <a:spcPts val="0"/>
                        </a:spcAft>
                      </a:pPr>
                      <a:r>
                        <a:rPr lang="en-US" sz="900" kern="100" dirty="0">
                          <a:effectLst/>
                        </a:rPr>
                        <a:t>7</a:t>
                      </a:r>
                      <a:endParaRPr lang="zh-CN" sz="900" b="1" kern="100" dirty="0">
                        <a:effectLst/>
                        <a:latin typeface="Times New Roman"/>
                        <a:ea typeface="宋体"/>
                      </a:endParaRPr>
                    </a:p>
                  </a:txBody>
                  <a:tcPr marL="52415" marR="52415"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15" marR="52415" marT="0" marB="0" anchor="ctr"/>
                </a:tc>
                <a:tc vMerge="1">
                  <a:txBody>
                    <a:bodyPr/>
                    <a:lstStyle/>
                    <a:p>
                      <a:endParaRPr lang="zh-CN" altLang="en-US"/>
                    </a:p>
                  </a:txBody>
                  <a:tcPr/>
                </a:tc>
                <a:extLst>
                  <a:ext uri="{0D108BD9-81ED-4DB2-BD59-A6C34878D82A}">
                    <a16:rowId xmlns:a16="http://schemas.microsoft.com/office/drawing/2014/main" xmlns="" val="10008"/>
                  </a:ext>
                </a:extLst>
              </a:tr>
              <a:tr h="13716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900" b="1" kern="100" dirty="0">
                          <a:solidFill>
                            <a:schemeClr val="dk1"/>
                          </a:solidFill>
                          <a:effectLst/>
                          <a:latin typeface="+mn-lt"/>
                          <a:ea typeface="+mn-ea"/>
                          <a:cs typeface="+mn-cs"/>
                        </a:rPr>
                        <a:t>8</a:t>
                      </a:r>
                      <a:endParaRPr lang="zh-CN" altLang="zh-CN" sz="900" b="1" kern="100" dirty="0">
                        <a:solidFill>
                          <a:schemeClr val="dk1"/>
                        </a:solidFill>
                        <a:effectLst/>
                        <a:latin typeface="+mn-lt"/>
                        <a:ea typeface="+mn-ea"/>
                        <a:cs typeface="+mn-cs"/>
                      </a:endParaRPr>
                    </a:p>
                  </a:txBody>
                  <a:tcPr marL="52415" marR="52415"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15" marR="52415" marT="0" marB="0" anchor="ctr"/>
                </a:tc>
                <a:tc vMerge="1">
                  <a:txBody>
                    <a:bodyPr/>
                    <a:lstStyle/>
                    <a:p>
                      <a:endParaRPr lang="zh-CN" altLang="en-US" dirty="0"/>
                    </a:p>
                  </a:txBody>
                  <a:tcPr/>
                </a:tc>
                <a:extLst>
                  <a:ext uri="{0D108BD9-81ED-4DB2-BD59-A6C34878D82A}">
                    <a16:rowId xmlns:a16="http://schemas.microsoft.com/office/drawing/2014/main" xmlns="" val="10009"/>
                  </a:ext>
                </a:extLst>
              </a:tr>
              <a:tr h="217170">
                <a:tc>
                  <a:txBody>
                    <a:bodyPr/>
                    <a:lstStyle/>
                    <a:p>
                      <a:endParaRPr lang="zh-CN" altLang="en-US" sz="1400" dirty="0"/>
                    </a:p>
                  </a:txBody>
                  <a:tcPr marL="52415" marR="52415"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15" marR="52415" marT="0" marB="0" anchor="ctr"/>
                </a:tc>
                <a:tc vMerge="1">
                  <a:txBody>
                    <a:bodyPr/>
                    <a:lstStyle/>
                    <a:p>
                      <a:endParaRPr lang="zh-CN" altLang="en-US"/>
                    </a:p>
                  </a:txBody>
                  <a:tcPr/>
                </a:tc>
                <a:extLst>
                  <a:ext uri="{0D108BD9-81ED-4DB2-BD59-A6C34878D82A}">
                    <a16:rowId xmlns:a16="http://schemas.microsoft.com/office/drawing/2014/main" xmlns="" val="10010"/>
                  </a:ext>
                </a:extLst>
              </a:tr>
              <a:tr h="137160">
                <a:tc>
                  <a:txBody>
                    <a:bodyPr/>
                    <a:lstStyle/>
                    <a:p>
                      <a:pPr algn="ctr">
                        <a:spcAft>
                          <a:spcPts val="0"/>
                        </a:spcAft>
                      </a:pPr>
                      <a:r>
                        <a:rPr lang="en-US" sz="900" kern="100">
                          <a:effectLst/>
                        </a:rPr>
                        <a:t> </a:t>
                      </a:r>
                      <a:endParaRPr lang="zh-CN" sz="900" b="1" kern="100">
                        <a:effectLst/>
                        <a:latin typeface="Times New Roman"/>
                        <a:ea typeface="宋体"/>
                      </a:endParaRPr>
                    </a:p>
                  </a:txBody>
                  <a:tcPr marL="52415" marR="52415"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15" marR="52415" marT="0" marB="0" anchor="ctr"/>
                </a:tc>
                <a:tc rowSpan="4">
                  <a:txBody>
                    <a:bodyPr/>
                    <a:lstStyle/>
                    <a:p>
                      <a:pPr algn="ctr">
                        <a:spcAft>
                          <a:spcPts val="0"/>
                        </a:spcAft>
                      </a:pPr>
                      <a:r>
                        <a:rPr lang="en-US" sz="900" kern="100" dirty="0">
                          <a:effectLst/>
                        </a:rPr>
                        <a:t>EXECUTION CODE1</a:t>
                      </a:r>
                      <a:endParaRPr lang="zh-CN" sz="900" b="1" kern="100" dirty="0">
                        <a:effectLst/>
                        <a:latin typeface="Times New Roman"/>
                        <a:ea typeface="宋体"/>
                      </a:endParaRPr>
                    </a:p>
                  </a:txBody>
                  <a:tcPr marL="52415" marR="52415" marT="0" marB="0" anchor="ctr"/>
                </a:tc>
                <a:extLst>
                  <a:ext uri="{0D108BD9-81ED-4DB2-BD59-A6C34878D82A}">
                    <a16:rowId xmlns:a16="http://schemas.microsoft.com/office/drawing/2014/main" xmlns="" val="10011"/>
                  </a:ext>
                </a:extLst>
              </a:tr>
              <a:tr h="137160">
                <a:tc>
                  <a:txBody>
                    <a:bodyPr/>
                    <a:lstStyle/>
                    <a:p>
                      <a:pPr algn="ctr">
                        <a:spcAft>
                          <a:spcPts val="0"/>
                        </a:spcAft>
                      </a:pPr>
                      <a:r>
                        <a:rPr lang="en-US" sz="900" kern="100">
                          <a:effectLst/>
                        </a:rPr>
                        <a:t> </a:t>
                      </a:r>
                      <a:endParaRPr lang="zh-CN" sz="900" b="1" kern="100">
                        <a:effectLst/>
                        <a:latin typeface="Times New Roman"/>
                        <a:ea typeface="宋体"/>
                      </a:endParaRPr>
                    </a:p>
                  </a:txBody>
                  <a:tcPr marL="52415" marR="52415"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15" marR="52415" marT="0" marB="0" anchor="ctr"/>
                </a:tc>
                <a:tc vMerge="1">
                  <a:txBody>
                    <a:bodyPr/>
                    <a:lstStyle/>
                    <a:p>
                      <a:endParaRPr lang="zh-CN" altLang="en-US"/>
                    </a:p>
                  </a:txBody>
                  <a:tcPr/>
                </a:tc>
                <a:extLst>
                  <a:ext uri="{0D108BD9-81ED-4DB2-BD59-A6C34878D82A}">
                    <a16:rowId xmlns:a16="http://schemas.microsoft.com/office/drawing/2014/main" xmlns="" val="10012"/>
                  </a:ext>
                </a:extLst>
              </a:tr>
              <a:tr h="137160">
                <a:tc>
                  <a:txBody>
                    <a:bodyPr/>
                    <a:lstStyle/>
                    <a:p>
                      <a:pPr algn="ctr">
                        <a:spcAft>
                          <a:spcPts val="0"/>
                        </a:spcAft>
                      </a:pPr>
                      <a:r>
                        <a:rPr lang="en-US" sz="900" kern="100">
                          <a:effectLst/>
                        </a:rPr>
                        <a:t> </a:t>
                      </a:r>
                      <a:endParaRPr lang="zh-CN" sz="900" b="1" kern="100">
                        <a:effectLst/>
                        <a:latin typeface="Times New Roman"/>
                        <a:ea typeface="宋体"/>
                      </a:endParaRPr>
                    </a:p>
                  </a:txBody>
                  <a:tcPr marL="52415" marR="52415"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15" marR="52415" marT="0" marB="0" anchor="ctr"/>
                </a:tc>
                <a:tc vMerge="1">
                  <a:txBody>
                    <a:bodyPr/>
                    <a:lstStyle/>
                    <a:p>
                      <a:endParaRPr lang="zh-CN" altLang="en-US"/>
                    </a:p>
                  </a:txBody>
                  <a:tcPr/>
                </a:tc>
                <a:extLst>
                  <a:ext uri="{0D108BD9-81ED-4DB2-BD59-A6C34878D82A}">
                    <a16:rowId xmlns:a16="http://schemas.microsoft.com/office/drawing/2014/main" xmlns="" val="10013"/>
                  </a:ext>
                </a:extLst>
              </a:tr>
              <a:tr h="137160">
                <a:tc>
                  <a:txBody>
                    <a:bodyPr/>
                    <a:lstStyle/>
                    <a:p>
                      <a:pPr algn="ctr">
                        <a:spcAft>
                          <a:spcPts val="0"/>
                        </a:spcAft>
                      </a:pPr>
                      <a:r>
                        <a:rPr lang="en-US" sz="900" kern="100">
                          <a:effectLst/>
                        </a:rPr>
                        <a:t> </a:t>
                      </a:r>
                      <a:endParaRPr lang="zh-CN" sz="900" b="1" kern="100">
                        <a:effectLst/>
                        <a:latin typeface="Times New Roman"/>
                        <a:ea typeface="宋体"/>
                      </a:endParaRPr>
                    </a:p>
                  </a:txBody>
                  <a:tcPr marL="52415" marR="52415"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15" marR="52415" marT="0" marB="0" anchor="ctr"/>
                </a:tc>
                <a:tc vMerge="1">
                  <a:txBody>
                    <a:bodyPr/>
                    <a:lstStyle/>
                    <a:p>
                      <a:endParaRPr lang="zh-CN" altLang="en-US"/>
                    </a:p>
                  </a:txBody>
                  <a:tcPr/>
                </a:tc>
                <a:extLst>
                  <a:ext uri="{0D108BD9-81ED-4DB2-BD59-A6C34878D82A}">
                    <a16:rowId xmlns:a16="http://schemas.microsoft.com/office/drawing/2014/main" xmlns="" val="10014"/>
                  </a:ext>
                </a:extLst>
              </a:tr>
              <a:tr h="137160">
                <a:tc>
                  <a:txBody>
                    <a:bodyPr/>
                    <a:lstStyle/>
                    <a:p>
                      <a:pPr algn="ctr">
                        <a:spcAft>
                          <a:spcPts val="0"/>
                        </a:spcAft>
                      </a:pPr>
                      <a:endParaRPr lang="zh-CN" sz="900" b="1" kern="100">
                        <a:effectLst/>
                        <a:latin typeface="Times New Roman"/>
                        <a:ea typeface="宋体"/>
                      </a:endParaRPr>
                    </a:p>
                  </a:txBody>
                  <a:tcPr marL="52415" marR="52415"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900" kern="100" dirty="0">
                          <a:effectLst/>
                        </a:rPr>
                        <a:t>##H</a:t>
                      </a:r>
                      <a:endParaRPr lang="zh-CN" altLang="zh-CN" sz="900" b="1" kern="100" dirty="0">
                        <a:effectLst/>
                        <a:latin typeface="Times New Roman"/>
                        <a:ea typeface="+mn-ea"/>
                      </a:endParaRPr>
                    </a:p>
                  </a:txBody>
                  <a:tcPr marL="52415" marR="52415" marT="0" marB="0" anchor="ctr"/>
                </a:tc>
                <a:tc rowSpan="2">
                  <a:txBody>
                    <a:bodyPr/>
                    <a:lstStyle/>
                    <a:p>
                      <a:pPr marL="0" algn="ctr" defTabSz="914400" rtl="0" eaLnBrk="1" latinLnBrk="0" hangingPunct="1">
                        <a:spcAft>
                          <a:spcPts val="0"/>
                        </a:spcAft>
                      </a:pPr>
                      <a:r>
                        <a:rPr lang="en-US" altLang="zh-CN" sz="900" kern="100" dirty="0">
                          <a:solidFill>
                            <a:schemeClr val="dk1"/>
                          </a:solidFill>
                          <a:effectLst/>
                          <a:latin typeface="+mn-lt"/>
                          <a:ea typeface="+mn-ea"/>
                          <a:cs typeface="+mn-cs"/>
                        </a:rPr>
                        <a:t>Task ID2</a:t>
                      </a:r>
                      <a:endParaRPr lang="zh-CN" sz="900" kern="100" dirty="0">
                        <a:solidFill>
                          <a:schemeClr val="dk1"/>
                        </a:solidFill>
                        <a:effectLst/>
                        <a:latin typeface="+mn-lt"/>
                        <a:ea typeface="+mn-ea"/>
                        <a:cs typeface="+mn-cs"/>
                      </a:endParaRPr>
                    </a:p>
                  </a:txBody>
                  <a:tcPr marL="52415" marR="52415" marT="0" marB="0" anchor="ctr"/>
                </a:tc>
                <a:extLst>
                  <a:ext uri="{0D108BD9-81ED-4DB2-BD59-A6C34878D82A}">
                    <a16:rowId xmlns:a16="http://schemas.microsoft.com/office/drawing/2014/main" xmlns="" val="10015"/>
                  </a:ext>
                </a:extLst>
              </a:tr>
              <a:tr h="137160">
                <a:tc>
                  <a:txBody>
                    <a:bodyPr/>
                    <a:lstStyle/>
                    <a:p>
                      <a:pPr algn="ctr">
                        <a:spcAft>
                          <a:spcPts val="0"/>
                        </a:spcAft>
                      </a:pPr>
                      <a:endParaRPr lang="zh-CN" sz="900" b="1" kern="100">
                        <a:effectLst/>
                        <a:latin typeface="Times New Roman"/>
                        <a:ea typeface="宋体"/>
                      </a:endParaRPr>
                    </a:p>
                  </a:txBody>
                  <a:tcPr marL="52415" marR="52415"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900" kern="100" dirty="0">
                          <a:effectLst/>
                        </a:rPr>
                        <a:t>##H</a:t>
                      </a:r>
                      <a:endParaRPr lang="zh-CN" altLang="zh-CN" sz="900" b="1" kern="100" dirty="0">
                        <a:effectLst/>
                        <a:latin typeface="Times New Roman"/>
                        <a:ea typeface="+mn-ea"/>
                      </a:endParaRPr>
                    </a:p>
                  </a:txBody>
                  <a:tcPr marL="52415" marR="52415" marT="0" marB="0" anchor="ctr"/>
                </a:tc>
                <a:tc vMerge="1">
                  <a:txBody>
                    <a:bodyPr/>
                    <a:lstStyle/>
                    <a:p>
                      <a:pPr algn="ctr">
                        <a:spcAft>
                          <a:spcPts val="0"/>
                        </a:spcAft>
                      </a:pPr>
                      <a:endParaRPr lang="zh-CN" sz="1200" b="1" kern="100" dirty="0">
                        <a:effectLst/>
                        <a:latin typeface="Times New Roman"/>
                        <a:ea typeface="宋体"/>
                      </a:endParaRPr>
                    </a:p>
                  </a:txBody>
                  <a:tcPr marL="52415" marR="52415" marT="0" marB="0" anchor="ctr"/>
                </a:tc>
                <a:extLst>
                  <a:ext uri="{0D108BD9-81ED-4DB2-BD59-A6C34878D82A}">
                    <a16:rowId xmlns:a16="http://schemas.microsoft.com/office/drawing/2014/main" xmlns="" val="10016"/>
                  </a:ext>
                </a:extLst>
              </a:tr>
              <a:tr h="137160">
                <a:tc>
                  <a:txBody>
                    <a:bodyPr/>
                    <a:lstStyle/>
                    <a:p>
                      <a:pPr algn="ctr">
                        <a:spcAft>
                          <a:spcPts val="0"/>
                        </a:spcAft>
                      </a:pPr>
                      <a:r>
                        <a:rPr lang="en-US" sz="900" kern="100">
                          <a:effectLst/>
                        </a:rPr>
                        <a:t> </a:t>
                      </a:r>
                      <a:endParaRPr lang="zh-CN" sz="900" b="1" kern="100">
                        <a:effectLst/>
                        <a:latin typeface="Times New Roman"/>
                        <a:ea typeface="宋体"/>
                      </a:endParaRPr>
                    </a:p>
                  </a:txBody>
                  <a:tcPr marL="52415" marR="52415"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15" marR="52415" marT="0" marB="0" anchor="ctr"/>
                </a:tc>
                <a:tc rowSpan="4">
                  <a:txBody>
                    <a:bodyPr/>
                    <a:lstStyle/>
                    <a:p>
                      <a:pPr algn="ctr">
                        <a:spcAft>
                          <a:spcPts val="0"/>
                        </a:spcAft>
                      </a:pPr>
                      <a:r>
                        <a:rPr lang="en-US" sz="900" kern="100" dirty="0">
                          <a:effectLst/>
                        </a:rPr>
                        <a:t>UTC TIME2</a:t>
                      </a:r>
                      <a:endParaRPr lang="zh-CN" sz="900" b="1" kern="100" dirty="0">
                        <a:effectLst/>
                        <a:latin typeface="Times New Roman"/>
                        <a:ea typeface="宋体"/>
                      </a:endParaRPr>
                    </a:p>
                  </a:txBody>
                  <a:tcPr marL="52415" marR="52415" marT="0" marB="0" anchor="ctr"/>
                </a:tc>
                <a:extLst>
                  <a:ext uri="{0D108BD9-81ED-4DB2-BD59-A6C34878D82A}">
                    <a16:rowId xmlns:a16="http://schemas.microsoft.com/office/drawing/2014/main" xmlns="" val="10017"/>
                  </a:ext>
                </a:extLst>
              </a:tr>
              <a:tr h="137160">
                <a:tc>
                  <a:txBody>
                    <a:bodyPr/>
                    <a:lstStyle/>
                    <a:p>
                      <a:pPr algn="ctr">
                        <a:spcAft>
                          <a:spcPts val="0"/>
                        </a:spcAft>
                      </a:pPr>
                      <a:r>
                        <a:rPr lang="en-US" sz="900" kern="100">
                          <a:effectLst/>
                        </a:rPr>
                        <a:t> </a:t>
                      </a:r>
                      <a:endParaRPr lang="zh-CN" sz="900" b="1" kern="100">
                        <a:effectLst/>
                        <a:latin typeface="Times New Roman"/>
                        <a:ea typeface="宋体"/>
                      </a:endParaRPr>
                    </a:p>
                  </a:txBody>
                  <a:tcPr marL="52415" marR="52415"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15" marR="52415" marT="0" marB="0" anchor="ctr"/>
                </a:tc>
                <a:tc vMerge="1">
                  <a:txBody>
                    <a:bodyPr/>
                    <a:lstStyle/>
                    <a:p>
                      <a:endParaRPr lang="zh-CN" altLang="en-US"/>
                    </a:p>
                  </a:txBody>
                  <a:tcPr/>
                </a:tc>
                <a:extLst>
                  <a:ext uri="{0D108BD9-81ED-4DB2-BD59-A6C34878D82A}">
                    <a16:rowId xmlns:a16="http://schemas.microsoft.com/office/drawing/2014/main" xmlns="" val="10018"/>
                  </a:ext>
                </a:extLst>
              </a:tr>
              <a:tr h="137160">
                <a:tc>
                  <a:txBody>
                    <a:bodyPr/>
                    <a:lstStyle/>
                    <a:p>
                      <a:pPr algn="ctr">
                        <a:spcAft>
                          <a:spcPts val="0"/>
                        </a:spcAft>
                      </a:pPr>
                      <a:r>
                        <a:rPr lang="en-US" sz="900" kern="100">
                          <a:effectLst/>
                        </a:rPr>
                        <a:t> </a:t>
                      </a:r>
                      <a:endParaRPr lang="zh-CN" sz="900" b="1" kern="100">
                        <a:effectLst/>
                        <a:latin typeface="Times New Roman"/>
                        <a:ea typeface="宋体"/>
                      </a:endParaRPr>
                    </a:p>
                  </a:txBody>
                  <a:tcPr marL="52415" marR="52415"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15" marR="52415" marT="0" marB="0" anchor="ctr"/>
                </a:tc>
                <a:tc vMerge="1">
                  <a:txBody>
                    <a:bodyPr/>
                    <a:lstStyle/>
                    <a:p>
                      <a:endParaRPr lang="zh-CN" altLang="en-US"/>
                    </a:p>
                  </a:txBody>
                  <a:tcPr/>
                </a:tc>
                <a:extLst>
                  <a:ext uri="{0D108BD9-81ED-4DB2-BD59-A6C34878D82A}">
                    <a16:rowId xmlns:a16="http://schemas.microsoft.com/office/drawing/2014/main" xmlns="" val="10019"/>
                  </a:ext>
                </a:extLst>
              </a:tr>
              <a:tr h="137160">
                <a:tc>
                  <a:txBody>
                    <a:bodyPr/>
                    <a:lstStyle/>
                    <a:p>
                      <a:pPr algn="ctr">
                        <a:spcAft>
                          <a:spcPts val="0"/>
                        </a:spcAft>
                      </a:pPr>
                      <a:r>
                        <a:rPr lang="en-US" sz="900" kern="100">
                          <a:effectLst/>
                        </a:rPr>
                        <a:t> </a:t>
                      </a:r>
                      <a:endParaRPr lang="zh-CN" sz="900" b="1" kern="100">
                        <a:effectLst/>
                        <a:latin typeface="Times New Roman"/>
                        <a:ea typeface="宋体"/>
                      </a:endParaRPr>
                    </a:p>
                  </a:txBody>
                  <a:tcPr marL="52415" marR="52415"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15" marR="52415" marT="0" marB="0" anchor="ctr"/>
                </a:tc>
                <a:tc vMerge="1">
                  <a:txBody>
                    <a:bodyPr/>
                    <a:lstStyle/>
                    <a:p>
                      <a:endParaRPr lang="zh-CN" altLang="en-US"/>
                    </a:p>
                  </a:txBody>
                  <a:tcPr/>
                </a:tc>
                <a:extLst>
                  <a:ext uri="{0D108BD9-81ED-4DB2-BD59-A6C34878D82A}">
                    <a16:rowId xmlns:a16="http://schemas.microsoft.com/office/drawing/2014/main" xmlns="" val="10020"/>
                  </a:ext>
                </a:extLst>
              </a:tr>
              <a:tr h="137160">
                <a:tc>
                  <a:txBody>
                    <a:bodyPr/>
                    <a:lstStyle/>
                    <a:p>
                      <a:pPr algn="ctr">
                        <a:spcAft>
                          <a:spcPts val="0"/>
                        </a:spcAft>
                      </a:pPr>
                      <a:r>
                        <a:rPr lang="en-US" sz="900" kern="100">
                          <a:effectLst/>
                        </a:rPr>
                        <a:t> </a:t>
                      </a:r>
                      <a:endParaRPr lang="zh-CN" sz="900" b="1" kern="100">
                        <a:effectLst/>
                        <a:latin typeface="Times New Roman"/>
                        <a:ea typeface="宋体"/>
                      </a:endParaRPr>
                    </a:p>
                  </a:txBody>
                  <a:tcPr marL="52415" marR="52415"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15" marR="52415" marT="0" marB="0" anchor="ctr"/>
                </a:tc>
                <a:tc rowSpan="4">
                  <a:txBody>
                    <a:bodyPr/>
                    <a:lstStyle/>
                    <a:p>
                      <a:pPr algn="ctr">
                        <a:spcAft>
                          <a:spcPts val="0"/>
                        </a:spcAft>
                      </a:pPr>
                      <a:r>
                        <a:rPr lang="en-US" sz="900" kern="100" dirty="0">
                          <a:effectLst/>
                        </a:rPr>
                        <a:t>EXECUTION CODE2</a:t>
                      </a:r>
                      <a:endParaRPr lang="zh-CN" sz="900" b="1" kern="100" dirty="0">
                        <a:effectLst/>
                        <a:latin typeface="Times New Roman"/>
                        <a:ea typeface="宋体"/>
                      </a:endParaRPr>
                    </a:p>
                  </a:txBody>
                  <a:tcPr marL="52415" marR="52415" marT="0" marB="0" anchor="ctr"/>
                </a:tc>
                <a:extLst>
                  <a:ext uri="{0D108BD9-81ED-4DB2-BD59-A6C34878D82A}">
                    <a16:rowId xmlns:a16="http://schemas.microsoft.com/office/drawing/2014/main" xmlns="" val="10021"/>
                  </a:ext>
                </a:extLst>
              </a:tr>
              <a:tr h="137160">
                <a:tc>
                  <a:txBody>
                    <a:bodyPr/>
                    <a:lstStyle/>
                    <a:p>
                      <a:pPr algn="ctr">
                        <a:spcAft>
                          <a:spcPts val="0"/>
                        </a:spcAft>
                      </a:pPr>
                      <a:r>
                        <a:rPr lang="en-US" sz="900" kern="100">
                          <a:effectLst/>
                        </a:rPr>
                        <a:t> </a:t>
                      </a:r>
                      <a:endParaRPr lang="zh-CN" sz="900" b="1" kern="100">
                        <a:effectLst/>
                        <a:latin typeface="Times New Roman"/>
                        <a:ea typeface="宋体"/>
                      </a:endParaRPr>
                    </a:p>
                  </a:txBody>
                  <a:tcPr marL="52415" marR="52415"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15" marR="52415" marT="0" marB="0" anchor="ctr"/>
                </a:tc>
                <a:tc vMerge="1">
                  <a:txBody>
                    <a:bodyPr/>
                    <a:lstStyle/>
                    <a:p>
                      <a:endParaRPr lang="zh-CN" altLang="en-US"/>
                    </a:p>
                  </a:txBody>
                  <a:tcPr/>
                </a:tc>
                <a:extLst>
                  <a:ext uri="{0D108BD9-81ED-4DB2-BD59-A6C34878D82A}">
                    <a16:rowId xmlns:a16="http://schemas.microsoft.com/office/drawing/2014/main" xmlns="" val="10022"/>
                  </a:ext>
                </a:extLst>
              </a:tr>
              <a:tr h="137160">
                <a:tc>
                  <a:txBody>
                    <a:bodyPr/>
                    <a:lstStyle/>
                    <a:p>
                      <a:pPr algn="ctr">
                        <a:spcAft>
                          <a:spcPts val="0"/>
                        </a:spcAft>
                      </a:pPr>
                      <a:r>
                        <a:rPr lang="en-US" sz="900" kern="100">
                          <a:effectLst/>
                        </a:rPr>
                        <a:t> </a:t>
                      </a:r>
                      <a:endParaRPr lang="zh-CN" sz="900" b="1" kern="100">
                        <a:effectLst/>
                        <a:latin typeface="Times New Roman"/>
                        <a:ea typeface="宋体"/>
                      </a:endParaRPr>
                    </a:p>
                  </a:txBody>
                  <a:tcPr marL="52415" marR="52415"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15" marR="52415" marT="0" marB="0" anchor="ctr"/>
                </a:tc>
                <a:tc vMerge="1">
                  <a:txBody>
                    <a:bodyPr/>
                    <a:lstStyle/>
                    <a:p>
                      <a:endParaRPr lang="zh-CN" altLang="en-US"/>
                    </a:p>
                  </a:txBody>
                  <a:tcPr/>
                </a:tc>
                <a:extLst>
                  <a:ext uri="{0D108BD9-81ED-4DB2-BD59-A6C34878D82A}">
                    <a16:rowId xmlns:a16="http://schemas.microsoft.com/office/drawing/2014/main" xmlns="" val="10023"/>
                  </a:ext>
                </a:extLst>
              </a:tr>
              <a:tr h="137160">
                <a:tc>
                  <a:txBody>
                    <a:bodyPr/>
                    <a:lstStyle/>
                    <a:p>
                      <a:pPr algn="ctr">
                        <a:spcAft>
                          <a:spcPts val="0"/>
                        </a:spcAft>
                      </a:pPr>
                      <a:r>
                        <a:rPr lang="en-US" sz="900" kern="100">
                          <a:effectLst/>
                        </a:rPr>
                        <a:t> </a:t>
                      </a:r>
                      <a:endParaRPr lang="zh-CN" sz="900" b="1" kern="100">
                        <a:effectLst/>
                        <a:latin typeface="Times New Roman"/>
                        <a:ea typeface="宋体"/>
                      </a:endParaRPr>
                    </a:p>
                  </a:txBody>
                  <a:tcPr marL="52415" marR="52415"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15" marR="52415" marT="0" marB="0" anchor="ctr"/>
                </a:tc>
                <a:tc vMerge="1">
                  <a:txBody>
                    <a:bodyPr/>
                    <a:lstStyle/>
                    <a:p>
                      <a:endParaRPr lang="zh-CN" altLang="en-US"/>
                    </a:p>
                  </a:txBody>
                  <a:tcPr/>
                </a:tc>
                <a:extLst>
                  <a:ext uri="{0D108BD9-81ED-4DB2-BD59-A6C34878D82A}">
                    <a16:rowId xmlns:a16="http://schemas.microsoft.com/office/drawing/2014/main" xmlns="" val="10024"/>
                  </a:ext>
                </a:extLst>
              </a:tr>
              <a:tr h="137160">
                <a:tc>
                  <a:txBody>
                    <a:bodyPr/>
                    <a:lstStyle/>
                    <a:p>
                      <a:pPr algn="ctr">
                        <a:spcAft>
                          <a:spcPts val="0"/>
                        </a:spcAft>
                      </a:pPr>
                      <a:r>
                        <a:rPr lang="en-US" sz="900" kern="100">
                          <a:effectLst/>
                        </a:rPr>
                        <a:t> </a:t>
                      </a:r>
                      <a:endParaRPr lang="zh-CN" sz="900" b="1" kern="100">
                        <a:effectLst/>
                        <a:latin typeface="Times New Roman"/>
                        <a:ea typeface="宋体"/>
                      </a:endParaRPr>
                    </a:p>
                  </a:txBody>
                  <a:tcPr marL="52415" marR="52415" marT="0" marB="0" anchor="ctr"/>
                </a:tc>
                <a:tc>
                  <a:txBody>
                    <a:bodyPr/>
                    <a:lstStyle/>
                    <a:p>
                      <a:pPr algn="ctr">
                        <a:spcAft>
                          <a:spcPts val="0"/>
                        </a:spcAft>
                      </a:pPr>
                      <a:r>
                        <a:rPr lang="en-US" sz="900" kern="100" dirty="0">
                          <a:effectLst/>
                        </a:rPr>
                        <a:t> </a:t>
                      </a:r>
                      <a:endParaRPr lang="zh-CN" sz="900" b="1" kern="100" dirty="0">
                        <a:effectLst/>
                        <a:latin typeface="Times New Roman"/>
                        <a:ea typeface="宋体"/>
                      </a:endParaRPr>
                    </a:p>
                  </a:txBody>
                  <a:tcPr marL="52415" marR="52415" marT="0" marB="0" anchor="ctr"/>
                </a:tc>
                <a:tc>
                  <a:txBody>
                    <a:bodyPr/>
                    <a:lstStyle/>
                    <a:p>
                      <a:pPr algn="ctr">
                        <a:spcAft>
                          <a:spcPts val="0"/>
                        </a:spcAft>
                      </a:pPr>
                      <a:r>
                        <a:rPr lang="en-US" sz="900" kern="100" dirty="0">
                          <a:effectLst/>
                        </a:rPr>
                        <a:t>…</a:t>
                      </a:r>
                      <a:endParaRPr lang="zh-CN" sz="900" b="1" kern="100" dirty="0">
                        <a:effectLst/>
                        <a:latin typeface="Times New Roman"/>
                        <a:ea typeface="宋体"/>
                      </a:endParaRPr>
                    </a:p>
                  </a:txBody>
                  <a:tcPr marL="52415" marR="52415" marT="0" marB="0" anchor="ctr"/>
                </a:tc>
                <a:extLst>
                  <a:ext uri="{0D108BD9-81ED-4DB2-BD59-A6C34878D82A}">
                    <a16:rowId xmlns:a16="http://schemas.microsoft.com/office/drawing/2014/main" xmlns="" val="10025"/>
                  </a:ext>
                </a:extLst>
              </a:tr>
            </a:tbl>
          </a:graphicData>
        </a:graphic>
      </p:graphicFrame>
      <p:graphicFrame>
        <p:nvGraphicFramePr>
          <p:cNvPr id="10" name="表格 9"/>
          <p:cNvGraphicFramePr>
            <a:graphicFrameLocks noGrp="1"/>
          </p:cNvGraphicFramePr>
          <p:nvPr>
            <p:extLst>
              <p:ext uri="{D42A27DB-BD31-4B8C-83A1-F6EECF244321}">
                <p14:modId xmlns:p14="http://schemas.microsoft.com/office/powerpoint/2010/main" val="4169002556"/>
              </p:ext>
            </p:extLst>
          </p:nvPr>
        </p:nvGraphicFramePr>
        <p:xfrm>
          <a:off x="4787903" y="1248968"/>
          <a:ext cx="3402013" cy="3110135"/>
        </p:xfrm>
        <a:graphic>
          <a:graphicData uri="http://schemas.openxmlformats.org/drawingml/2006/table">
            <a:tbl>
              <a:tblPr firstRow="1" firstCol="1" bandRow="1" bandCol="1">
                <a:tableStyleId>{69CF1AB2-1976-4502-BF36-3FF5EA218861}</a:tableStyleId>
              </a:tblPr>
              <a:tblGrid>
                <a:gridCol w="612042">
                  <a:extLst>
                    <a:ext uri="{9D8B030D-6E8A-4147-A177-3AD203B41FA5}">
                      <a16:colId xmlns:a16="http://schemas.microsoft.com/office/drawing/2014/main" xmlns="" val="20000"/>
                    </a:ext>
                  </a:extLst>
                </a:gridCol>
                <a:gridCol w="684047">
                  <a:extLst>
                    <a:ext uri="{9D8B030D-6E8A-4147-A177-3AD203B41FA5}">
                      <a16:colId xmlns:a16="http://schemas.microsoft.com/office/drawing/2014/main" xmlns="" val="20001"/>
                    </a:ext>
                  </a:extLst>
                </a:gridCol>
                <a:gridCol w="2105924">
                  <a:extLst>
                    <a:ext uri="{9D8B030D-6E8A-4147-A177-3AD203B41FA5}">
                      <a16:colId xmlns:a16="http://schemas.microsoft.com/office/drawing/2014/main" xmlns="" val="20002"/>
                    </a:ext>
                  </a:extLst>
                </a:gridCol>
              </a:tblGrid>
              <a:tr h="184199">
                <a:tc>
                  <a:txBody>
                    <a:bodyPr/>
                    <a:lstStyle/>
                    <a:p>
                      <a:pPr algn="ctr">
                        <a:spcAft>
                          <a:spcPts val="0"/>
                        </a:spcAft>
                      </a:pPr>
                      <a:r>
                        <a:rPr lang="en-US" sz="900" kern="100" dirty="0">
                          <a:effectLst/>
                        </a:rPr>
                        <a:t> </a:t>
                      </a:r>
                      <a:endParaRPr lang="zh-CN" sz="900" b="1" kern="100" dirty="0">
                        <a:effectLst/>
                        <a:latin typeface="Times New Roman"/>
                        <a:ea typeface="宋体"/>
                      </a:endParaRPr>
                    </a:p>
                  </a:txBody>
                  <a:tcPr marL="52422" marR="52422" marT="0" marB="0" anchor="ctr"/>
                </a:tc>
                <a:tc>
                  <a:txBody>
                    <a:bodyPr/>
                    <a:lstStyle/>
                    <a:p>
                      <a:pPr algn="ctr">
                        <a:spcAft>
                          <a:spcPts val="0"/>
                        </a:spcAft>
                      </a:pPr>
                      <a:r>
                        <a:rPr lang="en-US" sz="900" kern="100">
                          <a:effectLst/>
                        </a:rPr>
                        <a:t> </a:t>
                      </a:r>
                      <a:endParaRPr lang="zh-CN" sz="900" b="1" kern="100">
                        <a:effectLst/>
                        <a:latin typeface="Times New Roman"/>
                        <a:ea typeface="宋体"/>
                      </a:endParaRPr>
                    </a:p>
                  </a:txBody>
                  <a:tcPr marL="52422" marR="52422" marT="0" marB="0" anchor="ctr"/>
                </a:tc>
                <a:tc>
                  <a:txBody>
                    <a:bodyPr/>
                    <a:lstStyle/>
                    <a:p>
                      <a:pPr algn="ctr">
                        <a:spcAft>
                          <a:spcPts val="0"/>
                        </a:spcAft>
                      </a:pPr>
                      <a:r>
                        <a:rPr lang="en-US" sz="900" kern="100" dirty="0">
                          <a:effectLst/>
                        </a:rPr>
                        <a:t> </a:t>
                      </a:r>
                      <a:endParaRPr lang="zh-CN" sz="900" b="1" kern="100" dirty="0">
                        <a:effectLst/>
                        <a:latin typeface="Times New Roman"/>
                        <a:ea typeface="宋体"/>
                      </a:endParaRPr>
                    </a:p>
                  </a:txBody>
                  <a:tcPr marL="52422" marR="52422" marT="0" marB="0" anchor="ctr"/>
                </a:tc>
                <a:extLst>
                  <a:ext uri="{0D108BD9-81ED-4DB2-BD59-A6C34878D82A}">
                    <a16:rowId xmlns:a16="http://schemas.microsoft.com/office/drawing/2014/main" xmlns="" val="10000"/>
                  </a:ext>
                </a:extLst>
              </a:tr>
              <a:tr h="182871">
                <a:tc>
                  <a:txBody>
                    <a:bodyPr/>
                    <a:lstStyle/>
                    <a:p>
                      <a:pPr algn="ctr">
                        <a:spcAft>
                          <a:spcPts val="0"/>
                        </a:spcAft>
                      </a:pPr>
                      <a:r>
                        <a:rPr lang="en-US" sz="900" kern="100" dirty="0">
                          <a:effectLst/>
                        </a:rPr>
                        <a:t> </a:t>
                      </a:r>
                      <a:endParaRPr lang="zh-CN" sz="900" b="1" kern="100" dirty="0">
                        <a:effectLst/>
                        <a:latin typeface="Times New Roman"/>
                        <a:ea typeface="宋体"/>
                      </a:endParaRPr>
                    </a:p>
                  </a:txBody>
                  <a:tcPr marL="52422" marR="52422" marT="0" marB="0" anchor="ctr"/>
                </a:tc>
                <a:tc>
                  <a:txBody>
                    <a:bodyPr/>
                    <a:lstStyle/>
                    <a:p>
                      <a:pPr algn="ctr">
                        <a:spcAft>
                          <a:spcPts val="0"/>
                        </a:spcAft>
                      </a:pPr>
                      <a:r>
                        <a:rPr lang="en-US" sz="900" kern="100">
                          <a:effectLst/>
                        </a:rPr>
                        <a:t> </a:t>
                      </a:r>
                      <a:endParaRPr lang="zh-CN" sz="900" b="1" kern="100">
                        <a:effectLst/>
                        <a:latin typeface="Times New Roman"/>
                        <a:ea typeface="宋体"/>
                      </a:endParaRPr>
                    </a:p>
                  </a:txBody>
                  <a:tcPr marL="52422" marR="52422" marT="0" marB="0" anchor="ctr"/>
                </a:tc>
                <a:tc>
                  <a:txBody>
                    <a:bodyPr/>
                    <a:lstStyle/>
                    <a:p>
                      <a:pPr algn="ctr">
                        <a:spcAft>
                          <a:spcPts val="0"/>
                        </a:spcAft>
                      </a:pPr>
                      <a:r>
                        <a:rPr lang="en-US" sz="900" kern="100">
                          <a:effectLst/>
                        </a:rPr>
                        <a:t>…</a:t>
                      </a:r>
                      <a:endParaRPr lang="zh-CN" sz="900" b="1" kern="100">
                        <a:effectLst/>
                        <a:latin typeface="Times New Roman"/>
                        <a:ea typeface="宋体"/>
                      </a:endParaRPr>
                    </a:p>
                  </a:txBody>
                  <a:tcPr marL="52422" marR="52422" marT="0" marB="0" anchor="ctr"/>
                </a:tc>
                <a:extLst>
                  <a:ext uri="{0D108BD9-81ED-4DB2-BD59-A6C34878D82A}">
                    <a16:rowId xmlns:a16="http://schemas.microsoft.com/office/drawing/2014/main" xmlns="" val="10001"/>
                  </a:ext>
                </a:extLst>
              </a:tr>
              <a:tr h="182871">
                <a:tc>
                  <a:txBody>
                    <a:bodyPr/>
                    <a:lstStyle/>
                    <a:p>
                      <a:pPr algn="ctr">
                        <a:spcAft>
                          <a:spcPts val="0"/>
                        </a:spcAft>
                      </a:pPr>
                      <a:r>
                        <a:rPr lang="en-US" sz="900" kern="100" dirty="0">
                          <a:effectLst/>
                        </a:rPr>
                        <a:t> </a:t>
                      </a:r>
                      <a:endParaRPr lang="zh-CN" sz="900" b="1" kern="100" dirty="0">
                        <a:effectLst/>
                        <a:latin typeface="Times New Roman"/>
                        <a:ea typeface="宋体"/>
                      </a:endParaRPr>
                    </a:p>
                  </a:txBody>
                  <a:tcPr marL="52422" marR="52422"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22" marR="52422" marT="0" marB="0" anchor="ctr"/>
                </a:tc>
                <a:tc>
                  <a:txBody>
                    <a:bodyPr/>
                    <a:lstStyle/>
                    <a:p>
                      <a:pPr algn="ctr">
                        <a:spcAft>
                          <a:spcPts val="0"/>
                        </a:spcAft>
                      </a:pPr>
                      <a:r>
                        <a:rPr lang="en-US" sz="900" kern="100" dirty="0">
                          <a:effectLst/>
                        </a:rPr>
                        <a:t> </a:t>
                      </a:r>
                      <a:endParaRPr lang="zh-CN" sz="900" b="1" kern="100" dirty="0">
                        <a:effectLst/>
                        <a:latin typeface="Times New Roman"/>
                        <a:ea typeface="宋体"/>
                      </a:endParaRPr>
                    </a:p>
                  </a:txBody>
                  <a:tcPr marL="52422" marR="52422" marT="0" marB="0" anchor="ctr"/>
                </a:tc>
                <a:extLst>
                  <a:ext uri="{0D108BD9-81ED-4DB2-BD59-A6C34878D82A}">
                    <a16:rowId xmlns:a16="http://schemas.microsoft.com/office/drawing/2014/main" xmlns="" val="10002"/>
                  </a:ext>
                </a:extLst>
              </a:tr>
              <a:tr h="182871">
                <a:tc>
                  <a:txBody>
                    <a:bodyPr/>
                    <a:lstStyle/>
                    <a:p>
                      <a:pPr algn="ctr">
                        <a:spcAft>
                          <a:spcPts val="0"/>
                        </a:spcAft>
                      </a:pPr>
                      <a:endParaRPr lang="zh-CN" sz="900" b="1" kern="100" dirty="0">
                        <a:effectLst/>
                        <a:latin typeface="Times New Roman"/>
                        <a:ea typeface="宋体"/>
                      </a:endParaRPr>
                    </a:p>
                  </a:txBody>
                  <a:tcPr marL="52422" marR="52422"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900" kern="100" dirty="0">
                          <a:effectLst/>
                        </a:rPr>
                        <a:t>##H</a:t>
                      </a:r>
                      <a:endParaRPr lang="zh-CN" altLang="zh-CN" sz="900" b="1" kern="100" dirty="0">
                        <a:effectLst/>
                        <a:latin typeface="Times New Roman"/>
                        <a:ea typeface="+mn-ea"/>
                      </a:endParaRPr>
                    </a:p>
                  </a:txBody>
                  <a:tcPr marL="52422" marR="52422" marT="0" marB="0" anchor="ctr"/>
                </a:tc>
                <a:tc rowSpan="2">
                  <a:txBody>
                    <a:bodyPr/>
                    <a:lstStyle/>
                    <a:p>
                      <a:pPr algn="ctr">
                        <a:spcAft>
                          <a:spcPts val="0"/>
                        </a:spcAft>
                      </a:pPr>
                      <a:r>
                        <a:rPr lang="en-US" altLang="zh-CN" sz="900" b="0" kern="100" dirty="0">
                          <a:effectLst/>
                          <a:latin typeface="Times New Roman"/>
                          <a:ea typeface="宋体"/>
                        </a:rPr>
                        <a:t>Task </a:t>
                      </a:r>
                      <a:r>
                        <a:rPr lang="en-US" altLang="zh-CN" sz="900" b="0" kern="100" dirty="0" err="1">
                          <a:effectLst/>
                          <a:latin typeface="Times New Roman"/>
                          <a:ea typeface="宋体"/>
                        </a:rPr>
                        <a:t>IDn</a:t>
                      </a:r>
                      <a:endParaRPr lang="zh-CN" sz="900" b="0" kern="100" dirty="0">
                        <a:effectLst/>
                        <a:latin typeface="Times New Roman"/>
                        <a:ea typeface="宋体"/>
                      </a:endParaRPr>
                    </a:p>
                  </a:txBody>
                  <a:tcPr marL="52422" marR="52422" marT="0" marB="0" anchor="ctr"/>
                </a:tc>
                <a:extLst>
                  <a:ext uri="{0D108BD9-81ED-4DB2-BD59-A6C34878D82A}">
                    <a16:rowId xmlns:a16="http://schemas.microsoft.com/office/drawing/2014/main" xmlns="" val="10003"/>
                  </a:ext>
                </a:extLst>
              </a:tr>
              <a:tr h="182871">
                <a:tc>
                  <a:txBody>
                    <a:bodyPr/>
                    <a:lstStyle/>
                    <a:p>
                      <a:pPr algn="ctr">
                        <a:spcAft>
                          <a:spcPts val="0"/>
                        </a:spcAft>
                      </a:pPr>
                      <a:endParaRPr lang="zh-CN" sz="900" b="1" kern="100" dirty="0">
                        <a:effectLst/>
                        <a:latin typeface="Times New Roman"/>
                        <a:ea typeface="宋体"/>
                      </a:endParaRPr>
                    </a:p>
                  </a:txBody>
                  <a:tcPr marL="52422" marR="52422"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900" kern="100" dirty="0">
                          <a:effectLst/>
                        </a:rPr>
                        <a:t>##H</a:t>
                      </a:r>
                      <a:endParaRPr lang="zh-CN" altLang="zh-CN" sz="900" b="1" kern="100" dirty="0">
                        <a:effectLst/>
                        <a:latin typeface="Times New Roman"/>
                        <a:ea typeface="+mn-ea"/>
                      </a:endParaRPr>
                    </a:p>
                  </a:txBody>
                  <a:tcPr marL="52422" marR="52422" marT="0" marB="0" anchor="ctr"/>
                </a:tc>
                <a:tc vMerge="1">
                  <a:txBody>
                    <a:bodyPr/>
                    <a:lstStyle/>
                    <a:p>
                      <a:pPr algn="ctr">
                        <a:spcAft>
                          <a:spcPts val="0"/>
                        </a:spcAft>
                      </a:pPr>
                      <a:endParaRPr lang="zh-CN" sz="1200" b="1" kern="100" dirty="0">
                        <a:effectLst/>
                        <a:latin typeface="Times New Roman"/>
                        <a:ea typeface="宋体"/>
                      </a:endParaRPr>
                    </a:p>
                  </a:txBody>
                  <a:tcPr marL="52422" marR="52422" marT="0" marB="0" anchor="ctr"/>
                </a:tc>
                <a:extLst>
                  <a:ext uri="{0D108BD9-81ED-4DB2-BD59-A6C34878D82A}">
                    <a16:rowId xmlns:a16="http://schemas.microsoft.com/office/drawing/2014/main" xmlns="" val="10004"/>
                  </a:ext>
                </a:extLst>
              </a:tr>
              <a:tr h="182871">
                <a:tc>
                  <a:txBody>
                    <a:bodyPr/>
                    <a:lstStyle/>
                    <a:p>
                      <a:pPr algn="ctr">
                        <a:spcAft>
                          <a:spcPts val="0"/>
                        </a:spcAft>
                      </a:pPr>
                      <a:r>
                        <a:rPr lang="en-US" sz="900" kern="100" dirty="0">
                          <a:effectLst/>
                        </a:rPr>
                        <a:t> </a:t>
                      </a:r>
                      <a:endParaRPr lang="zh-CN" sz="900" b="1" kern="100" dirty="0">
                        <a:effectLst/>
                        <a:latin typeface="Times New Roman"/>
                        <a:ea typeface="宋体"/>
                      </a:endParaRPr>
                    </a:p>
                  </a:txBody>
                  <a:tcPr marL="52422" marR="52422"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22" marR="52422" marT="0" marB="0" anchor="ctr"/>
                </a:tc>
                <a:tc rowSpan="4">
                  <a:txBody>
                    <a:bodyPr/>
                    <a:lstStyle/>
                    <a:p>
                      <a:pPr algn="ctr">
                        <a:spcAft>
                          <a:spcPts val="0"/>
                        </a:spcAft>
                      </a:pPr>
                      <a:r>
                        <a:rPr lang="en-US" sz="900" kern="100" dirty="0">
                          <a:effectLst/>
                        </a:rPr>
                        <a:t>UTC </a:t>
                      </a:r>
                      <a:r>
                        <a:rPr lang="en-US" sz="900" kern="100" dirty="0" err="1">
                          <a:effectLst/>
                        </a:rPr>
                        <a:t>TIMEn</a:t>
                      </a:r>
                      <a:endParaRPr lang="zh-CN" sz="900" b="1" kern="100" dirty="0">
                        <a:effectLst/>
                        <a:latin typeface="Times New Roman"/>
                        <a:ea typeface="宋体"/>
                      </a:endParaRPr>
                    </a:p>
                  </a:txBody>
                  <a:tcPr marL="52422" marR="52422" marT="0" marB="0" anchor="ctr"/>
                </a:tc>
                <a:extLst>
                  <a:ext uri="{0D108BD9-81ED-4DB2-BD59-A6C34878D82A}">
                    <a16:rowId xmlns:a16="http://schemas.microsoft.com/office/drawing/2014/main" xmlns="" val="10005"/>
                  </a:ext>
                </a:extLst>
              </a:tr>
              <a:tr h="182871">
                <a:tc>
                  <a:txBody>
                    <a:bodyPr/>
                    <a:lstStyle/>
                    <a:p>
                      <a:pPr algn="ctr">
                        <a:spcAft>
                          <a:spcPts val="0"/>
                        </a:spcAft>
                      </a:pPr>
                      <a:r>
                        <a:rPr lang="en-US" sz="900" kern="100" dirty="0">
                          <a:effectLst/>
                        </a:rPr>
                        <a:t> </a:t>
                      </a:r>
                      <a:endParaRPr lang="zh-CN" sz="900" b="1" kern="100" dirty="0">
                        <a:effectLst/>
                        <a:latin typeface="Times New Roman"/>
                        <a:ea typeface="宋体"/>
                      </a:endParaRPr>
                    </a:p>
                  </a:txBody>
                  <a:tcPr marL="52422" marR="52422"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22" marR="52422" marT="0" marB="0" anchor="ctr"/>
                </a:tc>
                <a:tc vMerge="1">
                  <a:txBody>
                    <a:bodyPr/>
                    <a:lstStyle/>
                    <a:p>
                      <a:endParaRPr lang="zh-CN" altLang="en-US"/>
                    </a:p>
                  </a:txBody>
                  <a:tcPr/>
                </a:tc>
                <a:extLst>
                  <a:ext uri="{0D108BD9-81ED-4DB2-BD59-A6C34878D82A}">
                    <a16:rowId xmlns:a16="http://schemas.microsoft.com/office/drawing/2014/main" xmlns="" val="10006"/>
                  </a:ext>
                </a:extLst>
              </a:tr>
              <a:tr h="182871">
                <a:tc>
                  <a:txBody>
                    <a:bodyPr/>
                    <a:lstStyle/>
                    <a:p>
                      <a:pPr algn="ctr">
                        <a:spcAft>
                          <a:spcPts val="0"/>
                        </a:spcAft>
                      </a:pPr>
                      <a:r>
                        <a:rPr lang="en-US" sz="900" kern="100">
                          <a:effectLst/>
                        </a:rPr>
                        <a:t> </a:t>
                      </a:r>
                      <a:endParaRPr lang="zh-CN" sz="900" b="1" kern="100">
                        <a:effectLst/>
                        <a:latin typeface="Times New Roman"/>
                        <a:ea typeface="宋体"/>
                      </a:endParaRPr>
                    </a:p>
                  </a:txBody>
                  <a:tcPr marL="52422" marR="52422"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22" marR="52422" marT="0" marB="0" anchor="ctr"/>
                </a:tc>
                <a:tc vMerge="1">
                  <a:txBody>
                    <a:bodyPr/>
                    <a:lstStyle/>
                    <a:p>
                      <a:endParaRPr lang="zh-CN" altLang="en-US"/>
                    </a:p>
                  </a:txBody>
                  <a:tcPr/>
                </a:tc>
                <a:extLst>
                  <a:ext uri="{0D108BD9-81ED-4DB2-BD59-A6C34878D82A}">
                    <a16:rowId xmlns:a16="http://schemas.microsoft.com/office/drawing/2014/main" xmlns="" val="10007"/>
                  </a:ext>
                </a:extLst>
              </a:tr>
              <a:tr h="182871">
                <a:tc>
                  <a:txBody>
                    <a:bodyPr/>
                    <a:lstStyle/>
                    <a:p>
                      <a:pPr algn="ctr">
                        <a:spcAft>
                          <a:spcPts val="0"/>
                        </a:spcAft>
                      </a:pPr>
                      <a:r>
                        <a:rPr lang="en-US" sz="900" kern="100">
                          <a:effectLst/>
                        </a:rPr>
                        <a:t> </a:t>
                      </a:r>
                      <a:endParaRPr lang="zh-CN" sz="900" b="1" kern="100">
                        <a:effectLst/>
                        <a:latin typeface="Times New Roman"/>
                        <a:ea typeface="宋体"/>
                      </a:endParaRPr>
                    </a:p>
                  </a:txBody>
                  <a:tcPr marL="52422" marR="52422"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22" marR="52422" marT="0" marB="0" anchor="ctr"/>
                </a:tc>
                <a:tc vMerge="1">
                  <a:txBody>
                    <a:bodyPr/>
                    <a:lstStyle/>
                    <a:p>
                      <a:endParaRPr lang="zh-CN" altLang="en-US"/>
                    </a:p>
                  </a:txBody>
                  <a:tcPr/>
                </a:tc>
                <a:extLst>
                  <a:ext uri="{0D108BD9-81ED-4DB2-BD59-A6C34878D82A}">
                    <a16:rowId xmlns:a16="http://schemas.microsoft.com/office/drawing/2014/main" xmlns="" val="10008"/>
                  </a:ext>
                </a:extLst>
              </a:tr>
              <a:tr h="182871">
                <a:tc>
                  <a:txBody>
                    <a:bodyPr/>
                    <a:lstStyle/>
                    <a:p>
                      <a:pPr algn="ctr">
                        <a:spcAft>
                          <a:spcPts val="0"/>
                        </a:spcAft>
                      </a:pPr>
                      <a:r>
                        <a:rPr lang="en-US" sz="900" kern="100" dirty="0">
                          <a:effectLst/>
                        </a:rPr>
                        <a:t> </a:t>
                      </a:r>
                      <a:endParaRPr lang="zh-CN" sz="900" b="1" kern="100" dirty="0">
                        <a:effectLst/>
                        <a:latin typeface="Times New Roman"/>
                        <a:ea typeface="宋体"/>
                      </a:endParaRPr>
                    </a:p>
                  </a:txBody>
                  <a:tcPr marL="52422" marR="52422"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22" marR="52422" marT="0" marB="0" anchor="ctr"/>
                </a:tc>
                <a:tc rowSpan="4">
                  <a:txBody>
                    <a:bodyPr/>
                    <a:lstStyle/>
                    <a:p>
                      <a:pPr algn="ctr">
                        <a:spcAft>
                          <a:spcPts val="0"/>
                        </a:spcAft>
                      </a:pPr>
                      <a:r>
                        <a:rPr lang="en-US" sz="900" kern="100" dirty="0">
                          <a:effectLst/>
                        </a:rPr>
                        <a:t>EXECUTION </a:t>
                      </a:r>
                      <a:r>
                        <a:rPr lang="en-US" sz="900" kern="100" dirty="0" err="1">
                          <a:effectLst/>
                        </a:rPr>
                        <a:t>CODEn</a:t>
                      </a:r>
                      <a:endParaRPr lang="zh-CN" sz="900" b="1" kern="100" dirty="0">
                        <a:effectLst/>
                        <a:latin typeface="Times New Roman"/>
                        <a:ea typeface="宋体"/>
                      </a:endParaRPr>
                    </a:p>
                  </a:txBody>
                  <a:tcPr marL="52422" marR="52422" marT="0" marB="0" anchor="ctr"/>
                </a:tc>
                <a:extLst>
                  <a:ext uri="{0D108BD9-81ED-4DB2-BD59-A6C34878D82A}">
                    <a16:rowId xmlns:a16="http://schemas.microsoft.com/office/drawing/2014/main" xmlns="" val="10009"/>
                  </a:ext>
                </a:extLst>
              </a:tr>
              <a:tr h="182871">
                <a:tc>
                  <a:txBody>
                    <a:bodyPr/>
                    <a:lstStyle/>
                    <a:p>
                      <a:pPr algn="ctr">
                        <a:spcAft>
                          <a:spcPts val="0"/>
                        </a:spcAft>
                      </a:pPr>
                      <a:r>
                        <a:rPr lang="en-US" sz="900" kern="100" dirty="0">
                          <a:effectLst/>
                        </a:rPr>
                        <a:t> </a:t>
                      </a:r>
                      <a:endParaRPr lang="zh-CN" sz="900" b="1" kern="100" dirty="0">
                        <a:effectLst/>
                        <a:latin typeface="Times New Roman"/>
                        <a:ea typeface="宋体"/>
                      </a:endParaRPr>
                    </a:p>
                  </a:txBody>
                  <a:tcPr marL="52422" marR="52422"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22" marR="52422" marT="0" marB="0" anchor="ctr"/>
                </a:tc>
                <a:tc vMerge="1">
                  <a:txBody>
                    <a:bodyPr/>
                    <a:lstStyle/>
                    <a:p>
                      <a:endParaRPr lang="zh-CN" altLang="en-US"/>
                    </a:p>
                  </a:txBody>
                  <a:tcPr/>
                </a:tc>
                <a:extLst>
                  <a:ext uri="{0D108BD9-81ED-4DB2-BD59-A6C34878D82A}">
                    <a16:rowId xmlns:a16="http://schemas.microsoft.com/office/drawing/2014/main" xmlns="" val="10010"/>
                  </a:ext>
                </a:extLst>
              </a:tr>
              <a:tr h="182871">
                <a:tc>
                  <a:txBody>
                    <a:bodyPr/>
                    <a:lstStyle/>
                    <a:p>
                      <a:pPr algn="ctr">
                        <a:spcAft>
                          <a:spcPts val="0"/>
                        </a:spcAft>
                      </a:pPr>
                      <a:r>
                        <a:rPr lang="en-US" sz="900" kern="100">
                          <a:effectLst/>
                        </a:rPr>
                        <a:t>m+1</a:t>
                      </a:r>
                      <a:endParaRPr lang="zh-CN" sz="900" b="1" kern="100">
                        <a:effectLst/>
                        <a:latin typeface="Times New Roman"/>
                        <a:ea typeface="宋体"/>
                      </a:endParaRPr>
                    </a:p>
                  </a:txBody>
                  <a:tcPr marL="52422" marR="52422"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22" marR="52422" marT="0" marB="0" anchor="ctr"/>
                </a:tc>
                <a:tc vMerge="1">
                  <a:txBody>
                    <a:bodyPr/>
                    <a:lstStyle/>
                    <a:p>
                      <a:endParaRPr lang="zh-CN" altLang="en-US"/>
                    </a:p>
                  </a:txBody>
                  <a:tcPr/>
                </a:tc>
                <a:extLst>
                  <a:ext uri="{0D108BD9-81ED-4DB2-BD59-A6C34878D82A}">
                    <a16:rowId xmlns:a16="http://schemas.microsoft.com/office/drawing/2014/main" xmlns="" val="10011"/>
                  </a:ext>
                </a:extLst>
              </a:tr>
              <a:tr h="182871">
                <a:tc>
                  <a:txBody>
                    <a:bodyPr/>
                    <a:lstStyle/>
                    <a:p>
                      <a:pPr algn="ctr">
                        <a:spcAft>
                          <a:spcPts val="0"/>
                        </a:spcAft>
                      </a:pPr>
                      <a:r>
                        <a:rPr lang="en-US" sz="900" kern="100">
                          <a:effectLst/>
                        </a:rPr>
                        <a:t>m+2</a:t>
                      </a:r>
                      <a:endParaRPr lang="zh-CN" sz="900" b="1" kern="100">
                        <a:effectLst/>
                        <a:latin typeface="Times New Roman"/>
                        <a:ea typeface="宋体"/>
                      </a:endParaRPr>
                    </a:p>
                  </a:txBody>
                  <a:tcPr marL="52422" marR="52422"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22" marR="52422" marT="0" marB="0" anchor="ctr"/>
                </a:tc>
                <a:tc vMerge="1">
                  <a:txBody>
                    <a:bodyPr/>
                    <a:lstStyle/>
                    <a:p>
                      <a:endParaRPr lang="zh-CN" altLang="en-US"/>
                    </a:p>
                  </a:txBody>
                  <a:tcPr/>
                </a:tc>
                <a:extLst>
                  <a:ext uri="{0D108BD9-81ED-4DB2-BD59-A6C34878D82A}">
                    <a16:rowId xmlns:a16="http://schemas.microsoft.com/office/drawing/2014/main" xmlns="" val="10012"/>
                  </a:ext>
                </a:extLst>
              </a:tr>
              <a:tr h="182871">
                <a:tc>
                  <a:txBody>
                    <a:bodyPr/>
                    <a:lstStyle/>
                    <a:p>
                      <a:pPr algn="ctr">
                        <a:spcAft>
                          <a:spcPts val="0"/>
                        </a:spcAft>
                      </a:pPr>
                      <a:r>
                        <a:rPr lang="en-US" sz="900" kern="100">
                          <a:effectLst/>
                        </a:rPr>
                        <a:t> </a:t>
                      </a:r>
                      <a:endParaRPr lang="zh-CN" sz="900" b="1" kern="100">
                        <a:effectLst/>
                        <a:latin typeface="Times New Roman"/>
                        <a:ea typeface="宋体"/>
                      </a:endParaRPr>
                    </a:p>
                  </a:txBody>
                  <a:tcPr marL="52422" marR="52422" marT="0" marB="0" anchor="ctr"/>
                </a:tc>
                <a:tc>
                  <a:txBody>
                    <a:bodyPr/>
                    <a:lstStyle/>
                    <a:p>
                      <a:pPr algn="ctr">
                        <a:spcAft>
                          <a:spcPts val="0"/>
                        </a:spcAft>
                      </a:pPr>
                      <a:r>
                        <a:rPr lang="en-US" sz="900" kern="100">
                          <a:effectLst/>
                        </a:rPr>
                        <a:t>AAH</a:t>
                      </a:r>
                      <a:endParaRPr lang="zh-CN" sz="900" b="1" kern="100">
                        <a:effectLst/>
                        <a:latin typeface="Times New Roman"/>
                        <a:ea typeface="宋体"/>
                      </a:endParaRPr>
                    </a:p>
                  </a:txBody>
                  <a:tcPr marL="52422" marR="52422" marT="0" marB="0" anchor="ctr"/>
                </a:tc>
                <a:tc rowSpan="4">
                  <a:txBody>
                    <a:bodyPr/>
                    <a:lstStyle/>
                    <a:p>
                      <a:pPr algn="ctr">
                        <a:spcAft>
                          <a:spcPts val="0"/>
                        </a:spcAft>
                      </a:pPr>
                      <a:r>
                        <a:rPr lang="en-US" sz="900" kern="100" dirty="0">
                          <a:effectLst/>
                        </a:rPr>
                        <a:t>RESERVED</a:t>
                      </a:r>
                      <a:endParaRPr lang="zh-CN" sz="900" b="1" kern="100" dirty="0">
                        <a:solidFill>
                          <a:schemeClr val="dk1"/>
                        </a:solidFill>
                        <a:effectLst/>
                        <a:latin typeface="+mn-lt"/>
                        <a:ea typeface="+mn-ea"/>
                        <a:cs typeface="+mn-cs"/>
                      </a:endParaRPr>
                    </a:p>
                  </a:txBody>
                  <a:tcPr marL="52422" marR="52422" marT="0" marB="0" anchor="ctr"/>
                </a:tc>
                <a:extLst>
                  <a:ext uri="{0D108BD9-81ED-4DB2-BD59-A6C34878D82A}">
                    <a16:rowId xmlns:a16="http://schemas.microsoft.com/office/drawing/2014/main" xmlns="" val="10013"/>
                  </a:ext>
                </a:extLst>
              </a:tr>
              <a:tr h="182871">
                <a:tc>
                  <a:txBody>
                    <a:bodyPr/>
                    <a:lstStyle/>
                    <a:p>
                      <a:pPr algn="ctr">
                        <a:spcAft>
                          <a:spcPts val="0"/>
                        </a:spcAft>
                      </a:pPr>
                      <a:r>
                        <a:rPr lang="en-US" sz="900" kern="100">
                          <a:effectLst/>
                        </a:rPr>
                        <a:t> </a:t>
                      </a:r>
                      <a:endParaRPr lang="zh-CN" sz="900" b="1" kern="100">
                        <a:effectLst/>
                        <a:latin typeface="Times New Roman"/>
                        <a:ea typeface="宋体"/>
                      </a:endParaRPr>
                    </a:p>
                  </a:txBody>
                  <a:tcPr marL="52422" marR="52422" marT="0" marB="0" anchor="ctr"/>
                </a:tc>
                <a:tc>
                  <a:txBody>
                    <a:bodyPr/>
                    <a:lstStyle/>
                    <a:p>
                      <a:pPr algn="ctr">
                        <a:spcAft>
                          <a:spcPts val="0"/>
                        </a:spcAft>
                      </a:pPr>
                      <a:r>
                        <a:rPr lang="en-US" sz="900" kern="100" dirty="0">
                          <a:effectLst/>
                        </a:rPr>
                        <a:t>…</a:t>
                      </a:r>
                      <a:endParaRPr lang="zh-CN" sz="900" b="1" kern="100" dirty="0">
                        <a:effectLst/>
                        <a:latin typeface="Times New Roman"/>
                        <a:ea typeface="宋体"/>
                      </a:endParaRPr>
                    </a:p>
                  </a:txBody>
                  <a:tcPr marL="52422" marR="52422" marT="0" marB="0" anchor="ctr"/>
                </a:tc>
                <a:tc vMerge="1">
                  <a:txBody>
                    <a:bodyPr/>
                    <a:lstStyle/>
                    <a:p>
                      <a:endParaRPr lang="zh-CN" altLang="en-US"/>
                    </a:p>
                  </a:txBody>
                  <a:tcPr/>
                </a:tc>
                <a:extLst>
                  <a:ext uri="{0D108BD9-81ED-4DB2-BD59-A6C34878D82A}">
                    <a16:rowId xmlns:a16="http://schemas.microsoft.com/office/drawing/2014/main" xmlns="" val="10014"/>
                  </a:ext>
                </a:extLst>
              </a:tr>
              <a:tr h="182871">
                <a:tc>
                  <a:txBody>
                    <a:bodyPr/>
                    <a:lstStyle/>
                    <a:p>
                      <a:pPr algn="ctr">
                        <a:spcAft>
                          <a:spcPts val="0"/>
                        </a:spcAft>
                      </a:pPr>
                      <a:r>
                        <a:rPr lang="en-US" sz="900" kern="100">
                          <a:effectLst/>
                        </a:rPr>
                        <a:t> </a:t>
                      </a:r>
                      <a:endParaRPr lang="zh-CN" sz="900" b="1" kern="100">
                        <a:effectLst/>
                        <a:latin typeface="Times New Roman"/>
                        <a:ea typeface="宋体"/>
                      </a:endParaRPr>
                    </a:p>
                  </a:txBody>
                  <a:tcPr marL="52422" marR="52422" marT="0" marB="0" anchor="ctr"/>
                </a:tc>
                <a:tc>
                  <a:txBody>
                    <a:bodyPr/>
                    <a:lstStyle/>
                    <a:p>
                      <a:pPr algn="ctr">
                        <a:spcAft>
                          <a:spcPts val="0"/>
                        </a:spcAft>
                      </a:pPr>
                      <a:r>
                        <a:rPr lang="en-US" sz="900" kern="100" dirty="0">
                          <a:effectLst/>
                        </a:rPr>
                        <a:t>AAH</a:t>
                      </a:r>
                      <a:endParaRPr lang="zh-CN" sz="900" b="1" kern="100" dirty="0">
                        <a:effectLst/>
                        <a:latin typeface="Times New Roman"/>
                        <a:ea typeface="宋体"/>
                      </a:endParaRPr>
                    </a:p>
                  </a:txBody>
                  <a:tcPr marL="52422" marR="52422" marT="0" marB="0" anchor="ctr"/>
                </a:tc>
                <a:tc vMerge="1">
                  <a:txBody>
                    <a:bodyPr/>
                    <a:lstStyle/>
                    <a:p>
                      <a:endParaRPr lang="zh-CN" altLang="en-US"/>
                    </a:p>
                  </a:txBody>
                  <a:tcPr/>
                </a:tc>
                <a:extLst>
                  <a:ext uri="{0D108BD9-81ED-4DB2-BD59-A6C34878D82A}">
                    <a16:rowId xmlns:a16="http://schemas.microsoft.com/office/drawing/2014/main" xmlns="" val="10015"/>
                  </a:ext>
                </a:extLst>
              </a:tr>
              <a:tr h="182871">
                <a:tc>
                  <a:txBody>
                    <a:bodyPr/>
                    <a:lstStyle/>
                    <a:p>
                      <a:pPr algn="ctr"/>
                      <a:r>
                        <a:rPr lang="en-US" altLang="zh-CN" sz="900" kern="100" dirty="0">
                          <a:effectLst/>
                        </a:rPr>
                        <a:t>L-1</a:t>
                      </a:r>
                      <a:endParaRPr lang="zh-CN" altLang="en-US" sz="900" b="1" kern="100" dirty="0">
                        <a:solidFill>
                          <a:schemeClr val="dk1"/>
                        </a:solidFill>
                        <a:effectLst/>
                        <a:latin typeface="+mn-lt"/>
                        <a:ea typeface="+mn-ea"/>
                        <a:cs typeface="+mn-cs"/>
                      </a:endParaRPr>
                    </a:p>
                  </a:txBody>
                  <a:tcPr marL="52422" marR="52422" marT="0" marB="0" anchor="ctr"/>
                </a:tc>
                <a:tc>
                  <a:txBody>
                    <a:bodyPr/>
                    <a:lstStyle/>
                    <a:p>
                      <a:pPr algn="ctr"/>
                      <a:r>
                        <a:rPr lang="en-US" altLang="zh-CN" sz="900" kern="100" dirty="0">
                          <a:effectLst/>
                        </a:rPr>
                        <a:t>AAH</a:t>
                      </a:r>
                      <a:endParaRPr lang="zh-CN" altLang="en-US" sz="900" b="1" kern="100" dirty="0">
                        <a:solidFill>
                          <a:schemeClr val="dk1"/>
                        </a:solidFill>
                        <a:effectLst/>
                        <a:latin typeface="+mn-lt"/>
                        <a:ea typeface="+mn-ea"/>
                        <a:cs typeface="+mn-cs"/>
                      </a:endParaRPr>
                    </a:p>
                  </a:txBody>
                  <a:tcPr marL="52422" marR="52422" marT="0" marB="0" anchor="ctr"/>
                </a:tc>
                <a:tc vMerge="1">
                  <a:txBody>
                    <a:bodyPr/>
                    <a:lstStyle/>
                    <a:p>
                      <a:endParaRPr lang="zh-CN" altLang="en-US"/>
                    </a:p>
                  </a:txBody>
                  <a:tcPr/>
                </a:tc>
                <a:extLst>
                  <a:ext uri="{0D108BD9-81ED-4DB2-BD59-A6C34878D82A}">
                    <a16:rowId xmlns:a16="http://schemas.microsoft.com/office/drawing/2014/main" xmlns="" val="10016"/>
                  </a:ext>
                </a:extLst>
              </a:tr>
            </a:tbl>
          </a:graphicData>
        </a:graphic>
      </p:graphicFrame>
    </p:spTree>
    <p:extLst>
      <p:ext uri="{BB962C8B-B14F-4D97-AF65-F5344CB8AC3E}">
        <p14:creationId xmlns:p14="http://schemas.microsoft.com/office/powerpoint/2010/main" val="13059086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4: Time Calibration</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67</a:t>
            </a:fld>
            <a:r>
              <a:rPr lang="zh-CN" altLang="en-US"/>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699542"/>
            <a:ext cx="8255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50000"/>
              </a:lnSpc>
            </a:pPr>
            <a:r>
              <a:rPr lang="en-US" altLang="zh-CN" dirty="0">
                <a:solidFill>
                  <a:srgbClr val="FF0000"/>
                </a:solidFill>
              </a:rPr>
              <a:t>TTC data block format</a:t>
            </a:r>
            <a:r>
              <a:rPr lang="en-US" altLang="zh-CN" sz="2400" dirty="0">
                <a:solidFill>
                  <a:srgbClr val="FF0000"/>
                </a:solidFill>
              </a:rPr>
              <a:t>.</a:t>
            </a:r>
            <a:endParaRPr lang="en-US" altLang="zh-CN" sz="2400" dirty="0">
              <a:solidFill>
                <a:schemeClr val="tx1"/>
              </a:solidFill>
            </a:endParaRPr>
          </a:p>
        </p:txBody>
      </p:sp>
      <p:sp>
        <p:nvSpPr>
          <p:cNvPr id="8" name="矩形 3"/>
          <p:cNvSpPr>
            <a:spLocks noChangeArrowheads="1"/>
          </p:cNvSpPr>
          <p:nvPr/>
        </p:nvSpPr>
        <p:spPr bwMode="auto">
          <a:xfrm>
            <a:off x="4584700" y="844153"/>
            <a:ext cx="4572000" cy="41857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lvl="0" algn="ctr" fontAlgn="base">
              <a:spcBef>
                <a:spcPct val="0"/>
              </a:spcBef>
              <a:spcAft>
                <a:spcPct val="0"/>
              </a:spcAft>
            </a:pPr>
            <a:r>
              <a:rPr lang="fi-FI" altLang="zh-CN" sz="1600" b="1" dirty="0">
                <a:solidFill>
                  <a:srgbClr val="575F6D"/>
                </a:solidFill>
                <a:latin typeface="Arial" pitchFamily="34" charset="0"/>
                <a:ea typeface="宋体" pitchFamily="2" charset="-122"/>
              </a:rPr>
              <a:t>77 18 69 </a:t>
            </a:r>
          </a:p>
          <a:p>
            <a:pPr lvl="0" algn="ctr" fontAlgn="base">
              <a:spcBef>
                <a:spcPct val="0"/>
              </a:spcBef>
              <a:spcAft>
                <a:spcPct val="0"/>
              </a:spcAft>
            </a:pPr>
            <a:r>
              <a:rPr lang="fi-FI" altLang="zh-CN" sz="1600" b="1" dirty="0">
                <a:solidFill>
                  <a:srgbClr val="575F6D"/>
                </a:solidFill>
                <a:latin typeface="Arial" pitchFamily="34" charset="0"/>
                <a:ea typeface="宋体" pitchFamily="2" charset="-122"/>
              </a:rPr>
              <a:t>00 11 00 3F 00 </a:t>
            </a:r>
          </a:p>
          <a:p>
            <a:pPr lvl="0" algn="ctr" fontAlgn="base">
              <a:spcBef>
                <a:spcPct val="0"/>
              </a:spcBef>
              <a:spcAft>
                <a:spcPct val="0"/>
              </a:spcAft>
            </a:pPr>
            <a:r>
              <a:rPr lang="fi-FI" altLang="zh-CN" sz="1600" b="1" dirty="0">
                <a:solidFill>
                  <a:srgbClr val="FF0000"/>
                </a:solidFill>
                <a:latin typeface="Arial" pitchFamily="34" charset="0"/>
                <a:ea typeface="宋体" pitchFamily="2" charset="-122"/>
              </a:rPr>
              <a:t>80</a:t>
            </a:r>
            <a:r>
              <a:rPr lang="fi-FI" altLang="zh-CN" sz="1600" b="1" dirty="0">
                <a:solidFill>
                  <a:srgbClr val="575F6D"/>
                </a:solidFill>
                <a:latin typeface="Arial" pitchFamily="34" charset="0"/>
                <a:ea typeface="宋体" pitchFamily="2" charset="-122"/>
              </a:rPr>
              <a:t> </a:t>
            </a:r>
          </a:p>
          <a:p>
            <a:pPr lvl="0" algn="ctr" fontAlgn="base">
              <a:spcBef>
                <a:spcPct val="0"/>
              </a:spcBef>
              <a:spcAft>
                <a:spcPct val="0"/>
              </a:spcAft>
            </a:pPr>
            <a:r>
              <a:rPr lang="fi-FI" altLang="zh-CN" sz="1600" b="1" dirty="0">
                <a:solidFill>
                  <a:srgbClr val="575F6D"/>
                </a:solidFill>
                <a:latin typeface="Arial" pitchFamily="34" charset="0"/>
                <a:ea typeface="宋体" pitchFamily="2" charset="-122"/>
              </a:rPr>
              <a:t>16 = </a:t>
            </a:r>
            <a:r>
              <a:rPr lang="zh-CN" altLang="en-US" sz="1600" b="1" dirty="0">
                <a:solidFill>
                  <a:srgbClr val="575F6D"/>
                </a:solidFill>
                <a:latin typeface="Arial" pitchFamily="34" charset="0"/>
                <a:ea typeface="宋体" pitchFamily="2" charset="-122"/>
              </a:rPr>
              <a:t>（</a:t>
            </a:r>
            <a:r>
              <a:rPr lang="en-US" altLang="zh-CN" sz="1600" b="1" dirty="0">
                <a:solidFill>
                  <a:srgbClr val="575F6D"/>
                </a:solidFill>
                <a:latin typeface="Arial" pitchFamily="34" charset="0"/>
                <a:ea typeface="宋体" pitchFamily="2" charset="-122"/>
              </a:rPr>
              <a:t>2*10+2</a:t>
            </a:r>
            <a:r>
              <a:rPr lang="zh-CN" altLang="en-US" sz="1600" b="1" dirty="0">
                <a:solidFill>
                  <a:srgbClr val="575F6D"/>
                </a:solidFill>
                <a:latin typeface="Arial" pitchFamily="34" charset="0"/>
                <a:ea typeface="宋体" pitchFamily="2" charset="-122"/>
              </a:rPr>
              <a:t>）</a:t>
            </a:r>
            <a:r>
              <a:rPr lang="fi-FI" altLang="zh-CN" sz="1600" b="1" dirty="0">
                <a:solidFill>
                  <a:srgbClr val="575F6D"/>
                </a:solidFill>
                <a:latin typeface="Arial" pitchFamily="34" charset="0"/>
                <a:ea typeface="宋体" pitchFamily="2" charset="-122"/>
              </a:rPr>
              <a:t> </a:t>
            </a:r>
          </a:p>
          <a:p>
            <a:pPr lvl="0" algn="ctr" fontAlgn="base">
              <a:spcBef>
                <a:spcPct val="0"/>
              </a:spcBef>
              <a:spcAft>
                <a:spcPct val="0"/>
              </a:spcAft>
            </a:pPr>
            <a:r>
              <a:rPr lang="fi-FI" altLang="zh-CN" sz="1600" b="1" dirty="0">
                <a:solidFill>
                  <a:srgbClr val="575F6D"/>
                </a:solidFill>
                <a:latin typeface="Arial" pitchFamily="34" charset="0"/>
                <a:ea typeface="宋体" pitchFamily="2" charset="-122"/>
              </a:rPr>
              <a:t>00 </a:t>
            </a:r>
          </a:p>
          <a:p>
            <a:pPr lvl="0" algn="ctr" fontAlgn="base">
              <a:spcBef>
                <a:spcPct val="0"/>
              </a:spcBef>
              <a:spcAft>
                <a:spcPct val="0"/>
              </a:spcAft>
            </a:pPr>
            <a:r>
              <a:rPr lang="fi-FI" altLang="zh-CN" sz="1600" b="1" dirty="0">
                <a:solidFill>
                  <a:srgbClr val="575F6D"/>
                </a:solidFill>
                <a:latin typeface="Arial" pitchFamily="34" charset="0"/>
                <a:ea typeface="宋体" pitchFamily="2" charset="-122"/>
              </a:rPr>
              <a:t>02</a:t>
            </a:r>
          </a:p>
          <a:p>
            <a:pPr lvl="0" algn="ctr" fontAlgn="base">
              <a:spcBef>
                <a:spcPct val="0"/>
              </a:spcBef>
              <a:spcAft>
                <a:spcPct val="0"/>
              </a:spcAft>
            </a:pPr>
            <a:r>
              <a:rPr lang="fi-FI" altLang="zh-CN" sz="1600" b="1" dirty="0">
                <a:solidFill>
                  <a:srgbClr val="575F6D"/>
                </a:solidFill>
                <a:latin typeface="Arial" pitchFamily="34" charset="0"/>
                <a:ea typeface="宋体" pitchFamily="2" charset="-122"/>
              </a:rPr>
              <a:t>01</a:t>
            </a:r>
          </a:p>
          <a:p>
            <a:pPr lvl="0" algn="ctr" fontAlgn="base">
              <a:spcBef>
                <a:spcPct val="0"/>
              </a:spcBef>
              <a:spcAft>
                <a:spcPct val="0"/>
              </a:spcAft>
            </a:pPr>
            <a:r>
              <a:rPr lang="fi-FI" altLang="zh-CN" sz="1600" b="1" dirty="0">
                <a:solidFill>
                  <a:srgbClr val="575F6D"/>
                </a:solidFill>
                <a:latin typeface="Arial" pitchFamily="34" charset="0"/>
                <a:ea typeface="宋体" pitchFamily="2" charset="-122"/>
              </a:rPr>
              <a:t> </a:t>
            </a:r>
            <a:r>
              <a:rPr lang="fi-FI" altLang="zh-CN" sz="1600" b="1" dirty="0">
                <a:solidFill>
                  <a:srgbClr val="FF0000"/>
                </a:solidFill>
                <a:latin typeface="Arial" pitchFamily="34" charset="0"/>
                <a:ea typeface="宋体" pitchFamily="2" charset="-122"/>
              </a:rPr>
              <a:t>10 06 DB FA </a:t>
            </a:r>
          </a:p>
          <a:p>
            <a:pPr lvl="0" algn="ctr" fontAlgn="base">
              <a:spcBef>
                <a:spcPct val="0"/>
              </a:spcBef>
              <a:spcAft>
                <a:spcPct val="0"/>
              </a:spcAft>
            </a:pPr>
            <a:r>
              <a:rPr lang="fi-FI" altLang="zh-CN" sz="1600" b="1" dirty="0">
                <a:solidFill>
                  <a:srgbClr val="575F6D"/>
                </a:solidFill>
                <a:latin typeface="Arial" pitchFamily="34" charset="0"/>
                <a:ea typeface="宋体" pitchFamily="2" charset="-122"/>
              </a:rPr>
              <a:t>13 12 02 AA </a:t>
            </a:r>
          </a:p>
          <a:p>
            <a:pPr lvl="0" algn="ctr" fontAlgn="base">
              <a:spcBef>
                <a:spcPct val="0"/>
              </a:spcBef>
              <a:spcAft>
                <a:spcPct val="0"/>
              </a:spcAft>
            </a:pPr>
            <a:r>
              <a:rPr lang="fi-FI" altLang="zh-CN" sz="1600" b="1" dirty="0">
                <a:solidFill>
                  <a:srgbClr val="575F6D"/>
                </a:solidFill>
                <a:latin typeface="Arial" pitchFamily="34" charset="0"/>
                <a:ea typeface="宋体" pitchFamily="2" charset="-122"/>
              </a:rPr>
              <a:t>01</a:t>
            </a:r>
          </a:p>
          <a:p>
            <a:pPr lvl="0" algn="ctr" fontAlgn="base">
              <a:spcBef>
                <a:spcPct val="0"/>
              </a:spcBef>
              <a:spcAft>
                <a:spcPct val="0"/>
              </a:spcAft>
            </a:pPr>
            <a:r>
              <a:rPr lang="fi-FI" altLang="zh-CN" sz="1600" b="1" dirty="0">
                <a:solidFill>
                  <a:srgbClr val="FF0000"/>
                </a:solidFill>
                <a:latin typeface="Arial" pitchFamily="34" charset="0"/>
                <a:ea typeface="宋体" pitchFamily="2" charset="-122"/>
              </a:rPr>
              <a:t>10 06 DC 04 </a:t>
            </a:r>
          </a:p>
          <a:p>
            <a:pPr lvl="0" algn="ctr" fontAlgn="base">
              <a:spcBef>
                <a:spcPct val="0"/>
              </a:spcBef>
              <a:spcAft>
                <a:spcPct val="0"/>
              </a:spcAft>
            </a:pPr>
            <a:r>
              <a:rPr lang="fi-FI" altLang="zh-CN" sz="1600" b="1" dirty="0">
                <a:solidFill>
                  <a:srgbClr val="575F6D"/>
                </a:solidFill>
                <a:latin typeface="Arial" pitchFamily="34" charset="0"/>
                <a:ea typeface="宋体" pitchFamily="2" charset="-122"/>
              </a:rPr>
              <a:t>00 01 80 00 </a:t>
            </a:r>
          </a:p>
          <a:p>
            <a:pPr lvl="0" algn="ctr" fontAlgn="base">
              <a:spcBef>
                <a:spcPct val="0"/>
              </a:spcBef>
              <a:spcAft>
                <a:spcPct val="0"/>
              </a:spcAft>
            </a:pPr>
            <a:r>
              <a:rPr lang="fi-FI" altLang="zh-CN" sz="1600" b="1" dirty="0">
                <a:solidFill>
                  <a:srgbClr val="575F6D"/>
                </a:solidFill>
                <a:latin typeface="Arial" pitchFamily="34" charset="0"/>
                <a:ea typeface="宋体" pitchFamily="2" charset="-122"/>
              </a:rPr>
              <a:t>AA AA AA AA AA AA AA AA AA AA AA AA AA AA AA AA AA AA AA AA AA AA AA AA AA AA AA AA AA AA AA AA AA AA AA AA AA 77 83 33 C9</a:t>
            </a:r>
            <a:endParaRPr lang="zh-CN" altLang="en-US" sz="1600" b="1" dirty="0">
              <a:solidFill>
                <a:srgbClr val="575F6D"/>
              </a:solidFill>
              <a:latin typeface="Arial" pitchFamily="34" charset="0"/>
              <a:ea typeface="宋体" pitchFamily="2" charset="-122"/>
            </a:endParaRPr>
          </a:p>
        </p:txBody>
      </p:sp>
      <p:cxnSp>
        <p:nvCxnSpPr>
          <p:cNvPr id="9" name="直接箭头连接符 5"/>
          <p:cNvCxnSpPr>
            <a:cxnSpLocks noChangeShapeType="1"/>
          </p:cNvCxnSpPr>
          <p:nvPr/>
        </p:nvCxnSpPr>
        <p:spPr bwMode="auto">
          <a:xfrm flipH="1">
            <a:off x="4572000" y="1491854"/>
            <a:ext cx="2087564" cy="94655"/>
          </a:xfrm>
          <a:prstGeom prst="straightConnector1">
            <a:avLst/>
          </a:prstGeom>
          <a:noFill/>
          <a:ln w="9525" algn="ctr">
            <a:solidFill>
              <a:schemeClr val="folHlink"/>
            </a:solidFill>
            <a:round/>
            <a:headEnd/>
            <a:tailEnd type="arrow" w="med" len="med"/>
          </a:ln>
          <a:extLst>
            <a:ext uri="{909E8E84-426E-40DD-AFC4-6F175D3DCCD1}">
              <a14:hiddenFill xmlns:a14="http://schemas.microsoft.com/office/drawing/2010/main">
                <a:noFill/>
              </a14:hiddenFill>
            </a:ext>
          </a:extLst>
        </p:spPr>
      </p:cxnSp>
      <p:cxnSp>
        <p:nvCxnSpPr>
          <p:cNvPr id="10" name="直接箭头连接符 7"/>
          <p:cNvCxnSpPr>
            <a:cxnSpLocks noChangeShapeType="1"/>
          </p:cNvCxnSpPr>
          <p:nvPr/>
        </p:nvCxnSpPr>
        <p:spPr bwMode="auto">
          <a:xfrm flipH="1">
            <a:off x="4572000" y="1681162"/>
            <a:ext cx="2087564" cy="26492"/>
          </a:xfrm>
          <a:prstGeom prst="straightConnector1">
            <a:avLst/>
          </a:prstGeom>
          <a:noFill/>
          <a:ln w="9525" algn="ctr">
            <a:solidFill>
              <a:schemeClr val="folHlink"/>
            </a:solidFill>
            <a:round/>
            <a:headEnd/>
            <a:tailEnd type="arrow" w="med" len="med"/>
          </a:ln>
          <a:extLst>
            <a:ext uri="{909E8E84-426E-40DD-AFC4-6F175D3DCCD1}">
              <a14:hiddenFill xmlns:a14="http://schemas.microsoft.com/office/drawing/2010/main">
                <a:noFill/>
              </a14:hiddenFill>
            </a:ext>
          </a:extLst>
        </p:spPr>
      </p:cxnSp>
      <p:cxnSp>
        <p:nvCxnSpPr>
          <p:cNvPr id="11" name="直接箭头连接符 10"/>
          <p:cNvCxnSpPr>
            <a:cxnSpLocks noChangeShapeType="1"/>
          </p:cNvCxnSpPr>
          <p:nvPr/>
        </p:nvCxnSpPr>
        <p:spPr bwMode="auto">
          <a:xfrm flipH="1" flipV="1">
            <a:off x="4584700" y="1843088"/>
            <a:ext cx="2074864" cy="80591"/>
          </a:xfrm>
          <a:prstGeom prst="straightConnector1">
            <a:avLst/>
          </a:prstGeom>
          <a:noFill/>
          <a:ln w="9525" algn="ctr">
            <a:solidFill>
              <a:schemeClr val="folHlink"/>
            </a:solidFill>
            <a:round/>
            <a:headEnd/>
            <a:tailEnd type="arrow" w="med" len="med"/>
          </a:ln>
          <a:extLst>
            <a:ext uri="{909E8E84-426E-40DD-AFC4-6F175D3DCCD1}">
              <a14:hiddenFill xmlns:a14="http://schemas.microsoft.com/office/drawing/2010/main">
                <a:noFill/>
              </a14:hiddenFill>
            </a:ext>
          </a:extLst>
        </p:spPr>
      </p:cxnSp>
      <p:cxnSp>
        <p:nvCxnSpPr>
          <p:cNvPr id="12" name="直接箭头连接符 12"/>
          <p:cNvCxnSpPr>
            <a:cxnSpLocks noChangeShapeType="1"/>
          </p:cNvCxnSpPr>
          <p:nvPr/>
        </p:nvCxnSpPr>
        <p:spPr bwMode="auto">
          <a:xfrm flipH="1" flipV="1">
            <a:off x="4584700" y="1977685"/>
            <a:ext cx="2074864" cy="161870"/>
          </a:xfrm>
          <a:prstGeom prst="straightConnector1">
            <a:avLst/>
          </a:prstGeom>
          <a:noFill/>
          <a:ln w="9525" algn="ctr">
            <a:solidFill>
              <a:schemeClr val="folHlink"/>
            </a:solidFill>
            <a:round/>
            <a:headEnd/>
            <a:tailEnd type="arrow" w="med" len="med"/>
          </a:ln>
          <a:extLst>
            <a:ext uri="{909E8E84-426E-40DD-AFC4-6F175D3DCCD1}">
              <a14:hiddenFill xmlns:a14="http://schemas.microsoft.com/office/drawing/2010/main">
                <a:noFill/>
              </a14:hiddenFill>
            </a:ext>
          </a:extLst>
        </p:spPr>
      </p:cxnSp>
      <p:cxnSp>
        <p:nvCxnSpPr>
          <p:cNvPr id="13" name="直接箭头连接符 14"/>
          <p:cNvCxnSpPr>
            <a:cxnSpLocks noChangeShapeType="1"/>
          </p:cNvCxnSpPr>
          <p:nvPr/>
        </p:nvCxnSpPr>
        <p:spPr bwMode="auto">
          <a:xfrm flipH="1" flipV="1">
            <a:off x="4572000" y="2247715"/>
            <a:ext cx="2087564" cy="67364"/>
          </a:xfrm>
          <a:prstGeom prst="straightConnector1">
            <a:avLst/>
          </a:prstGeom>
          <a:noFill/>
          <a:ln w="9525" algn="ctr">
            <a:solidFill>
              <a:schemeClr val="folHlink"/>
            </a:solidFill>
            <a:round/>
            <a:headEnd/>
            <a:tailEnd type="arrow" w="med" len="med"/>
          </a:ln>
          <a:extLst>
            <a:ext uri="{909E8E84-426E-40DD-AFC4-6F175D3DCCD1}">
              <a14:hiddenFill xmlns:a14="http://schemas.microsoft.com/office/drawing/2010/main">
                <a:noFill/>
              </a14:hiddenFill>
            </a:ext>
          </a:extLst>
        </p:spPr>
      </p:cxnSp>
      <p:cxnSp>
        <p:nvCxnSpPr>
          <p:cNvPr id="14" name="直接箭头连接符 16"/>
          <p:cNvCxnSpPr>
            <a:cxnSpLocks noChangeShapeType="1"/>
          </p:cNvCxnSpPr>
          <p:nvPr/>
        </p:nvCxnSpPr>
        <p:spPr bwMode="auto">
          <a:xfrm flipH="1">
            <a:off x="4584700" y="2609850"/>
            <a:ext cx="1608138" cy="0"/>
          </a:xfrm>
          <a:prstGeom prst="straightConnector1">
            <a:avLst/>
          </a:prstGeom>
          <a:noFill/>
          <a:ln w="9525" algn="ctr">
            <a:solidFill>
              <a:schemeClr val="folHlink"/>
            </a:solidFill>
            <a:round/>
            <a:headEnd/>
            <a:tailEnd type="arrow" w="med" len="med"/>
          </a:ln>
          <a:extLst>
            <a:ext uri="{909E8E84-426E-40DD-AFC4-6F175D3DCCD1}">
              <a14:hiddenFill xmlns:a14="http://schemas.microsoft.com/office/drawing/2010/main">
                <a:noFill/>
              </a14:hiddenFill>
            </a:ext>
          </a:extLst>
        </p:spPr>
      </p:cxnSp>
      <p:cxnSp>
        <p:nvCxnSpPr>
          <p:cNvPr id="15" name="直接箭头连接符 18"/>
          <p:cNvCxnSpPr>
            <a:cxnSpLocks noChangeShapeType="1"/>
            <a:endCxn id="17" idx="3"/>
          </p:cNvCxnSpPr>
          <p:nvPr/>
        </p:nvCxnSpPr>
        <p:spPr bwMode="auto">
          <a:xfrm flipH="1">
            <a:off x="4584700" y="2861074"/>
            <a:ext cx="1608138" cy="267610"/>
          </a:xfrm>
          <a:prstGeom prst="straightConnector1">
            <a:avLst/>
          </a:prstGeom>
          <a:noFill/>
          <a:ln w="9525" algn="ctr">
            <a:solidFill>
              <a:schemeClr val="folHlink"/>
            </a:solidFill>
            <a:round/>
            <a:headEnd/>
            <a:tailEnd type="arrow" w="med" len="med"/>
          </a:ln>
          <a:extLst>
            <a:ext uri="{909E8E84-426E-40DD-AFC4-6F175D3DCCD1}">
              <a14:hiddenFill xmlns:a14="http://schemas.microsoft.com/office/drawing/2010/main">
                <a:noFill/>
              </a14:hiddenFill>
            </a:ext>
          </a:extLst>
        </p:spPr>
      </p:cxnSp>
      <p:cxnSp>
        <p:nvCxnSpPr>
          <p:cNvPr id="16" name="直接箭头连接符 20"/>
          <p:cNvCxnSpPr>
            <a:cxnSpLocks noChangeShapeType="1"/>
          </p:cNvCxnSpPr>
          <p:nvPr/>
        </p:nvCxnSpPr>
        <p:spPr bwMode="auto">
          <a:xfrm flipH="1">
            <a:off x="4584700" y="2992020"/>
            <a:ext cx="2147540" cy="659850"/>
          </a:xfrm>
          <a:prstGeom prst="straightConnector1">
            <a:avLst/>
          </a:prstGeom>
          <a:noFill/>
          <a:ln w="9525" algn="ctr">
            <a:solidFill>
              <a:schemeClr val="folHlink"/>
            </a:solidFill>
            <a:round/>
            <a:headEnd/>
            <a:tailEnd type="arrow" w="med" len="med"/>
          </a:ln>
          <a:extLst>
            <a:ext uri="{909E8E84-426E-40DD-AFC4-6F175D3DCCD1}">
              <a14:hiddenFill xmlns:a14="http://schemas.microsoft.com/office/drawing/2010/main">
                <a:noFill/>
              </a14:hiddenFill>
            </a:ext>
          </a:extLst>
        </p:spPr>
      </p:cxnSp>
      <p:graphicFrame>
        <p:nvGraphicFramePr>
          <p:cNvPr id="17" name="表格 16"/>
          <p:cNvGraphicFramePr>
            <a:graphicFrameLocks noGrp="1"/>
          </p:cNvGraphicFramePr>
          <p:nvPr>
            <p:extLst>
              <p:ext uri="{D42A27DB-BD31-4B8C-83A1-F6EECF244321}">
                <p14:modId xmlns:p14="http://schemas.microsoft.com/office/powerpoint/2010/main" val="3567383347"/>
              </p:ext>
            </p:extLst>
          </p:nvPr>
        </p:nvGraphicFramePr>
        <p:xfrm>
          <a:off x="683568" y="1250157"/>
          <a:ext cx="3901132" cy="3757055"/>
        </p:xfrm>
        <a:graphic>
          <a:graphicData uri="http://schemas.openxmlformats.org/drawingml/2006/table">
            <a:tbl>
              <a:tblPr firstRow="1" firstCol="1" bandRow="1" bandCol="1">
                <a:tableStyleId>{69CF1AB2-1976-4502-BF36-3FF5EA218861}</a:tableStyleId>
              </a:tblPr>
              <a:tblGrid>
                <a:gridCol w="561239">
                  <a:extLst>
                    <a:ext uri="{9D8B030D-6E8A-4147-A177-3AD203B41FA5}">
                      <a16:colId xmlns:a16="http://schemas.microsoft.com/office/drawing/2014/main" xmlns="" val="20000"/>
                    </a:ext>
                  </a:extLst>
                </a:gridCol>
                <a:gridCol w="630085">
                  <a:extLst>
                    <a:ext uri="{9D8B030D-6E8A-4147-A177-3AD203B41FA5}">
                      <a16:colId xmlns:a16="http://schemas.microsoft.com/office/drawing/2014/main" xmlns="" val="20001"/>
                    </a:ext>
                  </a:extLst>
                </a:gridCol>
                <a:gridCol w="2709808">
                  <a:extLst>
                    <a:ext uri="{9D8B030D-6E8A-4147-A177-3AD203B41FA5}">
                      <a16:colId xmlns:a16="http://schemas.microsoft.com/office/drawing/2014/main" xmlns="" val="20002"/>
                    </a:ext>
                  </a:extLst>
                </a:gridCol>
              </a:tblGrid>
              <a:tr h="248045">
                <a:tc>
                  <a:txBody>
                    <a:bodyPr/>
                    <a:lstStyle/>
                    <a:p>
                      <a:pPr algn="ctr">
                        <a:spcAft>
                          <a:spcPts val="0"/>
                        </a:spcAft>
                      </a:pPr>
                      <a:r>
                        <a:rPr lang="x-none" sz="900" kern="100" cap="all" dirty="0">
                          <a:effectLst/>
                        </a:rPr>
                        <a:t>NO</a:t>
                      </a:r>
                      <a:endParaRPr lang="zh-CN" sz="900" b="1" kern="100" dirty="0">
                        <a:effectLst/>
                        <a:latin typeface="Times New Roman"/>
                        <a:ea typeface="宋体"/>
                      </a:endParaRPr>
                    </a:p>
                  </a:txBody>
                  <a:tcPr marL="52415" marR="52415" marT="0" marB="0" anchor="ctr"/>
                </a:tc>
                <a:tc>
                  <a:txBody>
                    <a:bodyPr/>
                    <a:lstStyle/>
                    <a:p>
                      <a:pPr algn="ctr">
                        <a:spcAft>
                          <a:spcPts val="0"/>
                        </a:spcAft>
                      </a:pPr>
                      <a:r>
                        <a:rPr lang="x-none" sz="900" kern="100" cap="all" dirty="0">
                          <a:effectLst/>
                        </a:rPr>
                        <a:t>DATA</a:t>
                      </a:r>
                      <a:endParaRPr lang="zh-CN" sz="900" b="1" kern="100" dirty="0">
                        <a:effectLst/>
                        <a:latin typeface="Times New Roman"/>
                        <a:ea typeface="宋体"/>
                      </a:endParaRPr>
                    </a:p>
                  </a:txBody>
                  <a:tcPr marL="52415" marR="52415" marT="0" marB="0" anchor="ctr"/>
                </a:tc>
                <a:tc>
                  <a:txBody>
                    <a:bodyPr/>
                    <a:lstStyle/>
                    <a:p>
                      <a:pPr algn="ctr">
                        <a:spcAft>
                          <a:spcPts val="0"/>
                        </a:spcAft>
                      </a:pPr>
                      <a:r>
                        <a:rPr lang="x-none" sz="900" kern="100" cap="all" dirty="0">
                          <a:effectLst/>
                        </a:rPr>
                        <a:t>DESCRIPTION</a:t>
                      </a:r>
                      <a:endParaRPr lang="zh-CN" sz="900" b="1" kern="100" dirty="0">
                        <a:effectLst/>
                        <a:latin typeface="Times New Roman"/>
                        <a:ea typeface="宋体"/>
                      </a:endParaRPr>
                    </a:p>
                  </a:txBody>
                  <a:tcPr marL="52415" marR="52415" marT="0" marB="0" anchor="ctr"/>
                </a:tc>
                <a:extLst>
                  <a:ext uri="{0D108BD9-81ED-4DB2-BD59-A6C34878D82A}">
                    <a16:rowId xmlns:a16="http://schemas.microsoft.com/office/drawing/2014/main" xmlns="" val="10000"/>
                  </a:ext>
                </a:extLst>
              </a:tr>
              <a:tr h="137160">
                <a:tc>
                  <a:txBody>
                    <a:bodyPr/>
                    <a:lstStyle/>
                    <a:p>
                      <a:pPr algn="ctr">
                        <a:spcAft>
                          <a:spcPts val="0"/>
                        </a:spcAft>
                      </a:pPr>
                      <a:r>
                        <a:rPr lang="en-US" sz="900" kern="100" dirty="0">
                          <a:effectLst/>
                        </a:rPr>
                        <a:t>0</a:t>
                      </a:r>
                      <a:endParaRPr lang="zh-CN" sz="900" b="1" kern="100" dirty="0">
                        <a:effectLst/>
                        <a:latin typeface="Times New Roman"/>
                        <a:ea typeface="宋体"/>
                      </a:endParaRPr>
                    </a:p>
                  </a:txBody>
                  <a:tcPr marL="52415" marR="52415" marT="0" marB="0" anchor="ctr"/>
                </a:tc>
                <a:tc>
                  <a:txBody>
                    <a:bodyPr/>
                    <a:lstStyle/>
                    <a:p>
                      <a:pPr algn="ctr">
                        <a:spcAft>
                          <a:spcPts val="0"/>
                        </a:spcAft>
                      </a:pPr>
                      <a:r>
                        <a:rPr lang="en-US" sz="900" kern="100" dirty="0">
                          <a:effectLst/>
                        </a:rPr>
                        <a:t>80H</a:t>
                      </a:r>
                      <a:endParaRPr lang="zh-CN" sz="900" b="1" kern="100" dirty="0">
                        <a:effectLst/>
                        <a:latin typeface="Times New Roman"/>
                        <a:ea typeface="宋体"/>
                      </a:endParaRPr>
                    </a:p>
                  </a:txBody>
                  <a:tcPr marL="52415" marR="52415" marT="0" marB="0" anchor="ctr"/>
                </a:tc>
                <a:tc>
                  <a:txBody>
                    <a:bodyPr/>
                    <a:lstStyle/>
                    <a:p>
                      <a:pPr algn="ctr">
                        <a:spcAft>
                          <a:spcPts val="0"/>
                        </a:spcAft>
                      </a:pPr>
                      <a:r>
                        <a:rPr lang="en-US" sz="900" kern="100" dirty="0">
                          <a:effectLst/>
                        </a:rPr>
                        <a:t>IDENTIFICATION</a:t>
                      </a:r>
                      <a:endParaRPr lang="zh-CN" sz="900" b="1" kern="100" dirty="0">
                        <a:effectLst/>
                        <a:latin typeface="Times New Roman"/>
                        <a:ea typeface="宋体"/>
                      </a:endParaRPr>
                    </a:p>
                  </a:txBody>
                  <a:tcPr marL="52415" marR="52415" marT="0" marB="0" anchor="ctr"/>
                </a:tc>
                <a:extLst>
                  <a:ext uri="{0D108BD9-81ED-4DB2-BD59-A6C34878D82A}">
                    <a16:rowId xmlns:a16="http://schemas.microsoft.com/office/drawing/2014/main" xmlns="" val="10001"/>
                  </a:ext>
                </a:extLst>
              </a:tr>
              <a:tr h="137160">
                <a:tc>
                  <a:txBody>
                    <a:bodyPr/>
                    <a:lstStyle/>
                    <a:p>
                      <a:pPr algn="ctr">
                        <a:spcAft>
                          <a:spcPts val="0"/>
                        </a:spcAft>
                      </a:pPr>
                      <a:r>
                        <a:rPr lang="en-US" sz="900" kern="100" dirty="0">
                          <a:effectLst/>
                        </a:rPr>
                        <a:t>1</a:t>
                      </a:r>
                      <a:endParaRPr lang="zh-CN" sz="900" b="1" kern="100" dirty="0">
                        <a:effectLst/>
                        <a:latin typeface="Times New Roman"/>
                        <a:ea typeface="宋体"/>
                      </a:endParaRPr>
                    </a:p>
                  </a:txBody>
                  <a:tcPr marL="52415" marR="52415" marT="0" marB="0" anchor="ctr"/>
                </a:tc>
                <a:tc>
                  <a:txBody>
                    <a:bodyPr/>
                    <a:lstStyle/>
                    <a:p>
                      <a:pPr algn="ctr">
                        <a:spcAft>
                          <a:spcPts val="0"/>
                        </a:spcAft>
                      </a:pPr>
                      <a:r>
                        <a:rPr lang="en-US" sz="900" kern="100" dirty="0">
                          <a:effectLst/>
                        </a:rPr>
                        <a:t>m</a:t>
                      </a:r>
                      <a:endParaRPr lang="zh-CN" sz="900" b="1" kern="100" dirty="0">
                        <a:effectLst/>
                        <a:latin typeface="Times New Roman"/>
                        <a:ea typeface="宋体"/>
                      </a:endParaRPr>
                    </a:p>
                  </a:txBody>
                  <a:tcPr marL="52415" marR="52415" marT="0" marB="0" anchor="ctr"/>
                </a:tc>
                <a:tc>
                  <a:txBody>
                    <a:bodyPr/>
                    <a:lstStyle/>
                    <a:p>
                      <a:pPr algn="ctr">
                        <a:spcAft>
                          <a:spcPts val="0"/>
                        </a:spcAft>
                      </a:pPr>
                      <a:r>
                        <a:rPr lang="en-US" sz="900" kern="100" dirty="0">
                          <a:effectLst/>
                        </a:rPr>
                        <a:t>LENGTH</a:t>
                      </a:r>
                      <a:endParaRPr lang="zh-CN" sz="900" b="1" kern="100" dirty="0">
                        <a:effectLst/>
                        <a:latin typeface="Times New Roman"/>
                        <a:ea typeface="宋体"/>
                      </a:endParaRPr>
                    </a:p>
                  </a:txBody>
                  <a:tcPr marL="52415" marR="52415" marT="0" marB="0" anchor="ctr"/>
                </a:tc>
                <a:extLst>
                  <a:ext uri="{0D108BD9-81ED-4DB2-BD59-A6C34878D82A}">
                    <a16:rowId xmlns:a16="http://schemas.microsoft.com/office/drawing/2014/main" xmlns="" val="10002"/>
                  </a:ext>
                </a:extLst>
              </a:tr>
              <a:tr h="137160">
                <a:tc>
                  <a:txBody>
                    <a:bodyPr/>
                    <a:lstStyle/>
                    <a:p>
                      <a:pPr algn="ctr">
                        <a:spcAft>
                          <a:spcPts val="0"/>
                        </a:spcAft>
                      </a:pPr>
                      <a:r>
                        <a:rPr lang="en-US" sz="900" kern="100" dirty="0">
                          <a:effectLst/>
                        </a:rPr>
                        <a:t>2</a:t>
                      </a:r>
                      <a:endParaRPr lang="zh-CN" sz="900" b="1" kern="100" dirty="0">
                        <a:effectLst/>
                        <a:latin typeface="Times New Roman"/>
                        <a:ea typeface="宋体"/>
                      </a:endParaRPr>
                    </a:p>
                  </a:txBody>
                  <a:tcPr marL="52415" marR="52415" marT="0" marB="0" anchor="ctr"/>
                </a:tc>
                <a:tc>
                  <a:txBody>
                    <a:bodyPr/>
                    <a:lstStyle/>
                    <a:p>
                      <a:pPr algn="ctr">
                        <a:spcAft>
                          <a:spcPts val="0"/>
                        </a:spcAft>
                      </a:pPr>
                      <a:r>
                        <a:rPr lang="en-US" sz="900" kern="100" dirty="0">
                          <a:effectLst/>
                        </a:rPr>
                        <a:t>00H</a:t>
                      </a:r>
                      <a:endParaRPr lang="zh-CN" sz="900" b="1" kern="100" dirty="0">
                        <a:effectLst/>
                        <a:latin typeface="Times New Roman"/>
                        <a:ea typeface="宋体"/>
                      </a:endParaRPr>
                    </a:p>
                  </a:txBody>
                  <a:tcPr marL="52415" marR="52415" marT="0" marB="0" anchor="ctr"/>
                </a:tc>
                <a:tc>
                  <a:txBody>
                    <a:bodyPr/>
                    <a:lstStyle/>
                    <a:p>
                      <a:pPr algn="ctr">
                        <a:spcAft>
                          <a:spcPts val="0"/>
                        </a:spcAft>
                      </a:pPr>
                      <a:r>
                        <a:rPr lang="en-US" sz="900" kern="100" dirty="0">
                          <a:effectLst/>
                        </a:rPr>
                        <a:t>RESERVE WORD</a:t>
                      </a:r>
                      <a:endParaRPr lang="zh-CN" sz="900" b="1" kern="100" dirty="0">
                        <a:effectLst/>
                        <a:latin typeface="Times New Roman"/>
                        <a:ea typeface="宋体"/>
                      </a:endParaRPr>
                    </a:p>
                  </a:txBody>
                  <a:tcPr marL="52415" marR="52415" marT="0" marB="0" anchor="ctr"/>
                </a:tc>
                <a:extLst>
                  <a:ext uri="{0D108BD9-81ED-4DB2-BD59-A6C34878D82A}">
                    <a16:rowId xmlns:a16="http://schemas.microsoft.com/office/drawing/2014/main" xmlns="" val="10003"/>
                  </a:ext>
                </a:extLst>
              </a:tr>
              <a:tr h="137160">
                <a:tc>
                  <a:txBody>
                    <a:bodyPr/>
                    <a:lstStyle/>
                    <a:p>
                      <a:pPr algn="ctr">
                        <a:spcAft>
                          <a:spcPts val="0"/>
                        </a:spcAft>
                      </a:pPr>
                      <a:r>
                        <a:rPr lang="en-US" sz="900" kern="100" dirty="0">
                          <a:effectLst/>
                        </a:rPr>
                        <a:t>3</a:t>
                      </a:r>
                      <a:endParaRPr lang="zh-CN" sz="900" b="1" kern="100" dirty="0">
                        <a:effectLst/>
                        <a:latin typeface="Times New Roman"/>
                        <a:ea typeface="宋体"/>
                      </a:endParaRPr>
                    </a:p>
                  </a:txBody>
                  <a:tcPr marL="52415" marR="52415" marT="0" marB="0" anchor="ctr"/>
                </a:tc>
                <a:tc>
                  <a:txBody>
                    <a:bodyPr/>
                    <a:lstStyle/>
                    <a:p>
                      <a:pPr algn="ctr">
                        <a:spcAft>
                          <a:spcPts val="0"/>
                        </a:spcAft>
                      </a:pPr>
                      <a:r>
                        <a:rPr lang="en-US" sz="900" kern="100" dirty="0">
                          <a:effectLst/>
                        </a:rPr>
                        <a:t>n</a:t>
                      </a:r>
                      <a:endParaRPr lang="zh-CN" sz="900" b="1" kern="100" dirty="0">
                        <a:effectLst/>
                        <a:latin typeface="Times New Roman"/>
                        <a:ea typeface="宋体"/>
                      </a:endParaRPr>
                    </a:p>
                  </a:txBody>
                  <a:tcPr marL="52415" marR="52415" marT="0" marB="0" anchor="ctr"/>
                </a:tc>
                <a:tc>
                  <a:txBody>
                    <a:bodyPr/>
                    <a:lstStyle/>
                    <a:p>
                      <a:pPr algn="ctr">
                        <a:spcAft>
                          <a:spcPts val="0"/>
                        </a:spcAft>
                      </a:pPr>
                      <a:r>
                        <a:rPr lang="en-US" sz="900" kern="100" dirty="0">
                          <a:effectLst/>
                        </a:rPr>
                        <a:t>COMMAND COUNT</a:t>
                      </a:r>
                      <a:endParaRPr lang="zh-CN" sz="900" b="1" kern="100" dirty="0">
                        <a:effectLst/>
                        <a:latin typeface="Times New Roman"/>
                        <a:ea typeface="宋体"/>
                      </a:endParaRPr>
                    </a:p>
                  </a:txBody>
                  <a:tcPr marL="52415" marR="52415" marT="0" marB="0" anchor="ctr"/>
                </a:tc>
                <a:extLst>
                  <a:ext uri="{0D108BD9-81ED-4DB2-BD59-A6C34878D82A}">
                    <a16:rowId xmlns:a16="http://schemas.microsoft.com/office/drawing/2014/main" xmlns="" val="10004"/>
                  </a:ext>
                </a:extLst>
              </a:tr>
              <a:tr h="137160">
                <a:tc>
                  <a:txBody>
                    <a:bodyPr/>
                    <a:lstStyle/>
                    <a:p>
                      <a:pPr algn="ctr">
                        <a:spcAft>
                          <a:spcPts val="0"/>
                        </a:spcAft>
                      </a:pPr>
                      <a:r>
                        <a:rPr lang="en-US" sz="900" kern="100" dirty="0">
                          <a:effectLst/>
                        </a:rPr>
                        <a:t>4</a:t>
                      </a:r>
                      <a:endParaRPr lang="zh-CN" sz="900" b="1" kern="100" dirty="0">
                        <a:effectLst/>
                        <a:latin typeface="Times New Roman"/>
                        <a:ea typeface="宋体"/>
                      </a:endParaRPr>
                    </a:p>
                  </a:txBody>
                  <a:tcPr marL="52415" marR="52415"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900" kern="100" dirty="0">
                          <a:effectLst/>
                        </a:rPr>
                        <a:t>##H</a:t>
                      </a:r>
                      <a:endParaRPr lang="zh-CN" altLang="zh-CN" sz="900" b="1" kern="100" dirty="0">
                        <a:effectLst/>
                        <a:latin typeface="Times New Roman"/>
                        <a:ea typeface="+mn-ea"/>
                      </a:endParaRPr>
                    </a:p>
                  </a:txBody>
                  <a:tcPr marL="52415" marR="52415" marT="0" marB="0" anchor="ctr"/>
                </a:tc>
                <a:tc rowSpan="2">
                  <a:txBody>
                    <a:bodyPr/>
                    <a:lstStyle/>
                    <a:p>
                      <a:pPr marL="0" algn="ctr" defTabSz="914400" rtl="0" eaLnBrk="1" latinLnBrk="0" hangingPunct="1">
                        <a:spcAft>
                          <a:spcPts val="0"/>
                        </a:spcAft>
                      </a:pPr>
                      <a:r>
                        <a:rPr lang="en-US" altLang="zh-CN" sz="900" kern="100" dirty="0">
                          <a:solidFill>
                            <a:schemeClr val="dk1"/>
                          </a:solidFill>
                          <a:effectLst/>
                          <a:latin typeface="+mn-lt"/>
                          <a:ea typeface="+mn-ea"/>
                          <a:cs typeface="+mn-cs"/>
                        </a:rPr>
                        <a:t>Task ID1</a:t>
                      </a:r>
                      <a:endParaRPr lang="zh-CN" sz="900" kern="100" dirty="0">
                        <a:solidFill>
                          <a:schemeClr val="dk1"/>
                        </a:solidFill>
                        <a:effectLst/>
                        <a:latin typeface="+mn-lt"/>
                        <a:ea typeface="+mn-ea"/>
                        <a:cs typeface="+mn-cs"/>
                      </a:endParaRPr>
                    </a:p>
                  </a:txBody>
                  <a:tcPr marL="52415" marR="52415" marT="0" marB="0" anchor="ctr"/>
                </a:tc>
                <a:extLst>
                  <a:ext uri="{0D108BD9-81ED-4DB2-BD59-A6C34878D82A}">
                    <a16:rowId xmlns:a16="http://schemas.microsoft.com/office/drawing/2014/main" xmlns="" val="10005"/>
                  </a:ext>
                </a:extLst>
              </a:tr>
              <a:tr h="137160">
                <a:tc>
                  <a:txBody>
                    <a:bodyPr/>
                    <a:lstStyle/>
                    <a:p>
                      <a:pPr algn="ctr">
                        <a:spcAft>
                          <a:spcPts val="0"/>
                        </a:spcAft>
                      </a:pPr>
                      <a:r>
                        <a:rPr lang="en-US" sz="900" kern="100" dirty="0">
                          <a:effectLst/>
                        </a:rPr>
                        <a:t>5</a:t>
                      </a:r>
                      <a:endParaRPr lang="zh-CN" sz="900" b="1" kern="100" dirty="0">
                        <a:effectLst/>
                        <a:latin typeface="Times New Roman"/>
                        <a:ea typeface="宋体"/>
                      </a:endParaRPr>
                    </a:p>
                  </a:txBody>
                  <a:tcPr marL="52415" marR="52415"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900" kern="100" dirty="0">
                          <a:effectLst/>
                        </a:rPr>
                        <a:t>##H</a:t>
                      </a:r>
                      <a:endParaRPr lang="zh-CN" altLang="zh-CN" sz="900" b="1" kern="100" dirty="0">
                        <a:effectLst/>
                        <a:latin typeface="Times New Roman"/>
                        <a:ea typeface="+mn-ea"/>
                      </a:endParaRPr>
                    </a:p>
                  </a:txBody>
                  <a:tcPr marL="52415" marR="52415" marT="0" marB="0" anchor="ctr"/>
                </a:tc>
                <a:tc vMerge="1">
                  <a:txBody>
                    <a:bodyPr/>
                    <a:lstStyle/>
                    <a:p>
                      <a:pPr algn="ctr">
                        <a:spcAft>
                          <a:spcPts val="0"/>
                        </a:spcAft>
                      </a:pPr>
                      <a:endParaRPr lang="zh-CN" sz="1200" b="1" kern="100" dirty="0">
                        <a:effectLst/>
                        <a:latin typeface="Times New Roman"/>
                        <a:ea typeface="宋体"/>
                      </a:endParaRPr>
                    </a:p>
                  </a:txBody>
                  <a:tcPr marL="52415" marR="52415" marT="0" marB="0" anchor="ctr"/>
                </a:tc>
                <a:extLst>
                  <a:ext uri="{0D108BD9-81ED-4DB2-BD59-A6C34878D82A}">
                    <a16:rowId xmlns:a16="http://schemas.microsoft.com/office/drawing/2014/main" xmlns="" val="10006"/>
                  </a:ext>
                </a:extLst>
              </a:tr>
              <a:tr h="137160">
                <a:tc>
                  <a:txBody>
                    <a:bodyPr/>
                    <a:lstStyle/>
                    <a:p>
                      <a:pPr algn="ctr">
                        <a:spcAft>
                          <a:spcPts val="0"/>
                        </a:spcAft>
                      </a:pPr>
                      <a:r>
                        <a:rPr lang="en-US" sz="900" kern="100" dirty="0">
                          <a:effectLst/>
                        </a:rPr>
                        <a:t>6</a:t>
                      </a:r>
                      <a:endParaRPr lang="zh-CN" sz="900" b="1" kern="100" dirty="0">
                        <a:effectLst/>
                        <a:latin typeface="Times New Roman"/>
                        <a:ea typeface="宋体"/>
                      </a:endParaRPr>
                    </a:p>
                  </a:txBody>
                  <a:tcPr marL="52415" marR="52415"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15" marR="52415" marT="0" marB="0" anchor="ctr"/>
                </a:tc>
                <a:tc rowSpan="4">
                  <a:txBody>
                    <a:bodyPr/>
                    <a:lstStyle/>
                    <a:p>
                      <a:pPr algn="ctr">
                        <a:spcAft>
                          <a:spcPts val="0"/>
                        </a:spcAft>
                      </a:pPr>
                      <a:r>
                        <a:rPr lang="en-US" sz="900" kern="100" dirty="0">
                          <a:effectLst/>
                        </a:rPr>
                        <a:t>UTC TIME1</a:t>
                      </a:r>
                      <a:endParaRPr lang="zh-CN" sz="900" b="1" kern="100" dirty="0">
                        <a:effectLst/>
                        <a:latin typeface="Times New Roman"/>
                        <a:ea typeface="宋体"/>
                      </a:endParaRPr>
                    </a:p>
                  </a:txBody>
                  <a:tcPr marL="52415" marR="52415" marT="0" marB="0" anchor="ctr"/>
                </a:tc>
                <a:extLst>
                  <a:ext uri="{0D108BD9-81ED-4DB2-BD59-A6C34878D82A}">
                    <a16:rowId xmlns:a16="http://schemas.microsoft.com/office/drawing/2014/main" xmlns="" val="10007"/>
                  </a:ext>
                </a:extLst>
              </a:tr>
              <a:tr h="137160">
                <a:tc>
                  <a:txBody>
                    <a:bodyPr/>
                    <a:lstStyle/>
                    <a:p>
                      <a:pPr algn="ctr">
                        <a:spcAft>
                          <a:spcPts val="0"/>
                        </a:spcAft>
                      </a:pPr>
                      <a:r>
                        <a:rPr lang="en-US" sz="900" kern="100" dirty="0">
                          <a:effectLst/>
                        </a:rPr>
                        <a:t>7</a:t>
                      </a:r>
                      <a:endParaRPr lang="zh-CN" sz="900" b="1" kern="100" dirty="0">
                        <a:effectLst/>
                        <a:latin typeface="Times New Roman"/>
                        <a:ea typeface="宋体"/>
                      </a:endParaRPr>
                    </a:p>
                  </a:txBody>
                  <a:tcPr marL="52415" marR="52415"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15" marR="52415" marT="0" marB="0" anchor="ctr"/>
                </a:tc>
                <a:tc vMerge="1">
                  <a:txBody>
                    <a:bodyPr/>
                    <a:lstStyle/>
                    <a:p>
                      <a:endParaRPr lang="zh-CN" altLang="en-US"/>
                    </a:p>
                  </a:txBody>
                  <a:tcPr/>
                </a:tc>
                <a:extLst>
                  <a:ext uri="{0D108BD9-81ED-4DB2-BD59-A6C34878D82A}">
                    <a16:rowId xmlns:a16="http://schemas.microsoft.com/office/drawing/2014/main" xmlns="" val="10008"/>
                  </a:ext>
                </a:extLst>
              </a:tr>
              <a:tr h="13716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900" b="1" kern="100" dirty="0">
                          <a:solidFill>
                            <a:schemeClr val="dk1"/>
                          </a:solidFill>
                          <a:effectLst/>
                          <a:latin typeface="+mn-lt"/>
                          <a:ea typeface="+mn-ea"/>
                          <a:cs typeface="+mn-cs"/>
                        </a:rPr>
                        <a:t>8</a:t>
                      </a:r>
                      <a:endParaRPr lang="zh-CN" altLang="zh-CN" sz="900" b="1" kern="100" dirty="0">
                        <a:solidFill>
                          <a:schemeClr val="dk1"/>
                        </a:solidFill>
                        <a:effectLst/>
                        <a:latin typeface="+mn-lt"/>
                        <a:ea typeface="+mn-ea"/>
                        <a:cs typeface="+mn-cs"/>
                      </a:endParaRPr>
                    </a:p>
                  </a:txBody>
                  <a:tcPr marL="52415" marR="52415"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15" marR="52415" marT="0" marB="0" anchor="ctr"/>
                </a:tc>
                <a:tc vMerge="1">
                  <a:txBody>
                    <a:bodyPr/>
                    <a:lstStyle/>
                    <a:p>
                      <a:endParaRPr lang="zh-CN" altLang="en-US" dirty="0"/>
                    </a:p>
                  </a:txBody>
                  <a:tcPr/>
                </a:tc>
                <a:extLst>
                  <a:ext uri="{0D108BD9-81ED-4DB2-BD59-A6C34878D82A}">
                    <a16:rowId xmlns:a16="http://schemas.microsoft.com/office/drawing/2014/main" xmlns="" val="10009"/>
                  </a:ext>
                </a:extLst>
              </a:tr>
              <a:tr h="217170">
                <a:tc>
                  <a:txBody>
                    <a:bodyPr/>
                    <a:lstStyle/>
                    <a:p>
                      <a:endParaRPr lang="zh-CN" altLang="en-US" sz="1400" dirty="0"/>
                    </a:p>
                  </a:txBody>
                  <a:tcPr marL="52415" marR="52415"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15" marR="52415" marT="0" marB="0" anchor="ctr"/>
                </a:tc>
                <a:tc vMerge="1">
                  <a:txBody>
                    <a:bodyPr/>
                    <a:lstStyle/>
                    <a:p>
                      <a:endParaRPr lang="zh-CN" altLang="en-US"/>
                    </a:p>
                  </a:txBody>
                  <a:tcPr/>
                </a:tc>
                <a:extLst>
                  <a:ext uri="{0D108BD9-81ED-4DB2-BD59-A6C34878D82A}">
                    <a16:rowId xmlns:a16="http://schemas.microsoft.com/office/drawing/2014/main" xmlns="" val="10010"/>
                  </a:ext>
                </a:extLst>
              </a:tr>
              <a:tr h="137160">
                <a:tc>
                  <a:txBody>
                    <a:bodyPr/>
                    <a:lstStyle/>
                    <a:p>
                      <a:pPr algn="ctr">
                        <a:spcAft>
                          <a:spcPts val="0"/>
                        </a:spcAft>
                      </a:pPr>
                      <a:r>
                        <a:rPr lang="en-US" sz="900" kern="100">
                          <a:effectLst/>
                        </a:rPr>
                        <a:t> </a:t>
                      </a:r>
                      <a:endParaRPr lang="zh-CN" sz="900" b="1" kern="100">
                        <a:effectLst/>
                        <a:latin typeface="Times New Roman"/>
                        <a:ea typeface="宋体"/>
                      </a:endParaRPr>
                    </a:p>
                  </a:txBody>
                  <a:tcPr marL="52415" marR="52415"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15" marR="52415" marT="0" marB="0" anchor="ctr"/>
                </a:tc>
                <a:tc rowSpan="4">
                  <a:txBody>
                    <a:bodyPr/>
                    <a:lstStyle/>
                    <a:p>
                      <a:pPr algn="ctr">
                        <a:spcAft>
                          <a:spcPts val="0"/>
                        </a:spcAft>
                      </a:pPr>
                      <a:r>
                        <a:rPr lang="en-US" sz="900" kern="100" dirty="0">
                          <a:effectLst/>
                        </a:rPr>
                        <a:t>EXECUTION CODE1</a:t>
                      </a:r>
                      <a:endParaRPr lang="zh-CN" sz="900" b="1" kern="100" dirty="0">
                        <a:effectLst/>
                        <a:latin typeface="Times New Roman"/>
                        <a:ea typeface="宋体"/>
                      </a:endParaRPr>
                    </a:p>
                  </a:txBody>
                  <a:tcPr marL="52415" marR="52415" marT="0" marB="0" anchor="ctr"/>
                </a:tc>
                <a:extLst>
                  <a:ext uri="{0D108BD9-81ED-4DB2-BD59-A6C34878D82A}">
                    <a16:rowId xmlns:a16="http://schemas.microsoft.com/office/drawing/2014/main" xmlns="" val="10011"/>
                  </a:ext>
                </a:extLst>
              </a:tr>
              <a:tr h="137160">
                <a:tc>
                  <a:txBody>
                    <a:bodyPr/>
                    <a:lstStyle/>
                    <a:p>
                      <a:pPr algn="ctr">
                        <a:spcAft>
                          <a:spcPts val="0"/>
                        </a:spcAft>
                      </a:pPr>
                      <a:r>
                        <a:rPr lang="en-US" sz="900" kern="100">
                          <a:effectLst/>
                        </a:rPr>
                        <a:t> </a:t>
                      </a:r>
                      <a:endParaRPr lang="zh-CN" sz="900" b="1" kern="100">
                        <a:effectLst/>
                        <a:latin typeface="Times New Roman"/>
                        <a:ea typeface="宋体"/>
                      </a:endParaRPr>
                    </a:p>
                  </a:txBody>
                  <a:tcPr marL="52415" marR="52415"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15" marR="52415" marT="0" marB="0" anchor="ctr"/>
                </a:tc>
                <a:tc vMerge="1">
                  <a:txBody>
                    <a:bodyPr/>
                    <a:lstStyle/>
                    <a:p>
                      <a:endParaRPr lang="zh-CN" altLang="en-US"/>
                    </a:p>
                  </a:txBody>
                  <a:tcPr/>
                </a:tc>
                <a:extLst>
                  <a:ext uri="{0D108BD9-81ED-4DB2-BD59-A6C34878D82A}">
                    <a16:rowId xmlns:a16="http://schemas.microsoft.com/office/drawing/2014/main" xmlns="" val="10012"/>
                  </a:ext>
                </a:extLst>
              </a:tr>
              <a:tr h="137160">
                <a:tc>
                  <a:txBody>
                    <a:bodyPr/>
                    <a:lstStyle/>
                    <a:p>
                      <a:pPr algn="ctr">
                        <a:spcAft>
                          <a:spcPts val="0"/>
                        </a:spcAft>
                      </a:pPr>
                      <a:r>
                        <a:rPr lang="en-US" sz="900" kern="100">
                          <a:effectLst/>
                        </a:rPr>
                        <a:t> </a:t>
                      </a:r>
                      <a:endParaRPr lang="zh-CN" sz="900" b="1" kern="100">
                        <a:effectLst/>
                        <a:latin typeface="Times New Roman"/>
                        <a:ea typeface="宋体"/>
                      </a:endParaRPr>
                    </a:p>
                  </a:txBody>
                  <a:tcPr marL="52415" marR="52415"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15" marR="52415" marT="0" marB="0" anchor="ctr"/>
                </a:tc>
                <a:tc vMerge="1">
                  <a:txBody>
                    <a:bodyPr/>
                    <a:lstStyle/>
                    <a:p>
                      <a:endParaRPr lang="zh-CN" altLang="en-US"/>
                    </a:p>
                  </a:txBody>
                  <a:tcPr/>
                </a:tc>
                <a:extLst>
                  <a:ext uri="{0D108BD9-81ED-4DB2-BD59-A6C34878D82A}">
                    <a16:rowId xmlns:a16="http://schemas.microsoft.com/office/drawing/2014/main" xmlns="" val="10013"/>
                  </a:ext>
                </a:extLst>
              </a:tr>
              <a:tr h="137160">
                <a:tc>
                  <a:txBody>
                    <a:bodyPr/>
                    <a:lstStyle/>
                    <a:p>
                      <a:pPr algn="ctr">
                        <a:spcAft>
                          <a:spcPts val="0"/>
                        </a:spcAft>
                      </a:pPr>
                      <a:r>
                        <a:rPr lang="en-US" sz="900" kern="100">
                          <a:effectLst/>
                        </a:rPr>
                        <a:t> </a:t>
                      </a:r>
                      <a:endParaRPr lang="zh-CN" sz="900" b="1" kern="100">
                        <a:effectLst/>
                        <a:latin typeface="Times New Roman"/>
                        <a:ea typeface="宋体"/>
                      </a:endParaRPr>
                    </a:p>
                  </a:txBody>
                  <a:tcPr marL="52415" marR="52415"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15" marR="52415" marT="0" marB="0" anchor="ctr"/>
                </a:tc>
                <a:tc vMerge="1">
                  <a:txBody>
                    <a:bodyPr/>
                    <a:lstStyle/>
                    <a:p>
                      <a:endParaRPr lang="zh-CN" altLang="en-US"/>
                    </a:p>
                  </a:txBody>
                  <a:tcPr/>
                </a:tc>
                <a:extLst>
                  <a:ext uri="{0D108BD9-81ED-4DB2-BD59-A6C34878D82A}">
                    <a16:rowId xmlns:a16="http://schemas.microsoft.com/office/drawing/2014/main" xmlns="" val="10014"/>
                  </a:ext>
                </a:extLst>
              </a:tr>
              <a:tr h="137160">
                <a:tc>
                  <a:txBody>
                    <a:bodyPr/>
                    <a:lstStyle/>
                    <a:p>
                      <a:pPr algn="ctr">
                        <a:spcAft>
                          <a:spcPts val="0"/>
                        </a:spcAft>
                      </a:pPr>
                      <a:endParaRPr lang="zh-CN" sz="900" b="1" kern="100">
                        <a:effectLst/>
                        <a:latin typeface="Times New Roman"/>
                        <a:ea typeface="宋体"/>
                      </a:endParaRPr>
                    </a:p>
                  </a:txBody>
                  <a:tcPr marL="52415" marR="52415"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900" kern="100" dirty="0">
                          <a:effectLst/>
                        </a:rPr>
                        <a:t>##H</a:t>
                      </a:r>
                      <a:endParaRPr lang="zh-CN" altLang="zh-CN" sz="900" b="1" kern="100" dirty="0">
                        <a:effectLst/>
                        <a:latin typeface="Times New Roman"/>
                        <a:ea typeface="+mn-ea"/>
                      </a:endParaRPr>
                    </a:p>
                  </a:txBody>
                  <a:tcPr marL="52415" marR="52415" marT="0" marB="0" anchor="ctr"/>
                </a:tc>
                <a:tc rowSpan="2">
                  <a:txBody>
                    <a:bodyPr/>
                    <a:lstStyle/>
                    <a:p>
                      <a:pPr marL="0" algn="ctr" defTabSz="914400" rtl="0" eaLnBrk="1" latinLnBrk="0" hangingPunct="1">
                        <a:spcAft>
                          <a:spcPts val="0"/>
                        </a:spcAft>
                      </a:pPr>
                      <a:r>
                        <a:rPr lang="en-US" altLang="zh-CN" sz="900" kern="100" dirty="0">
                          <a:solidFill>
                            <a:schemeClr val="dk1"/>
                          </a:solidFill>
                          <a:effectLst/>
                          <a:latin typeface="+mn-lt"/>
                          <a:ea typeface="+mn-ea"/>
                          <a:cs typeface="+mn-cs"/>
                        </a:rPr>
                        <a:t>Task ID2</a:t>
                      </a:r>
                      <a:endParaRPr lang="zh-CN" sz="900" kern="100" dirty="0">
                        <a:solidFill>
                          <a:schemeClr val="dk1"/>
                        </a:solidFill>
                        <a:effectLst/>
                        <a:latin typeface="+mn-lt"/>
                        <a:ea typeface="+mn-ea"/>
                        <a:cs typeface="+mn-cs"/>
                      </a:endParaRPr>
                    </a:p>
                  </a:txBody>
                  <a:tcPr marL="52415" marR="52415" marT="0" marB="0" anchor="ctr"/>
                </a:tc>
                <a:extLst>
                  <a:ext uri="{0D108BD9-81ED-4DB2-BD59-A6C34878D82A}">
                    <a16:rowId xmlns:a16="http://schemas.microsoft.com/office/drawing/2014/main" xmlns="" val="10015"/>
                  </a:ext>
                </a:extLst>
              </a:tr>
              <a:tr h="137160">
                <a:tc>
                  <a:txBody>
                    <a:bodyPr/>
                    <a:lstStyle/>
                    <a:p>
                      <a:pPr algn="ctr">
                        <a:spcAft>
                          <a:spcPts val="0"/>
                        </a:spcAft>
                      </a:pPr>
                      <a:endParaRPr lang="zh-CN" sz="900" b="1" kern="100">
                        <a:effectLst/>
                        <a:latin typeface="Times New Roman"/>
                        <a:ea typeface="宋体"/>
                      </a:endParaRPr>
                    </a:p>
                  </a:txBody>
                  <a:tcPr marL="52415" marR="52415"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900" kern="100" dirty="0">
                          <a:effectLst/>
                        </a:rPr>
                        <a:t>##H</a:t>
                      </a:r>
                      <a:endParaRPr lang="zh-CN" altLang="zh-CN" sz="900" b="1" kern="100" dirty="0">
                        <a:effectLst/>
                        <a:latin typeface="Times New Roman"/>
                        <a:ea typeface="+mn-ea"/>
                      </a:endParaRPr>
                    </a:p>
                  </a:txBody>
                  <a:tcPr marL="52415" marR="52415" marT="0" marB="0" anchor="ctr"/>
                </a:tc>
                <a:tc vMerge="1">
                  <a:txBody>
                    <a:bodyPr/>
                    <a:lstStyle/>
                    <a:p>
                      <a:pPr algn="ctr">
                        <a:spcAft>
                          <a:spcPts val="0"/>
                        </a:spcAft>
                      </a:pPr>
                      <a:endParaRPr lang="zh-CN" sz="1200" b="1" kern="100" dirty="0">
                        <a:effectLst/>
                        <a:latin typeface="Times New Roman"/>
                        <a:ea typeface="宋体"/>
                      </a:endParaRPr>
                    </a:p>
                  </a:txBody>
                  <a:tcPr marL="52415" marR="52415" marT="0" marB="0" anchor="ctr"/>
                </a:tc>
                <a:extLst>
                  <a:ext uri="{0D108BD9-81ED-4DB2-BD59-A6C34878D82A}">
                    <a16:rowId xmlns:a16="http://schemas.microsoft.com/office/drawing/2014/main" xmlns="" val="10016"/>
                  </a:ext>
                </a:extLst>
              </a:tr>
              <a:tr h="137160">
                <a:tc>
                  <a:txBody>
                    <a:bodyPr/>
                    <a:lstStyle/>
                    <a:p>
                      <a:pPr algn="ctr">
                        <a:spcAft>
                          <a:spcPts val="0"/>
                        </a:spcAft>
                      </a:pPr>
                      <a:r>
                        <a:rPr lang="en-US" sz="900" kern="100">
                          <a:effectLst/>
                        </a:rPr>
                        <a:t> </a:t>
                      </a:r>
                      <a:endParaRPr lang="zh-CN" sz="900" b="1" kern="100">
                        <a:effectLst/>
                        <a:latin typeface="Times New Roman"/>
                        <a:ea typeface="宋体"/>
                      </a:endParaRPr>
                    </a:p>
                  </a:txBody>
                  <a:tcPr marL="52415" marR="52415"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15" marR="52415" marT="0" marB="0" anchor="ctr"/>
                </a:tc>
                <a:tc rowSpan="4">
                  <a:txBody>
                    <a:bodyPr/>
                    <a:lstStyle/>
                    <a:p>
                      <a:pPr algn="ctr">
                        <a:spcAft>
                          <a:spcPts val="0"/>
                        </a:spcAft>
                      </a:pPr>
                      <a:r>
                        <a:rPr lang="en-US" sz="900" kern="100" dirty="0">
                          <a:effectLst/>
                        </a:rPr>
                        <a:t>UTC TIME2</a:t>
                      </a:r>
                      <a:endParaRPr lang="zh-CN" sz="900" b="1" kern="100" dirty="0">
                        <a:effectLst/>
                        <a:latin typeface="Times New Roman"/>
                        <a:ea typeface="宋体"/>
                      </a:endParaRPr>
                    </a:p>
                  </a:txBody>
                  <a:tcPr marL="52415" marR="52415" marT="0" marB="0" anchor="ctr"/>
                </a:tc>
                <a:extLst>
                  <a:ext uri="{0D108BD9-81ED-4DB2-BD59-A6C34878D82A}">
                    <a16:rowId xmlns:a16="http://schemas.microsoft.com/office/drawing/2014/main" xmlns="" val="10017"/>
                  </a:ext>
                </a:extLst>
              </a:tr>
              <a:tr h="137160">
                <a:tc>
                  <a:txBody>
                    <a:bodyPr/>
                    <a:lstStyle/>
                    <a:p>
                      <a:pPr algn="ctr">
                        <a:spcAft>
                          <a:spcPts val="0"/>
                        </a:spcAft>
                      </a:pPr>
                      <a:r>
                        <a:rPr lang="en-US" sz="900" kern="100">
                          <a:effectLst/>
                        </a:rPr>
                        <a:t> </a:t>
                      </a:r>
                      <a:endParaRPr lang="zh-CN" sz="900" b="1" kern="100">
                        <a:effectLst/>
                        <a:latin typeface="Times New Roman"/>
                        <a:ea typeface="宋体"/>
                      </a:endParaRPr>
                    </a:p>
                  </a:txBody>
                  <a:tcPr marL="52415" marR="52415"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15" marR="52415" marT="0" marB="0" anchor="ctr"/>
                </a:tc>
                <a:tc vMerge="1">
                  <a:txBody>
                    <a:bodyPr/>
                    <a:lstStyle/>
                    <a:p>
                      <a:endParaRPr lang="zh-CN" altLang="en-US"/>
                    </a:p>
                  </a:txBody>
                  <a:tcPr/>
                </a:tc>
                <a:extLst>
                  <a:ext uri="{0D108BD9-81ED-4DB2-BD59-A6C34878D82A}">
                    <a16:rowId xmlns:a16="http://schemas.microsoft.com/office/drawing/2014/main" xmlns="" val="10018"/>
                  </a:ext>
                </a:extLst>
              </a:tr>
              <a:tr h="137160">
                <a:tc>
                  <a:txBody>
                    <a:bodyPr/>
                    <a:lstStyle/>
                    <a:p>
                      <a:pPr algn="ctr">
                        <a:spcAft>
                          <a:spcPts val="0"/>
                        </a:spcAft>
                      </a:pPr>
                      <a:r>
                        <a:rPr lang="en-US" sz="900" kern="100">
                          <a:effectLst/>
                        </a:rPr>
                        <a:t> </a:t>
                      </a:r>
                      <a:endParaRPr lang="zh-CN" sz="900" b="1" kern="100">
                        <a:effectLst/>
                        <a:latin typeface="Times New Roman"/>
                        <a:ea typeface="宋体"/>
                      </a:endParaRPr>
                    </a:p>
                  </a:txBody>
                  <a:tcPr marL="52415" marR="52415"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15" marR="52415" marT="0" marB="0" anchor="ctr"/>
                </a:tc>
                <a:tc vMerge="1">
                  <a:txBody>
                    <a:bodyPr/>
                    <a:lstStyle/>
                    <a:p>
                      <a:endParaRPr lang="zh-CN" altLang="en-US"/>
                    </a:p>
                  </a:txBody>
                  <a:tcPr/>
                </a:tc>
                <a:extLst>
                  <a:ext uri="{0D108BD9-81ED-4DB2-BD59-A6C34878D82A}">
                    <a16:rowId xmlns:a16="http://schemas.microsoft.com/office/drawing/2014/main" xmlns="" val="10019"/>
                  </a:ext>
                </a:extLst>
              </a:tr>
              <a:tr h="137160">
                <a:tc>
                  <a:txBody>
                    <a:bodyPr/>
                    <a:lstStyle/>
                    <a:p>
                      <a:pPr algn="ctr">
                        <a:spcAft>
                          <a:spcPts val="0"/>
                        </a:spcAft>
                      </a:pPr>
                      <a:r>
                        <a:rPr lang="en-US" sz="900" kern="100">
                          <a:effectLst/>
                        </a:rPr>
                        <a:t> </a:t>
                      </a:r>
                      <a:endParaRPr lang="zh-CN" sz="900" b="1" kern="100">
                        <a:effectLst/>
                        <a:latin typeface="Times New Roman"/>
                        <a:ea typeface="宋体"/>
                      </a:endParaRPr>
                    </a:p>
                  </a:txBody>
                  <a:tcPr marL="52415" marR="52415"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15" marR="52415" marT="0" marB="0" anchor="ctr"/>
                </a:tc>
                <a:tc vMerge="1">
                  <a:txBody>
                    <a:bodyPr/>
                    <a:lstStyle/>
                    <a:p>
                      <a:endParaRPr lang="zh-CN" altLang="en-US"/>
                    </a:p>
                  </a:txBody>
                  <a:tcPr/>
                </a:tc>
                <a:extLst>
                  <a:ext uri="{0D108BD9-81ED-4DB2-BD59-A6C34878D82A}">
                    <a16:rowId xmlns:a16="http://schemas.microsoft.com/office/drawing/2014/main" xmlns="" val="10020"/>
                  </a:ext>
                </a:extLst>
              </a:tr>
              <a:tr h="137160">
                <a:tc>
                  <a:txBody>
                    <a:bodyPr/>
                    <a:lstStyle/>
                    <a:p>
                      <a:pPr algn="ctr">
                        <a:spcAft>
                          <a:spcPts val="0"/>
                        </a:spcAft>
                      </a:pPr>
                      <a:r>
                        <a:rPr lang="en-US" sz="900" kern="100">
                          <a:effectLst/>
                        </a:rPr>
                        <a:t> </a:t>
                      </a:r>
                      <a:endParaRPr lang="zh-CN" sz="900" b="1" kern="100">
                        <a:effectLst/>
                        <a:latin typeface="Times New Roman"/>
                        <a:ea typeface="宋体"/>
                      </a:endParaRPr>
                    </a:p>
                  </a:txBody>
                  <a:tcPr marL="52415" marR="52415"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15" marR="52415" marT="0" marB="0" anchor="ctr"/>
                </a:tc>
                <a:tc rowSpan="4">
                  <a:txBody>
                    <a:bodyPr/>
                    <a:lstStyle/>
                    <a:p>
                      <a:pPr algn="ctr">
                        <a:spcAft>
                          <a:spcPts val="0"/>
                        </a:spcAft>
                      </a:pPr>
                      <a:r>
                        <a:rPr lang="en-US" sz="900" kern="100" dirty="0">
                          <a:effectLst/>
                        </a:rPr>
                        <a:t>EXECUTION CODE2</a:t>
                      </a:r>
                      <a:endParaRPr lang="zh-CN" sz="900" b="1" kern="100" dirty="0">
                        <a:effectLst/>
                        <a:latin typeface="Times New Roman"/>
                        <a:ea typeface="宋体"/>
                      </a:endParaRPr>
                    </a:p>
                  </a:txBody>
                  <a:tcPr marL="52415" marR="52415" marT="0" marB="0" anchor="ctr"/>
                </a:tc>
                <a:extLst>
                  <a:ext uri="{0D108BD9-81ED-4DB2-BD59-A6C34878D82A}">
                    <a16:rowId xmlns:a16="http://schemas.microsoft.com/office/drawing/2014/main" xmlns="" val="10021"/>
                  </a:ext>
                </a:extLst>
              </a:tr>
              <a:tr h="137160">
                <a:tc>
                  <a:txBody>
                    <a:bodyPr/>
                    <a:lstStyle/>
                    <a:p>
                      <a:pPr algn="ctr">
                        <a:spcAft>
                          <a:spcPts val="0"/>
                        </a:spcAft>
                      </a:pPr>
                      <a:r>
                        <a:rPr lang="en-US" sz="900" kern="100">
                          <a:effectLst/>
                        </a:rPr>
                        <a:t> </a:t>
                      </a:r>
                      <a:endParaRPr lang="zh-CN" sz="900" b="1" kern="100">
                        <a:effectLst/>
                        <a:latin typeface="Times New Roman"/>
                        <a:ea typeface="宋体"/>
                      </a:endParaRPr>
                    </a:p>
                  </a:txBody>
                  <a:tcPr marL="52415" marR="52415"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15" marR="52415" marT="0" marB="0" anchor="ctr"/>
                </a:tc>
                <a:tc vMerge="1">
                  <a:txBody>
                    <a:bodyPr/>
                    <a:lstStyle/>
                    <a:p>
                      <a:endParaRPr lang="zh-CN" altLang="en-US"/>
                    </a:p>
                  </a:txBody>
                  <a:tcPr/>
                </a:tc>
                <a:extLst>
                  <a:ext uri="{0D108BD9-81ED-4DB2-BD59-A6C34878D82A}">
                    <a16:rowId xmlns:a16="http://schemas.microsoft.com/office/drawing/2014/main" xmlns="" val="10022"/>
                  </a:ext>
                </a:extLst>
              </a:tr>
              <a:tr h="137160">
                <a:tc>
                  <a:txBody>
                    <a:bodyPr/>
                    <a:lstStyle/>
                    <a:p>
                      <a:pPr algn="ctr">
                        <a:spcAft>
                          <a:spcPts val="0"/>
                        </a:spcAft>
                      </a:pPr>
                      <a:r>
                        <a:rPr lang="en-US" sz="900" kern="100">
                          <a:effectLst/>
                        </a:rPr>
                        <a:t> </a:t>
                      </a:r>
                      <a:endParaRPr lang="zh-CN" sz="900" b="1" kern="100">
                        <a:effectLst/>
                        <a:latin typeface="Times New Roman"/>
                        <a:ea typeface="宋体"/>
                      </a:endParaRPr>
                    </a:p>
                  </a:txBody>
                  <a:tcPr marL="52415" marR="52415"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15" marR="52415" marT="0" marB="0" anchor="ctr"/>
                </a:tc>
                <a:tc vMerge="1">
                  <a:txBody>
                    <a:bodyPr/>
                    <a:lstStyle/>
                    <a:p>
                      <a:endParaRPr lang="zh-CN" altLang="en-US"/>
                    </a:p>
                  </a:txBody>
                  <a:tcPr/>
                </a:tc>
                <a:extLst>
                  <a:ext uri="{0D108BD9-81ED-4DB2-BD59-A6C34878D82A}">
                    <a16:rowId xmlns:a16="http://schemas.microsoft.com/office/drawing/2014/main" xmlns="" val="10023"/>
                  </a:ext>
                </a:extLst>
              </a:tr>
              <a:tr h="137160">
                <a:tc>
                  <a:txBody>
                    <a:bodyPr/>
                    <a:lstStyle/>
                    <a:p>
                      <a:pPr algn="ctr">
                        <a:spcAft>
                          <a:spcPts val="0"/>
                        </a:spcAft>
                      </a:pPr>
                      <a:r>
                        <a:rPr lang="en-US" sz="900" kern="100">
                          <a:effectLst/>
                        </a:rPr>
                        <a:t> </a:t>
                      </a:r>
                      <a:endParaRPr lang="zh-CN" sz="900" b="1" kern="100">
                        <a:effectLst/>
                        <a:latin typeface="Times New Roman"/>
                        <a:ea typeface="宋体"/>
                      </a:endParaRPr>
                    </a:p>
                  </a:txBody>
                  <a:tcPr marL="52415" marR="52415"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15" marR="52415" marT="0" marB="0" anchor="ctr"/>
                </a:tc>
                <a:tc vMerge="1">
                  <a:txBody>
                    <a:bodyPr/>
                    <a:lstStyle/>
                    <a:p>
                      <a:endParaRPr lang="zh-CN" altLang="en-US"/>
                    </a:p>
                  </a:txBody>
                  <a:tcPr/>
                </a:tc>
                <a:extLst>
                  <a:ext uri="{0D108BD9-81ED-4DB2-BD59-A6C34878D82A}">
                    <a16:rowId xmlns:a16="http://schemas.microsoft.com/office/drawing/2014/main" xmlns="" val="10024"/>
                  </a:ext>
                </a:extLst>
              </a:tr>
              <a:tr h="137160">
                <a:tc>
                  <a:txBody>
                    <a:bodyPr/>
                    <a:lstStyle/>
                    <a:p>
                      <a:pPr algn="ctr">
                        <a:spcAft>
                          <a:spcPts val="0"/>
                        </a:spcAft>
                      </a:pPr>
                      <a:r>
                        <a:rPr lang="en-US" sz="900" kern="100">
                          <a:effectLst/>
                        </a:rPr>
                        <a:t> </a:t>
                      </a:r>
                      <a:endParaRPr lang="zh-CN" sz="900" b="1" kern="100">
                        <a:effectLst/>
                        <a:latin typeface="Times New Roman"/>
                        <a:ea typeface="宋体"/>
                      </a:endParaRPr>
                    </a:p>
                  </a:txBody>
                  <a:tcPr marL="52415" marR="52415" marT="0" marB="0" anchor="ctr"/>
                </a:tc>
                <a:tc>
                  <a:txBody>
                    <a:bodyPr/>
                    <a:lstStyle/>
                    <a:p>
                      <a:pPr algn="ctr">
                        <a:spcAft>
                          <a:spcPts val="0"/>
                        </a:spcAft>
                      </a:pPr>
                      <a:r>
                        <a:rPr lang="en-US" sz="900" kern="100" dirty="0">
                          <a:effectLst/>
                        </a:rPr>
                        <a:t> </a:t>
                      </a:r>
                      <a:endParaRPr lang="zh-CN" sz="900" b="1" kern="100" dirty="0">
                        <a:effectLst/>
                        <a:latin typeface="Times New Roman"/>
                        <a:ea typeface="宋体"/>
                      </a:endParaRPr>
                    </a:p>
                  </a:txBody>
                  <a:tcPr marL="52415" marR="52415" marT="0" marB="0" anchor="ctr"/>
                </a:tc>
                <a:tc>
                  <a:txBody>
                    <a:bodyPr/>
                    <a:lstStyle/>
                    <a:p>
                      <a:pPr algn="ctr">
                        <a:spcAft>
                          <a:spcPts val="0"/>
                        </a:spcAft>
                      </a:pPr>
                      <a:r>
                        <a:rPr lang="en-US" sz="900" kern="100" dirty="0">
                          <a:effectLst/>
                        </a:rPr>
                        <a:t>…</a:t>
                      </a:r>
                      <a:endParaRPr lang="zh-CN" sz="900" b="1" kern="100" dirty="0">
                        <a:effectLst/>
                        <a:latin typeface="Times New Roman"/>
                        <a:ea typeface="宋体"/>
                      </a:endParaRPr>
                    </a:p>
                  </a:txBody>
                  <a:tcPr marL="52415" marR="52415" marT="0" marB="0" anchor="ctr"/>
                </a:tc>
                <a:extLst>
                  <a:ext uri="{0D108BD9-81ED-4DB2-BD59-A6C34878D82A}">
                    <a16:rowId xmlns:a16="http://schemas.microsoft.com/office/drawing/2014/main" xmlns="" val="10025"/>
                  </a:ext>
                </a:extLst>
              </a:tr>
            </a:tbl>
          </a:graphicData>
        </a:graphic>
      </p:graphicFrame>
      <p:cxnSp>
        <p:nvCxnSpPr>
          <p:cNvPr id="29" name="直接箭头连接符 18"/>
          <p:cNvCxnSpPr>
            <a:cxnSpLocks noChangeShapeType="1"/>
          </p:cNvCxnSpPr>
          <p:nvPr/>
        </p:nvCxnSpPr>
        <p:spPr bwMode="auto">
          <a:xfrm flipH="1">
            <a:off x="4572000" y="3520922"/>
            <a:ext cx="1620838" cy="1085801"/>
          </a:xfrm>
          <a:prstGeom prst="straightConnector1">
            <a:avLst/>
          </a:prstGeom>
          <a:noFill/>
          <a:ln w="9525" algn="ctr">
            <a:solidFill>
              <a:schemeClr val="folHlink"/>
            </a:solidFill>
            <a:round/>
            <a:headEnd/>
            <a:tailEnd type="arrow" w="med" len="med"/>
          </a:ln>
          <a:extLst>
            <a:ext uri="{909E8E84-426E-40DD-AFC4-6F175D3DCCD1}">
              <a14:hiddenFill xmlns:a14="http://schemas.microsoft.com/office/drawing/2010/main">
                <a:noFill/>
              </a14:hiddenFill>
            </a:ext>
          </a:extLst>
        </p:spPr>
      </p:cxnSp>
      <p:cxnSp>
        <p:nvCxnSpPr>
          <p:cNvPr id="31" name="直接箭头连接符 18"/>
          <p:cNvCxnSpPr>
            <a:cxnSpLocks noChangeShapeType="1"/>
          </p:cNvCxnSpPr>
          <p:nvPr/>
        </p:nvCxnSpPr>
        <p:spPr bwMode="auto">
          <a:xfrm flipH="1">
            <a:off x="4584700" y="3321946"/>
            <a:ext cx="1760538" cy="653961"/>
          </a:xfrm>
          <a:prstGeom prst="straightConnector1">
            <a:avLst/>
          </a:prstGeom>
          <a:noFill/>
          <a:ln w="9525" algn="ctr">
            <a:solidFill>
              <a:schemeClr val="folHlink"/>
            </a:solidFill>
            <a:round/>
            <a:headEnd/>
            <a:tailEnd type="arrow"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13059086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4: Time Calibration</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68</a:t>
            </a:fld>
            <a:r>
              <a:rPr lang="zh-CN" altLang="en-US"/>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816770"/>
            <a:ext cx="8255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50000"/>
              </a:lnSpc>
            </a:pPr>
            <a:r>
              <a:rPr lang="en-US" altLang="zh-CN" sz="2400" dirty="0">
                <a:solidFill>
                  <a:srgbClr val="FF0000"/>
                </a:solidFill>
              </a:rPr>
              <a:t>TTC data block insert rule.</a:t>
            </a:r>
            <a:endParaRPr lang="en-US" altLang="zh-CN" sz="2400" dirty="0">
              <a:solidFill>
                <a:schemeClr val="tx1"/>
              </a:solidFill>
            </a:endParaRPr>
          </a:p>
        </p:txBody>
      </p:sp>
      <p:graphicFrame>
        <p:nvGraphicFramePr>
          <p:cNvPr id="7" name="表格 6"/>
          <p:cNvGraphicFramePr>
            <a:graphicFrameLocks noGrp="1"/>
          </p:cNvGraphicFramePr>
          <p:nvPr>
            <p:extLst>
              <p:ext uri="{D42A27DB-BD31-4B8C-83A1-F6EECF244321}">
                <p14:modId xmlns:p14="http://schemas.microsoft.com/office/powerpoint/2010/main" val="612636875"/>
              </p:ext>
            </p:extLst>
          </p:nvPr>
        </p:nvGraphicFramePr>
        <p:xfrm>
          <a:off x="576266" y="1410892"/>
          <a:ext cx="4391025" cy="3264695"/>
        </p:xfrm>
        <a:graphic>
          <a:graphicData uri="http://schemas.openxmlformats.org/drawingml/2006/table">
            <a:tbl>
              <a:tblPr>
                <a:tableStyleId>{69CF1AB2-1976-4502-BF36-3FF5EA218861}</a:tableStyleId>
              </a:tblPr>
              <a:tblGrid>
                <a:gridCol w="367751">
                  <a:extLst>
                    <a:ext uri="{9D8B030D-6E8A-4147-A177-3AD203B41FA5}">
                      <a16:colId xmlns:a16="http://schemas.microsoft.com/office/drawing/2014/main" xmlns="" val="20000"/>
                    </a:ext>
                  </a:extLst>
                </a:gridCol>
                <a:gridCol w="980670">
                  <a:extLst>
                    <a:ext uri="{9D8B030D-6E8A-4147-A177-3AD203B41FA5}">
                      <a16:colId xmlns:a16="http://schemas.microsoft.com/office/drawing/2014/main" xmlns="" val="20001"/>
                    </a:ext>
                  </a:extLst>
                </a:gridCol>
                <a:gridCol w="415186">
                  <a:extLst>
                    <a:ext uri="{9D8B030D-6E8A-4147-A177-3AD203B41FA5}">
                      <a16:colId xmlns:a16="http://schemas.microsoft.com/office/drawing/2014/main" xmlns="" val="20002"/>
                    </a:ext>
                  </a:extLst>
                </a:gridCol>
                <a:gridCol w="1178403">
                  <a:extLst>
                    <a:ext uri="{9D8B030D-6E8A-4147-A177-3AD203B41FA5}">
                      <a16:colId xmlns:a16="http://schemas.microsoft.com/office/drawing/2014/main" xmlns="" val="20003"/>
                    </a:ext>
                  </a:extLst>
                </a:gridCol>
                <a:gridCol w="1449015">
                  <a:extLst>
                    <a:ext uri="{9D8B030D-6E8A-4147-A177-3AD203B41FA5}">
                      <a16:colId xmlns:a16="http://schemas.microsoft.com/office/drawing/2014/main" xmlns="" val="20004"/>
                    </a:ext>
                  </a:extLst>
                </a:gridCol>
              </a:tblGrid>
              <a:tr h="480060">
                <a:tc>
                  <a:txBody>
                    <a:bodyPr/>
                    <a:lstStyle/>
                    <a:p>
                      <a:pPr algn="ctr">
                        <a:spcAft>
                          <a:spcPts val="0"/>
                        </a:spcAft>
                      </a:pPr>
                      <a:r>
                        <a:rPr lang="en-US" sz="1100" kern="100" dirty="0">
                          <a:effectLst/>
                        </a:rPr>
                        <a:t>No</a:t>
                      </a:r>
                      <a:endParaRPr lang="zh-CN" sz="1100" b="1" kern="100" dirty="0">
                        <a:effectLst/>
                        <a:latin typeface="Times New Roman"/>
                        <a:ea typeface="宋体"/>
                      </a:endParaRPr>
                    </a:p>
                  </a:txBody>
                  <a:tcPr marL="68557" marR="68557" marT="0" marB="0"/>
                </a:tc>
                <a:tc>
                  <a:txBody>
                    <a:bodyPr/>
                    <a:lstStyle/>
                    <a:p>
                      <a:pPr algn="ctr">
                        <a:spcAft>
                          <a:spcPts val="0"/>
                        </a:spcAft>
                      </a:pPr>
                      <a:r>
                        <a:rPr lang="en-US" sz="1100" kern="100">
                          <a:effectLst/>
                        </a:rPr>
                        <a:t>New TTC Data block</a:t>
                      </a:r>
                      <a:endParaRPr lang="zh-CN" sz="1100" b="1" kern="100">
                        <a:effectLst/>
                        <a:latin typeface="Times New Roman"/>
                        <a:ea typeface="宋体"/>
                      </a:endParaRPr>
                    </a:p>
                  </a:txBody>
                  <a:tcPr marL="68557" marR="68557" marT="0" marB="0"/>
                </a:tc>
                <a:tc>
                  <a:txBody>
                    <a:bodyPr/>
                    <a:lstStyle/>
                    <a:p>
                      <a:pPr algn="ctr">
                        <a:spcAft>
                          <a:spcPts val="0"/>
                        </a:spcAft>
                      </a:pPr>
                      <a:r>
                        <a:rPr lang="en-US" sz="1100" kern="100">
                          <a:effectLst/>
                        </a:rPr>
                        <a:t> </a:t>
                      </a:r>
                      <a:endParaRPr lang="zh-CN" sz="1100" b="1" kern="100">
                        <a:effectLst/>
                        <a:latin typeface="Times New Roman"/>
                        <a:ea typeface="宋体"/>
                      </a:endParaRPr>
                    </a:p>
                  </a:txBody>
                  <a:tcPr marL="68557" marR="68557" marT="0" marB="0"/>
                </a:tc>
                <a:tc>
                  <a:txBody>
                    <a:bodyPr/>
                    <a:lstStyle/>
                    <a:p>
                      <a:pPr algn="ctr">
                        <a:spcAft>
                          <a:spcPts val="0"/>
                        </a:spcAft>
                      </a:pPr>
                      <a:r>
                        <a:rPr lang="en-US" sz="1100" kern="100">
                          <a:effectLst/>
                        </a:rPr>
                        <a:t>TTC in buffer</a:t>
                      </a:r>
                      <a:endParaRPr lang="zh-CN" sz="1100" b="1" kern="100">
                        <a:effectLst/>
                        <a:latin typeface="Times New Roman"/>
                        <a:ea typeface="宋体"/>
                      </a:endParaRPr>
                    </a:p>
                  </a:txBody>
                  <a:tcPr marL="68557" marR="68557" marT="0" marB="0"/>
                </a:tc>
                <a:tc>
                  <a:txBody>
                    <a:bodyPr/>
                    <a:lstStyle/>
                    <a:p>
                      <a:pPr algn="ctr">
                        <a:spcAft>
                          <a:spcPts val="0"/>
                        </a:spcAft>
                      </a:pPr>
                      <a:r>
                        <a:rPr lang="en-US" sz="1100" kern="100">
                          <a:effectLst/>
                        </a:rPr>
                        <a:t>Executing status</a:t>
                      </a:r>
                      <a:endParaRPr lang="zh-CN" sz="1100" b="1" kern="100">
                        <a:effectLst/>
                        <a:latin typeface="Times New Roman"/>
                        <a:ea typeface="宋体"/>
                      </a:endParaRPr>
                    </a:p>
                  </a:txBody>
                  <a:tcPr marL="68557" marR="68557" marT="0" marB="0"/>
                </a:tc>
                <a:extLst>
                  <a:ext uri="{0D108BD9-81ED-4DB2-BD59-A6C34878D82A}">
                    <a16:rowId xmlns:a16="http://schemas.microsoft.com/office/drawing/2014/main" xmlns="" val="10000"/>
                  </a:ext>
                </a:extLst>
              </a:tr>
              <a:tr h="722011">
                <a:tc>
                  <a:txBody>
                    <a:bodyPr/>
                    <a:lstStyle/>
                    <a:p>
                      <a:pPr marL="0" lvl="0" indent="0" algn="ctr">
                        <a:spcAft>
                          <a:spcPts val="0"/>
                        </a:spcAft>
                        <a:buFont typeface="+mj-lt"/>
                        <a:buNone/>
                      </a:pPr>
                      <a:r>
                        <a:rPr lang="en-US" sz="1100" kern="100" dirty="0">
                          <a:effectLst/>
                        </a:rPr>
                        <a:t>1 </a:t>
                      </a:r>
                      <a:endParaRPr lang="zh-CN" sz="1100" b="1" kern="100" dirty="0">
                        <a:effectLst/>
                        <a:latin typeface="Times New Roman"/>
                        <a:ea typeface="宋体"/>
                      </a:endParaRPr>
                    </a:p>
                  </a:txBody>
                  <a:tcPr marL="68557" marR="68557" marT="0" marB="0"/>
                </a:tc>
                <a:tc>
                  <a:txBody>
                    <a:bodyPr/>
                    <a:lstStyle/>
                    <a:p>
                      <a:pPr algn="ctr">
                        <a:spcAft>
                          <a:spcPts val="0"/>
                        </a:spcAft>
                      </a:pPr>
                      <a:r>
                        <a:rPr lang="en-US" sz="1100" kern="100" dirty="0">
                          <a:effectLst/>
                        </a:rPr>
                        <a:t>Max time</a:t>
                      </a:r>
                      <a:endParaRPr lang="zh-CN" sz="1100" b="1" kern="100" dirty="0">
                        <a:effectLst/>
                        <a:latin typeface="Times New Roman"/>
                        <a:ea typeface="宋体"/>
                      </a:endParaRPr>
                    </a:p>
                  </a:txBody>
                  <a:tcPr marL="68557" marR="68557" marT="0" marB="0"/>
                </a:tc>
                <a:tc>
                  <a:txBody>
                    <a:bodyPr/>
                    <a:lstStyle/>
                    <a:p>
                      <a:pPr algn="ctr">
                        <a:spcAft>
                          <a:spcPts val="0"/>
                        </a:spcAft>
                      </a:pPr>
                      <a:r>
                        <a:rPr lang="en-US" sz="1100" kern="100" dirty="0">
                          <a:effectLst/>
                        </a:rPr>
                        <a:t>&lt; </a:t>
                      </a:r>
                      <a:endParaRPr lang="zh-CN" sz="1100" b="1" kern="100" dirty="0">
                        <a:effectLst/>
                        <a:latin typeface="Times New Roman"/>
                        <a:ea typeface="宋体"/>
                      </a:endParaRPr>
                    </a:p>
                  </a:txBody>
                  <a:tcPr marL="68557" marR="68557" marT="0" marB="0"/>
                </a:tc>
                <a:tc>
                  <a:txBody>
                    <a:bodyPr/>
                    <a:lstStyle/>
                    <a:p>
                      <a:pPr algn="ctr">
                        <a:spcAft>
                          <a:spcPts val="0"/>
                        </a:spcAft>
                      </a:pPr>
                      <a:r>
                        <a:rPr lang="en-US" sz="1100" kern="100">
                          <a:effectLst/>
                        </a:rPr>
                        <a:t>Min time</a:t>
                      </a:r>
                      <a:endParaRPr lang="zh-CN" sz="1100" b="1" kern="100">
                        <a:effectLst/>
                        <a:latin typeface="Times New Roman"/>
                        <a:ea typeface="宋体"/>
                      </a:endParaRPr>
                    </a:p>
                  </a:txBody>
                  <a:tcPr marL="68557" marR="68557" marT="0" marB="0"/>
                </a:tc>
                <a:tc>
                  <a:txBody>
                    <a:bodyPr/>
                    <a:lstStyle/>
                    <a:p>
                      <a:pPr algn="ctr">
                        <a:spcAft>
                          <a:spcPts val="0"/>
                        </a:spcAft>
                      </a:pPr>
                      <a:r>
                        <a:rPr lang="en-US" sz="1100" kern="100" dirty="0">
                          <a:effectLst/>
                        </a:rPr>
                        <a:t>New TTC block insert in front of Min time command</a:t>
                      </a:r>
                      <a:endParaRPr lang="zh-CN" sz="1100" b="1" kern="100" dirty="0">
                        <a:effectLst/>
                        <a:latin typeface="Times New Roman"/>
                        <a:ea typeface="宋体"/>
                      </a:endParaRPr>
                    </a:p>
                  </a:txBody>
                  <a:tcPr marL="68557" marR="68557" marT="0" marB="0"/>
                </a:tc>
                <a:extLst>
                  <a:ext uri="{0D108BD9-81ED-4DB2-BD59-A6C34878D82A}">
                    <a16:rowId xmlns:a16="http://schemas.microsoft.com/office/drawing/2014/main" xmlns="" val="10001"/>
                  </a:ext>
                </a:extLst>
              </a:tr>
              <a:tr h="741499">
                <a:tc>
                  <a:txBody>
                    <a:bodyPr/>
                    <a:lstStyle/>
                    <a:p>
                      <a:pPr marL="0" lvl="0" indent="0" algn="ctr">
                        <a:spcAft>
                          <a:spcPts val="0"/>
                        </a:spcAft>
                        <a:buFont typeface="+mj-lt"/>
                        <a:buNone/>
                      </a:pPr>
                      <a:r>
                        <a:rPr lang="en-US" sz="1100" kern="100" dirty="0">
                          <a:effectLst/>
                        </a:rPr>
                        <a:t>2 </a:t>
                      </a:r>
                      <a:endParaRPr lang="zh-CN" sz="1100" b="1" kern="100" dirty="0">
                        <a:effectLst/>
                        <a:latin typeface="Times New Roman"/>
                        <a:ea typeface="宋体"/>
                      </a:endParaRPr>
                    </a:p>
                  </a:txBody>
                  <a:tcPr marL="68557" marR="68557" marT="0" marB="0"/>
                </a:tc>
                <a:tc>
                  <a:txBody>
                    <a:bodyPr/>
                    <a:lstStyle/>
                    <a:p>
                      <a:pPr algn="ctr">
                        <a:spcAft>
                          <a:spcPts val="0"/>
                        </a:spcAft>
                      </a:pPr>
                      <a:r>
                        <a:rPr lang="en-US" sz="1100" kern="100">
                          <a:effectLst/>
                        </a:rPr>
                        <a:t>Min time</a:t>
                      </a:r>
                      <a:endParaRPr lang="zh-CN" sz="1100" b="1" kern="100">
                        <a:effectLst/>
                        <a:latin typeface="Times New Roman"/>
                        <a:ea typeface="宋体"/>
                      </a:endParaRPr>
                    </a:p>
                  </a:txBody>
                  <a:tcPr marL="68557" marR="68557" marT="0" marB="0"/>
                </a:tc>
                <a:tc>
                  <a:txBody>
                    <a:bodyPr/>
                    <a:lstStyle/>
                    <a:p>
                      <a:pPr algn="ctr">
                        <a:spcAft>
                          <a:spcPts val="0"/>
                        </a:spcAft>
                      </a:pPr>
                      <a:r>
                        <a:rPr lang="en-US" sz="1100" kern="100">
                          <a:effectLst/>
                        </a:rPr>
                        <a:t>&gt; </a:t>
                      </a:r>
                      <a:endParaRPr lang="zh-CN" sz="1100" b="1" kern="100">
                        <a:effectLst/>
                        <a:latin typeface="Times New Roman"/>
                        <a:ea typeface="宋体"/>
                      </a:endParaRPr>
                    </a:p>
                  </a:txBody>
                  <a:tcPr marL="68557" marR="68557" marT="0" marB="0"/>
                </a:tc>
                <a:tc>
                  <a:txBody>
                    <a:bodyPr/>
                    <a:lstStyle/>
                    <a:p>
                      <a:pPr algn="ctr">
                        <a:spcAft>
                          <a:spcPts val="0"/>
                        </a:spcAft>
                      </a:pPr>
                      <a:r>
                        <a:rPr lang="en-US" sz="1100" kern="100">
                          <a:effectLst/>
                        </a:rPr>
                        <a:t>Max time</a:t>
                      </a:r>
                      <a:endParaRPr lang="zh-CN" sz="1100" b="1" kern="100">
                        <a:effectLst/>
                        <a:latin typeface="Times New Roman"/>
                        <a:ea typeface="宋体"/>
                      </a:endParaRPr>
                    </a:p>
                  </a:txBody>
                  <a:tcPr marL="68557" marR="68557" marT="0" marB="0"/>
                </a:tc>
                <a:tc>
                  <a:txBody>
                    <a:bodyPr/>
                    <a:lstStyle/>
                    <a:p>
                      <a:pPr algn="ctr">
                        <a:spcAft>
                          <a:spcPts val="0"/>
                        </a:spcAft>
                      </a:pPr>
                      <a:r>
                        <a:rPr lang="en-US" sz="1100" kern="100">
                          <a:effectLst/>
                        </a:rPr>
                        <a:t>New TTC block insert in behind of Max time command</a:t>
                      </a:r>
                      <a:endParaRPr lang="zh-CN" sz="1100" b="1" kern="100">
                        <a:effectLst/>
                        <a:latin typeface="Times New Roman"/>
                        <a:ea typeface="宋体"/>
                      </a:endParaRPr>
                    </a:p>
                  </a:txBody>
                  <a:tcPr marL="68557" marR="68557" marT="0" marB="0"/>
                </a:tc>
                <a:extLst>
                  <a:ext uri="{0D108BD9-81ED-4DB2-BD59-A6C34878D82A}">
                    <a16:rowId xmlns:a16="http://schemas.microsoft.com/office/drawing/2014/main" xmlns="" val="10002"/>
                  </a:ext>
                </a:extLst>
              </a:tr>
              <a:tr h="361005">
                <a:tc rowSpan="2">
                  <a:txBody>
                    <a:bodyPr/>
                    <a:lstStyle/>
                    <a:p>
                      <a:pPr marL="0" lvl="0" indent="0" algn="ctr">
                        <a:spcAft>
                          <a:spcPts val="0"/>
                        </a:spcAft>
                        <a:buFont typeface="+mj-lt"/>
                        <a:buNone/>
                      </a:pPr>
                      <a:r>
                        <a:rPr lang="en-US" altLang="zh-CN" sz="1100" kern="100" dirty="0">
                          <a:effectLst/>
                        </a:rPr>
                        <a:t>3</a:t>
                      </a:r>
                      <a:endParaRPr lang="zh-CN" sz="1100" b="1" kern="100" dirty="0">
                        <a:effectLst/>
                        <a:latin typeface="Times New Roman"/>
                        <a:ea typeface="宋体"/>
                      </a:endParaRPr>
                    </a:p>
                  </a:txBody>
                  <a:tcPr marL="68557" marR="68557" marT="0" marB="0"/>
                </a:tc>
                <a:tc>
                  <a:txBody>
                    <a:bodyPr/>
                    <a:lstStyle/>
                    <a:p>
                      <a:pPr algn="ctr">
                        <a:spcAft>
                          <a:spcPts val="0"/>
                        </a:spcAft>
                      </a:pPr>
                      <a:r>
                        <a:rPr lang="en-US" sz="1100" kern="100">
                          <a:effectLst/>
                        </a:rPr>
                        <a:t>Min time</a:t>
                      </a:r>
                      <a:endParaRPr lang="zh-CN" sz="1100" b="1" kern="100">
                        <a:effectLst/>
                        <a:latin typeface="Times New Roman"/>
                        <a:ea typeface="宋体"/>
                      </a:endParaRPr>
                    </a:p>
                  </a:txBody>
                  <a:tcPr marL="68557" marR="68557" marT="0" marB="0"/>
                </a:tc>
                <a:tc>
                  <a:txBody>
                    <a:bodyPr/>
                    <a:lstStyle/>
                    <a:p>
                      <a:pPr algn="ctr">
                        <a:spcAft>
                          <a:spcPts val="0"/>
                        </a:spcAft>
                      </a:pPr>
                      <a:r>
                        <a:rPr lang="en-US" sz="1100" kern="100">
                          <a:effectLst/>
                        </a:rPr>
                        <a:t>&gt; </a:t>
                      </a:r>
                      <a:endParaRPr lang="zh-CN" sz="1100" b="1" kern="100">
                        <a:effectLst/>
                        <a:latin typeface="Times New Roman"/>
                        <a:ea typeface="宋体"/>
                      </a:endParaRPr>
                    </a:p>
                  </a:txBody>
                  <a:tcPr marL="68557" marR="68557" marT="0" marB="0"/>
                </a:tc>
                <a:tc>
                  <a:txBody>
                    <a:bodyPr/>
                    <a:lstStyle/>
                    <a:p>
                      <a:pPr algn="ctr">
                        <a:spcAft>
                          <a:spcPts val="0"/>
                        </a:spcAft>
                      </a:pPr>
                      <a:r>
                        <a:rPr lang="en-US" sz="1100" kern="100" dirty="0">
                          <a:effectLst/>
                        </a:rPr>
                        <a:t>Command n time</a:t>
                      </a:r>
                      <a:endParaRPr lang="zh-CN" sz="1100" b="1" kern="100" dirty="0">
                        <a:effectLst/>
                        <a:latin typeface="Times New Roman"/>
                        <a:ea typeface="宋体"/>
                      </a:endParaRPr>
                    </a:p>
                  </a:txBody>
                  <a:tcPr marL="68557" marR="68557" marT="0" marB="0"/>
                </a:tc>
                <a:tc rowSpan="2">
                  <a:txBody>
                    <a:bodyPr/>
                    <a:lstStyle/>
                    <a:p>
                      <a:pPr algn="ctr">
                        <a:spcAft>
                          <a:spcPts val="0"/>
                        </a:spcAft>
                      </a:pPr>
                      <a:r>
                        <a:rPr lang="en-US" sz="1100" kern="100">
                          <a:effectLst/>
                        </a:rPr>
                        <a:t>New  TTC block insert between command n and command n+1</a:t>
                      </a:r>
                      <a:endParaRPr lang="zh-CN" sz="1100" b="1" kern="100">
                        <a:effectLst/>
                        <a:latin typeface="Times New Roman"/>
                        <a:ea typeface="宋体"/>
                      </a:endParaRPr>
                    </a:p>
                  </a:txBody>
                  <a:tcPr marL="68557" marR="68557" marT="0" marB="0"/>
                </a:tc>
                <a:extLst>
                  <a:ext uri="{0D108BD9-81ED-4DB2-BD59-A6C34878D82A}">
                    <a16:rowId xmlns:a16="http://schemas.microsoft.com/office/drawing/2014/main" xmlns="" val="10003"/>
                  </a:ext>
                </a:extLst>
              </a:tr>
              <a:tr h="599115">
                <a:tc vMerge="1">
                  <a:txBody>
                    <a:bodyPr/>
                    <a:lstStyle/>
                    <a:p>
                      <a:endParaRPr lang="zh-CN" altLang="en-US"/>
                    </a:p>
                  </a:txBody>
                  <a:tcPr/>
                </a:tc>
                <a:tc>
                  <a:txBody>
                    <a:bodyPr/>
                    <a:lstStyle/>
                    <a:p>
                      <a:pPr algn="ctr">
                        <a:spcAft>
                          <a:spcPts val="0"/>
                        </a:spcAft>
                      </a:pPr>
                      <a:r>
                        <a:rPr lang="en-US" sz="1100" kern="100">
                          <a:effectLst/>
                        </a:rPr>
                        <a:t>Max time</a:t>
                      </a:r>
                      <a:endParaRPr lang="zh-CN" sz="1100" b="1" kern="100">
                        <a:effectLst/>
                        <a:latin typeface="Times New Roman"/>
                        <a:ea typeface="宋体"/>
                      </a:endParaRPr>
                    </a:p>
                  </a:txBody>
                  <a:tcPr marL="68557" marR="68557" marT="0" marB="0"/>
                </a:tc>
                <a:tc>
                  <a:txBody>
                    <a:bodyPr/>
                    <a:lstStyle/>
                    <a:p>
                      <a:pPr algn="ctr">
                        <a:spcAft>
                          <a:spcPts val="0"/>
                        </a:spcAft>
                      </a:pPr>
                      <a:r>
                        <a:rPr lang="en-US" sz="1100" kern="100">
                          <a:effectLst/>
                        </a:rPr>
                        <a:t>&lt; </a:t>
                      </a:r>
                      <a:endParaRPr lang="zh-CN" sz="1100" b="1" kern="100">
                        <a:effectLst/>
                        <a:latin typeface="Times New Roman"/>
                        <a:ea typeface="宋体"/>
                      </a:endParaRPr>
                    </a:p>
                  </a:txBody>
                  <a:tcPr marL="68557" marR="68557" marT="0" marB="0"/>
                </a:tc>
                <a:tc>
                  <a:txBody>
                    <a:bodyPr/>
                    <a:lstStyle/>
                    <a:p>
                      <a:pPr algn="ctr">
                        <a:spcAft>
                          <a:spcPts val="0"/>
                        </a:spcAft>
                      </a:pPr>
                      <a:r>
                        <a:rPr lang="en-US" sz="1100" kern="100" dirty="0">
                          <a:effectLst/>
                        </a:rPr>
                        <a:t>Command n+1 time</a:t>
                      </a:r>
                      <a:endParaRPr lang="zh-CN" sz="1100" b="1" kern="100" dirty="0">
                        <a:effectLst/>
                        <a:latin typeface="Times New Roman"/>
                        <a:ea typeface="宋体"/>
                      </a:endParaRPr>
                    </a:p>
                  </a:txBody>
                  <a:tcPr marL="68557" marR="68557" marT="0" marB="0"/>
                </a:tc>
                <a:tc vMerge="1">
                  <a:txBody>
                    <a:bodyPr/>
                    <a:lstStyle/>
                    <a:p>
                      <a:endParaRPr lang="zh-CN" altLang="en-US"/>
                    </a:p>
                  </a:txBody>
                  <a:tcPr/>
                </a:tc>
                <a:extLst>
                  <a:ext uri="{0D108BD9-81ED-4DB2-BD59-A6C34878D82A}">
                    <a16:rowId xmlns:a16="http://schemas.microsoft.com/office/drawing/2014/main" xmlns="" val="10004"/>
                  </a:ext>
                </a:extLst>
              </a:tr>
              <a:tr h="361005">
                <a:tc>
                  <a:txBody>
                    <a:bodyPr/>
                    <a:lstStyle/>
                    <a:p>
                      <a:pPr marL="0" lvl="0" indent="0" algn="ctr">
                        <a:spcAft>
                          <a:spcPts val="0"/>
                        </a:spcAft>
                        <a:buFont typeface="+mj-lt"/>
                        <a:buNone/>
                      </a:pPr>
                      <a:r>
                        <a:rPr lang="en-US" sz="1100" kern="100" dirty="0">
                          <a:effectLst/>
                        </a:rPr>
                        <a:t>4 </a:t>
                      </a:r>
                      <a:endParaRPr lang="zh-CN" sz="1100" b="1" kern="100" dirty="0">
                        <a:effectLst/>
                        <a:latin typeface="Times New Roman"/>
                        <a:ea typeface="宋体"/>
                      </a:endParaRPr>
                    </a:p>
                  </a:txBody>
                  <a:tcPr marL="68557" marR="68557" marT="0" marB="0"/>
                </a:tc>
                <a:tc>
                  <a:txBody>
                    <a:bodyPr/>
                    <a:lstStyle/>
                    <a:p>
                      <a:pPr algn="ctr">
                        <a:spcAft>
                          <a:spcPts val="0"/>
                        </a:spcAft>
                      </a:pPr>
                      <a:r>
                        <a:rPr lang="en-US" sz="1100" kern="100">
                          <a:effectLst/>
                        </a:rPr>
                        <a:t>Other condition</a:t>
                      </a:r>
                      <a:endParaRPr lang="zh-CN" sz="1100" b="1" kern="100">
                        <a:effectLst/>
                        <a:latin typeface="Times New Roman"/>
                        <a:ea typeface="宋体"/>
                      </a:endParaRPr>
                    </a:p>
                  </a:txBody>
                  <a:tcPr marL="68557" marR="68557" marT="0" marB="0"/>
                </a:tc>
                <a:tc>
                  <a:txBody>
                    <a:bodyPr/>
                    <a:lstStyle/>
                    <a:p>
                      <a:pPr algn="ctr">
                        <a:spcAft>
                          <a:spcPts val="0"/>
                        </a:spcAft>
                      </a:pPr>
                      <a:r>
                        <a:rPr lang="en-US" sz="1100" kern="100">
                          <a:effectLst/>
                        </a:rPr>
                        <a:t> </a:t>
                      </a:r>
                      <a:endParaRPr lang="zh-CN" sz="1100" b="1" kern="100">
                        <a:effectLst/>
                        <a:latin typeface="Times New Roman"/>
                        <a:ea typeface="宋体"/>
                      </a:endParaRPr>
                    </a:p>
                  </a:txBody>
                  <a:tcPr marL="68557" marR="68557" marT="0" marB="0"/>
                </a:tc>
                <a:tc>
                  <a:txBody>
                    <a:bodyPr/>
                    <a:lstStyle/>
                    <a:p>
                      <a:pPr algn="ctr">
                        <a:spcAft>
                          <a:spcPts val="0"/>
                        </a:spcAft>
                      </a:pPr>
                      <a:r>
                        <a:rPr lang="en-US" sz="1100" kern="100">
                          <a:effectLst/>
                        </a:rPr>
                        <a:t> </a:t>
                      </a:r>
                      <a:endParaRPr lang="zh-CN" sz="1100" b="1" kern="100">
                        <a:effectLst/>
                        <a:latin typeface="Times New Roman"/>
                        <a:ea typeface="宋体"/>
                      </a:endParaRPr>
                    </a:p>
                  </a:txBody>
                  <a:tcPr marL="68557" marR="68557" marT="0" marB="0"/>
                </a:tc>
                <a:tc>
                  <a:txBody>
                    <a:bodyPr/>
                    <a:lstStyle/>
                    <a:p>
                      <a:pPr algn="ctr">
                        <a:spcAft>
                          <a:spcPts val="0"/>
                        </a:spcAft>
                      </a:pPr>
                      <a:r>
                        <a:rPr lang="en-US" sz="1100" kern="100" dirty="0">
                          <a:effectLst/>
                        </a:rPr>
                        <a:t>TTC error</a:t>
                      </a:r>
                      <a:endParaRPr lang="zh-CN" sz="1100" b="1" kern="100" dirty="0">
                        <a:effectLst/>
                        <a:latin typeface="Times New Roman"/>
                        <a:ea typeface="宋体"/>
                      </a:endParaRPr>
                    </a:p>
                  </a:txBody>
                  <a:tcPr marL="68557" marR="68557" marT="0" marB="0"/>
                </a:tc>
                <a:extLst>
                  <a:ext uri="{0D108BD9-81ED-4DB2-BD59-A6C34878D82A}">
                    <a16:rowId xmlns:a16="http://schemas.microsoft.com/office/drawing/2014/main" xmlns="" val="10005"/>
                  </a:ext>
                </a:extLst>
              </a:tr>
            </a:tbl>
          </a:graphicData>
        </a:graphic>
      </p:graphicFrame>
      <p:graphicFrame>
        <p:nvGraphicFramePr>
          <p:cNvPr id="8" name="对象 5"/>
          <p:cNvGraphicFramePr>
            <a:graphicFrameLocks noChangeAspect="1"/>
          </p:cNvGraphicFramePr>
          <p:nvPr/>
        </p:nvGraphicFramePr>
        <p:xfrm>
          <a:off x="5103816" y="1977629"/>
          <a:ext cx="4040187" cy="2146697"/>
        </p:xfrm>
        <a:graphic>
          <a:graphicData uri="http://schemas.openxmlformats.org/presentationml/2006/ole">
            <mc:AlternateContent xmlns:mc="http://schemas.openxmlformats.org/markup-compatibility/2006">
              <mc:Choice xmlns:v="urn:schemas-microsoft-com:vml" Requires="v">
                <p:oleObj spid="_x0000_s119838" name="Visio" r:id="rId3" imgW="2704624" imgH="1984962" progId="Visio.Drawing.11">
                  <p:embed/>
                </p:oleObj>
              </mc:Choice>
              <mc:Fallback>
                <p:oleObj name="Visio" r:id="rId3" imgW="2704624" imgH="1984962"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t="3159"/>
                      <a:stretch>
                        <a:fillRect/>
                      </a:stretch>
                    </p:blipFill>
                    <p:spPr bwMode="auto">
                      <a:xfrm>
                        <a:off x="5103816" y="1977629"/>
                        <a:ext cx="4040187" cy="21466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3059086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5: Time-tagged data block</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69</a:t>
            </a:fld>
            <a:r>
              <a:rPr lang="zh-CN" altLang="en-US"/>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816769"/>
            <a:ext cx="8255000" cy="2185214"/>
          </a:xfrm>
          <a:prstGeom prst="rect">
            <a:avLst/>
          </a:prstGeom>
          <a:noFill/>
          <a:ln>
            <a:noFill/>
          </a:ln>
        </p:spPr>
        <p:txBody>
          <a:bodyPr>
            <a:spAutoFit/>
          </a:bodyPr>
          <a:lstStyle/>
          <a:p>
            <a:pPr algn="just">
              <a:lnSpc>
                <a:spcPct val="150000"/>
              </a:lnSpc>
              <a:defRPr/>
            </a:pPr>
            <a:r>
              <a:rPr lang="en-US" altLang="zh-CN" sz="2400" dirty="0">
                <a:solidFill>
                  <a:srgbClr val="FF0000"/>
                </a:solidFill>
              </a:rPr>
              <a:t>Time-tagged data block.</a:t>
            </a:r>
          </a:p>
          <a:p>
            <a:pPr indent="457200" algn="just">
              <a:lnSpc>
                <a:spcPct val="125000"/>
              </a:lnSpc>
              <a:defRPr/>
            </a:pPr>
            <a:r>
              <a:rPr lang="en-US" altLang="zh-CN" sz="2000" dirty="0">
                <a:latin typeface="微软雅黑" pitchFamily="34" charset="-122"/>
                <a:ea typeface="微软雅黑" pitchFamily="34" charset="-122"/>
              </a:rPr>
              <a:t>TTD is extension of TTC. Each TTD is composed with 64 bytes. The first 2 bytes is Task ID, the next is UTC time and virtual channel ID , and the last </a:t>
            </a:r>
            <a:r>
              <a:rPr lang="en-US" altLang="zh-CN" sz="2000" u="sng" dirty="0">
                <a:solidFill>
                  <a:srgbClr val="FF0000"/>
                </a:solidFill>
                <a:latin typeface="微软雅黑" pitchFamily="34" charset="-122"/>
                <a:ea typeface="微软雅黑" pitchFamily="34" charset="-122"/>
              </a:rPr>
              <a:t>57bytes </a:t>
            </a:r>
            <a:r>
              <a:rPr lang="en-US" altLang="zh-CN" sz="2000" u="sng" dirty="0">
                <a:latin typeface="微软雅黑" pitchFamily="34" charset="-122"/>
                <a:ea typeface="微软雅黑" pitchFamily="34" charset="-122"/>
              </a:rPr>
              <a:t>is TC data</a:t>
            </a:r>
            <a:r>
              <a:rPr lang="en-US" altLang="zh-CN" sz="2000" dirty="0">
                <a:latin typeface="微软雅黑" pitchFamily="34" charset="-122"/>
                <a:ea typeface="微软雅黑" pitchFamily="34" charset="-122"/>
              </a:rPr>
              <a:t>. (For TTC is 4 bytes indirect TC)</a:t>
            </a:r>
          </a:p>
        </p:txBody>
      </p:sp>
      <p:grpSp>
        <p:nvGrpSpPr>
          <p:cNvPr id="7" name="组合 16"/>
          <p:cNvGrpSpPr>
            <a:grpSpLocks/>
          </p:cNvGrpSpPr>
          <p:nvPr/>
        </p:nvGrpSpPr>
        <p:grpSpPr bwMode="auto">
          <a:xfrm>
            <a:off x="1655767" y="2679732"/>
            <a:ext cx="5580530" cy="2052258"/>
            <a:chOff x="1655782" y="3020525"/>
            <a:chExt cx="5906900" cy="3000763"/>
          </a:xfrm>
        </p:grpSpPr>
        <p:grpSp>
          <p:nvGrpSpPr>
            <p:cNvPr id="8" name="组合 3"/>
            <p:cNvGrpSpPr>
              <a:grpSpLocks/>
            </p:cNvGrpSpPr>
            <p:nvPr/>
          </p:nvGrpSpPr>
          <p:grpSpPr bwMode="auto">
            <a:xfrm>
              <a:off x="1655782" y="3020525"/>
              <a:ext cx="5906900" cy="3000763"/>
              <a:chOff x="1655782" y="2889014"/>
              <a:chExt cx="5906900" cy="3000763"/>
            </a:xfrm>
          </p:grpSpPr>
          <p:sp>
            <p:nvSpPr>
              <p:cNvPr id="10" name="任意多边形 9"/>
              <p:cNvSpPr/>
              <p:nvPr/>
            </p:nvSpPr>
            <p:spPr>
              <a:xfrm>
                <a:off x="1655782" y="3715824"/>
                <a:ext cx="1699969" cy="1402119"/>
              </a:xfrm>
              <a:custGeom>
                <a:avLst/>
                <a:gdLst>
                  <a:gd name="connsiteX0" fmla="*/ 0 w 1699969"/>
                  <a:gd name="connsiteY0" fmla="*/ 140212 h 1402119"/>
                  <a:gd name="connsiteX1" fmla="*/ 140212 w 1699969"/>
                  <a:gd name="connsiteY1" fmla="*/ 0 h 1402119"/>
                  <a:gd name="connsiteX2" fmla="*/ 1559757 w 1699969"/>
                  <a:gd name="connsiteY2" fmla="*/ 0 h 1402119"/>
                  <a:gd name="connsiteX3" fmla="*/ 1699969 w 1699969"/>
                  <a:gd name="connsiteY3" fmla="*/ 140212 h 1402119"/>
                  <a:gd name="connsiteX4" fmla="*/ 1699969 w 1699969"/>
                  <a:gd name="connsiteY4" fmla="*/ 1261907 h 1402119"/>
                  <a:gd name="connsiteX5" fmla="*/ 1559757 w 1699969"/>
                  <a:gd name="connsiteY5" fmla="*/ 1402119 h 1402119"/>
                  <a:gd name="connsiteX6" fmla="*/ 140212 w 1699969"/>
                  <a:gd name="connsiteY6" fmla="*/ 1402119 h 1402119"/>
                  <a:gd name="connsiteX7" fmla="*/ 0 w 1699969"/>
                  <a:gd name="connsiteY7" fmla="*/ 1261907 h 1402119"/>
                  <a:gd name="connsiteX8" fmla="*/ 0 w 1699969"/>
                  <a:gd name="connsiteY8" fmla="*/ 140212 h 1402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9969" h="1402119">
                    <a:moveTo>
                      <a:pt x="0" y="140212"/>
                    </a:moveTo>
                    <a:cubicBezTo>
                      <a:pt x="0" y="62775"/>
                      <a:pt x="62775" y="0"/>
                      <a:pt x="140212" y="0"/>
                    </a:cubicBezTo>
                    <a:lnTo>
                      <a:pt x="1559757" y="0"/>
                    </a:lnTo>
                    <a:cubicBezTo>
                      <a:pt x="1637194" y="0"/>
                      <a:pt x="1699969" y="62775"/>
                      <a:pt x="1699969" y="140212"/>
                    </a:cubicBezTo>
                    <a:lnTo>
                      <a:pt x="1699969" y="1261907"/>
                    </a:lnTo>
                    <a:cubicBezTo>
                      <a:pt x="1699969" y="1339344"/>
                      <a:pt x="1637194" y="1402119"/>
                      <a:pt x="1559757" y="1402119"/>
                    </a:cubicBezTo>
                    <a:lnTo>
                      <a:pt x="140212" y="1402119"/>
                    </a:lnTo>
                    <a:cubicBezTo>
                      <a:pt x="62775" y="1402119"/>
                      <a:pt x="0" y="1339344"/>
                      <a:pt x="0" y="1261907"/>
                    </a:cubicBezTo>
                    <a:lnTo>
                      <a:pt x="0" y="140212"/>
                    </a:lnTo>
                    <a:close/>
                  </a:path>
                </a:pathLst>
              </a:custGeom>
            </p:spPr>
            <p:style>
              <a:lnRef idx="1">
                <a:schemeClr val="accent1"/>
              </a:lnRef>
              <a:fillRef idx="2">
                <a:schemeClr val="accent1"/>
              </a:fillRef>
              <a:effectRef idx="1">
                <a:schemeClr val="accent1"/>
              </a:effectRef>
              <a:fontRef idx="minor">
                <a:schemeClr val="dk1"/>
              </a:fontRef>
            </p:style>
            <p:txBody>
              <a:bodyPr lIns="64652" tIns="64652" rIns="64652" bIns="365106" spcCol="1270"/>
              <a:lstStyle/>
              <a:p>
                <a:pPr marL="171450" lvl="1" indent="-171450" algn="l" defTabSz="755650">
                  <a:lnSpc>
                    <a:spcPct val="90000"/>
                  </a:lnSpc>
                  <a:spcAft>
                    <a:spcPct val="15000"/>
                  </a:spcAft>
                  <a:buFontTx/>
                  <a:buChar char="••"/>
                  <a:defRPr/>
                </a:pPr>
                <a:r>
                  <a:rPr lang="en-US" altLang="zh-CN" sz="1700" dirty="0"/>
                  <a:t>Ground Station</a:t>
                </a:r>
                <a:endParaRPr lang="zh-CN" altLang="en-US" sz="1700" dirty="0"/>
              </a:p>
            </p:txBody>
          </p:sp>
          <p:sp>
            <p:nvSpPr>
              <p:cNvPr id="11" name="形状 10"/>
              <p:cNvSpPr/>
              <p:nvPr/>
            </p:nvSpPr>
            <p:spPr>
              <a:xfrm>
                <a:off x="2631386" y="4122548"/>
                <a:ext cx="1767229" cy="1767229"/>
              </a:xfrm>
              <a:prstGeom prst="leftCircularArrow">
                <a:avLst>
                  <a:gd name="adj1" fmla="val 2550"/>
                  <a:gd name="adj2" fmla="val 309429"/>
                  <a:gd name="adj3" fmla="val 2084940"/>
                  <a:gd name="adj4" fmla="val 9024489"/>
                  <a:gd name="adj5" fmla="val 2975"/>
                </a:avLst>
              </a:prstGeom>
            </p:spPr>
            <p:style>
              <a:lnRef idx="1">
                <a:schemeClr val="accent1"/>
              </a:lnRef>
              <a:fillRef idx="2">
                <a:schemeClr val="accent1"/>
              </a:fillRef>
              <a:effectRef idx="1">
                <a:schemeClr val="accent1"/>
              </a:effectRef>
              <a:fontRef idx="minor">
                <a:schemeClr val="dk1"/>
              </a:fontRef>
            </p:style>
          </p:sp>
          <p:sp>
            <p:nvSpPr>
              <p:cNvPr id="12" name="任意多边形 11"/>
              <p:cNvSpPr/>
              <p:nvPr/>
            </p:nvSpPr>
            <p:spPr>
              <a:xfrm>
                <a:off x="2033553" y="4817489"/>
                <a:ext cx="1511084" cy="600908"/>
              </a:xfrm>
              <a:custGeom>
                <a:avLst/>
                <a:gdLst>
                  <a:gd name="connsiteX0" fmla="*/ 0 w 1511084"/>
                  <a:gd name="connsiteY0" fmla="*/ 60091 h 600908"/>
                  <a:gd name="connsiteX1" fmla="*/ 60091 w 1511084"/>
                  <a:gd name="connsiteY1" fmla="*/ 0 h 600908"/>
                  <a:gd name="connsiteX2" fmla="*/ 1450993 w 1511084"/>
                  <a:gd name="connsiteY2" fmla="*/ 0 h 600908"/>
                  <a:gd name="connsiteX3" fmla="*/ 1511084 w 1511084"/>
                  <a:gd name="connsiteY3" fmla="*/ 60091 h 600908"/>
                  <a:gd name="connsiteX4" fmla="*/ 1511084 w 1511084"/>
                  <a:gd name="connsiteY4" fmla="*/ 540817 h 600908"/>
                  <a:gd name="connsiteX5" fmla="*/ 1450993 w 1511084"/>
                  <a:gd name="connsiteY5" fmla="*/ 600908 h 600908"/>
                  <a:gd name="connsiteX6" fmla="*/ 60091 w 1511084"/>
                  <a:gd name="connsiteY6" fmla="*/ 600908 h 600908"/>
                  <a:gd name="connsiteX7" fmla="*/ 0 w 1511084"/>
                  <a:gd name="connsiteY7" fmla="*/ 540817 h 600908"/>
                  <a:gd name="connsiteX8" fmla="*/ 0 w 1511084"/>
                  <a:gd name="connsiteY8" fmla="*/ 60091 h 600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11084" h="600908">
                    <a:moveTo>
                      <a:pt x="0" y="60091"/>
                    </a:moveTo>
                    <a:cubicBezTo>
                      <a:pt x="0" y="26904"/>
                      <a:pt x="26904" y="0"/>
                      <a:pt x="60091" y="0"/>
                    </a:cubicBezTo>
                    <a:lnTo>
                      <a:pt x="1450993" y="0"/>
                    </a:lnTo>
                    <a:cubicBezTo>
                      <a:pt x="1484180" y="0"/>
                      <a:pt x="1511084" y="26904"/>
                      <a:pt x="1511084" y="60091"/>
                    </a:cubicBezTo>
                    <a:lnTo>
                      <a:pt x="1511084" y="540817"/>
                    </a:lnTo>
                    <a:cubicBezTo>
                      <a:pt x="1511084" y="574004"/>
                      <a:pt x="1484180" y="600908"/>
                      <a:pt x="1450993" y="600908"/>
                    </a:cubicBezTo>
                    <a:lnTo>
                      <a:pt x="60091" y="600908"/>
                    </a:lnTo>
                    <a:cubicBezTo>
                      <a:pt x="26904" y="600908"/>
                      <a:pt x="0" y="574004"/>
                      <a:pt x="0" y="540817"/>
                    </a:cubicBezTo>
                    <a:lnTo>
                      <a:pt x="0" y="60091"/>
                    </a:lnTo>
                    <a:close/>
                  </a:path>
                </a:pathLst>
              </a:custGeom>
            </p:spPr>
            <p:style>
              <a:lnRef idx="1">
                <a:schemeClr val="accent1"/>
              </a:lnRef>
              <a:fillRef idx="2">
                <a:schemeClr val="accent1"/>
              </a:fillRef>
              <a:effectRef idx="1">
                <a:schemeClr val="accent1"/>
              </a:effectRef>
              <a:fontRef idx="minor">
                <a:schemeClr val="dk1"/>
              </a:fontRef>
            </p:style>
            <p:txBody>
              <a:bodyPr lIns="42365" tIns="34110" rIns="42365" bIns="34110" spcCol="1270" anchor="ctr"/>
              <a:lstStyle/>
              <a:p>
                <a:pPr defTabSz="577850">
                  <a:lnSpc>
                    <a:spcPct val="90000"/>
                  </a:lnSpc>
                  <a:spcAft>
                    <a:spcPct val="35000"/>
                  </a:spcAft>
                  <a:defRPr/>
                </a:pPr>
                <a:r>
                  <a:rPr lang="en-US" altLang="zh-CN" sz="1300" dirty="0"/>
                  <a:t>Batch of TTDs</a:t>
                </a:r>
                <a:endParaRPr lang="zh-CN" altLang="en-US" sz="1300" dirty="0"/>
              </a:p>
            </p:txBody>
          </p:sp>
          <p:sp>
            <p:nvSpPr>
              <p:cNvPr id="13" name="任意多边形 12"/>
              <p:cNvSpPr/>
              <p:nvPr/>
            </p:nvSpPr>
            <p:spPr>
              <a:xfrm>
                <a:off x="3759248" y="3715824"/>
                <a:ext cx="1699969" cy="1402119"/>
              </a:xfrm>
              <a:custGeom>
                <a:avLst/>
                <a:gdLst>
                  <a:gd name="connsiteX0" fmla="*/ 0 w 1699969"/>
                  <a:gd name="connsiteY0" fmla="*/ 140212 h 1402119"/>
                  <a:gd name="connsiteX1" fmla="*/ 140212 w 1699969"/>
                  <a:gd name="connsiteY1" fmla="*/ 0 h 1402119"/>
                  <a:gd name="connsiteX2" fmla="*/ 1559757 w 1699969"/>
                  <a:gd name="connsiteY2" fmla="*/ 0 h 1402119"/>
                  <a:gd name="connsiteX3" fmla="*/ 1699969 w 1699969"/>
                  <a:gd name="connsiteY3" fmla="*/ 140212 h 1402119"/>
                  <a:gd name="connsiteX4" fmla="*/ 1699969 w 1699969"/>
                  <a:gd name="connsiteY4" fmla="*/ 1261907 h 1402119"/>
                  <a:gd name="connsiteX5" fmla="*/ 1559757 w 1699969"/>
                  <a:gd name="connsiteY5" fmla="*/ 1402119 h 1402119"/>
                  <a:gd name="connsiteX6" fmla="*/ 140212 w 1699969"/>
                  <a:gd name="connsiteY6" fmla="*/ 1402119 h 1402119"/>
                  <a:gd name="connsiteX7" fmla="*/ 0 w 1699969"/>
                  <a:gd name="connsiteY7" fmla="*/ 1261907 h 1402119"/>
                  <a:gd name="connsiteX8" fmla="*/ 0 w 1699969"/>
                  <a:gd name="connsiteY8" fmla="*/ 140212 h 1402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9969" h="1402119">
                    <a:moveTo>
                      <a:pt x="0" y="140212"/>
                    </a:moveTo>
                    <a:cubicBezTo>
                      <a:pt x="0" y="62775"/>
                      <a:pt x="62775" y="0"/>
                      <a:pt x="140212" y="0"/>
                    </a:cubicBezTo>
                    <a:lnTo>
                      <a:pt x="1559757" y="0"/>
                    </a:lnTo>
                    <a:cubicBezTo>
                      <a:pt x="1637194" y="0"/>
                      <a:pt x="1699969" y="62775"/>
                      <a:pt x="1699969" y="140212"/>
                    </a:cubicBezTo>
                    <a:lnTo>
                      <a:pt x="1699969" y="1261907"/>
                    </a:lnTo>
                    <a:cubicBezTo>
                      <a:pt x="1699969" y="1339344"/>
                      <a:pt x="1637194" y="1402119"/>
                      <a:pt x="1559757" y="1402119"/>
                    </a:cubicBezTo>
                    <a:lnTo>
                      <a:pt x="140212" y="1402119"/>
                    </a:lnTo>
                    <a:cubicBezTo>
                      <a:pt x="62775" y="1402119"/>
                      <a:pt x="0" y="1339344"/>
                      <a:pt x="0" y="1261907"/>
                    </a:cubicBezTo>
                    <a:lnTo>
                      <a:pt x="0" y="140212"/>
                    </a:lnTo>
                    <a:close/>
                  </a:path>
                </a:pathLst>
              </a:custGeom>
            </p:spPr>
            <p:style>
              <a:lnRef idx="1">
                <a:schemeClr val="accent1"/>
              </a:lnRef>
              <a:fillRef idx="2">
                <a:schemeClr val="accent1"/>
              </a:fillRef>
              <a:effectRef idx="1">
                <a:schemeClr val="accent1"/>
              </a:effectRef>
              <a:fontRef idx="minor">
                <a:schemeClr val="dk1"/>
              </a:fontRef>
            </p:style>
            <p:txBody>
              <a:bodyPr lIns="64652" tIns="365106" rIns="64652" bIns="64652" spcCol="1270"/>
              <a:lstStyle/>
              <a:p>
                <a:pPr marL="171450" lvl="1" indent="-171450" algn="l" defTabSz="755650">
                  <a:lnSpc>
                    <a:spcPct val="90000"/>
                  </a:lnSpc>
                  <a:spcAft>
                    <a:spcPct val="15000"/>
                  </a:spcAft>
                  <a:buFontTx/>
                  <a:buChar char="••"/>
                  <a:defRPr/>
                </a:pPr>
                <a:r>
                  <a:rPr lang="en-US" altLang="zh-CN" sz="1700" dirty="0"/>
                  <a:t>OBC</a:t>
                </a:r>
                <a:endParaRPr lang="zh-CN" altLang="en-US" sz="1700" dirty="0"/>
              </a:p>
            </p:txBody>
          </p:sp>
          <p:sp>
            <p:nvSpPr>
              <p:cNvPr id="14" name="环形箭头 13"/>
              <p:cNvSpPr/>
              <p:nvPr/>
            </p:nvSpPr>
            <p:spPr>
              <a:xfrm>
                <a:off x="4720685" y="2889014"/>
                <a:ext cx="1984448" cy="1984448"/>
              </a:xfrm>
              <a:prstGeom prst="circularArrow">
                <a:avLst>
                  <a:gd name="adj1" fmla="val 2271"/>
                  <a:gd name="adj2" fmla="val 273786"/>
                  <a:gd name="adj3" fmla="val 19550703"/>
                  <a:gd name="adj4" fmla="val 12575511"/>
                  <a:gd name="adj5" fmla="val 2650"/>
                </a:avLst>
              </a:prstGeom>
            </p:spPr>
            <p:style>
              <a:lnRef idx="1">
                <a:schemeClr val="accent1"/>
              </a:lnRef>
              <a:fillRef idx="2">
                <a:schemeClr val="accent1"/>
              </a:fillRef>
              <a:effectRef idx="1">
                <a:schemeClr val="accent1"/>
              </a:effectRef>
              <a:fontRef idx="minor">
                <a:schemeClr val="dk1"/>
              </a:fontRef>
            </p:style>
          </p:sp>
          <p:sp>
            <p:nvSpPr>
              <p:cNvPr id="15" name="任意多边形 14"/>
              <p:cNvSpPr/>
              <p:nvPr/>
            </p:nvSpPr>
            <p:spPr>
              <a:xfrm>
                <a:off x="4137019" y="3415369"/>
                <a:ext cx="1511084" cy="600908"/>
              </a:xfrm>
              <a:custGeom>
                <a:avLst/>
                <a:gdLst>
                  <a:gd name="connsiteX0" fmla="*/ 0 w 1511084"/>
                  <a:gd name="connsiteY0" fmla="*/ 60091 h 600908"/>
                  <a:gd name="connsiteX1" fmla="*/ 60091 w 1511084"/>
                  <a:gd name="connsiteY1" fmla="*/ 0 h 600908"/>
                  <a:gd name="connsiteX2" fmla="*/ 1450993 w 1511084"/>
                  <a:gd name="connsiteY2" fmla="*/ 0 h 600908"/>
                  <a:gd name="connsiteX3" fmla="*/ 1511084 w 1511084"/>
                  <a:gd name="connsiteY3" fmla="*/ 60091 h 600908"/>
                  <a:gd name="connsiteX4" fmla="*/ 1511084 w 1511084"/>
                  <a:gd name="connsiteY4" fmla="*/ 540817 h 600908"/>
                  <a:gd name="connsiteX5" fmla="*/ 1450993 w 1511084"/>
                  <a:gd name="connsiteY5" fmla="*/ 600908 h 600908"/>
                  <a:gd name="connsiteX6" fmla="*/ 60091 w 1511084"/>
                  <a:gd name="connsiteY6" fmla="*/ 600908 h 600908"/>
                  <a:gd name="connsiteX7" fmla="*/ 0 w 1511084"/>
                  <a:gd name="connsiteY7" fmla="*/ 540817 h 600908"/>
                  <a:gd name="connsiteX8" fmla="*/ 0 w 1511084"/>
                  <a:gd name="connsiteY8" fmla="*/ 60091 h 600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11084" h="600908">
                    <a:moveTo>
                      <a:pt x="0" y="60091"/>
                    </a:moveTo>
                    <a:cubicBezTo>
                      <a:pt x="0" y="26904"/>
                      <a:pt x="26904" y="0"/>
                      <a:pt x="60091" y="0"/>
                    </a:cubicBezTo>
                    <a:lnTo>
                      <a:pt x="1450993" y="0"/>
                    </a:lnTo>
                    <a:cubicBezTo>
                      <a:pt x="1484180" y="0"/>
                      <a:pt x="1511084" y="26904"/>
                      <a:pt x="1511084" y="60091"/>
                    </a:cubicBezTo>
                    <a:lnTo>
                      <a:pt x="1511084" y="540817"/>
                    </a:lnTo>
                    <a:cubicBezTo>
                      <a:pt x="1511084" y="574004"/>
                      <a:pt x="1484180" y="600908"/>
                      <a:pt x="1450993" y="600908"/>
                    </a:cubicBezTo>
                    <a:lnTo>
                      <a:pt x="60091" y="600908"/>
                    </a:lnTo>
                    <a:cubicBezTo>
                      <a:pt x="26904" y="600908"/>
                      <a:pt x="0" y="574004"/>
                      <a:pt x="0" y="540817"/>
                    </a:cubicBezTo>
                    <a:lnTo>
                      <a:pt x="0" y="60091"/>
                    </a:lnTo>
                    <a:close/>
                  </a:path>
                </a:pathLst>
              </a:custGeom>
            </p:spPr>
            <p:style>
              <a:lnRef idx="1">
                <a:schemeClr val="accent1"/>
              </a:lnRef>
              <a:fillRef idx="2">
                <a:schemeClr val="accent1"/>
              </a:fillRef>
              <a:effectRef idx="1">
                <a:schemeClr val="accent1"/>
              </a:effectRef>
              <a:fontRef idx="minor">
                <a:schemeClr val="dk1"/>
              </a:fontRef>
            </p:style>
            <p:txBody>
              <a:bodyPr lIns="42365" tIns="34110" rIns="42365" bIns="34110" spcCol="1270" anchor="ctr"/>
              <a:lstStyle/>
              <a:p>
                <a:pPr defTabSz="577850">
                  <a:lnSpc>
                    <a:spcPct val="90000"/>
                  </a:lnSpc>
                  <a:spcAft>
                    <a:spcPct val="35000"/>
                  </a:spcAft>
                  <a:defRPr/>
                </a:pPr>
                <a:r>
                  <a:rPr lang="en-US" altLang="zh-CN" sz="1300" dirty="0"/>
                  <a:t>Compare TTD time  to Onboard time</a:t>
                </a:r>
                <a:endParaRPr lang="zh-CN" altLang="en-US" sz="1300" dirty="0"/>
              </a:p>
            </p:txBody>
          </p:sp>
          <p:sp>
            <p:nvSpPr>
              <p:cNvPr id="16" name="任意多边形 15"/>
              <p:cNvSpPr/>
              <p:nvPr/>
            </p:nvSpPr>
            <p:spPr>
              <a:xfrm>
                <a:off x="5862713" y="3715824"/>
                <a:ext cx="1699969" cy="1402119"/>
              </a:xfrm>
              <a:custGeom>
                <a:avLst/>
                <a:gdLst>
                  <a:gd name="connsiteX0" fmla="*/ 0 w 1699969"/>
                  <a:gd name="connsiteY0" fmla="*/ 140212 h 1402119"/>
                  <a:gd name="connsiteX1" fmla="*/ 140212 w 1699969"/>
                  <a:gd name="connsiteY1" fmla="*/ 0 h 1402119"/>
                  <a:gd name="connsiteX2" fmla="*/ 1559757 w 1699969"/>
                  <a:gd name="connsiteY2" fmla="*/ 0 h 1402119"/>
                  <a:gd name="connsiteX3" fmla="*/ 1699969 w 1699969"/>
                  <a:gd name="connsiteY3" fmla="*/ 140212 h 1402119"/>
                  <a:gd name="connsiteX4" fmla="*/ 1699969 w 1699969"/>
                  <a:gd name="connsiteY4" fmla="*/ 1261907 h 1402119"/>
                  <a:gd name="connsiteX5" fmla="*/ 1559757 w 1699969"/>
                  <a:gd name="connsiteY5" fmla="*/ 1402119 h 1402119"/>
                  <a:gd name="connsiteX6" fmla="*/ 140212 w 1699969"/>
                  <a:gd name="connsiteY6" fmla="*/ 1402119 h 1402119"/>
                  <a:gd name="connsiteX7" fmla="*/ 0 w 1699969"/>
                  <a:gd name="connsiteY7" fmla="*/ 1261907 h 1402119"/>
                  <a:gd name="connsiteX8" fmla="*/ 0 w 1699969"/>
                  <a:gd name="connsiteY8" fmla="*/ 140212 h 1402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9969" h="1402119">
                    <a:moveTo>
                      <a:pt x="0" y="140212"/>
                    </a:moveTo>
                    <a:cubicBezTo>
                      <a:pt x="0" y="62775"/>
                      <a:pt x="62775" y="0"/>
                      <a:pt x="140212" y="0"/>
                    </a:cubicBezTo>
                    <a:lnTo>
                      <a:pt x="1559757" y="0"/>
                    </a:lnTo>
                    <a:cubicBezTo>
                      <a:pt x="1637194" y="0"/>
                      <a:pt x="1699969" y="62775"/>
                      <a:pt x="1699969" y="140212"/>
                    </a:cubicBezTo>
                    <a:lnTo>
                      <a:pt x="1699969" y="1261907"/>
                    </a:lnTo>
                    <a:cubicBezTo>
                      <a:pt x="1699969" y="1339344"/>
                      <a:pt x="1637194" y="1402119"/>
                      <a:pt x="1559757" y="1402119"/>
                    </a:cubicBezTo>
                    <a:lnTo>
                      <a:pt x="140212" y="1402119"/>
                    </a:lnTo>
                    <a:cubicBezTo>
                      <a:pt x="62775" y="1402119"/>
                      <a:pt x="0" y="1339344"/>
                      <a:pt x="0" y="1261907"/>
                    </a:cubicBezTo>
                    <a:lnTo>
                      <a:pt x="0" y="140212"/>
                    </a:lnTo>
                    <a:close/>
                  </a:path>
                </a:pathLst>
              </a:custGeom>
            </p:spPr>
            <p:style>
              <a:lnRef idx="1">
                <a:schemeClr val="accent1"/>
              </a:lnRef>
              <a:fillRef idx="2">
                <a:schemeClr val="accent1"/>
              </a:fillRef>
              <a:effectRef idx="1">
                <a:schemeClr val="accent1"/>
              </a:effectRef>
              <a:fontRef idx="minor">
                <a:schemeClr val="dk1"/>
              </a:fontRef>
            </p:style>
            <p:txBody>
              <a:bodyPr lIns="64652" tIns="64652" rIns="64652" bIns="365106" spcCol="1270"/>
              <a:lstStyle/>
              <a:p>
                <a:pPr marL="171450" lvl="1" indent="-171450" algn="l" defTabSz="755650">
                  <a:lnSpc>
                    <a:spcPct val="90000"/>
                  </a:lnSpc>
                  <a:spcAft>
                    <a:spcPct val="15000"/>
                  </a:spcAft>
                  <a:buFontTx/>
                  <a:buChar char="••"/>
                  <a:defRPr/>
                </a:pPr>
                <a:r>
                  <a:rPr lang="en-US" altLang="zh-CN" sz="1700" dirty="0"/>
                  <a:t>Subcomputer</a:t>
                </a:r>
                <a:endParaRPr lang="zh-CN" altLang="en-US" sz="1700" dirty="0"/>
              </a:p>
            </p:txBody>
          </p:sp>
        </p:grpSp>
        <p:sp>
          <p:nvSpPr>
            <p:cNvPr id="9" name="任意多边形 8"/>
            <p:cNvSpPr/>
            <p:nvPr/>
          </p:nvSpPr>
          <p:spPr>
            <a:xfrm>
              <a:off x="3816458" y="4837219"/>
              <a:ext cx="1511084" cy="600908"/>
            </a:xfrm>
            <a:custGeom>
              <a:avLst/>
              <a:gdLst>
                <a:gd name="connsiteX0" fmla="*/ 0 w 1511084"/>
                <a:gd name="connsiteY0" fmla="*/ 60091 h 600908"/>
                <a:gd name="connsiteX1" fmla="*/ 60091 w 1511084"/>
                <a:gd name="connsiteY1" fmla="*/ 0 h 600908"/>
                <a:gd name="connsiteX2" fmla="*/ 1450993 w 1511084"/>
                <a:gd name="connsiteY2" fmla="*/ 0 h 600908"/>
                <a:gd name="connsiteX3" fmla="*/ 1511084 w 1511084"/>
                <a:gd name="connsiteY3" fmla="*/ 60091 h 600908"/>
                <a:gd name="connsiteX4" fmla="*/ 1511084 w 1511084"/>
                <a:gd name="connsiteY4" fmla="*/ 540817 h 600908"/>
                <a:gd name="connsiteX5" fmla="*/ 1450993 w 1511084"/>
                <a:gd name="connsiteY5" fmla="*/ 600908 h 600908"/>
                <a:gd name="connsiteX6" fmla="*/ 60091 w 1511084"/>
                <a:gd name="connsiteY6" fmla="*/ 600908 h 600908"/>
                <a:gd name="connsiteX7" fmla="*/ 0 w 1511084"/>
                <a:gd name="connsiteY7" fmla="*/ 540817 h 600908"/>
                <a:gd name="connsiteX8" fmla="*/ 0 w 1511084"/>
                <a:gd name="connsiteY8" fmla="*/ 60091 h 600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11084" h="600908">
                  <a:moveTo>
                    <a:pt x="0" y="60091"/>
                  </a:moveTo>
                  <a:cubicBezTo>
                    <a:pt x="0" y="26904"/>
                    <a:pt x="26904" y="0"/>
                    <a:pt x="60091" y="0"/>
                  </a:cubicBezTo>
                  <a:lnTo>
                    <a:pt x="1450993" y="0"/>
                  </a:lnTo>
                  <a:cubicBezTo>
                    <a:pt x="1484180" y="0"/>
                    <a:pt x="1511084" y="26904"/>
                    <a:pt x="1511084" y="60091"/>
                  </a:cubicBezTo>
                  <a:lnTo>
                    <a:pt x="1511084" y="540817"/>
                  </a:lnTo>
                  <a:cubicBezTo>
                    <a:pt x="1511084" y="574004"/>
                    <a:pt x="1484180" y="600908"/>
                    <a:pt x="1450993" y="600908"/>
                  </a:cubicBezTo>
                  <a:lnTo>
                    <a:pt x="60091" y="600908"/>
                  </a:lnTo>
                  <a:cubicBezTo>
                    <a:pt x="26904" y="600908"/>
                    <a:pt x="0" y="574004"/>
                    <a:pt x="0" y="540817"/>
                  </a:cubicBezTo>
                  <a:lnTo>
                    <a:pt x="0" y="60091"/>
                  </a:lnTo>
                  <a:close/>
                </a:path>
              </a:pathLst>
            </a:custGeom>
          </p:spPr>
          <p:style>
            <a:lnRef idx="1">
              <a:schemeClr val="accent1"/>
            </a:lnRef>
            <a:fillRef idx="2">
              <a:schemeClr val="accent1"/>
            </a:fillRef>
            <a:effectRef idx="1">
              <a:schemeClr val="accent1"/>
            </a:effectRef>
            <a:fontRef idx="minor">
              <a:schemeClr val="dk1"/>
            </a:fontRef>
          </p:style>
          <p:txBody>
            <a:bodyPr lIns="42365" tIns="34110" rIns="42365" bIns="34110" spcCol="1270" anchor="ctr"/>
            <a:lstStyle/>
            <a:p>
              <a:pPr defTabSz="577850">
                <a:lnSpc>
                  <a:spcPct val="90000"/>
                </a:lnSpc>
                <a:spcAft>
                  <a:spcPct val="35000"/>
                </a:spcAft>
                <a:defRPr/>
              </a:pPr>
              <a:r>
                <a:rPr lang="en-US" altLang="zh-CN" sz="1300" dirty="0"/>
                <a:t>Saved in OBC SRAM</a:t>
              </a:r>
              <a:endParaRPr lang="zh-CN" altLang="en-US" sz="1300" dirty="0"/>
            </a:p>
          </p:txBody>
        </p:sp>
      </p:grpSp>
    </p:spTree>
    <p:extLst>
      <p:ext uri="{BB962C8B-B14F-4D97-AF65-F5344CB8AC3E}">
        <p14:creationId xmlns:p14="http://schemas.microsoft.com/office/powerpoint/2010/main" val="13059086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5: Time-tagged data block</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70</a:t>
            </a:fld>
            <a:r>
              <a:rPr lang="zh-CN" altLang="en-US"/>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816770"/>
            <a:ext cx="8255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50000"/>
              </a:lnSpc>
            </a:pPr>
            <a:r>
              <a:rPr lang="en-US" altLang="zh-CN" sz="2400" dirty="0">
                <a:solidFill>
                  <a:srgbClr val="FF0000"/>
                </a:solidFill>
              </a:rPr>
              <a:t>TTD data block format.</a:t>
            </a:r>
            <a:endParaRPr lang="en-US" altLang="zh-CN" sz="2400" dirty="0">
              <a:solidFill>
                <a:schemeClr val="tx1"/>
              </a:solidFill>
            </a:endParaRPr>
          </a:p>
        </p:txBody>
      </p:sp>
      <p:graphicFrame>
        <p:nvGraphicFramePr>
          <p:cNvPr id="9" name="表格 8"/>
          <p:cNvGraphicFramePr>
            <a:graphicFrameLocks noGrp="1"/>
          </p:cNvGraphicFramePr>
          <p:nvPr>
            <p:extLst>
              <p:ext uri="{D42A27DB-BD31-4B8C-83A1-F6EECF244321}">
                <p14:modId xmlns:p14="http://schemas.microsoft.com/office/powerpoint/2010/main" val="649340523"/>
              </p:ext>
            </p:extLst>
          </p:nvPr>
        </p:nvGraphicFramePr>
        <p:xfrm>
          <a:off x="458366" y="1301354"/>
          <a:ext cx="3898776" cy="3691890"/>
        </p:xfrm>
        <a:graphic>
          <a:graphicData uri="http://schemas.openxmlformats.org/drawingml/2006/table">
            <a:tbl>
              <a:tblPr firstRow="1" firstCol="1" bandRow="1" bandCol="1">
                <a:tableStyleId>{69CF1AB2-1976-4502-BF36-3FF5EA218861}</a:tableStyleId>
              </a:tblPr>
              <a:tblGrid>
                <a:gridCol w="390131">
                  <a:extLst>
                    <a:ext uri="{9D8B030D-6E8A-4147-A177-3AD203B41FA5}">
                      <a16:colId xmlns:a16="http://schemas.microsoft.com/office/drawing/2014/main" xmlns="" val="20000"/>
                    </a:ext>
                  </a:extLst>
                </a:gridCol>
                <a:gridCol w="861327">
                  <a:extLst>
                    <a:ext uri="{9D8B030D-6E8A-4147-A177-3AD203B41FA5}">
                      <a16:colId xmlns:a16="http://schemas.microsoft.com/office/drawing/2014/main" xmlns="" val="20001"/>
                    </a:ext>
                  </a:extLst>
                </a:gridCol>
                <a:gridCol w="2647318">
                  <a:extLst>
                    <a:ext uri="{9D8B030D-6E8A-4147-A177-3AD203B41FA5}">
                      <a16:colId xmlns:a16="http://schemas.microsoft.com/office/drawing/2014/main" xmlns="" val="20002"/>
                    </a:ext>
                  </a:extLst>
                </a:gridCol>
              </a:tblGrid>
              <a:tr h="171450">
                <a:tc>
                  <a:txBody>
                    <a:bodyPr/>
                    <a:lstStyle/>
                    <a:p>
                      <a:pPr algn="ctr">
                        <a:spcAft>
                          <a:spcPts val="0"/>
                        </a:spcAft>
                      </a:pPr>
                      <a:r>
                        <a:rPr lang="x-none" sz="1100" kern="100" cap="all" dirty="0">
                          <a:effectLst/>
                        </a:rPr>
                        <a:t>NO</a:t>
                      </a:r>
                      <a:endParaRPr lang="zh-CN" sz="1100" kern="100" dirty="0">
                        <a:effectLst/>
                        <a:latin typeface="Times New Roman"/>
                        <a:ea typeface="宋体"/>
                      </a:endParaRPr>
                    </a:p>
                  </a:txBody>
                  <a:tcPr marL="30935" marR="30935" marT="0" marB="0" anchor="ctr"/>
                </a:tc>
                <a:tc>
                  <a:txBody>
                    <a:bodyPr/>
                    <a:lstStyle/>
                    <a:p>
                      <a:pPr algn="ctr">
                        <a:spcAft>
                          <a:spcPts val="0"/>
                        </a:spcAft>
                      </a:pPr>
                      <a:r>
                        <a:rPr lang="x-none" sz="1100" kern="100" cap="all">
                          <a:effectLst/>
                        </a:rPr>
                        <a:t>DATA</a:t>
                      </a:r>
                      <a:endParaRPr lang="zh-CN" sz="1100" kern="100">
                        <a:effectLst/>
                        <a:latin typeface="Times New Roman"/>
                        <a:ea typeface="宋体"/>
                      </a:endParaRPr>
                    </a:p>
                  </a:txBody>
                  <a:tcPr marL="30935" marR="30935" marT="0" marB="0" anchor="ctr"/>
                </a:tc>
                <a:tc>
                  <a:txBody>
                    <a:bodyPr/>
                    <a:lstStyle/>
                    <a:p>
                      <a:pPr algn="ctr">
                        <a:spcAft>
                          <a:spcPts val="0"/>
                        </a:spcAft>
                      </a:pPr>
                      <a:r>
                        <a:rPr lang="x-none" sz="1100" kern="100" cap="all">
                          <a:effectLst/>
                        </a:rPr>
                        <a:t>DESCRIPTION</a:t>
                      </a:r>
                      <a:endParaRPr lang="zh-CN" sz="1100" kern="100">
                        <a:effectLst/>
                        <a:latin typeface="Times New Roman"/>
                        <a:ea typeface="宋体"/>
                      </a:endParaRPr>
                    </a:p>
                  </a:txBody>
                  <a:tcPr marL="30935" marR="30935" marT="0" marB="0" anchor="ctr"/>
                </a:tc>
                <a:extLst>
                  <a:ext uri="{0D108BD9-81ED-4DB2-BD59-A6C34878D82A}">
                    <a16:rowId xmlns:a16="http://schemas.microsoft.com/office/drawing/2014/main" xmlns="" val="10000"/>
                  </a:ext>
                </a:extLst>
              </a:tr>
              <a:tr h="171450">
                <a:tc>
                  <a:txBody>
                    <a:bodyPr/>
                    <a:lstStyle/>
                    <a:p>
                      <a:pPr algn="ctr">
                        <a:spcAft>
                          <a:spcPts val="0"/>
                        </a:spcAft>
                      </a:pPr>
                      <a:r>
                        <a:rPr lang="en-US" sz="1100" kern="100">
                          <a:effectLst/>
                        </a:rPr>
                        <a:t>0</a:t>
                      </a:r>
                      <a:endParaRPr lang="zh-CN" sz="1100" kern="100">
                        <a:effectLst/>
                        <a:latin typeface="Times New Roman"/>
                        <a:ea typeface="宋体"/>
                      </a:endParaRPr>
                    </a:p>
                  </a:txBody>
                  <a:tcPr marL="30935" marR="30935" marT="0" marB="0" anchor="ctr"/>
                </a:tc>
                <a:tc>
                  <a:txBody>
                    <a:bodyPr/>
                    <a:lstStyle/>
                    <a:p>
                      <a:pPr algn="ctr">
                        <a:spcAft>
                          <a:spcPts val="0"/>
                        </a:spcAft>
                      </a:pPr>
                      <a:r>
                        <a:rPr lang="en-US" sz="1100" kern="100">
                          <a:effectLst/>
                        </a:rPr>
                        <a:t>C0H</a:t>
                      </a:r>
                      <a:endParaRPr lang="zh-CN" sz="1100" kern="100">
                        <a:effectLst/>
                        <a:latin typeface="Times New Roman"/>
                        <a:ea typeface="宋体"/>
                      </a:endParaRPr>
                    </a:p>
                  </a:txBody>
                  <a:tcPr marL="30935" marR="30935" marT="0" marB="0" anchor="ctr"/>
                </a:tc>
                <a:tc>
                  <a:txBody>
                    <a:bodyPr/>
                    <a:lstStyle/>
                    <a:p>
                      <a:pPr algn="ctr">
                        <a:spcAft>
                          <a:spcPts val="0"/>
                        </a:spcAft>
                      </a:pPr>
                      <a:r>
                        <a:rPr lang="en-US" sz="1100" kern="100">
                          <a:effectLst/>
                        </a:rPr>
                        <a:t>IDENTIFICATION</a:t>
                      </a:r>
                      <a:endParaRPr lang="zh-CN" sz="1100" kern="100">
                        <a:effectLst/>
                        <a:latin typeface="Times New Roman"/>
                        <a:ea typeface="宋体"/>
                      </a:endParaRPr>
                    </a:p>
                  </a:txBody>
                  <a:tcPr marL="30935" marR="30935" marT="0" marB="0" anchor="ctr"/>
                </a:tc>
                <a:extLst>
                  <a:ext uri="{0D108BD9-81ED-4DB2-BD59-A6C34878D82A}">
                    <a16:rowId xmlns:a16="http://schemas.microsoft.com/office/drawing/2014/main" xmlns="" val="10001"/>
                  </a:ext>
                </a:extLst>
              </a:tr>
              <a:tr h="171450">
                <a:tc>
                  <a:txBody>
                    <a:bodyPr/>
                    <a:lstStyle/>
                    <a:p>
                      <a:pPr algn="ctr">
                        <a:spcAft>
                          <a:spcPts val="0"/>
                        </a:spcAft>
                      </a:pPr>
                      <a:r>
                        <a:rPr lang="en-US" sz="1100" kern="100">
                          <a:effectLst/>
                        </a:rPr>
                        <a:t>1</a:t>
                      </a:r>
                      <a:endParaRPr lang="zh-CN" sz="1100" kern="100">
                        <a:effectLst/>
                        <a:latin typeface="Times New Roman"/>
                        <a:ea typeface="宋体"/>
                      </a:endParaRPr>
                    </a:p>
                  </a:txBody>
                  <a:tcPr marL="30935" marR="30935" marT="0" marB="0" anchor="ctr"/>
                </a:tc>
                <a:tc>
                  <a:txBody>
                    <a:bodyPr/>
                    <a:lstStyle/>
                    <a:p>
                      <a:pPr algn="ctr">
                        <a:spcAft>
                          <a:spcPts val="0"/>
                        </a:spcAft>
                      </a:pPr>
                      <a:r>
                        <a:rPr lang="en-US" sz="1100" kern="100">
                          <a:effectLst/>
                        </a:rPr>
                        <a:t>m</a:t>
                      </a:r>
                      <a:endParaRPr lang="zh-CN" sz="1100" kern="100">
                        <a:effectLst/>
                        <a:latin typeface="Times New Roman"/>
                        <a:ea typeface="宋体"/>
                      </a:endParaRPr>
                    </a:p>
                  </a:txBody>
                  <a:tcPr marL="30935" marR="30935" marT="0" marB="0" anchor="ctr"/>
                </a:tc>
                <a:tc>
                  <a:txBody>
                    <a:bodyPr/>
                    <a:lstStyle/>
                    <a:p>
                      <a:pPr algn="ctr">
                        <a:spcAft>
                          <a:spcPts val="0"/>
                        </a:spcAft>
                      </a:pPr>
                      <a:r>
                        <a:rPr lang="en-US" sz="1100" kern="100" dirty="0">
                          <a:effectLst/>
                        </a:rPr>
                        <a:t>Length m=64n+2</a:t>
                      </a:r>
                      <a:endParaRPr lang="zh-CN" sz="1100" kern="100" dirty="0">
                        <a:effectLst/>
                        <a:latin typeface="Times New Roman"/>
                        <a:ea typeface="宋体"/>
                      </a:endParaRPr>
                    </a:p>
                  </a:txBody>
                  <a:tcPr marL="30935" marR="30935" marT="0" marB="0" anchor="ctr"/>
                </a:tc>
                <a:extLst>
                  <a:ext uri="{0D108BD9-81ED-4DB2-BD59-A6C34878D82A}">
                    <a16:rowId xmlns:a16="http://schemas.microsoft.com/office/drawing/2014/main" xmlns="" val="10002"/>
                  </a:ext>
                </a:extLst>
              </a:tr>
              <a:tr h="171450">
                <a:tc>
                  <a:txBody>
                    <a:bodyPr/>
                    <a:lstStyle/>
                    <a:p>
                      <a:pPr algn="ctr">
                        <a:spcAft>
                          <a:spcPts val="0"/>
                        </a:spcAft>
                      </a:pPr>
                      <a:r>
                        <a:rPr lang="en-US" sz="1100" kern="100">
                          <a:effectLst/>
                        </a:rPr>
                        <a:t>2</a:t>
                      </a:r>
                      <a:endParaRPr lang="zh-CN" sz="1100" kern="100">
                        <a:effectLst/>
                        <a:latin typeface="Times New Roman"/>
                        <a:ea typeface="宋体"/>
                      </a:endParaRPr>
                    </a:p>
                  </a:txBody>
                  <a:tcPr marL="30935" marR="30935" marT="0" marB="0" anchor="ctr"/>
                </a:tc>
                <a:tc>
                  <a:txBody>
                    <a:bodyPr/>
                    <a:lstStyle/>
                    <a:p>
                      <a:pPr algn="ctr">
                        <a:spcAft>
                          <a:spcPts val="0"/>
                        </a:spcAft>
                      </a:pPr>
                      <a:r>
                        <a:rPr lang="en-US" sz="1100" kern="100">
                          <a:effectLst/>
                        </a:rPr>
                        <a:t>00H</a:t>
                      </a:r>
                      <a:endParaRPr lang="zh-CN" sz="1100" kern="100">
                        <a:effectLst/>
                        <a:latin typeface="Times New Roman"/>
                        <a:ea typeface="宋体"/>
                      </a:endParaRPr>
                    </a:p>
                  </a:txBody>
                  <a:tcPr marL="30935" marR="30935" marT="0" marB="0" anchor="ctr"/>
                </a:tc>
                <a:tc>
                  <a:txBody>
                    <a:bodyPr/>
                    <a:lstStyle/>
                    <a:p>
                      <a:pPr algn="ctr">
                        <a:spcAft>
                          <a:spcPts val="0"/>
                        </a:spcAft>
                      </a:pPr>
                      <a:r>
                        <a:rPr lang="en-US" sz="1100" kern="100">
                          <a:effectLst/>
                        </a:rPr>
                        <a:t>reserved</a:t>
                      </a:r>
                      <a:endParaRPr lang="zh-CN" sz="1100" kern="100">
                        <a:effectLst/>
                        <a:latin typeface="Times New Roman"/>
                        <a:ea typeface="宋体"/>
                      </a:endParaRPr>
                    </a:p>
                  </a:txBody>
                  <a:tcPr marL="30935" marR="30935" marT="0" marB="0" anchor="ctr"/>
                </a:tc>
                <a:extLst>
                  <a:ext uri="{0D108BD9-81ED-4DB2-BD59-A6C34878D82A}">
                    <a16:rowId xmlns:a16="http://schemas.microsoft.com/office/drawing/2014/main" xmlns="" val="10003"/>
                  </a:ext>
                </a:extLst>
              </a:tr>
              <a:tr h="171450">
                <a:tc>
                  <a:txBody>
                    <a:bodyPr/>
                    <a:lstStyle/>
                    <a:p>
                      <a:pPr algn="ctr">
                        <a:spcAft>
                          <a:spcPts val="0"/>
                        </a:spcAft>
                      </a:pPr>
                      <a:r>
                        <a:rPr lang="en-US" sz="1100" kern="100">
                          <a:effectLst/>
                        </a:rPr>
                        <a:t>3</a:t>
                      </a:r>
                      <a:endParaRPr lang="zh-CN" sz="1100" kern="100">
                        <a:effectLst/>
                        <a:latin typeface="Times New Roman"/>
                        <a:ea typeface="宋体"/>
                      </a:endParaRPr>
                    </a:p>
                  </a:txBody>
                  <a:tcPr marL="30935" marR="30935" marT="0" marB="0" anchor="ctr"/>
                </a:tc>
                <a:tc>
                  <a:txBody>
                    <a:bodyPr/>
                    <a:lstStyle/>
                    <a:p>
                      <a:pPr algn="ctr">
                        <a:spcAft>
                          <a:spcPts val="0"/>
                        </a:spcAft>
                      </a:pPr>
                      <a:r>
                        <a:rPr lang="en-US" sz="1100" kern="100">
                          <a:effectLst/>
                        </a:rPr>
                        <a:t>n</a:t>
                      </a:r>
                      <a:endParaRPr lang="zh-CN" sz="1100" kern="100">
                        <a:effectLst/>
                        <a:latin typeface="Times New Roman"/>
                        <a:ea typeface="宋体"/>
                      </a:endParaRPr>
                    </a:p>
                  </a:txBody>
                  <a:tcPr marL="30935" marR="30935" marT="0" marB="0" anchor="ctr"/>
                </a:tc>
                <a:tc>
                  <a:txBody>
                    <a:bodyPr/>
                    <a:lstStyle/>
                    <a:p>
                      <a:pPr algn="ctr">
                        <a:spcAft>
                          <a:spcPts val="0"/>
                        </a:spcAft>
                      </a:pPr>
                      <a:r>
                        <a:rPr lang="en-US" sz="1100" kern="100" dirty="0">
                          <a:effectLst/>
                        </a:rPr>
                        <a:t>Command counter</a:t>
                      </a:r>
                      <a:endParaRPr lang="zh-CN" sz="1100" kern="100" dirty="0">
                        <a:effectLst/>
                        <a:latin typeface="Times New Roman"/>
                        <a:ea typeface="宋体"/>
                      </a:endParaRPr>
                    </a:p>
                  </a:txBody>
                  <a:tcPr marL="30935" marR="30935" marT="0" marB="0" anchor="ctr"/>
                </a:tc>
                <a:extLst>
                  <a:ext uri="{0D108BD9-81ED-4DB2-BD59-A6C34878D82A}">
                    <a16:rowId xmlns:a16="http://schemas.microsoft.com/office/drawing/2014/main" xmlns="" val="10004"/>
                  </a:ext>
                </a:extLst>
              </a:tr>
              <a:tr h="171450">
                <a:tc>
                  <a:txBody>
                    <a:bodyPr/>
                    <a:lstStyle/>
                    <a:p>
                      <a:pPr algn="ctr">
                        <a:spcAft>
                          <a:spcPts val="0"/>
                        </a:spcAft>
                      </a:pPr>
                      <a:r>
                        <a:rPr lang="en-US" sz="1100" kern="100" dirty="0">
                          <a:effectLst/>
                        </a:rPr>
                        <a:t>4</a:t>
                      </a:r>
                      <a:endParaRPr lang="zh-CN" sz="1100" kern="100" dirty="0">
                        <a:effectLst/>
                        <a:latin typeface="Times New Roman"/>
                        <a:ea typeface="宋体"/>
                      </a:endParaRPr>
                    </a:p>
                  </a:txBody>
                  <a:tcPr marL="30935" marR="30935"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100" kern="100" dirty="0">
                          <a:effectLst/>
                        </a:rPr>
                        <a:t>##H</a:t>
                      </a:r>
                      <a:endParaRPr lang="zh-CN" altLang="zh-CN" sz="1100" kern="100" dirty="0">
                        <a:effectLst/>
                        <a:latin typeface="Times New Roman"/>
                        <a:ea typeface="+mn-ea"/>
                      </a:endParaRPr>
                    </a:p>
                  </a:txBody>
                  <a:tcPr marL="30935" marR="30935" marT="0" marB="0" anchor="ctr"/>
                </a:tc>
                <a:tc rowSpan="2">
                  <a:txBody>
                    <a:bodyPr/>
                    <a:lstStyle/>
                    <a:p>
                      <a:pPr algn="ctr">
                        <a:spcAft>
                          <a:spcPts val="0"/>
                        </a:spcAft>
                      </a:pPr>
                      <a:r>
                        <a:rPr lang="en-US" altLang="zh-CN" sz="1100" kern="100" dirty="0">
                          <a:effectLst/>
                          <a:latin typeface="Times New Roman"/>
                          <a:ea typeface="宋体"/>
                        </a:rPr>
                        <a:t>Task ID 1</a:t>
                      </a:r>
                      <a:endParaRPr lang="zh-CN" sz="1100" kern="100" dirty="0">
                        <a:effectLst/>
                        <a:latin typeface="Times New Roman"/>
                        <a:ea typeface="宋体"/>
                      </a:endParaRPr>
                    </a:p>
                  </a:txBody>
                  <a:tcPr marL="30935" marR="30935" marT="0" marB="0" anchor="ctr"/>
                </a:tc>
                <a:extLst>
                  <a:ext uri="{0D108BD9-81ED-4DB2-BD59-A6C34878D82A}">
                    <a16:rowId xmlns:a16="http://schemas.microsoft.com/office/drawing/2014/main" xmlns="" val="10005"/>
                  </a:ext>
                </a:extLst>
              </a:tr>
              <a:tr h="171450">
                <a:tc>
                  <a:txBody>
                    <a:bodyPr/>
                    <a:lstStyle/>
                    <a:p>
                      <a:pPr algn="ctr">
                        <a:spcAft>
                          <a:spcPts val="0"/>
                        </a:spcAft>
                      </a:pPr>
                      <a:r>
                        <a:rPr lang="en-US" sz="1100" kern="100" dirty="0">
                          <a:effectLst/>
                        </a:rPr>
                        <a:t>5</a:t>
                      </a:r>
                      <a:endParaRPr lang="zh-CN" sz="1100" kern="100" dirty="0">
                        <a:effectLst/>
                        <a:latin typeface="Times New Roman"/>
                        <a:ea typeface="宋体"/>
                      </a:endParaRPr>
                    </a:p>
                  </a:txBody>
                  <a:tcPr marL="30935" marR="30935"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100" kern="100" dirty="0">
                          <a:effectLst/>
                        </a:rPr>
                        <a:t>##H</a:t>
                      </a:r>
                      <a:endParaRPr lang="zh-CN" altLang="zh-CN" sz="1100" kern="100" dirty="0">
                        <a:effectLst/>
                        <a:latin typeface="Times New Roman"/>
                        <a:ea typeface="+mn-ea"/>
                      </a:endParaRPr>
                    </a:p>
                  </a:txBody>
                  <a:tcPr marL="30935" marR="30935" marT="0" marB="0" anchor="ctr"/>
                </a:tc>
                <a:tc vMerge="1">
                  <a:txBody>
                    <a:bodyPr/>
                    <a:lstStyle/>
                    <a:p>
                      <a:pPr algn="ctr">
                        <a:spcAft>
                          <a:spcPts val="0"/>
                        </a:spcAft>
                      </a:pPr>
                      <a:endParaRPr lang="zh-CN" sz="1400" kern="100" dirty="0">
                        <a:effectLst/>
                        <a:latin typeface="Times New Roman"/>
                        <a:ea typeface="宋体"/>
                      </a:endParaRPr>
                    </a:p>
                  </a:txBody>
                  <a:tcPr marL="30935" marR="30935" marT="0" marB="0" anchor="ctr"/>
                </a:tc>
                <a:extLst>
                  <a:ext uri="{0D108BD9-81ED-4DB2-BD59-A6C34878D82A}">
                    <a16:rowId xmlns:a16="http://schemas.microsoft.com/office/drawing/2014/main" xmlns="" val="10006"/>
                  </a:ext>
                </a:extLst>
              </a:tr>
              <a:tr h="171450">
                <a:tc>
                  <a:txBody>
                    <a:bodyPr/>
                    <a:lstStyle/>
                    <a:p>
                      <a:pPr algn="ctr">
                        <a:spcAft>
                          <a:spcPts val="0"/>
                        </a:spcAft>
                      </a:pPr>
                      <a:r>
                        <a:rPr lang="en-US" sz="1100" kern="100" dirty="0">
                          <a:effectLst/>
                        </a:rPr>
                        <a:t>6</a:t>
                      </a:r>
                      <a:endParaRPr lang="zh-CN" sz="1100" kern="100" dirty="0">
                        <a:effectLst/>
                        <a:latin typeface="Times New Roman"/>
                        <a:ea typeface="宋体"/>
                      </a:endParaRPr>
                    </a:p>
                  </a:txBody>
                  <a:tcPr marL="30935" marR="30935" marT="0" marB="0" anchor="ctr"/>
                </a:tc>
                <a:tc>
                  <a:txBody>
                    <a:bodyPr/>
                    <a:lstStyle/>
                    <a:p>
                      <a:pPr algn="ctr">
                        <a:spcAft>
                          <a:spcPts val="0"/>
                        </a:spcAft>
                      </a:pPr>
                      <a:r>
                        <a:rPr lang="en-US" sz="1100" kern="100" dirty="0">
                          <a:effectLst/>
                        </a:rPr>
                        <a:t>##H</a:t>
                      </a:r>
                      <a:endParaRPr lang="zh-CN" sz="1100" kern="100" dirty="0">
                        <a:effectLst/>
                        <a:latin typeface="Times New Roman"/>
                        <a:ea typeface="宋体"/>
                      </a:endParaRPr>
                    </a:p>
                  </a:txBody>
                  <a:tcPr marL="30935" marR="30935" marT="0" marB="0" anchor="ctr"/>
                </a:tc>
                <a:tc rowSpan="4">
                  <a:txBody>
                    <a:bodyPr/>
                    <a:lstStyle/>
                    <a:p>
                      <a:pPr algn="ctr">
                        <a:spcAft>
                          <a:spcPts val="0"/>
                        </a:spcAft>
                      </a:pPr>
                      <a:r>
                        <a:rPr lang="en-US" sz="1100" kern="100" dirty="0">
                          <a:effectLst/>
                        </a:rPr>
                        <a:t>Data block time 1 (s) </a:t>
                      </a:r>
                      <a:endParaRPr lang="zh-CN" sz="1100" kern="100" dirty="0">
                        <a:effectLst/>
                        <a:latin typeface="Times New Roman"/>
                        <a:ea typeface="宋体"/>
                      </a:endParaRPr>
                    </a:p>
                  </a:txBody>
                  <a:tcPr marL="30935" marR="30935" marT="0" marB="0" anchor="ctr"/>
                </a:tc>
                <a:extLst>
                  <a:ext uri="{0D108BD9-81ED-4DB2-BD59-A6C34878D82A}">
                    <a16:rowId xmlns:a16="http://schemas.microsoft.com/office/drawing/2014/main" xmlns="" val="10007"/>
                  </a:ext>
                </a:extLst>
              </a:tr>
              <a:tr h="171450">
                <a:tc>
                  <a:txBody>
                    <a:bodyPr/>
                    <a:lstStyle/>
                    <a:p>
                      <a:pPr algn="ctr">
                        <a:spcAft>
                          <a:spcPts val="0"/>
                        </a:spcAft>
                      </a:pPr>
                      <a:r>
                        <a:rPr lang="en-US" sz="1100" kern="100" dirty="0">
                          <a:effectLst/>
                        </a:rPr>
                        <a:t>7</a:t>
                      </a:r>
                      <a:endParaRPr lang="zh-CN" sz="1100" kern="100" dirty="0">
                        <a:effectLst/>
                        <a:latin typeface="Times New Roman"/>
                        <a:ea typeface="宋体"/>
                      </a:endParaRPr>
                    </a:p>
                  </a:txBody>
                  <a:tcPr marL="30935" marR="30935" marT="0" marB="0" anchor="ctr"/>
                </a:tc>
                <a:tc>
                  <a:txBody>
                    <a:bodyPr/>
                    <a:lstStyle/>
                    <a:p>
                      <a:pPr algn="ctr">
                        <a:spcAft>
                          <a:spcPts val="0"/>
                        </a:spcAft>
                      </a:pPr>
                      <a:r>
                        <a:rPr lang="en-US" sz="1100" kern="100">
                          <a:effectLst/>
                        </a:rPr>
                        <a:t>##H</a:t>
                      </a:r>
                      <a:endParaRPr lang="zh-CN" sz="1100" kern="100">
                        <a:effectLst/>
                        <a:latin typeface="Times New Roman"/>
                        <a:ea typeface="宋体"/>
                      </a:endParaRPr>
                    </a:p>
                  </a:txBody>
                  <a:tcPr marL="30935" marR="30935" marT="0" marB="0" anchor="ctr"/>
                </a:tc>
                <a:tc vMerge="1">
                  <a:txBody>
                    <a:bodyPr/>
                    <a:lstStyle/>
                    <a:p>
                      <a:endParaRPr lang="zh-CN" altLang="en-US"/>
                    </a:p>
                  </a:txBody>
                  <a:tcPr/>
                </a:tc>
                <a:extLst>
                  <a:ext uri="{0D108BD9-81ED-4DB2-BD59-A6C34878D82A}">
                    <a16:rowId xmlns:a16="http://schemas.microsoft.com/office/drawing/2014/main" xmlns="" val="10008"/>
                  </a:ext>
                </a:extLst>
              </a:tr>
              <a:tr h="171450">
                <a:tc>
                  <a:txBody>
                    <a:bodyPr/>
                    <a:lstStyle/>
                    <a:p>
                      <a:pPr algn="ctr">
                        <a:spcAft>
                          <a:spcPts val="0"/>
                        </a:spcAft>
                      </a:pPr>
                      <a:r>
                        <a:rPr lang="en-US" sz="1100" kern="100" dirty="0">
                          <a:effectLst/>
                        </a:rPr>
                        <a:t>8</a:t>
                      </a:r>
                      <a:endParaRPr lang="zh-CN" sz="1100" kern="100" dirty="0">
                        <a:effectLst/>
                        <a:latin typeface="Times New Roman"/>
                        <a:ea typeface="宋体"/>
                      </a:endParaRPr>
                    </a:p>
                  </a:txBody>
                  <a:tcPr marL="30935" marR="30935" marT="0" marB="0" anchor="ctr"/>
                </a:tc>
                <a:tc>
                  <a:txBody>
                    <a:bodyPr/>
                    <a:lstStyle/>
                    <a:p>
                      <a:pPr algn="ctr">
                        <a:spcAft>
                          <a:spcPts val="0"/>
                        </a:spcAft>
                      </a:pPr>
                      <a:r>
                        <a:rPr lang="en-US" sz="1100" kern="100">
                          <a:effectLst/>
                        </a:rPr>
                        <a:t>##H</a:t>
                      </a:r>
                      <a:endParaRPr lang="zh-CN" sz="1100" kern="100">
                        <a:effectLst/>
                        <a:latin typeface="Times New Roman"/>
                        <a:ea typeface="宋体"/>
                      </a:endParaRPr>
                    </a:p>
                  </a:txBody>
                  <a:tcPr marL="30935" marR="30935" marT="0" marB="0" anchor="ctr"/>
                </a:tc>
                <a:tc vMerge="1">
                  <a:txBody>
                    <a:bodyPr/>
                    <a:lstStyle/>
                    <a:p>
                      <a:endParaRPr lang="zh-CN" altLang="en-US"/>
                    </a:p>
                  </a:txBody>
                  <a:tcPr/>
                </a:tc>
                <a:extLst>
                  <a:ext uri="{0D108BD9-81ED-4DB2-BD59-A6C34878D82A}">
                    <a16:rowId xmlns:a16="http://schemas.microsoft.com/office/drawing/2014/main" xmlns="" val="10009"/>
                  </a:ext>
                </a:extLst>
              </a:tr>
              <a:tr h="171450">
                <a:tc>
                  <a:txBody>
                    <a:bodyPr/>
                    <a:lstStyle/>
                    <a:p>
                      <a:pPr algn="ctr">
                        <a:spcAft>
                          <a:spcPts val="0"/>
                        </a:spcAft>
                      </a:pPr>
                      <a:r>
                        <a:rPr lang="en-US" sz="1100" kern="100" dirty="0">
                          <a:effectLst/>
                        </a:rPr>
                        <a:t>9</a:t>
                      </a:r>
                      <a:endParaRPr lang="zh-CN" sz="1100" kern="100" dirty="0">
                        <a:effectLst/>
                        <a:latin typeface="Times New Roman"/>
                        <a:ea typeface="宋体"/>
                      </a:endParaRPr>
                    </a:p>
                  </a:txBody>
                  <a:tcPr marL="30935" marR="30935" marT="0" marB="0" anchor="ctr"/>
                </a:tc>
                <a:tc>
                  <a:txBody>
                    <a:bodyPr/>
                    <a:lstStyle/>
                    <a:p>
                      <a:pPr algn="ctr">
                        <a:spcAft>
                          <a:spcPts val="0"/>
                        </a:spcAft>
                      </a:pPr>
                      <a:r>
                        <a:rPr lang="en-US" sz="1100" kern="100">
                          <a:effectLst/>
                        </a:rPr>
                        <a:t>##H</a:t>
                      </a:r>
                      <a:endParaRPr lang="zh-CN" sz="1100" kern="100">
                        <a:effectLst/>
                        <a:latin typeface="Times New Roman"/>
                        <a:ea typeface="宋体"/>
                      </a:endParaRPr>
                    </a:p>
                  </a:txBody>
                  <a:tcPr marL="30935" marR="30935" marT="0" marB="0" anchor="ctr"/>
                </a:tc>
                <a:tc vMerge="1">
                  <a:txBody>
                    <a:bodyPr/>
                    <a:lstStyle/>
                    <a:p>
                      <a:endParaRPr lang="zh-CN" altLang="en-US"/>
                    </a:p>
                  </a:txBody>
                  <a:tcPr/>
                </a:tc>
                <a:extLst>
                  <a:ext uri="{0D108BD9-81ED-4DB2-BD59-A6C34878D82A}">
                    <a16:rowId xmlns:a16="http://schemas.microsoft.com/office/drawing/2014/main" xmlns="" val="10010"/>
                  </a:ext>
                </a:extLst>
              </a:tr>
              <a:tr h="342900">
                <a:tc>
                  <a:txBody>
                    <a:bodyPr/>
                    <a:lstStyle/>
                    <a:p>
                      <a:pPr algn="ctr">
                        <a:spcAft>
                          <a:spcPts val="0"/>
                        </a:spcAft>
                      </a:pPr>
                      <a:r>
                        <a:rPr lang="en-US" sz="1100" kern="100" dirty="0">
                          <a:effectLst/>
                        </a:rPr>
                        <a:t>10</a:t>
                      </a:r>
                      <a:endParaRPr lang="zh-CN" sz="1100" kern="100" dirty="0">
                        <a:effectLst/>
                        <a:latin typeface="Times New Roman"/>
                        <a:ea typeface="宋体"/>
                      </a:endParaRPr>
                    </a:p>
                  </a:txBody>
                  <a:tcPr marL="30935" marR="30935" marT="0" marB="0" anchor="ctr"/>
                </a:tc>
                <a:tc>
                  <a:txBody>
                    <a:bodyPr/>
                    <a:lstStyle/>
                    <a:p>
                      <a:pPr algn="ctr">
                        <a:spcAft>
                          <a:spcPts val="0"/>
                        </a:spcAft>
                      </a:pPr>
                      <a:r>
                        <a:rPr lang="en-US" sz="1100" kern="100" dirty="0">
                          <a:effectLst/>
                        </a:rPr>
                        <a:t>##H</a:t>
                      </a:r>
                      <a:endParaRPr lang="zh-CN" sz="1100" kern="100" dirty="0">
                        <a:effectLst/>
                        <a:latin typeface="Times New Roman"/>
                        <a:ea typeface="宋体"/>
                      </a:endParaRPr>
                    </a:p>
                  </a:txBody>
                  <a:tcPr marL="30935" marR="30935" marT="0" marB="0" anchor="ctr"/>
                </a:tc>
                <a:tc>
                  <a:txBody>
                    <a:bodyPr/>
                    <a:lstStyle/>
                    <a:p>
                      <a:pPr algn="ctr">
                        <a:spcAft>
                          <a:spcPts val="0"/>
                        </a:spcAft>
                      </a:pPr>
                      <a:r>
                        <a:rPr lang="en-US" sz="1100" kern="100" dirty="0">
                          <a:effectLst/>
                        </a:rPr>
                        <a:t>Data block channel identification 1</a:t>
                      </a:r>
                      <a:endParaRPr lang="zh-CN" sz="1100" kern="100" dirty="0">
                        <a:effectLst/>
                        <a:latin typeface="Times New Roman"/>
                        <a:ea typeface="宋体"/>
                      </a:endParaRPr>
                    </a:p>
                  </a:txBody>
                  <a:tcPr marL="30935" marR="30935" marT="0" marB="0" anchor="ctr"/>
                </a:tc>
                <a:extLst>
                  <a:ext uri="{0D108BD9-81ED-4DB2-BD59-A6C34878D82A}">
                    <a16:rowId xmlns:a16="http://schemas.microsoft.com/office/drawing/2014/main" xmlns="" val="10011"/>
                  </a:ext>
                </a:extLst>
              </a:tr>
              <a:tr h="171450">
                <a:tc>
                  <a:txBody>
                    <a:bodyPr/>
                    <a:lstStyle/>
                    <a:p>
                      <a:pPr algn="ctr">
                        <a:spcAft>
                          <a:spcPts val="0"/>
                        </a:spcAft>
                      </a:pPr>
                      <a:r>
                        <a:rPr lang="en-US" sz="1100" kern="100" dirty="0">
                          <a:effectLst/>
                        </a:rPr>
                        <a:t>12</a:t>
                      </a:r>
                      <a:endParaRPr lang="zh-CN" sz="1100" kern="100" dirty="0">
                        <a:effectLst/>
                        <a:latin typeface="Times New Roman"/>
                        <a:ea typeface="宋体"/>
                      </a:endParaRPr>
                    </a:p>
                  </a:txBody>
                  <a:tcPr marL="30935" marR="30935" marT="0" marB="0" anchor="ctr"/>
                </a:tc>
                <a:tc>
                  <a:txBody>
                    <a:bodyPr/>
                    <a:lstStyle/>
                    <a:p>
                      <a:pPr algn="ctr">
                        <a:spcAft>
                          <a:spcPts val="0"/>
                        </a:spcAft>
                      </a:pPr>
                      <a:r>
                        <a:rPr lang="en-US" sz="1100" kern="100">
                          <a:effectLst/>
                        </a:rPr>
                        <a:t>##H</a:t>
                      </a:r>
                      <a:endParaRPr lang="zh-CN" sz="1100" kern="100">
                        <a:effectLst/>
                        <a:latin typeface="Times New Roman"/>
                        <a:ea typeface="宋体"/>
                      </a:endParaRPr>
                    </a:p>
                  </a:txBody>
                  <a:tcPr marL="30935" marR="30935" marT="0" marB="0" anchor="ctr"/>
                </a:tc>
                <a:tc rowSpan="8">
                  <a:txBody>
                    <a:bodyPr/>
                    <a:lstStyle/>
                    <a:p>
                      <a:pPr algn="ctr">
                        <a:spcAft>
                          <a:spcPts val="0"/>
                        </a:spcAft>
                      </a:pPr>
                      <a:r>
                        <a:rPr lang="en-US" sz="1100" kern="100" dirty="0">
                          <a:effectLst/>
                        </a:rPr>
                        <a:t>Data block code 1</a:t>
                      </a:r>
                      <a:endParaRPr lang="zh-CN" sz="1100" kern="100" dirty="0">
                        <a:effectLst/>
                        <a:latin typeface="Times New Roman"/>
                        <a:ea typeface="宋体"/>
                      </a:endParaRPr>
                    </a:p>
                  </a:txBody>
                  <a:tcPr marL="30935" marR="30935" marT="0" marB="0" anchor="ctr"/>
                </a:tc>
                <a:extLst>
                  <a:ext uri="{0D108BD9-81ED-4DB2-BD59-A6C34878D82A}">
                    <a16:rowId xmlns:a16="http://schemas.microsoft.com/office/drawing/2014/main" xmlns="" val="10012"/>
                  </a:ext>
                </a:extLst>
              </a:tr>
              <a:tr h="171450">
                <a:tc>
                  <a:txBody>
                    <a:bodyPr/>
                    <a:lstStyle/>
                    <a:p>
                      <a:pPr algn="ctr">
                        <a:spcAft>
                          <a:spcPts val="0"/>
                        </a:spcAft>
                      </a:pPr>
                      <a:r>
                        <a:rPr lang="en-US" sz="1100" kern="100" dirty="0">
                          <a:effectLst/>
                        </a:rPr>
                        <a:t>13</a:t>
                      </a:r>
                      <a:endParaRPr lang="zh-CN" sz="1100" kern="100" dirty="0">
                        <a:effectLst/>
                        <a:latin typeface="Times New Roman"/>
                        <a:ea typeface="宋体"/>
                      </a:endParaRPr>
                    </a:p>
                  </a:txBody>
                  <a:tcPr marL="30935" marR="30935" marT="0" marB="0" anchor="ctr"/>
                </a:tc>
                <a:tc>
                  <a:txBody>
                    <a:bodyPr/>
                    <a:lstStyle/>
                    <a:p>
                      <a:pPr algn="ctr">
                        <a:spcAft>
                          <a:spcPts val="0"/>
                        </a:spcAft>
                      </a:pPr>
                      <a:r>
                        <a:rPr lang="en-US" sz="1100" kern="100">
                          <a:effectLst/>
                        </a:rPr>
                        <a:t>##H</a:t>
                      </a:r>
                      <a:endParaRPr lang="zh-CN" sz="1100" kern="100">
                        <a:effectLst/>
                        <a:latin typeface="Times New Roman"/>
                        <a:ea typeface="宋体"/>
                      </a:endParaRPr>
                    </a:p>
                  </a:txBody>
                  <a:tcPr marL="30935" marR="30935" marT="0" marB="0" anchor="ctr"/>
                </a:tc>
                <a:tc vMerge="1">
                  <a:txBody>
                    <a:bodyPr/>
                    <a:lstStyle/>
                    <a:p>
                      <a:endParaRPr lang="zh-CN" altLang="en-US"/>
                    </a:p>
                  </a:txBody>
                  <a:tcPr/>
                </a:tc>
                <a:extLst>
                  <a:ext uri="{0D108BD9-81ED-4DB2-BD59-A6C34878D82A}">
                    <a16:rowId xmlns:a16="http://schemas.microsoft.com/office/drawing/2014/main" xmlns="" val="10013"/>
                  </a:ext>
                </a:extLst>
              </a:tr>
              <a:tr h="171450">
                <a:tc>
                  <a:txBody>
                    <a:bodyPr/>
                    <a:lstStyle/>
                    <a:p>
                      <a:pPr algn="ctr">
                        <a:spcAft>
                          <a:spcPts val="0"/>
                        </a:spcAft>
                      </a:pPr>
                      <a:r>
                        <a:rPr lang="en-US" sz="1100" kern="100" dirty="0">
                          <a:effectLst/>
                        </a:rPr>
                        <a:t>14</a:t>
                      </a:r>
                      <a:endParaRPr lang="zh-CN" sz="1100" kern="100" dirty="0">
                        <a:effectLst/>
                        <a:latin typeface="Times New Roman"/>
                        <a:ea typeface="宋体"/>
                      </a:endParaRPr>
                    </a:p>
                  </a:txBody>
                  <a:tcPr marL="30935" marR="30935" marT="0" marB="0" anchor="ctr"/>
                </a:tc>
                <a:tc>
                  <a:txBody>
                    <a:bodyPr/>
                    <a:lstStyle/>
                    <a:p>
                      <a:pPr algn="ctr">
                        <a:spcAft>
                          <a:spcPts val="0"/>
                        </a:spcAft>
                      </a:pPr>
                      <a:r>
                        <a:rPr lang="en-US" sz="1100" kern="100">
                          <a:effectLst/>
                        </a:rPr>
                        <a:t>##H</a:t>
                      </a:r>
                      <a:endParaRPr lang="zh-CN" sz="1100" kern="100">
                        <a:effectLst/>
                        <a:latin typeface="Times New Roman"/>
                        <a:ea typeface="宋体"/>
                      </a:endParaRPr>
                    </a:p>
                  </a:txBody>
                  <a:tcPr marL="30935" marR="30935" marT="0" marB="0" anchor="ctr"/>
                </a:tc>
                <a:tc vMerge="1">
                  <a:txBody>
                    <a:bodyPr/>
                    <a:lstStyle/>
                    <a:p>
                      <a:endParaRPr lang="zh-CN" altLang="en-US"/>
                    </a:p>
                  </a:txBody>
                  <a:tcPr/>
                </a:tc>
                <a:extLst>
                  <a:ext uri="{0D108BD9-81ED-4DB2-BD59-A6C34878D82A}">
                    <a16:rowId xmlns:a16="http://schemas.microsoft.com/office/drawing/2014/main" xmlns="" val="10014"/>
                  </a:ext>
                </a:extLst>
              </a:tr>
              <a:tr h="171450">
                <a:tc>
                  <a:txBody>
                    <a:bodyPr/>
                    <a:lstStyle/>
                    <a:p>
                      <a:pPr algn="ctr">
                        <a:spcAft>
                          <a:spcPts val="0"/>
                        </a:spcAft>
                      </a:pPr>
                      <a:r>
                        <a:rPr lang="en-US" altLang="zh-CN" sz="1100" kern="100" dirty="0">
                          <a:effectLst/>
                          <a:latin typeface="Times New Roman"/>
                          <a:ea typeface="宋体"/>
                        </a:rPr>
                        <a:t>15</a:t>
                      </a:r>
                      <a:endParaRPr lang="zh-CN" sz="1100" kern="100" dirty="0">
                        <a:effectLst/>
                        <a:latin typeface="Times New Roman"/>
                        <a:ea typeface="宋体"/>
                      </a:endParaRPr>
                    </a:p>
                  </a:txBody>
                  <a:tcPr marL="30935" marR="30935" marT="0" marB="0" anchor="ctr"/>
                </a:tc>
                <a:tc>
                  <a:txBody>
                    <a:bodyPr/>
                    <a:lstStyle/>
                    <a:p>
                      <a:pPr algn="ctr">
                        <a:spcAft>
                          <a:spcPts val="0"/>
                        </a:spcAft>
                      </a:pPr>
                      <a:r>
                        <a:rPr lang="en-US" sz="1100" kern="100">
                          <a:effectLst/>
                        </a:rPr>
                        <a:t>##H</a:t>
                      </a:r>
                      <a:endParaRPr lang="zh-CN" sz="1100" kern="100">
                        <a:effectLst/>
                        <a:latin typeface="Times New Roman"/>
                        <a:ea typeface="宋体"/>
                      </a:endParaRPr>
                    </a:p>
                  </a:txBody>
                  <a:tcPr marL="30935" marR="30935" marT="0" marB="0" anchor="ctr"/>
                </a:tc>
                <a:tc vMerge="1">
                  <a:txBody>
                    <a:bodyPr/>
                    <a:lstStyle/>
                    <a:p>
                      <a:endParaRPr lang="zh-CN" altLang="en-US"/>
                    </a:p>
                  </a:txBody>
                  <a:tcPr/>
                </a:tc>
                <a:extLst>
                  <a:ext uri="{0D108BD9-81ED-4DB2-BD59-A6C34878D82A}">
                    <a16:rowId xmlns:a16="http://schemas.microsoft.com/office/drawing/2014/main" xmlns="" val="10015"/>
                  </a:ext>
                </a:extLst>
              </a:tr>
              <a:tr h="171450">
                <a:tc>
                  <a:txBody>
                    <a:bodyPr/>
                    <a:lstStyle/>
                    <a:p>
                      <a:pPr algn="ctr">
                        <a:spcAft>
                          <a:spcPts val="0"/>
                        </a:spcAft>
                      </a:pPr>
                      <a:r>
                        <a:rPr lang="en-US" altLang="zh-CN" sz="1100" kern="100" dirty="0">
                          <a:effectLst/>
                          <a:latin typeface="Times New Roman"/>
                          <a:ea typeface="宋体"/>
                        </a:rPr>
                        <a:t>16</a:t>
                      </a:r>
                      <a:endParaRPr lang="zh-CN" sz="1100" kern="100" dirty="0">
                        <a:effectLst/>
                        <a:latin typeface="Times New Roman"/>
                        <a:ea typeface="宋体"/>
                      </a:endParaRPr>
                    </a:p>
                  </a:txBody>
                  <a:tcPr marL="30935" marR="30935" marT="0" marB="0" anchor="ctr"/>
                </a:tc>
                <a:tc>
                  <a:txBody>
                    <a:bodyPr/>
                    <a:lstStyle/>
                    <a:p>
                      <a:pPr algn="ctr">
                        <a:spcAft>
                          <a:spcPts val="0"/>
                        </a:spcAft>
                      </a:pPr>
                      <a:r>
                        <a:rPr lang="en-US" sz="1100" kern="100">
                          <a:effectLst/>
                        </a:rPr>
                        <a:t>##H</a:t>
                      </a:r>
                      <a:endParaRPr lang="zh-CN" sz="1100" kern="100">
                        <a:effectLst/>
                        <a:latin typeface="Times New Roman"/>
                        <a:ea typeface="宋体"/>
                      </a:endParaRPr>
                    </a:p>
                  </a:txBody>
                  <a:tcPr marL="30935" marR="30935" marT="0" marB="0" anchor="ctr"/>
                </a:tc>
                <a:tc vMerge="1">
                  <a:txBody>
                    <a:bodyPr/>
                    <a:lstStyle/>
                    <a:p>
                      <a:endParaRPr lang="zh-CN" altLang="en-US"/>
                    </a:p>
                  </a:txBody>
                  <a:tcPr/>
                </a:tc>
                <a:extLst>
                  <a:ext uri="{0D108BD9-81ED-4DB2-BD59-A6C34878D82A}">
                    <a16:rowId xmlns:a16="http://schemas.microsoft.com/office/drawing/2014/main" xmlns="" val="10016"/>
                  </a:ext>
                </a:extLst>
              </a:tr>
              <a:tr h="171450">
                <a:tc>
                  <a:txBody>
                    <a:bodyPr/>
                    <a:lstStyle/>
                    <a:p>
                      <a:pPr algn="ctr">
                        <a:spcAft>
                          <a:spcPts val="0"/>
                        </a:spcAft>
                      </a:pPr>
                      <a:r>
                        <a:rPr lang="en-US" altLang="zh-CN" sz="1100" kern="100" dirty="0">
                          <a:effectLst/>
                          <a:latin typeface="Times New Roman"/>
                          <a:ea typeface="宋体"/>
                        </a:rPr>
                        <a:t>…</a:t>
                      </a:r>
                      <a:endParaRPr lang="zh-CN" sz="1100" kern="100" dirty="0">
                        <a:effectLst/>
                        <a:latin typeface="Times New Roman"/>
                        <a:ea typeface="宋体"/>
                      </a:endParaRPr>
                    </a:p>
                  </a:txBody>
                  <a:tcPr marL="30935" marR="30935" marT="0" marB="0" anchor="ctr"/>
                </a:tc>
                <a:tc>
                  <a:txBody>
                    <a:bodyPr/>
                    <a:lstStyle/>
                    <a:p>
                      <a:pPr algn="ctr">
                        <a:spcAft>
                          <a:spcPts val="0"/>
                        </a:spcAft>
                      </a:pPr>
                      <a:r>
                        <a:rPr lang="en-US" sz="1100" kern="100" dirty="0">
                          <a:effectLst/>
                        </a:rPr>
                        <a:t>…</a:t>
                      </a:r>
                      <a:endParaRPr lang="zh-CN" sz="1100" kern="100" dirty="0">
                        <a:effectLst/>
                        <a:latin typeface="Times New Roman"/>
                        <a:ea typeface="宋体"/>
                      </a:endParaRPr>
                    </a:p>
                  </a:txBody>
                  <a:tcPr marL="30935" marR="30935" marT="0" marB="0" anchor="ctr"/>
                </a:tc>
                <a:tc vMerge="1">
                  <a:txBody>
                    <a:bodyPr/>
                    <a:lstStyle/>
                    <a:p>
                      <a:endParaRPr lang="zh-CN" altLang="en-US"/>
                    </a:p>
                  </a:txBody>
                  <a:tcPr/>
                </a:tc>
                <a:extLst>
                  <a:ext uri="{0D108BD9-81ED-4DB2-BD59-A6C34878D82A}">
                    <a16:rowId xmlns:a16="http://schemas.microsoft.com/office/drawing/2014/main" xmlns="" val="10017"/>
                  </a:ext>
                </a:extLst>
              </a:tr>
              <a:tr h="217170">
                <a:tc>
                  <a:txBody>
                    <a:bodyPr/>
                    <a:lstStyle/>
                    <a:p>
                      <a:r>
                        <a:rPr lang="en-US" altLang="zh-CN" sz="1400" dirty="0"/>
                        <a:t>66</a:t>
                      </a:r>
                      <a:endParaRPr lang="zh-CN" altLang="en-US" sz="1400" dirty="0"/>
                    </a:p>
                  </a:txBody>
                  <a:tcPr marL="30935" marR="30935" marT="0" marB="0" anchor="ctr"/>
                </a:tc>
                <a:tc>
                  <a:txBody>
                    <a:bodyPr/>
                    <a:lstStyle/>
                    <a:p>
                      <a:pPr algn="ctr">
                        <a:spcAft>
                          <a:spcPts val="0"/>
                        </a:spcAft>
                      </a:pPr>
                      <a:r>
                        <a:rPr lang="en-US" sz="1100" kern="100">
                          <a:effectLst/>
                        </a:rPr>
                        <a:t>##H</a:t>
                      </a:r>
                      <a:endParaRPr lang="zh-CN" sz="1100" kern="100">
                        <a:effectLst/>
                        <a:latin typeface="Times New Roman"/>
                        <a:ea typeface="宋体"/>
                      </a:endParaRPr>
                    </a:p>
                  </a:txBody>
                  <a:tcPr marL="30935" marR="30935" marT="0" marB="0" anchor="ctr"/>
                </a:tc>
                <a:tc vMerge="1">
                  <a:txBody>
                    <a:bodyPr/>
                    <a:lstStyle/>
                    <a:p>
                      <a:endParaRPr lang="zh-CN" altLang="en-US"/>
                    </a:p>
                  </a:txBody>
                  <a:tcPr/>
                </a:tc>
                <a:extLst>
                  <a:ext uri="{0D108BD9-81ED-4DB2-BD59-A6C34878D82A}">
                    <a16:rowId xmlns:a16="http://schemas.microsoft.com/office/drawing/2014/main" xmlns="" val="10018"/>
                  </a:ext>
                </a:extLst>
              </a:tr>
              <a:tr h="217170">
                <a:tc>
                  <a:txBody>
                    <a:bodyPr/>
                    <a:lstStyle/>
                    <a:p>
                      <a:r>
                        <a:rPr lang="en-US" altLang="zh-CN" sz="1400" dirty="0"/>
                        <a:t>67</a:t>
                      </a:r>
                      <a:endParaRPr lang="zh-CN" altLang="en-US" sz="1400" dirty="0"/>
                    </a:p>
                  </a:txBody>
                  <a:tcPr marL="30935" marR="30935" marT="0" marB="0" anchor="ctr"/>
                </a:tc>
                <a:tc>
                  <a:txBody>
                    <a:bodyPr/>
                    <a:lstStyle/>
                    <a:p>
                      <a:pPr algn="ctr">
                        <a:spcAft>
                          <a:spcPts val="0"/>
                        </a:spcAft>
                      </a:pPr>
                      <a:r>
                        <a:rPr lang="en-US" sz="1100" kern="100" dirty="0">
                          <a:effectLst/>
                        </a:rPr>
                        <a:t>##H</a:t>
                      </a:r>
                      <a:endParaRPr lang="zh-CN" sz="1100" kern="100" dirty="0">
                        <a:effectLst/>
                        <a:latin typeface="Times New Roman"/>
                        <a:ea typeface="宋体"/>
                      </a:endParaRPr>
                    </a:p>
                  </a:txBody>
                  <a:tcPr marL="30935" marR="30935" marT="0" marB="0" anchor="ctr"/>
                </a:tc>
                <a:tc vMerge="1">
                  <a:txBody>
                    <a:bodyPr/>
                    <a:lstStyle/>
                    <a:p>
                      <a:endParaRPr lang="zh-CN" altLang="en-US"/>
                    </a:p>
                  </a:txBody>
                  <a:tcPr/>
                </a:tc>
                <a:extLst>
                  <a:ext uri="{0D108BD9-81ED-4DB2-BD59-A6C34878D82A}">
                    <a16:rowId xmlns:a16="http://schemas.microsoft.com/office/drawing/2014/main" xmlns="" val="10019"/>
                  </a:ext>
                </a:extLst>
              </a:tr>
            </a:tbl>
          </a:graphicData>
        </a:graphic>
      </p:graphicFrame>
      <p:graphicFrame>
        <p:nvGraphicFramePr>
          <p:cNvPr id="10" name="表格 9"/>
          <p:cNvGraphicFramePr>
            <a:graphicFrameLocks noGrp="1"/>
          </p:cNvGraphicFramePr>
          <p:nvPr>
            <p:extLst>
              <p:ext uri="{D42A27DB-BD31-4B8C-83A1-F6EECF244321}">
                <p14:modId xmlns:p14="http://schemas.microsoft.com/office/powerpoint/2010/main" val="2061925290"/>
              </p:ext>
            </p:extLst>
          </p:nvPr>
        </p:nvGraphicFramePr>
        <p:xfrm>
          <a:off x="4572000" y="1005577"/>
          <a:ext cx="4140200" cy="3915956"/>
        </p:xfrm>
        <a:graphic>
          <a:graphicData uri="http://schemas.openxmlformats.org/drawingml/2006/table">
            <a:tbl>
              <a:tblPr firstRow="1" firstCol="1" bandRow="1" bandCol="1">
                <a:tableStyleId>{69CF1AB2-1976-4502-BF36-3FF5EA218861}</a:tableStyleId>
              </a:tblPr>
              <a:tblGrid>
                <a:gridCol w="585844">
                  <a:extLst>
                    <a:ext uri="{9D8B030D-6E8A-4147-A177-3AD203B41FA5}">
                      <a16:colId xmlns:a16="http://schemas.microsoft.com/office/drawing/2014/main" xmlns="" val="20000"/>
                    </a:ext>
                  </a:extLst>
                </a:gridCol>
                <a:gridCol w="743108">
                  <a:extLst>
                    <a:ext uri="{9D8B030D-6E8A-4147-A177-3AD203B41FA5}">
                      <a16:colId xmlns:a16="http://schemas.microsoft.com/office/drawing/2014/main" xmlns="" val="20001"/>
                    </a:ext>
                  </a:extLst>
                </a:gridCol>
                <a:gridCol w="2811248">
                  <a:extLst>
                    <a:ext uri="{9D8B030D-6E8A-4147-A177-3AD203B41FA5}">
                      <a16:colId xmlns:a16="http://schemas.microsoft.com/office/drawing/2014/main" xmlns="" val="20002"/>
                    </a:ext>
                  </a:extLst>
                </a:gridCol>
              </a:tblGrid>
              <a:tr h="171450">
                <a:tc>
                  <a:txBody>
                    <a:bodyPr/>
                    <a:lstStyle/>
                    <a:p>
                      <a:pPr algn="ctr">
                        <a:spcAft>
                          <a:spcPts val="0"/>
                        </a:spcAft>
                      </a:pPr>
                      <a:r>
                        <a:rPr lang="en-US" sz="1100" kern="100" dirty="0">
                          <a:effectLst/>
                        </a:rPr>
                        <a:t> </a:t>
                      </a:r>
                      <a:endParaRPr lang="zh-CN" sz="1100" kern="100" dirty="0">
                        <a:effectLst/>
                        <a:latin typeface="Times New Roman"/>
                        <a:ea typeface="宋体"/>
                      </a:endParaRPr>
                    </a:p>
                  </a:txBody>
                  <a:tcPr marL="30927" marR="30927" marT="0" marB="0" anchor="ctr"/>
                </a:tc>
                <a:tc>
                  <a:txBody>
                    <a:bodyPr/>
                    <a:lstStyle/>
                    <a:p>
                      <a:pPr algn="ctr">
                        <a:spcAft>
                          <a:spcPts val="0"/>
                        </a:spcAft>
                      </a:pPr>
                      <a:r>
                        <a:rPr lang="en-US" sz="1100" kern="100" dirty="0">
                          <a:effectLst/>
                        </a:rPr>
                        <a:t> </a:t>
                      </a:r>
                      <a:endParaRPr lang="zh-CN" sz="1100" kern="100" dirty="0">
                        <a:effectLst/>
                        <a:latin typeface="Times New Roman"/>
                        <a:ea typeface="宋体"/>
                      </a:endParaRPr>
                    </a:p>
                  </a:txBody>
                  <a:tcPr marL="30927" marR="30927" marT="0" marB="0" anchor="ctr"/>
                </a:tc>
                <a:tc>
                  <a:txBody>
                    <a:bodyPr/>
                    <a:lstStyle/>
                    <a:p>
                      <a:pPr algn="ctr">
                        <a:spcAft>
                          <a:spcPts val="0"/>
                        </a:spcAft>
                      </a:pPr>
                      <a:r>
                        <a:rPr lang="en-US" sz="1100" kern="100">
                          <a:effectLst/>
                        </a:rPr>
                        <a:t>…</a:t>
                      </a:r>
                      <a:endParaRPr lang="zh-CN" sz="1100" kern="100">
                        <a:effectLst/>
                        <a:latin typeface="Times New Roman"/>
                        <a:ea typeface="宋体"/>
                      </a:endParaRPr>
                    </a:p>
                  </a:txBody>
                  <a:tcPr marL="30927" marR="30927" marT="0" marB="0" anchor="ctr"/>
                </a:tc>
                <a:extLst>
                  <a:ext uri="{0D108BD9-81ED-4DB2-BD59-A6C34878D82A}">
                    <a16:rowId xmlns:a16="http://schemas.microsoft.com/office/drawing/2014/main" xmlns="" val="10000"/>
                  </a:ext>
                </a:extLst>
              </a:tr>
              <a:tr h="171450">
                <a:tc>
                  <a:txBody>
                    <a:bodyPr/>
                    <a:lstStyle/>
                    <a:p>
                      <a:pPr algn="ctr">
                        <a:spcAft>
                          <a:spcPts val="0"/>
                        </a:spcAft>
                      </a:pPr>
                      <a:r>
                        <a:rPr lang="en-US" sz="1100" kern="100">
                          <a:effectLst/>
                        </a:rPr>
                        <a:t> </a:t>
                      </a:r>
                      <a:endParaRPr lang="zh-CN" sz="1100" kern="100">
                        <a:effectLst/>
                        <a:latin typeface="Times New Roman"/>
                        <a:ea typeface="宋体"/>
                      </a:endParaRPr>
                    </a:p>
                  </a:txBody>
                  <a:tcPr marL="30927" marR="30927" marT="0" marB="0" anchor="ctr"/>
                </a:tc>
                <a:tc>
                  <a:txBody>
                    <a:bodyPr/>
                    <a:lstStyle/>
                    <a:p>
                      <a:pPr algn="ctr">
                        <a:spcAft>
                          <a:spcPts val="0"/>
                        </a:spcAft>
                      </a:pPr>
                      <a:r>
                        <a:rPr lang="en-US" sz="1100" kern="100" dirty="0">
                          <a:effectLst/>
                        </a:rPr>
                        <a:t>##H</a:t>
                      </a:r>
                      <a:endParaRPr lang="zh-CN" sz="1100" kern="100" dirty="0">
                        <a:effectLst/>
                        <a:latin typeface="Times New Roman"/>
                        <a:ea typeface="宋体"/>
                      </a:endParaRPr>
                    </a:p>
                  </a:txBody>
                  <a:tcPr marL="30927" marR="30927" marT="0" marB="0" anchor="ctr"/>
                </a:tc>
                <a:tc>
                  <a:txBody>
                    <a:bodyPr/>
                    <a:lstStyle/>
                    <a:p>
                      <a:pPr algn="ctr">
                        <a:spcAft>
                          <a:spcPts val="0"/>
                        </a:spcAft>
                      </a:pPr>
                      <a:r>
                        <a:rPr lang="en-US" sz="1100" kern="100" dirty="0">
                          <a:effectLst/>
                        </a:rPr>
                        <a:t> </a:t>
                      </a:r>
                      <a:endParaRPr lang="zh-CN" sz="1100" kern="100" dirty="0">
                        <a:effectLst/>
                        <a:latin typeface="Times New Roman"/>
                        <a:ea typeface="宋体"/>
                      </a:endParaRPr>
                    </a:p>
                  </a:txBody>
                  <a:tcPr marL="30927" marR="30927" marT="0" marB="0" anchor="ctr"/>
                </a:tc>
                <a:extLst>
                  <a:ext uri="{0D108BD9-81ED-4DB2-BD59-A6C34878D82A}">
                    <a16:rowId xmlns:a16="http://schemas.microsoft.com/office/drawing/2014/main" xmlns="" val="10001"/>
                  </a:ext>
                </a:extLst>
              </a:tr>
              <a:tr h="171450">
                <a:tc>
                  <a:txBody>
                    <a:bodyPr/>
                    <a:lstStyle/>
                    <a:p>
                      <a:pPr algn="ctr">
                        <a:spcAft>
                          <a:spcPts val="0"/>
                        </a:spcAft>
                      </a:pPr>
                      <a:endParaRPr lang="zh-CN" sz="1100" kern="100">
                        <a:effectLst/>
                        <a:latin typeface="Times New Roman"/>
                        <a:ea typeface="宋体"/>
                      </a:endParaRPr>
                    </a:p>
                  </a:txBody>
                  <a:tcPr marL="30927" marR="30927"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100" kern="100" dirty="0">
                          <a:effectLst/>
                        </a:rPr>
                        <a:t>##H</a:t>
                      </a:r>
                      <a:endParaRPr lang="zh-CN" altLang="zh-CN" sz="1100" kern="100" dirty="0">
                        <a:effectLst/>
                        <a:latin typeface="Times New Roman"/>
                        <a:ea typeface="+mn-ea"/>
                      </a:endParaRPr>
                    </a:p>
                  </a:txBody>
                  <a:tcPr marL="30927" marR="30927" marT="0" marB="0" anchor="ctr"/>
                </a:tc>
                <a:tc rowSpan="2">
                  <a:txBody>
                    <a:bodyPr/>
                    <a:lstStyle/>
                    <a:p>
                      <a:pPr algn="ctr">
                        <a:spcAft>
                          <a:spcPts val="0"/>
                        </a:spcAft>
                      </a:pPr>
                      <a:r>
                        <a:rPr lang="en-US" altLang="zh-CN" sz="1100" kern="100" dirty="0">
                          <a:effectLst/>
                          <a:latin typeface="Times New Roman"/>
                          <a:ea typeface="宋体"/>
                        </a:rPr>
                        <a:t>Task ID n</a:t>
                      </a:r>
                      <a:endParaRPr lang="zh-CN" sz="1100" kern="100" dirty="0">
                        <a:effectLst/>
                        <a:latin typeface="Times New Roman"/>
                        <a:ea typeface="宋体"/>
                      </a:endParaRPr>
                    </a:p>
                  </a:txBody>
                  <a:tcPr marL="30927" marR="30927" marT="0" marB="0" anchor="ctr"/>
                </a:tc>
                <a:extLst>
                  <a:ext uri="{0D108BD9-81ED-4DB2-BD59-A6C34878D82A}">
                    <a16:rowId xmlns:a16="http://schemas.microsoft.com/office/drawing/2014/main" xmlns="" val="10002"/>
                  </a:ext>
                </a:extLst>
              </a:tr>
              <a:tr h="171450">
                <a:tc>
                  <a:txBody>
                    <a:bodyPr/>
                    <a:lstStyle/>
                    <a:p>
                      <a:pPr algn="ctr">
                        <a:spcAft>
                          <a:spcPts val="0"/>
                        </a:spcAft>
                      </a:pPr>
                      <a:endParaRPr lang="zh-CN" sz="1100" kern="100">
                        <a:effectLst/>
                        <a:latin typeface="Times New Roman"/>
                        <a:ea typeface="宋体"/>
                      </a:endParaRPr>
                    </a:p>
                  </a:txBody>
                  <a:tcPr marL="30927" marR="30927"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100" kern="100" dirty="0">
                          <a:effectLst/>
                        </a:rPr>
                        <a:t>##H</a:t>
                      </a:r>
                      <a:endParaRPr lang="zh-CN" altLang="zh-CN" sz="1100" kern="100" dirty="0">
                        <a:effectLst/>
                        <a:latin typeface="Times New Roman"/>
                        <a:ea typeface="+mn-ea"/>
                      </a:endParaRPr>
                    </a:p>
                  </a:txBody>
                  <a:tcPr marL="30927" marR="30927" marT="0" marB="0" anchor="ctr"/>
                </a:tc>
                <a:tc vMerge="1">
                  <a:txBody>
                    <a:bodyPr/>
                    <a:lstStyle/>
                    <a:p>
                      <a:pPr algn="ctr">
                        <a:spcAft>
                          <a:spcPts val="0"/>
                        </a:spcAft>
                      </a:pPr>
                      <a:endParaRPr lang="zh-CN" sz="1400" kern="100" dirty="0">
                        <a:effectLst/>
                        <a:latin typeface="Times New Roman"/>
                        <a:ea typeface="宋体"/>
                      </a:endParaRPr>
                    </a:p>
                  </a:txBody>
                  <a:tcPr marL="30927" marR="30927" marT="0" marB="0" anchor="ctr"/>
                </a:tc>
                <a:extLst>
                  <a:ext uri="{0D108BD9-81ED-4DB2-BD59-A6C34878D82A}">
                    <a16:rowId xmlns:a16="http://schemas.microsoft.com/office/drawing/2014/main" xmlns="" val="10003"/>
                  </a:ext>
                </a:extLst>
              </a:tr>
              <a:tr h="171450">
                <a:tc>
                  <a:txBody>
                    <a:bodyPr/>
                    <a:lstStyle/>
                    <a:p>
                      <a:pPr algn="ctr">
                        <a:spcAft>
                          <a:spcPts val="0"/>
                        </a:spcAft>
                      </a:pPr>
                      <a:r>
                        <a:rPr lang="en-US" sz="1100" kern="100">
                          <a:effectLst/>
                        </a:rPr>
                        <a:t> </a:t>
                      </a:r>
                      <a:endParaRPr lang="zh-CN" sz="1100" kern="100">
                        <a:effectLst/>
                        <a:latin typeface="Times New Roman"/>
                        <a:ea typeface="宋体"/>
                      </a:endParaRPr>
                    </a:p>
                  </a:txBody>
                  <a:tcPr marL="30927" marR="30927" marT="0" marB="0" anchor="ctr"/>
                </a:tc>
                <a:tc>
                  <a:txBody>
                    <a:bodyPr/>
                    <a:lstStyle/>
                    <a:p>
                      <a:pPr algn="ctr">
                        <a:spcAft>
                          <a:spcPts val="0"/>
                        </a:spcAft>
                      </a:pPr>
                      <a:r>
                        <a:rPr lang="en-US" sz="1100" kern="100">
                          <a:effectLst/>
                        </a:rPr>
                        <a:t>##H</a:t>
                      </a:r>
                      <a:endParaRPr lang="zh-CN" sz="1100" kern="100">
                        <a:effectLst/>
                        <a:latin typeface="Times New Roman"/>
                        <a:ea typeface="宋体"/>
                      </a:endParaRPr>
                    </a:p>
                  </a:txBody>
                  <a:tcPr marL="30927" marR="30927" marT="0" marB="0" anchor="ctr"/>
                </a:tc>
                <a:tc rowSpan="4">
                  <a:txBody>
                    <a:bodyPr/>
                    <a:lstStyle/>
                    <a:p>
                      <a:pPr algn="ctr">
                        <a:spcAft>
                          <a:spcPts val="0"/>
                        </a:spcAft>
                      </a:pPr>
                      <a:r>
                        <a:rPr lang="en-US" sz="1100" kern="100" dirty="0">
                          <a:effectLst/>
                        </a:rPr>
                        <a:t>Data block time n (s) </a:t>
                      </a:r>
                      <a:endParaRPr lang="zh-CN" sz="1100" kern="100" dirty="0">
                        <a:effectLst/>
                        <a:latin typeface="Times New Roman"/>
                        <a:ea typeface="宋体"/>
                      </a:endParaRPr>
                    </a:p>
                  </a:txBody>
                  <a:tcPr marL="30927" marR="30927" marT="0" marB="0" anchor="ctr"/>
                </a:tc>
                <a:extLst>
                  <a:ext uri="{0D108BD9-81ED-4DB2-BD59-A6C34878D82A}">
                    <a16:rowId xmlns:a16="http://schemas.microsoft.com/office/drawing/2014/main" xmlns="" val="10004"/>
                  </a:ext>
                </a:extLst>
              </a:tr>
              <a:tr h="171450">
                <a:tc>
                  <a:txBody>
                    <a:bodyPr/>
                    <a:lstStyle/>
                    <a:p>
                      <a:pPr algn="ctr">
                        <a:spcAft>
                          <a:spcPts val="0"/>
                        </a:spcAft>
                      </a:pPr>
                      <a:r>
                        <a:rPr lang="en-US" sz="1100" kern="100">
                          <a:effectLst/>
                        </a:rPr>
                        <a:t> </a:t>
                      </a:r>
                      <a:endParaRPr lang="zh-CN" sz="1100" kern="100">
                        <a:effectLst/>
                        <a:latin typeface="Times New Roman"/>
                        <a:ea typeface="宋体"/>
                      </a:endParaRPr>
                    </a:p>
                  </a:txBody>
                  <a:tcPr marL="30927" marR="30927" marT="0" marB="0" anchor="ctr"/>
                </a:tc>
                <a:tc>
                  <a:txBody>
                    <a:bodyPr/>
                    <a:lstStyle/>
                    <a:p>
                      <a:pPr algn="ctr">
                        <a:spcAft>
                          <a:spcPts val="0"/>
                        </a:spcAft>
                      </a:pPr>
                      <a:r>
                        <a:rPr lang="en-US" sz="1100" kern="100" dirty="0">
                          <a:effectLst/>
                        </a:rPr>
                        <a:t>##H</a:t>
                      </a:r>
                      <a:endParaRPr lang="zh-CN" sz="1100" kern="100" dirty="0">
                        <a:effectLst/>
                        <a:latin typeface="Times New Roman"/>
                        <a:ea typeface="宋体"/>
                      </a:endParaRPr>
                    </a:p>
                  </a:txBody>
                  <a:tcPr marL="30927" marR="30927" marT="0" marB="0" anchor="ctr"/>
                </a:tc>
                <a:tc vMerge="1">
                  <a:txBody>
                    <a:bodyPr/>
                    <a:lstStyle/>
                    <a:p>
                      <a:endParaRPr lang="zh-CN" altLang="en-US"/>
                    </a:p>
                  </a:txBody>
                  <a:tcPr/>
                </a:tc>
                <a:extLst>
                  <a:ext uri="{0D108BD9-81ED-4DB2-BD59-A6C34878D82A}">
                    <a16:rowId xmlns:a16="http://schemas.microsoft.com/office/drawing/2014/main" xmlns="" val="10005"/>
                  </a:ext>
                </a:extLst>
              </a:tr>
              <a:tr h="171450">
                <a:tc>
                  <a:txBody>
                    <a:bodyPr/>
                    <a:lstStyle/>
                    <a:p>
                      <a:pPr algn="ctr">
                        <a:spcAft>
                          <a:spcPts val="0"/>
                        </a:spcAft>
                      </a:pPr>
                      <a:r>
                        <a:rPr lang="en-US" sz="1100" kern="100">
                          <a:effectLst/>
                        </a:rPr>
                        <a:t> </a:t>
                      </a:r>
                      <a:endParaRPr lang="zh-CN" sz="1100" kern="100">
                        <a:effectLst/>
                        <a:latin typeface="Times New Roman"/>
                        <a:ea typeface="宋体"/>
                      </a:endParaRPr>
                    </a:p>
                  </a:txBody>
                  <a:tcPr marL="30927" marR="30927" marT="0" marB="0" anchor="ctr"/>
                </a:tc>
                <a:tc>
                  <a:txBody>
                    <a:bodyPr/>
                    <a:lstStyle/>
                    <a:p>
                      <a:pPr algn="ctr">
                        <a:spcAft>
                          <a:spcPts val="0"/>
                        </a:spcAft>
                      </a:pPr>
                      <a:r>
                        <a:rPr lang="en-US" sz="1100" kern="100" dirty="0">
                          <a:effectLst/>
                        </a:rPr>
                        <a:t>##H</a:t>
                      </a:r>
                      <a:endParaRPr lang="zh-CN" sz="1100" kern="100" dirty="0">
                        <a:effectLst/>
                        <a:latin typeface="Times New Roman"/>
                        <a:ea typeface="宋体"/>
                      </a:endParaRPr>
                    </a:p>
                  </a:txBody>
                  <a:tcPr marL="30927" marR="30927" marT="0" marB="0" anchor="ctr"/>
                </a:tc>
                <a:tc vMerge="1">
                  <a:txBody>
                    <a:bodyPr/>
                    <a:lstStyle/>
                    <a:p>
                      <a:endParaRPr lang="zh-CN" altLang="en-US"/>
                    </a:p>
                  </a:txBody>
                  <a:tcPr/>
                </a:tc>
                <a:extLst>
                  <a:ext uri="{0D108BD9-81ED-4DB2-BD59-A6C34878D82A}">
                    <a16:rowId xmlns:a16="http://schemas.microsoft.com/office/drawing/2014/main" xmlns="" val="10006"/>
                  </a:ext>
                </a:extLst>
              </a:tr>
              <a:tr h="171450">
                <a:tc>
                  <a:txBody>
                    <a:bodyPr/>
                    <a:lstStyle/>
                    <a:p>
                      <a:pPr algn="ctr">
                        <a:spcAft>
                          <a:spcPts val="0"/>
                        </a:spcAft>
                      </a:pPr>
                      <a:r>
                        <a:rPr lang="en-US" sz="1100" kern="100">
                          <a:effectLst/>
                        </a:rPr>
                        <a:t> </a:t>
                      </a:r>
                      <a:endParaRPr lang="zh-CN" sz="1100" kern="100">
                        <a:effectLst/>
                        <a:latin typeface="Times New Roman"/>
                        <a:ea typeface="宋体"/>
                      </a:endParaRPr>
                    </a:p>
                  </a:txBody>
                  <a:tcPr marL="30927" marR="30927" marT="0" marB="0" anchor="ctr"/>
                </a:tc>
                <a:tc>
                  <a:txBody>
                    <a:bodyPr/>
                    <a:lstStyle/>
                    <a:p>
                      <a:pPr algn="ctr">
                        <a:spcAft>
                          <a:spcPts val="0"/>
                        </a:spcAft>
                      </a:pPr>
                      <a:r>
                        <a:rPr lang="en-US" sz="1100" kern="100" dirty="0">
                          <a:effectLst/>
                        </a:rPr>
                        <a:t>##H</a:t>
                      </a:r>
                      <a:endParaRPr lang="zh-CN" sz="1100" kern="100" dirty="0">
                        <a:effectLst/>
                        <a:latin typeface="Times New Roman"/>
                        <a:ea typeface="宋体"/>
                      </a:endParaRPr>
                    </a:p>
                  </a:txBody>
                  <a:tcPr marL="30927" marR="30927" marT="0" marB="0" anchor="ctr"/>
                </a:tc>
                <a:tc vMerge="1">
                  <a:txBody>
                    <a:bodyPr/>
                    <a:lstStyle/>
                    <a:p>
                      <a:endParaRPr lang="zh-CN" altLang="en-US"/>
                    </a:p>
                  </a:txBody>
                  <a:tcPr/>
                </a:tc>
                <a:extLst>
                  <a:ext uri="{0D108BD9-81ED-4DB2-BD59-A6C34878D82A}">
                    <a16:rowId xmlns:a16="http://schemas.microsoft.com/office/drawing/2014/main" xmlns="" val="10007"/>
                  </a:ext>
                </a:extLst>
              </a:tr>
              <a:tr h="315506">
                <a:tc>
                  <a:txBody>
                    <a:bodyPr/>
                    <a:lstStyle/>
                    <a:p>
                      <a:pPr algn="ctr">
                        <a:spcAft>
                          <a:spcPts val="0"/>
                        </a:spcAft>
                      </a:pPr>
                      <a:r>
                        <a:rPr lang="en-US" sz="1100" kern="100">
                          <a:effectLst/>
                        </a:rPr>
                        <a:t> </a:t>
                      </a:r>
                      <a:endParaRPr lang="zh-CN" sz="1100" kern="100">
                        <a:effectLst/>
                        <a:latin typeface="Times New Roman"/>
                        <a:ea typeface="宋体"/>
                      </a:endParaRPr>
                    </a:p>
                  </a:txBody>
                  <a:tcPr marL="30927" marR="30927" marT="0" marB="0" anchor="ctr"/>
                </a:tc>
                <a:tc>
                  <a:txBody>
                    <a:bodyPr/>
                    <a:lstStyle/>
                    <a:p>
                      <a:pPr algn="ctr">
                        <a:spcAft>
                          <a:spcPts val="0"/>
                        </a:spcAft>
                      </a:pPr>
                      <a:r>
                        <a:rPr lang="en-US" sz="1100" kern="100">
                          <a:effectLst/>
                        </a:rPr>
                        <a:t>##H</a:t>
                      </a:r>
                      <a:endParaRPr lang="zh-CN" sz="1100" kern="100">
                        <a:effectLst/>
                        <a:latin typeface="Times New Roman"/>
                        <a:ea typeface="宋体"/>
                      </a:endParaRPr>
                    </a:p>
                  </a:txBody>
                  <a:tcPr marL="30927" marR="30927" marT="0" marB="0" anchor="ctr"/>
                </a:tc>
                <a:tc>
                  <a:txBody>
                    <a:bodyPr/>
                    <a:lstStyle/>
                    <a:p>
                      <a:pPr algn="ctr">
                        <a:spcAft>
                          <a:spcPts val="0"/>
                        </a:spcAft>
                      </a:pPr>
                      <a:r>
                        <a:rPr lang="en-US" sz="1100" kern="100">
                          <a:effectLst/>
                        </a:rPr>
                        <a:t>Data block channel identification n</a:t>
                      </a:r>
                      <a:endParaRPr lang="zh-CN" sz="1100" kern="100">
                        <a:effectLst/>
                        <a:latin typeface="Times New Roman"/>
                        <a:ea typeface="宋体"/>
                      </a:endParaRPr>
                    </a:p>
                  </a:txBody>
                  <a:tcPr marL="30927" marR="30927" marT="0" marB="0" anchor="ctr"/>
                </a:tc>
                <a:extLst>
                  <a:ext uri="{0D108BD9-81ED-4DB2-BD59-A6C34878D82A}">
                    <a16:rowId xmlns:a16="http://schemas.microsoft.com/office/drawing/2014/main" xmlns="" val="10008"/>
                  </a:ext>
                </a:extLst>
              </a:tr>
              <a:tr h="171450">
                <a:tc>
                  <a:txBody>
                    <a:bodyPr/>
                    <a:lstStyle/>
                    <a:p>
                      <a:pPr algn="ctr">
                        <a:spcAft>
                          <a:spcPts val="0"/>
                        </a:spcAft>
                      </a:pPr>
                      <a:r>
                        <a:rPr lang="en-US" sz="1100" kern="100">
                          <a:effectLst/>
                        </a:rPr>
                        <a:t> </a:t>
                      </a:r>
                      <a:endParaRPr lang="zh-CN" sz="1100" kern="100">
                        <a:effectLst/>
                        <a:latin typeface="Times New Roman"/>
                        <a:ea typeface="宋体"/>
                      </a:endParaRPr>
                    </a:p>
                  </a:txBody>
                  <a:tcPr marL="30927" marR="30927" marT="0" marB="0" anchor="ctr"/>
                </a:tc>
                <a:tc>
                  <a:txBody>
                    <a:bodyPr/>
                    <a:lstStyle/>
                    <a:p>
                      <a:pPr algn="ctr">
                        <a:spcAft>
                          <a:spcPts val="0"/>
                        </a:spcAft>
                      </a:pPr>
                      <a:r>
                        <a:rPr lang="en-US" sz="1100" kern="100">
                          <a:effectLst/>
                        </a:rPr>
                        <a:t>##H</a:t>
                      </a:r>
                      <a:endParaRPr lang="zh-CN" sz="1100" kern="100">
                        <a:effectLst/>
                        <a:latin typeface="Times New Roman"/>
                        <a:ea typeface="宋体"/>
                      </a:endParaRPr>
                    </a:p>
                  </a:txBody>
                  <a:tcPr marL="30927" marR="30927" marT="0" marB="0" anchor="ctr"/>
                </a:tc>
                <a:tc rowSpan="9">
                  <a:txBody>
                    <a:bodyPr/>
                    <a:lstStyle/>
                    <a:p>
                      <a:pPr algn="ctr">
                        <a:spcAft>
                          <a:spcPts val="0"/>
                        </a:spcAft>
                      </a:pPr>
                      <a:r>
                        <a:rPr lang="en-US" sz="1100" kern="100" dirty="0">
                          <a:effectLst/>
                        </a:rPr>
                        <a:t>Data block code n</a:t>
                      </a:r>
                      <a:endParaRPr lang="zh-CN" sz="1100" kern="100" dirty="0">
                        <a:effectLst/>
                        <a:latin typeface="Times New Roman"/>
                        <a:ea typeface="宋体"/>
                      </a:endParaRPr>
                    </a:p>
                  </a:txBody>
                  <a:tcPr marL="30927" marR="30927" marT="0" marB="0" anchor="ctr"/>
                </a:tc>
                <a:extLst>
                  <a:ext uri="{0D108BD9-81ED-4DB2-BD59-A6C34878D82A}">
                    <a16:rowId xmlns:a16="http://schemas.microsoft.com/office/drawing/2014/main" xmlns="" val="10009"/>
                  </a:ext>
                </a:extLst>
              </a:tr>
              <a:tr h="171450">
                <a:tc>
                  <a:txBody>
                    <a:bodyPr/>
                    <a:lstStyle/>
                    <a:p>
                      <a:pPr algn="ctr">
                        <a:spcAft>
                          <a:spcPts val="0"/>
                        </a:spcAft>
                      </a:pPr>
                      <a:r>
                        <a:rPr lang="en-US" sz="1100" kern="100">
                          <a:effectLst/>
                        </a:rPr>
                        <a:t> </a:t>
                      </a:r>
                      <a:endParaRPr lang="zh-CN" sz="1100" kern="100">
                        <a:effectLst/>
                        <a:latin typeface="Times New Roman"/>
                        <a:ea typeface="宋体"/>
                      </a:endParaRPr>
                    </a:p>
                  </a:txBody>
                  <a:tcPr marL="30927" marR="30927" marT="0" marB="0" anchor="ctr"/>
                </a:tc>
                <a:tc>
                  <a:txBody>
                    <a:bodyPr/>
                    <a:lstStyle/>
                    <a:p>
                      <a:pPr algn="ctr">
                        <a:spcAft>
                          <a:spcPts val="0"/>
                        </a:spcAft>
                      </a:pPr>
                      <a:r>
                        <a:rPr lang="en-US" sz="1100" kern="100" dirty="0">
                          <a:effectLst/>
                        </a:rPr>
                        <a:t>##H</a:t>
                      </a:r>
                      <a:endParaRPr lang="zh-CN" sz="1100" kern="100" dirty="0">
                        <a:effectLst/>
                        <a:latin typeface="Times New Roman"/>
                        <a:ea typeface="宋体"/>
                      </a:endParaRPr>
                    </a:p>
                  </a:txBody>
                  <a:tcPr marL="30927" marR="30927" marT="0" marB="0" anchor="ctr"/>
                </a:tc>
                <a:tc vMerge="1">
                  <a:txBody>
                    <a:bodyPr/>
                    <a:lstStyle/>
                    <a:p>
                      <a:endParaRPr lang="zh-CN" altLang="en-US"/>
                    </a:p>
                  </a:txBody>
                  <a:tcPr/>
                </a:tc>
                <a:extLst>
                  <a:ext uri="{0D108BD9-81ED-4DB2-BD59-A6C34878D82A}">
                    <a16:rowId xmlns:a16="http://schemas.microsoft.com/office/drawing/2014/main" xmlns="" val="10010"/>
                  </a:ext>
                </a:extLst>
              </a:tr>
              <a:tr h="171450">
                <a:tc>
                  <a:txBody>
                    <a:bodyPr/>
                    <a:lstStyle/>
                    <a:p>
                      <a:pPr algn="ctr">
                        <a:spcAft>
                          <a:spcPts val="0"/>
                        </a:spcAft>
                      </a:pPr>
                      <a:r>
                        <a:rPr lang="en-US" sz="1100" kern="100">
                          <a:effectLst/>
                        </a:rPr>
                        <a:t> </a:t>
                      </a:r>
                      <a:endParaRPr lang="zh-CN" sz="1100" kern="100">
                        <a:effectLst/>
                        <a:latin typeface="Times New Roman"/>
                        <a:ea typeface="宋体"/>
                      </a:endParaRPr>
                    </a:p>
                  </a:txBody>
                  <a:tcPr marL="30927" marR="30927" marT="0" marB="0" anchor="ctr"/>
                </a:tc>
                <a:tc>
                  <a:txBody>
                    <a:bodyPr/>
                    <a:lstStyle/>
                    <a:p>
                      <a:pPr algn="ctr">
                        <a:spcAft>
                          <a:spcPts val="0"/>
                        </a:spcAft>
                      </a:pPr>
                      <a:r>
                        <a:rPr lang="en-US" sz="1100" kern="100">
                          <a:effectLst/>
                        </a:rPr>
                        <a:t>##H</a:t>
                      </a:r>
                      <a:endParaRPr lang="zh-CN" sz="1100" kern="100">
                        <a:effectLst/>
                        <a:latin typeface="Times New Roman"/>
                        <a:ea typeface="宋体"/>
                      </a:endParaRPr>
                    </a:p>
                  </a:txBody>
                  <a:tcPr marL="30927" marR="30927" marT="0" marB="0" anchor="ctr"/>
                </a:tc>
                <a:tc vMerge="1">
                  <a:txBody>
                    <a:bodyPr/>
                    <a:lstStyle/>
                    <a:p>
                      <a:endParaRPr lang="zh-CN" altLang="en-US"/>
                    </a:p>
                  </a:txBody>
                  <a:tcPr/>
                </a:tc>
                <a:extLst>
                  <a:ext uri="{0D108BD9-81ED-4DB2-BD59-A6C34878D82A}">
                    <a16:rowId xmlns:a16="http://schemas.microsoft.com/office/drawing/2014/main" xmlns="" val="10011"/>
                  </a:ext>
                </a:extLst>
              </a:tr>
              <a:tr h="171450">
                <a:tc>
                  <a:txBody>
                    <a:bodyPr/>
                    <a:lstStyle/>
                    <a:p>
                      <a:pPr algn="ctr">
                        <a:spcAft>
                          <a:spcPts val="0"/>
                        </a:spcAft>
                      </a:pPr>
                      <a:r>
                        <a:rPr lang="en-US" sz="1100" kern="100">
                          <a:effectLst/>
                        </a:rPr>
                        <a:t> </a:t>
                      </a:r>
                      <a:endParaRPr lang="zh-CN" sz="1100" kern="100">
                        <a:effectLst/>
                        <a:latin typeface="Times New Roman"/>
                        <a:ea typeface="宋体"/>
                      </a:endParaRPr>
                    </a:p>
                  </a:txBody>
                  <a:tcPr marL="30927" marR="30927" marT="0" marB="0" anchor="ctr"/>
                </a:tc>
                <a:tc>
                  <a:txBody>
                    <a:bodyPr/>
                    <a:lstStyle/>
                    <a:p>
                      <a:pPr algn="ctr">
                        <a:spcAft>
                          <a:spcPts val="0"/>
                        </a:spcAft>
                      </a:pPr>
                      <a:r>
                        <a:rPr lang="en-US" sz="1100" kern="100" dirty="0">
                          <a:effectLst/>
                        </a:rPr>
                        <a:t>##H</a:t>
                      </a:r>
                      <a:endParaRPr lang="zh-CN" sz="1100" kern="100" dirty="0">
                        <a:effectLst/>
                        <a:latin typeface="Times New Roman"/>
                        <a:ea typeface="宋体"/>
                      </a:endParaRPr>
                    </a:p>
                  </a:txBody>
                  <a:tcPr marL="30927" marR="30927" marT="0" marB="0" anchor="ctr"/>
                </a:tc>
                <a:tc vMerge="1">
                  <a:txBody>
                    <a:bodyPr/>
                    <a:lstStyle/>
                    <a:p>
                      <a:endParaRPr lang="zh-CN" altLang="en-US"/>
                    </a:p>
                  </a:txBody>
                  <a:tcPr/>
                </a:tc>
                <a:extLst>
                  <a:ext uri="{0D108BD9-81ED-4DB2-BD59-A6C34878D82A}">
                    <a16:rowId xmlns:a16="http://schemas.microsoft.com/office/drawing/2014/main" xmlns="" val="10012"/>
                  </a:ext>
                </a:extLst>
              </a:tr>
              <a:tr h="171450">
                <a:tc>
                  <a:txBody>
                    <a:bodyPr/>
                    <a:lstStyle/>
                    <a:p>
                      <a:pPr algn="ctr">
                        <a:spcAft>
                          <a:spcPts val="0"/>
                        </a:spcAft>
                      </a:pPr>
                      <a:r>
                        <a:rPr lang="en-US" sz="1100" kern="100">
                          <a:effectLst/>
                        </a:rPr>
                        <a:t> </a:t>
                      </a:r>
                      <a:endParaRPr lang="zh-CN" sz="1100" kern="100">
                        <a:effectLst/>
                        <a:latin typeface="Times New Roman"/>
                        <a:ea typeface="宋体"/>
                      </a:endParaRPr>
                    </a:p>
                  </a:txBody>
                  <a:tcPr marL="30927" marR="30927" marT="0" marB="0" anchor="ctr"/>
                </a:tc>
                <a:tc>
                  <a:txBody>
                    <a:bodyPr/>
                    <a:lstStyle/>
                    <a:p>
                      <a:pPr algn="ctr">
                        <a:spcAft>
                          <a:spcPts val="0"/>
                        </a:spcAft>
                      </a:pPr>
                      <a:r>
                        <a:rPr lang="en-US" sz="1100" kern="100" dirty="0">
                          <a:effectLst/>
                        </a:rPr>
                        <a:t>##H</a:t>
                      </a:r>
                      <a:endParaRPr lang="zh-CN" sz="1100" kern="100" dirty="0">
                        <a:effectLst/>
                        <a:latin typeface="Times New Roman"/>
                        <a:ea typeface="宋体"/>
                      </a:endParaRPr>
                    </a:p>
                  </a:txBody>
                  <a:tcPr marL="30927" marR="30927" marT="0" marB="0" anchor="ctr"/>
                </a:tc>
                <a:tc vMerge="1">
                  <a:txBody>
                    <a:bodyPr/>
                    <a:lstStyle/>
                    <a:p>
                      <a:endParaRPr lang="zh-CN" altLang="en-US"/>
                    </a:p>
                  </a:txBody>
                  <a:tcPr/>
                </a:tc>
                <a:extLst>
                  <a:ext uri="{0D108BD9-81ED-4DB2-BD59-A6C34878D82A}">
                    <a16:rowId xmlns:a16="http://schemas.microsoft.com/office/drawing/2014/main" xmlns="" val="10013"/>
                  </a:ext>
                </a:extLst>
              </a:tr>
              <a:tr h="171450">
                <a:tc>
                  <a:txBody>
                    <a:bodyPr/>
                    <a:lstStyle/>
                    <a:p>
                      <a:pPr algn="ctr">
                        <a:spcAft>
                          <a:spcPts val="0"/>
                        </a:spcAft>
                      </a:pPr>
                      <a:r>
                        <a:rPr lang="en-US" sz="1100" kern="100">
                          <a:effectLst/>
                        </a:rPr>
                        <a:t> </a:t>
                      </a:r>
                      <a:endParaRPr lang="zh-CN" sz="1100" kern="100">
                        <a:effectLst/>
                        <a:latin typeface="Times New Roman"/>
                        <a:ea typeface="宋体"/>
                      </a:endParaRPr>
                    </a:p>
                  </a:txBody>
                  <a:tcPr marL="30927" marR="30927" marT="0" marB="0" anchor="ctr"/>
                </a:tc>
                <a:tc>
                  <a:txBody>
                    <a:bodyPr/>
                    <a:lstStyle/>
                    <a:p>
                      <a:pPr algn="ctr">
                        <a:spcAft>
                          <a:spcPts val="0"/>
                        </a:spcAft>
                      </a:pPr>
                      <a:r>
                        <a:rPr lang="en-US" sz="1100" kern="100" dirty="0">
                          <a:effectLst/>
                        </a:rPr>
                        <a:t>##H</a:t>
                      </a:r>
                      <a:endParaRPr lang="zh-CN" sz="1100" kern="100" dirty="0">
                        <a:effectLst/>
                        <a:latin typeface="Times New Roman"/>
                        <a:ea typeface="宋体"/>
                      </a:endParaRPr>
                    </a:p>
                  </a:txBody>
                  <a:tcPr marL="30927" marR="30927" marT="0" marB="0" anchor="ctr"/>
                </a:tc>
                <a:tc vMerge="1">
                  <a:txBody>
                    <a:bodyPr/>
                    <a:lstStyle/>
                    <a:p>
                      <a:endParaRPr lang="zh-CN" altLang="en-US"/>
                    </a:p>
                  </a:txBody>
                  <a:tcPr/>
                </a:tc>
                <a:extLst>
                  <a:ext uri="{0D108BD9-81ED-4DB2-BD59-A6C34878D82A}">
                    <a16:rowId xmlns:a16="http://schemas.microsoft.com/office/drawing/2014/main" xmlns="" val="10014"/>
                  </a:ext>
                </a:extLst>
              </a:tr>
              <a:tr h="171450">
                <a:tc>
                  <a:txBody>
                    <a:bodyPr/>
                    <a:lstStyle/>
                    <a:p>
                      <a:pPr algn="ctr">
                        <a:spcAft>
                          <a:spcPts val="0"/>
                        </a:spcAft>
                      </a:pPr>
                      <a:r>
                        <a:rPr lang="en-US" sz="1100" kern="100">
                          <a:effectLst/>
                        </a:rPr>
                        <a:t> </a:t>
                      </a:r>
                      <a:endParaRPr lang="zh-CN" sz="1100" kern="100">
                        <a:effectLst/>
                        <a:latin typeface="Times New Roman"/>
                        <a:ea typeface="宋体"/>
                      </a:endParaRPr>
                    </a:p>
                  </a:txBody>
                  <a:tcPr marL="30927" marR="30927" marT="0" marB="0" anchor="ctr"/>
                </a:tc>
                <a:tc>
                  <a:txBody>
                    <a:bodyPr/>
                    <a:lstStyle/>
                    <a:p>
                      <a:pPr algn="ctr">
                        <a:spcAft>
                          <a:spcPts val="0"/>
                        </a:spcAft>
                      </a:pPr>
                      <a:r>
                        <a:rPr lang="en-US" sz="1100" kern="100" dirty="0">
                          <a:effectLst/>
                        </a:rPr>
                        <a:t>…</a:t>
                      </a:r>
                      <a:endParaRPr lang="zh-CN" sz="1100" kern="100" dirty="0">
                        <a:effectLst/>
                        <a:latin typeface="Times New Roman"/>
                        <a:ea typeface="宋体"/>
                      </a:endParaRPr>
                    </a:p>
                  </a:txBody>
                  <a:tcPr marL="30927" marR="30927" marT="0" marB="0" anchor="ctr"/>
                </a:tc>
                <a:tc vMerge="1">
                  <a:txBody>
                    <a:bodyPr/>
                    <a:lstStyle/>
                    <a:p>
                      <a:endParaRPr lang="zh-CN" altLang="en-US"/>
                    </a:p>
                  </a:txBody>
                  <a:tcPr/>
                </a:tc>
                <a:extLst>
                  <a:ext uri="{0D108BD9-81ED-4DB2-BD59-A6C34878D82A}">
                    <a16:rowId xmlns:a16="http://schemas.microsoft.com/office/drawing/2014/main" xmlns="" val="10015"/>
                  </a:ext>
                </a:extLst>
              </a:tr>
              <a:tr h="171450">
                <a:tc>
                  <a:txBody>
                    <a:bodyPr/>
                    <a:lstStyle/>
                    <a:p>
                      <a:pPr algn="ctr">
                        <a:spcAft>
                          <a:spcPts val="0"/>
                        </a:spcAft>
                      </a:pPr>
                      <a:r>
                        <a:rPr lang="en-US" sz="1100" kern="100">
                          <a:effectLst/>
                        </a:rPr>
                        <a:t>m</a:t>
                      </a:r>
                      <a:endParaRPr lang="zh-CN" sz="1100" kern="100">
                        <a:effectLst/>
                        <a:latin typeface="Times New Roman"/>
                        <a:ea typeface="宋体"/>
                      </a:endParaRPr>
                    </a:p>
                  </a:txBody>
                  <a:tcPr marL="30927" marR="30927" marT="0" marB="0" anchor="ctr"/>
                </a:tc>
                <a:tc>
                  <a:txBody>
                    <a:bodyPr/>
                    <a:lstStyle/>
                    <a:p>
                      <a:pPr algn="ctr">
                        <a:spcAft>
                          <a:spcPts val="0"/>
                        </a:spcAft>
                      </a:pPr>
                      <a:r>
                        <a:rPr lang="en-US" sz="1100" kern="100" dirty="0">
                          <a:effectLst/>
                        </a:rPr>
                        <a:t>##H</a:t>
                      </a:r>
                      <a:endParaRPr lang="zh-CN" sz="1100" kern="100" dirty="0">
                        <a:effectLst/>
                        <a:latin typeface="Times New Roman"/>
                        <a:ea typeface="宋体"/>
                      </a:endParaRPr>
                    </a:p>
                  </a:txBody>
                  <a:tcPr marL="30927" marR="30927" marT="0" marB="0" anchor="ctr"/>
                </a:tc>
                <a:tc vMerge="1">
                  <a:txBody>
                    <a:bodyPr/>
                    <a:lstStyle/>
                    <a:p>
                      <a:endParaRPr lang="zh-CN" altLang="en-US"/>
                    </a:p>
                  </a:txBody>
                  <a:tcPr/>
                </a:tc>
                <a:extLst>
                  <a:ext uri="{0D108BD9-81ED-4DB2-BD59-A6C34878D82A}">
                    <a16:rowId xmlns:a16="http://schemas.microsoft.com/office/drawing/2014/main" xmlns="" val="10016"/>
                  </a:ext>
                </a:extLst>
              </a:tr>
              <a:tr h="171450">
                <a:tc>
                  <a:txBody>
                    <a:bodyPr/>
                    <a:lstStyle/>
                    <a:p>
                      <a:pPr algn="ctr">
                        <a:spcAft>
                          <a:spcPts val="0"/>
                        </a:spcAft>
                      </a:pPr>
                      <a:r>
                        <a:rPr lang="en-US" sz="1100" kern="100">
                          <a:effectLst/>
                        </a:rPr>
                        <a:t>m+1</a:t>
                      </a:r>
                      <a:endParaRPr lang="zh-CN" sz="1100" kern="100">
                        <a:effectLst/>
                        <a:latin typeface="Times New Roman"/>
                        <a:ea typeface="宋体"/>
                      </a:endParaRPr>
                    </a:p>
                  </a:txBody>
                  <a:tcPr marL="30927" marR="30927" marT="0" marB="0" anchor="ctr"/>
                </a:tc>
                <a:tc>
                  <a:txBody>
                    <a:bodyPr/>
                    <a:lstStyle/>
                    <a:p>
                      <a:pPr algn="ctr">
                        <a:spcAft>
                          <a:spcPts val="0"/>
                        </a:spcAft>
                      </a:pPr>
                      <a:r>
                        <a:rPr lang="en-US" sz="1100" kern="100" dirty="0">
                          <a:effectLst/>
                        </a:rPr>
                        <a:t>##H</a:t>
                      </a:r>
                      <a:endParaRPr lang="zh-CN" sz="1100" kern="100" dirty="0">
                        <a:effectLst/>
                        <a:latin typeface="Times New Roman"/>
                        <a:ea typeface="宋体"/>
                      </a:endParaRPr>
                    </a:p>
                  </a:txBody>
                  <a:tcPr marL="30927" marR="30927" marT="0" marB="0" anchor="ctr"/>
                </a:tc>
                <a:tc vMerge="1">
                  <a:txBody>
                    <a:bodyPr/>
                    <a:lstStyle/>
                    <a:p>
                      <a:endParaRPr lang="zh-CN" altLang="en-US"/>
                    </a:p>
                  </a:txBody>
                  <a:tcPr/>
                </a:tc>
                <a:extLst>
                  <a:ext uri="{0D108BD9-81ED-4DB2-BD59-A6C34878D82A}">
                    <a16:rowId xmlns:a16="http://schemas.microsoft.com/office/drawing/2014/main" xmlns="" val="10017"/>
                  </a:ext>
                </a:extLst>
              </a:tr>
              <a:tr h="171450">
                <a:tc>
                  <a:txBody>
                    <a:bodyPr/>
                    <a:lstStyle/>
                    <a:p>
                      <a:pPr algn="ctr">
                        <a:spcAft>
                          <a:spcPts val="0"/>
                        </a:spcAft>
                      </a:pPr>
                      <a:r>
                        <a:rPr lang="en-US" sz="1100" kern="100">
                          <a:effectLst/>
                        </a:rPr>
                        <a:t> </a:t>
                      </a:r>
                      <a:endParaRPr lang="zh-CN" sz="1100" kern="100">
                        <a:effectLst/>
                        <a:latin typeface="Times New Roman"/>
                        <a:ea typeface="宋体"/>
                      </a:endParaRPr>
                    </a:p>
                  </a:txBody>
                  <a:tcPr marL="30927" marR="30927" marT="0" marB="0" anchor="ctr"/>
                </a:tc>
                <a:tc>
                  <a:txBody>
                    <a:bodyPr/>
                    <a:lstStyle/>
                    <a:p>
                      <a:pPr algn="ctr">
                        <a:spcAft>
                          <a:spcPts val="0"/>
                        </a:spcAft>
                      </a:pPr>
                      <a:r>
                        <a:rPr lang="en-US" sz="1100" kern="100">
                          <a:effectLst/>
                        </a:rPr>
                        <a:t>AAH</a:t>
                      </a:r>
                      <a:endParaRPr lang="zh-CN" sz="1100" kern="100">
                        <a:effectLst/>
                        <a:latin typeface="Times New Roman"/>
                        <a:ea typeface="宋体"/>
                      </a:endParaRPr>
                    </a:p>
                  </a:txBody>
                  <a:tcPr marL="30927" marR="30927" marT="0" marB="0" anchor="ctr"/>
                </a:tc>
                <a:tc rowSpan="4">
                  <a:txBody>
                    <a:bodyPr/>
                    <a:lstStyle/>
                    <a:p>
                      <a:pPr algn="ctr">
                        <a:spcAft>
                          <a:spcPts val="0"/>
                        </a:spcAft>
                      </a:pPr>
                      <a:r>
                        <a:rPr lang="en-US" sz="1100" kern="100" dirty="0">
                          <a:effectLst/>
                        </a:rPr>
                        <a:t>reserved</a:t>
                      </a:r>
                      <a:endParaRPr lang="zh-CN" sz="1100" kern="100" dirty="0">
                        <a:effectLst/>
                        <a:latin typeface="Times New Roman"/>
                        <a:ea typeface="宋体"/>
                      </a:endParaRPr>
                    </a:p>
                  </a:txBody>
                  <a:tcPr marL="30927" marR="30927" marT="0" marB="0" anchor="ctr"/>
                </a:tc>
                <a:extLst>
                  <a:ext uri="{0D108BD9-81ED-4DB2-BD59-A6C34878D82A}">
                    <a16:rowId xmlns:a16="http://schemas.microsoft.com/office/drawing/2014/main" xmlns="" val="10018"/>
                  </a:ext>
                </a:extLst>
              </a:tr>
              <a:tr h="171450">
                <a:tc>
                  <a:txBody>
                    <a:bodyPr/>
                    <a:lstStyle/>
                    <a:p>
                      <a:pPr algn="ctr">
                        <a:spcAft>
                          <a:spcPts val="0"/>
                        </a:spcAft>
                      </a:pPr>
                      <a:r>
                        <a:rPr lang="en-US" sz="1100" kern="100">
                          <a:effectLst/>
                        </a:rPr>
                        <a:t> </a:t>
                      </a:r>
                      <a:endParaRPr lang="zh-CN" sz="1100" kern="100">
                        <a:effectLst/>
                        <a:latin typeface="Times New Roman"/>
                        <a:ea typeface="宋体"/>
                      </a:endParaRPr>
                    </a:p>
                  </a:txBody>
                  <a:tcPr marL="30927" marR="30927" marT="0" marB="0" anchor="ctr"/>
                </a:tc>
                <a:tc>
                  <a:txBody>
                    <a:bodyPr/>
                    <a:lstStyle/>
                    <a:p>
                      <a:pPr algn="ctr">
                        <a:spcAft>
                          <a:spcPts val="0"/>
                        </a:spcAft>
                      </a:pPr>
                      <a:r>
                        <a:rPr lang="en-US" sz="1100" kern="100" dirty="0">
                          <a:effectLst/>
                        </a:rPr>
                        <a:t>…</a:t>
                      </a:r>
                      <a:endParaRPr lang="zh-CN" sz="1100" kern="100" dirty="0">
                        <a:effectLst/>
                        <a:latin typeface="Times New Roman"/>
                        <a:ea typeface="宋体"/>
                      </a:endParaRPr>
                    </a:p>
                  </a:txBody>
                  <a:tcPr marL="30927" marR="30927" marT="0" marB="0" anchor="ctr"/>
                </a:tc>
                <a:tc vMerge="1">
                  <a:txBody>
                    <a:bodyPr/>
                    <a:lstStyle/>
                    <a:p>
                      <a:endParaRPr lang="zh-CN" altLang="en-US"/>
                    </a:p>
                  </a:txBody>
                  <a:tcPr/>
                </a:tc>
                <a:extLst>
                  <a:ext uri="{0D108BD9-81ED-4DB2-BD59-A6C34878D82A}">
                    <a16:rowId xmlns:a16="http://schemas.microsoft.com/office/drawing/2014/main" xmlns="" val="10019"/>
                  </a:ext>
                </a:extLst>
              </a:tr>
              <a:tr h="171450">
                <a:tc>
                  <a:txBody>
                    <a:bodyPr/>
                    <a:lstStyle/>
                    <a:p>
                      <a:pPr algn="ctr">
                        <a:spcAft>
                          <a:spcPts val="0"/>
                        </a:spcAft>
                      </a:pPr>
                      <a:r>
                        <a:rPr lang="en-US" sz="1100" kern="100">
                          <a:effectLst/>
                        </a:rPr>
                        <a:t> </a:t>
                      </a:r>
                      <a:endParaRPr lang="zh-CN" sz="1100" kern="100">
                        <a:effectLst/>
                        <a:latin typeface="Times New Roman"/>
                        <a:ea typeface="宋体"/>
                      </a:endParaRPr>
                    </a:p>
                  </a:txBody>
                  <a:tcPr marL="30927" marR="30927" marT="0" marB="0" anchor="ctr"/>
                </a:tc>
                <a:tc>
                  <a:txBody>
                    <a:bodyPr/>
                    <a:lstStyle/>
                    <a:p>
                      <a:pPr algn="ctr">
                        <a:spcAft>
                          <a:spcPts val="0"/>
                        </a:spcAft>
                      </a:pPr>
                      <a:r>
                        <a:rPr lang="en-US" sz="1100" kern="100" dirty="0">
                          <a:effectLst/>
                        </a:rPr>
                        <a:t>AAH</a:t>
                      </a:r>
                      <a:endParaRPr lang="zh-CN" sz="1100" kern="100" dirty="0">
                        <a:effectLst/>
                        <a:latin typeface="Times New Roman"/>
                        <a:ea typeface="宋体"/>
                      </a:endParaRPr>
                    </a:p>
                  </a:txBody>
                  <a:tcPr marL="30927" marR="30927" marT="0" marB="0" anchor="ctr"/>
                </a:tc>
                <a:tc vMerge="1">
                  <a:txBody>
                    <a:bodyPr/>
                    <a:lstStyle/>
                    <a:p>
                      <a:endParaRPr lang="zh-CN" altLang="en-US"/>
                    </a:p>
                  </a:txBody>
                  <a:tcPr/>
                </a:tc>
                <a:extLst>
                  <a:ext uri="{0D108BD9-81ED-4DB2-BD59-A6C34878D82A}">
                    <a16:rowId xmlns:a16="http://schemas.microsoft.com/office/drawing/2014/main" xmlns="" val="10020"/>
                  </a:ext>
                </a:extLst>
              </a:tr>
              <a:tr h="171450">
                <a:tc>
                  <a:txBody>
                    <a:bodyPr/>
                    <a:lstStyle/>
                    <a:p>
                      <a:pPr algn="ctr">
                        <a:spcAft>
                          <a:spcPts val="0"/>
                        </a:spcAft>
                      </a:pPr>
                      <a:r>
                        <a:rPr lang="en-US" sz="1100" kern="100">
                          <a:effectLst/>
                        </a:rPr>
                        <a:t>L-1</a:t>
                      </a:r>
                      <a:endParaRPr lang="zh-CN" sz="1100" kern="100">
                        <a:effectLst/>
                        <a:latin typeface="Times New Roman"/>
                        <a:ea typeface="宋体"/>
                      </a:endParaRPr>
                    </a:p>
                  </a:txBody>
                  <a:tcPr marL="30927" marR="30927" marT="0" marB="0" anchor="ctr"/>
                </a:tc>
                <a:tc>
                  <a:txBody>
                    <a:bodyPr/>
                    <a:lstStyle/>
                    <a:p>
                      <a:pPr algn="ctr">
                        <a:spcAft>
                          <a:spcPts val="0"/>
                        </a:spcAft>
                      </a:pPr>
                      <a:r>
                        <a:rPr lang="en-US" sz="1100" kern="100" dirty="0">
                          <a:effectLst/>
                        </a:rPr>
                        <a:t>AAH</a:t>
                      </a:r>
                      <a:endParaRPr lang="zh-CN" sz="1100" kern="100" dirty="0">
                        <a:effectLst/>
                        <a:latin typeface="Times New Roman"/>
                        <a:ea typeface="宋体"/>
                      </a:endParaRPr>
                    </a:p>
                  </a:txBody>
                  <a:tcPr marL="30927" marR="30927" marT="0" marB="0" anchor="ctr"/>
                </a:tc>
                <a:tc vMerge="1">
                  <a:txBody>
                    <a:bodyPr/>
                    <a:lstStyle/>
                    <a:p>
                      <a:endParaRPr lang="zh-CN" altLang="en-US"/>
                    </a:p>
                  </a:txBody>
                  <a:tcPr/>
                </a:tc>
                <a:extLst>
                  <a:ext uri="{0D108BD9-81ED-4DB2-BD59-A6C34878D82A}">
                    <a16:rowId xmlns:a16="http://schemas.microsoft.com/office/drawing/2014/main" xmlns="" val="10021"/>
                  </a:ext>
                </a:extLst>
              </a:tr>
            </a:tbl>
          </a:graphicData>
        </a:graphic>
      </p:graphicFrame>
    </p:spTree>
    <p:extLst>
      <p:ext uri="{BB962C8B-B14F-4D97-AF65-F5344CB8AC3E}">
        <p14:creationId xmlns:p14="http://schemas.microsoft.com/office/powerpoint/2010/main" val="240548537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5: Time-tagged data block</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71</a:t>
            </a:fld>
            <a:r>
              <a:rPr lang="zh-CN" altLang="en-US"/>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816770"/>
            <a:ext cx="8255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50000"/>
              </a:lnSpc>
            </a:pPr>
            <a:r>
              <a:rPr lang="en-US" altLang="zh-CN" sz="2400" dirty="0">
                <a:solidFill>
                  <a:srgbClr val="FF0000"/>
                </a:solidFill>
              </a:rPr>
              <a:t>TTD data block format.</a:t>
            </a:r>
            <a:endParaRPr lang="en-US" altLang="zh-CN" sz="2400" dirty="0">
              <a:solidFill>
                <a:schemeClr val="tx1"/>
              </a:solidFill>
            </a:endParaRPr>
          </a:p>
        </p:txBody>
      </p:sp>
      <p:sp>
        <p:nvSpPr>
          <p:cNvPr id="8" name="矩形 1"/>
          <p:cNvSpPr>
            <a:spLocks noChangeArrowheads="1"/>
          </p:cNvSpPr>
          <p:nvPr/>
        </p:nvSpPr>
        <p:spPr bwMode="auto">
          <a:xfrm>
            <a:off x="4427538" y="828675"/>
            <a:ext cx="4572000" cy="4093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lvl="0" algn="ctr" fontAlgn="base">
              <a:spcBef>
                <a:spcPct val="0"/>
              </a:spcBef>
              <a:spcAft>
                <a:spcPct val="0"/>
              </a:spcAft>
            </a:pPr>
            <a:r>
              <a:rPr lang="fi-FI" altLang="zh-CN" sz="2000" b="1" dirty="0">
                <a:solidFill>
                  <a:srgbClr val="575F6D"/>
                </a:solidFill>
                <a:latin typeface="Arial" pitchFamily="34" charset="0"/>
                <a:ea typeface="宋体" pitchFamily="2" charset="-122"/>
              </a:rPr>
              <a:t>77 18 A5 </a:t>
            </a:r>
          </a:p>
          <a:p>
            <a:pPr lvl="0" algn="ctr" fontAlgn="base">
              <a:spcBef>
                <a:spcPct val="0"/>
              </a:spcBef>
              <a:spcAft>
                <a:spcPct val="0"/>
              </a:spcAft>
            </a:pPr>
            <a:r>
              <a:rPr lang="fi-FI" altLang="zh-CN" sz="2000" b="1" dirty="0">
                <a:solidFill>
                  <a:srgbClr val="575F6D"/>
                </a:solidFill>
                <a:latin typeface="Arial" pitchFamily="34" charset="0"/>
                <a:ea typeface="宋体" pitchFamily="2" charset="-122"/>
              </a:rPr>
              <a:t>00 11 00 FF 00 </a:t>
            </a:r>
          </a:p>
          <a:p>
            <a:pPr lvl="0" algn="ctr" fontAlgn="base">
              <a:spcBef>
                <a:spcPct val="0"/>
              </a:spcBef>
              <a:spcAft>
                <a:spcPct val="0"/>
              </a:spcAft>
            </a:pPr>
            <a:r>
              <a:rPr lang="fi-FI" altLang="zh-CN" sz="2000" b="1" dirty="0">
                <a:solidFill>
                  <a:srgbClr val="575F6D"/>
                </a:solidFill>
                <a:latin typeface="Arial" pitchFamily="34" charset="0"/>
                <a:ea typeface="宋体" pitchFamily="2" charset="-122"/>
              </a:rPr>
              <a:t>C0 </a:t>
            </a:r>
          </a:p>
          <a:p>
            <a:pPr lvl="0" algn="ctr" fontAlgn="base">
              <a:spcBef>
                <a:spcPct val="0"/>
              </a:spcBef>
              <a:spcAft>
                <a:spcPct val="0"/>
              </a:spcAft>
            </a:pPr>
            <a:r>
              <a:rPr lang="fi-FI" altLang="zh-CN" sz="2000" b="1" dirty="0">
                <a:solidFill>
                  <a:srgbClr val="575F6D"/>
                </a:solidFill>
                <a:latin typeface="Arial" pitchFamily="34" charset="0"/>
                <a:ea typeface="宋体" pitchFamily="2" charset="-122"/>
              </a:rPr>
              <a:t>42</a:t>
            </a:r>
          </a:p>
          <a:p>
            <a:pPr lvl="0" algn="ctr" fontAlgn="base">
              <a:spcBef>
                <a:spcPct val="0"/>
              </a:spcBef>
              <a:spcAft>
                <a:spcPct val="0"/>
              </a:spcAft>
            </a:pPr>
            <a:r>
              <a:rPr lang="fi-FI" altLang="zh-CN" sz="2000" b="1" dirty="0">
                <a:solidFill>
                  <a:srgbClr val="575F6D"/>
                </a:solidFill>
                <a:latin typeface="Arial" pitchFamily="34" charset="0"/>
                <a:ea typeface="宋体" pitchFamily="2" charset="-122"/>
              </a:rPr>
              <a:t> 00</a:t>
            </a:r>
          </a:p>
          <a:p>
            <a:pPr lvl="0" algn="ctr" fontAlgn="base">
              <a:spcBef>
                <a:spcPct val="0"/>
              </a:spcBef>
              <a:spcAft>
                <a:spcPct val="0"/>
              </a:spcAft>
            </a:pPr>
            <a:r>
              <a:rPr lang="fi-FI" altLang="zh-CN" sz="2000" b="1" dirty="0">
                <a:solidFill>
                  <a:srgbClr val="575F6D"/>
                </a:solidFill>
                <a:latin typeface="Arial" pitchFamily="34" charset="0"/>
                <a:ea typeface="宋体" pitchFamily="2" charset="-122"/>
              </a:rPr>
              <a:t> 01</a:t>
            </a:r>
          </a:p>
          <a:p>
            <a:pPr lvl="0" algn="ctr" fontAlgn="base">
              <a:spcBef>
                <a:spcPct val="0"/>
              </a:spcBef>
              <a:spcAft>
                <a:spcPct val="0"/>
              </a:spcAft>
            </a:pPr>
            <a:r>
              <a:rPr lang="fi-FI" altLang="zh-CN" sz="2000" b="1" dirty="0">
                <a:solidFill>
                  <a:srgbClr val="575F6D"/>
                </a:solidFill>
                <a:latin typeface="Arial" pitchFamily="34" charset="0"/>
                <a:ea typeface="宋体" pitchFamily="2" charset="-122"/>
              </a:rPr>
              <a:t>01</a:t>
            </a:r>
          </a:p>
          <a:p>
            <a:pPr lvl="0" algn="ctr" fontAlgn="base">
              <a:spcBef>
                <a:spcPct val="0"/>
              </a:spcBef>
              <a:spcAft>
                <a:spcPct val="0"/>
              </a:spcAft>
            </a:pPr>
            <a:r>
              <a:rPr lang="fi-FI" altLang="zh-CN" sz="2000" b="1" dirty="0">
                <a:solidFill>
                  <a:srgbClr val="575F6D"/>
                </a:solidFill>
                <a:latin typeface="Arial" pitchFamily="34" charset="0"/>
                <a:ea typeface="宋体" pitchFamily="2" charset="-122"/>
              </a:rPr>
              <a:t> 00 01 12 13 </a:t>
            </a:r>
          </a:p>
          <a:p>
            <a:pPr lvl="0" algn="ctr" fontAlgn="base">
              <a:spcBef>
                <a:spcPct val="0"/>
              </a:spcBef>
              <a:spcAft>
                <a:spcPct val="0"/>
              </a:spcAft>
            </a:pPr>
            <a:r>
              <a:rPr lang="fi-FI" altLang="zh-CN" sz="2000" b="1" dirty="0">
                <a:solidFill>
                  <a:srgbClr val="575F6D"/>
                </a:solidFill>
                <a:latin typeface="Arial" pitchFamily="34" charset="0"/>
                <a:ea typeface="宋体" pitchFamily="2" charset="-122"/>
              </a:rPr>
              <a:t>06 </a:t>
            </a:r>
          </a:p>
          <a:p>
            <a:pPr lvl="0" algn="ctr" fontAlgn="base">
              <a:spcBef>
                <a:spcPct val="0"/>
              </a:spcBef>
              <a:spcAft>
                <a:spcPct val="0"/>
              </a:spcAft>
            </a:pPr>
            <a:r>
              <a:rPr lang="fi-FI" altLang="zh-CN" sz="2000" b="1" dirty="0">
                <a:solidFill>
                  <a:srgbClr val="575F6D"/>
                </a:solidFill>
                <a:latin typeface="Arial" pitchFamily="34" charset="0"/>
                <a:ea typeface="宋体" pitchFamily="2" charset="-122"/>
              </a:rPr>
              <a:t>01 02 03 04 05 06 07 08 09 </a:t>
            </a:r>
          </a:p>
          <a:p>
            <a:pPr lvl="0" algn="ctr" fontAlgn="base">
              <a:spcBef>
                <a:spcPct val="0"/>
              </a:spcBef>
              <a:spcAft>
                <a:spcPct val="0"/>
              </a:spcAft>
            </a:pPr>
            <a:r>
              <a:rPr lang="fi-FI" altLang="zh-CN" sz="2000" b="1" dirty="0">
                <a:solidFill>
                  <a:srgbClr val="575F6D"/>
                </a:solidFill>
                <a:latin typeface="Arial" pitchFamily="34" charset="0"/>
                <a:ea typeface="宋体" pitchFamily="2" charset="-122"/>
              </a:rPr>
              <a:t>AA AA AA AA AA AA AA AA AA AA AA AA AA AA AA AA AA AA AA AA AA AA AA AA AA 80 23 41 BB</a:t>
            </a:r>
            <a:endParaRPr lang="zh-CN" altLang="en-US" sz="2000" b="1" dirty="0">
              <a:solidFill>
                <a:srgbClr val="575F6D"/>
              </a:solidFill>
              <a:latin typeface="Arial" pitchFamily="34" charset="0"/>
              <a:ea typeface="宋体" pitchFamily="2" charset="-122"/>
            </a:endParaRPr>
          </a:p>
        </p:txBody>
      </p:sp>
      <p:cxnSp>
        <p:nvCxnSpPr>
          <p:cNvPr id="9" name="直接箭头连接符 4"/>
          <p:cNvCxnSpPr>
            <a:cxnSpLocks noChangeShapeType="1"/>
          </p:cNvCxnSpPr>
          <p:nvPr/>
        </p:nvCxnSpPr>
        <p:spPr bwMode="auto">
          <a:xfrm flipH="1">
            <a:off x="4176713" y="1383506"/>
            <a:ext cx="2266950" cy="161925"/>
          </a:xfrm>
          <a:prstGeom prst="straightConnector1">
            <a:avLst/>
          </a:prstGeom>
          <a:noFill/>
          <a:ln w="9525" algn="ctr">
            <a:solidFill>
              <a:schemeClr val="folHlink"/>
            </a:solidFill>
            <a:round/>
            <a:headEnd/>
            <a:tailEnd type="arrow" w="med" len="med"/>
          </a:ln>
          <a:extLst>
            <a:ext uri="{909E8E84-426E-40DD-AFC4-6F175D3DCCD1}">
              <a14:hiddenFill xmlns:a14="http://schemas.microsoft.com/office/drawing/2010/main">
                <a:noFill/>
              </a14:hiddenFill>
            </a:ext>
          </a:extLst>
        </p:spPr>
      </p:cxnSp>
      <p:cxnSp>
        <p:nvCxnSpPr>
          <p:cNvPr id="10" name="直接箭头连接符 6"/>
          <p:cNvCxnSpPr>
            <a:cxnSpLocks noChangeShapeType="1"/>
          </p:cNvCxnSpPr>
          <p:nvPr/>
        </p:nvCxnSpPr>
        <p:spPr bwMode="auto">
          <a:xfrm flipH="1">
            <a:off x="4176713" y="1681163"/>
            <a:ext cx="2411412" cy="80963"/>
          </a:xfrm>
          <a:prstGeom prst="straightConnector1">
            <a:avLst/>
          </a:prstGeom>
          <a:noFill/>
          <a:ln w="9525" algn="ctr">
            <a:solidFill>
              <a:schemeClr val="folHlink"/>
            </a:solidFill>
            <a:round/>
            <a:headEnd/>
            <a:tailEnd type="arrow" w="med" len="med"/>
          </a:ln>
          <a:extLst>
            <a:ext uri="{909E8E84-426E-40DD-AFC4-6F175D3DCCD1}">
              <a14:hiddenFill xmlns:a14="http://schemas.microsoft.com/office/drawing/2010/main">
                <a:noFill/>
              </a14:hiddenFill>
            </a:ext>
          </a:extLst>
        </p:spPr>
      </p:cxnSp>
      <p:cxnSp>
        <p:nvCxnSpPr>
          <p:cNvPr id="11" name="直接箭头连接符 9"/>
          <p:cNvCxnSpPr>
            <a:cxnSpLocks noChangeShapeType="1"/>
          </p:cNvCxnSpPr>
          <p:nvPr/>
        </p:nvCxnSpPr>
        <p:spPr bwMode="auto">
          <a:xfrm flipH="1">
            <a:off x="4176713" y="1924050"/>
            <a:ext cx="2411412" cy="26194"/>
          </a:xfrm>
          <a:prstGeom prst="straightConnector1">
            <a:avLst/>
          </a:prstGeom>
          <a:noFill/>
          <a:ln w="9525" algn="ctr">
            <a:solidFill>
              <a:schemeClr val="folHlink"/>
            </a:solidFill>
            <a:round/>
            <a:headEnd/>
            <a:tailEnd type="arrow" w="med" len="med"/>
          </a:ln>
          <a:extLst>
            <a:ext uri="{909E8E84-426E-40DD-AFC4-6F175D3DCCD1}">
              <a14:hiddenFill xmlns:a14="http://schemas.microsoft.com/office/drawing/2010/main">
                <a:noFill/>
              </a14:hiddenFill>
            </a:ext>
          </a:extLst>
        </p:spPr>
      </p:cxnSp>
      <p:cxnSp>
        <p:nvCxnSpPr>
          <p:cNvPr id="12" name="直接箭头连接符 11"/>
          <p:cNvCxnSpPr>
            <a:cxnSpLocks noChangeShapeType="1"/>
          </p:cNvCxnSpPr>
          <p:nvPr/>
        </p:nvCxnSpPr>
        <p:spPr bwMode="auto">
          <a:xfrm flipH="1" flipV="1">
            <a:off x="4176713" y="2112170"/>
            <a:ext cx="2411412" cy="27385"/>
          </a:xfrm>
          <a:prstGeom prst="straightConnector1">
            <a:avLst/>
          </a:prstGeom>
          <a:noFill/>
          <a:ln w="9525" algn="ctr">
            <a:solidFill>
              <a:schemeClr val="folHlink"/>
            </a:solidFill>
            <a:round/>
            <a:headEnd/>
            <a:tailEnd type="arrow" w="med" len="med"/>
          </a:ln>
          <a:extLst>
            <a:ext uri="{909E8E84-426E-40DD-AFC4-6F175D3DCCD1}">
              <a14:hiddenFill xmlns:a14="http://schemas.microsoft.com/office/drawing/2010/main">
                <a:noFill/>
              </a14:hiddenFill>
            </a:ext>
          </a:extLst>
        </p:spPr>
      </p:cxnSp>
      <p:cxnSp>
        <p:nvCxnSpPr>
          <p:cNvPr id="13" name="直接箭头连接符 13"/>
          <p:cNvCxnSpPr>
            <a:cxnSpLocks noChangeShapeType="1"/>
          </p:cNvCxnSpPr>
          <p:nvPr/>
        </p:nvCxnSpPr>
        <p:spPr bwMode="auto">
          <a:xfrm flipH="1" flipV="1">
            <a:off x="4355979" y="2301721"/>
            <a:ext cx="2160711" cy="46513"/>
          </a:xfrm>
          <a:prstGeom prst="straightConnector1">
            <a:avLst/>
          </a:prstGeom>
          <a:noFill/>
          <a:ln w="9525" algn="ctr">
            <a:solidFill>
              <a:schemeClr val="folHlink"/>
            </a:solidFill>
            <a:round/>
            <a:headEnd/>
            <a:tailEnd type="arrow" w="med" len="med"/>
          </a:ln>
          <a:extLst>
            <a:ext uri="{909E8E84-426E-40DD-AFC4-6F175D3DCCD1}">
              <a14:hiddenFill xmlns:a14="http://schemas.microsoft.com/office/drawing/2010/main">
                <a:noFill/>
              </a14:hiddenFill>
            </a:ext>
          </a:extLst>
        </p:spPr>
      </p:cxnSp>
      <p:cxnSp>
        <p:nvCxnSpPr>
          <p:cNvPr id="14" name="直接箭头连接符 15"/>
          <p:cNvCxnSpPr>
            <a:cxnSpLocks noChangeShapeType="1"/>
          </p:cNvCxnSpPr>
          <p:nvPr/>
        </p:nvCxnSpPr>
        <p:spPr bwMode="auto">
          <a:xfrm flipH="1">
            <a:off x="4176713" y="2787775"/>
            <a:ext cx="2411412" cy="342380"/>
          </a:xfrm>
          <a:prstGeom prst="straightConnector1">
            <a:avLst/>
          </a:prstGeom>
          <a:noFill/>
          <a:ln w="9525" algn="ctr">
            <a:solidFill>
              <a:schemeClr val="folHlink"/>
            </a:solidFill>
            <a:round/>
            <a:headEnd/>
            <a:tailEnd type="arrow" w="med" len="med"/>
          </a:ln>
          <a:extLst>
            <a:ext uri="{909E8E84-426E-40DD-AFC4-6F175D3DCCD1}">
              <a14:hiddenFill xmlns:a14="http://schemas.microsoft.com/office/drawing/2010/main">
                <a:noFill/>
              </a14:hiddenFill>
            </a:ext>
          </a:extLst>
        </p:spPr>
      </p:cxnSp>
      <p:cxnSp>
        <p:nvCxnSpPr>
          <p:cNvPr id="15" name="直接箭头连接符 17"/>
          <p:cNvCxnSpPr>
            <a:cxnSpLocks noChangeShapeType="1"/>
          </p:cNvCxnSpPr>
          <p:nvPr/>
        </p:nvCxnSpPr>
        <p:spPr bwMode="auto">
          <a:xfrm flipH="1">
            <a:off x="4176714" y="3273828"/>
            <a:ext cx="1547414" cy="782632"/>
          </a:xfrm>
          <a:prstGeom prst="straightConnector1">
            <a:avLst/>
          </a:prstGeom>
          <a:noFill/>
          <a:ln w="9525" algn="ctr">
            <a:solidFill>
              <a:schemeClr val="folHlink"/>
            </a:solidFill>
            <a:round/>
            <a:headEnd/>
            <a:tailEnd type="arrow" w="med" len="med"/>
          </a:ln>
          <a:extLst>
            <a:ext uri="{909E8E84-426E-40DD-AFC4-6F175D3DCCD1}">
              <a14:hiddenFill xmlns:a14="http://schemas.microsoft.com/office/drawing/2010/main">
                <a:noFill/>
              </a14:hiddenFill>
            </a:ext>
          </a:extLst>
        </p:spPr>
      </p:cxnSp>
      <p:graphicFrame>
        <p:nvGraphicFramePr>
          <p:cNvPr id="16" name="表格 15"/>
          <p:cNvGraphicFramePr>
            <a:graphicFrameLocks noGrp="1"/>
          </p:cNvGraphicFramePr>
          <p:nvPr>
            <p:extLst>
              <p:ext uri="{D42A27DB-BD31-4B8C-83A1-F6EECF244321}">
                <p14:modId xmlns:p14="http://schemas.microsoft.com/office/powerpoint/2010/main" val="3164754103"/>
              </p:ext>
            </p:extLst>
          </p:nvPr>
        </p:nvGraphicFramePr>
        <p:xfrm>
          <a:off x="458366" y="1301354"/>
          <a:ext cx="3898776" cy="3691890"/>
        </p:xfrm>
        <a:graphic>
          <a:graphicData uri="http://schemas.openxmlformats.org/drawingml/2006/table">
            <a:tbl>
              <a:tblPr firstRow="1" firstCol="1" bandRow="1" bandCol="1">
                <a:tableStyleId>{69CF1AB2-1976-4502-BF36-3FF5EA218861}</a:tableStyleId>
              </a:tblPr>
              <a:tblGrid>
                <a:gridCol w="390131">
                  <a:extLst>
                    <a:ext uri="{9D8B030D-6E8A-4147-A177-3AD203B41FA5}">
                      <a16:colId xmlns:a16="http://schemas.microsoft.com/office/drawing/2014/main" xmlns="" val="20000"/>
                    </a:ext>
                  </a:extLst>
                </a:gridCol>
                <a:gridCol w="861327">
                  <a:extLst>
                    <a:ext uri="{9D8B030D-6E8A-4147-A177-3AD203B41FA5}">
                      <a16:colId xmlns:a16="http://schemas.microsoft.com/office/drawing/2014/main" xmlns="" val="20001"/>
                    </a:ext>
                  </a:extLst>
                </a:gridCol>
                <a:gridCol w="2647318">
                  <a:extLst>
                    <a:ext uri="{9D8B030D-6E8A-4147-A177-3AD203B41FA5}">
                      <a16:colId xmlns:a16="http://schemas.microsoft.com/office/drawing/2014/main" xmlns="" val="20002"/>
                    </a:ext>
                  </a:extLst>
                </a:gridCol>
              </a:tblGrid>
              <a:tr h="171450">
                <a:tc>
                  <a:txBody>
                    <a:bodyPr/>
                    <a:lstStyle/>
                    <a:p>
                      <a:pPr algn="ctr">
                        <a:spcAft>
                          <a:spcPts val="0"/>
                        </a:spcAft>
                      </a:pPr>
                      <a:r>
                        <a:rPr lang="x-none" sz="1100" kern="100" cap="all" dirty="0">
                          <a:effectLst/>
                        </a:rPr>
                        <a:t>NO</a:t>
                      </a:r>
                      <a:endParaRPr lang="zh-CN" sz="1100" kern="100" dirty="0">
                        <a:effectLst/>
                        <a:latin typeface="Times New Roman"/>
                        <a:ea typeface="宋体"/>
                      </a:endParaRPr>
                    </a:p>
                  </a:txBody>
                  <a:tcPr marL="30935" marR="30935" marT="0" marB="0" anchor="ctr"/>
                </a:tc>
                <a:tc>
                  <a:txBody>
                    <a:bodyPr/>
                    <a:lstStyle/>
                    <a:p>
                      <a:pPr algn="ctr">
                        <a:spcAft>
                          <a:spcPts val="0"/>
                        </a:spcAft>
                      </a:pPr>
                      <a:r>
                        <a:rPr lang="x-none" sz="1100" kern="100" cap="all">
                          <a:effectLst/>
                        </a:rPr>
                        <a:t>DATA</a:t>
                      </a:r>
                      <a:endParaRPr lang="zh-CN" sz="1100" kern="100">
                        <a:effectLst/>
                        <a:latin typeface="Times New Roman"/>
                        <a:ea typeface="宋体"/>
                      </a:endParaRPr>
                    </a:p>
                  </a:txBody>
                  <a:tcPr marL="30935" marR="30935" marT="0" marB="0" anchor="ctr"/>
                </a:tc>
                <a:tc>
                  <a:txBody>
                    <a:bodyPr/>
                    <a:lstStyle/>
                    <a:p>
                      <a:pPr algn="ctr">
                        <a:spcAft>
                          <a:spcPts val="0"/>
                        </a:spcAft>
                      </a:pPr>
                      <a:r>
                        <a:rPr lang="x-none" sz="1100" kern="100" cap="all">
                          <a:effectLst/>
                        </a:rPr>
                        <a:t>DESCRIPTION</a:t>
                      </a:r>
                      <a:endParaRPr lang="zh-CN" sz="1100" kern="100">
                        <a:effectLst/>
                        <a:latin typeface="Times New Roman"/>
                        <a:ea typeface="宋体"/>
                      </a:endParaRPr>
                    </a:p>
                  </a:txBody>
                  <a:tcPr marL="30935" marR="30935" marT="0" marB="0" anchor="ctr"/>
                </a:tc>
                <a:extLst>
                  <a:ext uri="{0D108BD9-81ED-4DB2-BD59-A6C34878D82A}">
                    <a16:rowId xmlns:a16="http://schemas.microsoft.com/office/drawing/2014/main" xmlns="" val="10000"/>
                  </a:ext>
                </a:extLst>
              </a:tr>
              <a:tr h="171450">
                <a:tc>
                  <a:txBody>
                    <a:bodyPr/>
                    <a:lstStyle/>
                    <a:p>
                      <a:pPr algn="ctr">
                        <a:spcAft>
                          <a:spcPts val="0"/>
                        </a:spcAft>
                      </a:pPr>
                      <a:r>
                        <a:rPr lang="en-US" sz="1100" kern="100">
                          <a:effectLst/>
                        </a:rPr>
                        <a:t>0</a:t>
                      </a:r>
                      <a:endParaRPr lang="zh-CN" sz="1100" kern="100">
                        <a:effectLst/>
                        <a:latin typeface="Times New Roman"/>
                        <a:ea typeface="宋体"/>
                      </a:endParaRPr>
                    </a:p>
                  </a:txBody>
                  <a:tcPr marL="30935" marR="30935" marT="0" marB="0" anchor="ctr"/>
                </a:tc>
                <a:tc>
                  <a:txBody>
                    <a:bodyPr/>
                    <a:lstStyle/>
                    <a:p>
                      <a:pPr algn="ctr">
                        <a:spcAft>
                          <a:spcPts val="0"/>
                        </a:spcAft>
                      </a:pPr>
                      <a:r>
                        <a:rPr lang="en-US" sz="1100" kern="100">
                          <a:effectLst/>
                        </a:rPr>
                        <a:t>C0H</a:t>
                      </a:r>
                      <a:endParaRPr lang="zh-CN" sz="1100" kern="100">
                        <a:effectLst/>
                        <a:latin typeface="Times New Roman"/>
                        <a:ea typeface="宋体"/>
                      </a:endParaRPr>
                    </a:p>
                  </a:txBody>
                  <a:tcPr marL="30935" marR="30935" marT="0" marB="0" anchor="ctr"/>
                </a:tc>
                <a:tc>
                  <a:txBody>
                    <a:bodyPr/>
                    <a:lstStyle/>
                    <a:p>
                      <a:pPr algn="ctr">
                        <a:spcAft>
                          <a:spcPts val="0"/>
                        </a:spcAft>
                      </a:pPr>
                      <a:r>
                        <a:rPr lang="en-US" sz="1100" kern="100">
                          <a:effectLst/>
                        </a:rPr>
                        <a:t>IDENTIFICATION</a:t>
                      </a:r>
                      <a:endParaRPr lang="zh-CN" sz="1100" kern="100">
                        <a:effectLst/>
                        <a:latin typeface="Times New Roman"/>
                        <a:ea typeface="宋体"/>
                      </a:endParaRPr>
                    </a:p>
                  </a:txBody>
                  <a:tcPr marL="30935" marR="30935" marT="0" marB="0" anchor="ctr"/>
                </a:tc>
                <a:extLst>
                  <a:ext uri="{0D108BD9-81ED-4DB2-BD59-A6C34878D82A}">
                    <a16:rowId xmlns:a16="http://schemas.microsoft.com/office/drawing/2014/main" xmlns="" val="10001"/>
                  </a:ext>
                </a:extLst>
              </a:tr>
              <a:tr h="171450">
                <a:tc>
                  <a:txBody>
                    <a:bodyPr/>
                    <a:lstStyle/>
                    <a:p>
                      <a:pPr algn="ctr">
                        <a:spcAft>
                          <a:spcPts val="0"/>
                        </a:spcAft>
                      </a:pPr>
                      <a:r>
                        <a:rPr lang="en-US" sz="1100" kern="100">
                          <a:effectLst/>
                        </a:rPr>
                        <a:t>1</a:t>
                      </a:r>
                      <a:endParaRPr lang="zh-CN" sz="1100" kern="100">
                        <a:effectLst/>
                        <a:latin typeface="Times New Roman"/>
                        <a:ea typeface="宋体"/>
                      </a:endParaRPr>
                    </a:p>
                  </a:txBody>
                  <a:tcPr marL="30935" marR="30935" marT="0" marB="0" anchor="ctr"/>
                </a:tc>
                <a:tc>
                  <a:txBody>
                    <a:bodyPr/>
                    <a:lstStyle/>
                    <a:p>
                      <a:pPr algn="ctr">
                        <a:spcAft>
                          <a:spcPts val="0"/>
                        </a:spcAft>
                      </a:pPr>
                      <a:r>
                        <a:rPr lang="en-US" sz="1100" kern="100">
                          <a:effectLst/>
                        </a:rPr>
                        <a:t>m</a:t>
                      </a:r>
                      <a:endParaRPr lang="zh-CN" sz="1100" kern="100">
                        <a:effectLst/>
                        <a:latin typeface="Times New Roman"/>
                        <a:ea typeface="宋体"/>
                      </a:endParaRPr>
                    </a:p>
                  </a:txBody>
                  <a:tcPr marL="30935" marR="30935" marT="0" marB="0" anchor="ctr"/>
                </a:tc>
                <a:tc>
                  <a:txBody>
                    <a:bodyPr/>
                    <a:lstStyle/>
                    <a:p>
                      <a:pPr algn="ctr">
                        <a:spcAft>
                          <a:spcPts val="0"/>
                        </a:spcAft>
                      </a:pPr>
                      <a:r>
                        <a:rPr lang="en-US" sz="1100" kern="100" dirty="0">
                          <a:effectLst/>
                        </a:rPr>
                        <a:t>Length m=64n+2</a:t>
                      </a:r>
                      <a:endParaRPr lang="zh-CN" sz="1100" kern="100" dirty="0">
                        <a:effectLst/>
                        <a:latin typeface="Times New Roman"/>
                        <a:ea typeface="宋体"/>
                      </a:endParaRPr>
                    </a:p>
                  </a:txBody>
                  <a:tcPr marL="30935" marR="30935" marT="0" marB="0" anchor="ctr"/>
                </a:tc>
                <a:extLst>
                  <a:ext uri="{0D108BD9-81ED-4DB2-BD59-A6C34878D82A}">
                    <a16:rowId xmlns:a16="http://schemas.microsoft.com/office/drawing/2014/main" xmlns="" val="10002"/>
                  </a:ext>
                </a:extLst>
              </a:tr>
              <a:tr h="171450">
                <a:tc>
                  <a:txBody>
                    <a:bodyPr/>
                    <a:lstStyle/>
                    <a:p>
                      <a:pPr algn="ctr">
                        <a:spcAft>
                          <a:spcPts val="0"/>
                        </a:spcAft>
                      </a:pPr>
                      <a:r>
                        <a:rPr lang="en-US" sz="1100" kern="100">
                          <a:effectLst/>
                        </a:rPr>
                        <a:t>2</a:t>
                      </a:r>
                      <a:endParaRPr lang="zh-CN" sz="1100" kern="100">
                        <a:effectLst/>
                        <a:latin typeface="Times New Roman"/>
                        <a:ea typeface="宋体"/>
                      </a:endParaRPr>
                    </a:p>
                  </a:txBody>
                  <a:tcPr marL="30935" marR="30935" marT="0" marB="0" anchor="ctr"/>
                </a:tc>
                <a:tc>
                  <a:txBody>
                    <a:bodyPr/>
                    <a:lstStyle/>
                    <a:p>
                      <a:pPr algn="ctr">
                        <a:spcAft>
                          <a:spcPts val="0"/>
                        </a:spcAft>
                      </a:pPr>
                      <a:r>
                        <a:rPr lang="en-US" sz="1100" kern="100">
                          <a:effectLst/>
                        </a:rPr>
                        <a:t>00H</a:t>
                      </a:r>
                      <a:endParaRPr lang="zh-CN" sz="1100" kern="100">
                        <a:effectLst/>
                        <a:latin typeface="Times New Roman"/>
                        <a:ea typeface="宋体"/>
                      </a:endParaRPr>
                    </a:p>
                  </a:txBody>
                  <a:tcPr marL="30935" marR="30935" marT="0" marB="0" anchor="ctr"/>
                </a:tc>
                <a:tc>
                  <a:txBody>
                    <a:bodyPr/>
                    <a:lstStyle/>
                    <a:p>
                      <a:pPr algn="ctr">
                        <a:spcAft>
                          <a:spcPts val="0"/>
                        </a:spcAft>
                      </a:pPr>
                      <a:r>
                        <a:rPr lang="en-US" sz="1100" kern="100">
                          <a:effectLst/>
                        </a:rPr>
                        <a:t>reserved</a:t>
                      </a:r>
                      <a:endParaRPr lang="zh-CN" sz="1100" kern="100">
                        <a:effectLst/>
                        <a:latin typeface="Times New Roman"/>
                        <a:ea typeface="宋体"/>
                      </a:endParaRPr>
                    </a:p>
                  </a:txBody>
                  <a:tcPr marL="30935" marR="30935" marT="0" marB="0" anchor="ctr"/>
                </a:tc>
                <a:extLst>
                  <a:ext uri="{0D108BD9-81ED-4DB2-BD59-A6C34878D82A}">
                    <a16:rowId xmlns:a16="http://schemas.microsoft.com/office/drawing/2014/main" xmlns="" val="10003"/>
                  </a:ext>
                </a:extLst>
              </a:tr>
              <a:tr h="171450">
                <a:tc>
                  <a:txBody>
                    <a:bodyPr/>
                    <a:lstStyle/>
                    <a:p>
                      <a:pPr algn="ctr">
                        <a:spcAft>
                          <a:spcPts val="0"/>
                        </a:spcAft>
                      </a:pPr>
                      <a:r>
                        <a:rPr lang="en-US" sz="1100" kern="100">
                          <a:effectLst/>
                        </a:rPr>
                        <a:t>3</a:t>
                      </a:r>
                      <a:endParaRPr lang="zh-CN" sz="1100" kern="100">
                        <a:effectLst/>
                        <a:latin typeface="Times New Roman"/>
                        <a:ea typeface="宋体"/>
                      </a:endParaRPr>
                    </a:p>
                  </a:txBody>
                  <a:tcPr marL="30935" marR="30935" marT="0" marB="0" anchor="ctr"/>
                </a:tc>
                <a:tc>
                  <a:txBody>
                    <a:bodyPr/>
                    <a:lstStyle/>
                    <a:p>
                      <a:pPr algn="ctr">
                        <a:spcAft>
                          <a:spcPts val="0"/>
                        </a:spcAft>
                      </a:pPr>
                      <a:r>
                        <a:rPr lang="en-US" sz="1100" kern="100">
                          <a:effectLst/>
                        </a:rPr>
                        <a:t>n</a:t>
                      </a:r>
                      <a:endParaRPr lang="zh-CN" sz="1100" kern="100">
                        <a:effectLst/>
                        <a:latin typeface="Times New Roman"/>
                        <a:ea typeface="宋体"/>
                      </a:endParaRPr>
                    </a:p>
                  </a:txBody>
                  <a:tcPr marL="30935" marR="30935" marT="0" marB="0" anchor="ctr"/>
                </a:tc>
                <a:tc>
                  <a:txBody>
                    <a:bodyPr/>
                    <a:lstStyle/>
                    <a:p>
                      <a:pPr algn="ctr">
                        <a:spcAft>
                          <a:spcPts val="0"/>
                        </a:spcAft>
                      </a:pPr>
                      <a:r>
                        <a:rPr lang="en-US" sz="1100" kern="100" dirty="0">
                          <a:effectLst/>
                        </a:rPr>
                        <a:t>Command counter</a:t>
                      </a:r>
                      <a:endParaRPr lang="zh-CN" sz="1100" kern="100" dirty="0">
                        <a:effectLst/>
                        <a:latin typeface="Times New Roman"/>
                        <a:ea typeface="宋体"/>
                      </a:endParaRPr>
                    </a:p>
                  </a:txBody>
                  <a:tcPr marL="30935" marR="30935" marT="0" marB="0" anchor="ctr"/>
                </a:tc>
                <a:extLst>
                  <a:ext uri="{0D108BD9-81ED-4DB2-BD59-A6C34878D82A}">
                    <a16:rowId xmlns:a16="http://schemas.microsoft.com/office/drawing/2014/main" xmlns="" val="10004"/>
                  </a:ext>
                </a:extLst>
              </a:tr>
              <a:tr h="171450">
                <a:tc>
                  <a:txBody>
                    <a:bodyPr/>
                    <a:lstStyle/>
                    <a:p>
                      <a:pPr algn="ctr">
                        <a:spcAft>
                          <a:spcPts val="0"/>
                        </a:spcAft>
                      </a:pPr>
                      <a:r>
                        <a:rPr lang="en-US" sz="1100" kern="100" dirty="0">
                          <a:effectLst/>
                        </a:rPr>
                        <a:t>4</a:t>
                      </a:r>
                      <a:endParaRPr lang="zh-CN" sz="1100" kern="100" dirty="0">
                        <a:effectLst/>
                        <a:latin typeface="Times New Roman"/>
                        <a:ea typeface="宋体"/>
                      </a:endParaRPr>
                    </a:p>
                  </a:txBody>
                  <a:tcPr marL="30935" marR="30935"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100" kern="100" dirty="0">
                          <a:effectLst/>
                        </a:rPr>
                        <a:t>##H</a:t>
                      </a:r>
                      <a:endParaRPr lang="zh-CN" altLang="zh-CN" sz="1100" kern="100" dirty="0">
                        <a:effectLst/>
                        <a:latin typeface="Times New Roman"/>
                        <a:ea typeface="+mn-ea"/>
                      </a:endParaRPr>
                    </a:p>
                  </a:txBody>
                  <a:tcPr marL="30935" marR="30935" marT="0" marB="0" anchor="ctr"/>
                </a:tc>
                <a:tc rowSpan="2">
                  <a:txBody>
                    <a:bodyPr/>
                    <a:lstStyle/>
                    <a:p>
                      <a:pPr algn="ctr">
                        <a:spcAft>
                          <a:spcPts val="0"/>
                        </a:spcAft>
                      </a:pPr>
                      <a:r>
                        <a:rPr lang="en-US" altLang="zh-CN" sz="1100" kern="100" dirty="0">
                          <a:effectLst/>
                          <a:latin typeface="Times New Roman"/>
                          <a:ea typeface="宋体"/>
                        </a:rPr>
                        <a:t>Task ID 1</a:t>
                      </a:r>
                      <a:endParaRPr lang="zh-CN" sz="1100" kern="100" dirty="0">
                        <a:effectLst/>
                        <a:latin typeface="Times New Roman"/>
                        <a:ea typeface="宋体"/>
                      </a:endParaRPr>
                    </a:p>
                  </a:txBody>
                  <a:tcPr marL="30935" marR="30935" marT="0" marB="0" anchor="ctr"/>
                </a:tc>
                <a:extLst>
                  <a:ext uri="{0D108BD9-81ED-4DB2-BD59-A6C34878D82A}">
                    <a16:rowId xmlns:a16="http://schemas.microsoft.com/office/drawing/2014/main" xmlns="" val="10005"/>
                  </a:ext>
                </a:extLst>
              </a:tr>
              <a:tr h="171450">
                <a:tc>
                  <a:txBody>
                    <a:bodyPr/>
                    <a:lstStyle/>
                    <a:p>
                      <a:pPr algn="ctr">
                        <a:spcAft>
                          <a:spcPts val="0"/>
                        </a:spcAft>
                      </a:pPr>
                      <a:r>
                        <a:rPr lang="en-US" sz="1100" kern="100" dirty="0">
                          <a:effectLst/>
                        </a:rPr>
                        <a:t>5</a:t>
                      </a:r>
                      <a:endParaRPr lang="zh-CN" sz="1100" kern="100" dirty="0">
                        <a:effectLst/>
                        <a:latin typeface="Times New Roman"/>
                        <a:ea typeface="宋体"/>
                      </a:endParaRPr>
                    </a:p>
                  </a:txBody>
                  <a:tcPr marL="30935" marR="30935"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100" kern="100" dirty="0">
                          <a:effectLst/>
                        </a:rPr>
                        <a:t>##H</a:t>
                      </a:r>
                      <a:endParaRPr lang="zh-CN" altLang="zh-CN" sz="1100" kern="100" dirty="0">
                        <a:effectLst/>
                        <a:latin typeface="Times New Roman"/>
                        <a:ea typeface="+mn-ea"/>
                      </a:endParaRPr>
                    </a:p>
                  </a:txBody>
                  <a:tcPr marL="30935" marR="30935" marT="0" marB="0" anchor="ctr"/>
                </a:tc>
                <a:tc vMerge="1">
                  <a:txBody>
                    <a:bodyPr/>
                    <a:lstStyle/>
                    <a:p>
                      <a:pPr algn="ctr">
                        <a:spcAft>
                          <a:spcPts val="0"/>
                        </a:spcAft>
                      </a:pPr>
                      <a:endParaRPr lang="zh-CN" sz="1400" kern="100" dirty="0">
                        <a:effectLst/>
                        <a:latin typeface="Times New Roman"/>
                        <a:ea typeface="宋体"/>
                      </a:endParaRPr>
                    </a:p>
                  </a:txBody>
                  <a:tcPr marL="30935" marR="30935" marT="0" marB="0" anchor="ctr"/>
                </a:tc>
                <a:extLst>
                  <a:ext uri="{0D108BD9-81ED-4DB2-BD59-A6C34878D82A}">
                    <a16:rowId xmlns:a16="http://schemas.microsoft.com/office/drawing/2014/main" xmlns="" val="10006"/>
                  </a:ext>
                </a:extLst>
              </a:tr>
              <a:tr h="171450">
                <a:tc>
                  <a:txBody>
                    <a:bodyPr/>
                    <a:lstStyle/>
                    <a:p>
                      <a:pPr algn="ctr">
                        <a:spcAft>
                          <a:spcPts val="0"/>
                        </a:spcAft>
                      </a:pPr>
                      <a:r>
                        <a:rPr lang="en-US" sz="1100" kern="100" dirty="0">
                          <a:effectLst/>
                        </a:rPr>
                        <a:t>6</a:t>
                      </a:r>
                      <a:endParaRPr lang="zh-CN" sz="1100" kern="100" dirty="0">
                        <a:effectLst/>
                        <a:latin typeface="Times New Roman"/>
                        <a:ea typeface="宋体"/>
                      </a:endParaRPr>
                    </a:p>
                  </a:txBody>
                  <a:tcPr marL="30935" marR="30935" marT="0" marB="0" anchor="ctr"/>
                </a:tc>
                <a:tc>
                  <a:txBody>
                    <a:bodyPr/>
                    <a:lstStyle/>
                    <a:p>
                      <a:pPr algn="ctr">
                        <a:spcAft>
                          <a:spcPts val="0"/>
                        </a:spcAft>
                      </a:pPr>
                      <a:r>
                        <a:rPr lang="en-US" sz="1100" kern="100" dirty="0">
                          <a:effectLst/>
                        </a:rPr>
                        <a:t>##H</a:t>
                      </a:r>
                      <a:endParaRPr lang="zh-CN" sz="1100" kern="100" dirty="0">
                        <a:effectLst/>
                        <a:latin typeface="Times New Roman"/>
                        <a:ea typeface="宋体"/>
                      </a:endParaRPr>
                    </a:p>
                  </a:txBody>
                  <a:tcPr marL="30935" marR="30935" marT="0" marB="0" anchor="ctr"/>
                </a:tc>
                <a:tc rowSpan="4">
                  <a:txBody>
                    <a:bodyPr/>
                    <a:lstStyle/>
                    <a:p>
                      <a:pPr algn="ctr">
                        <a:spcAft>
                          <a:spcPts val="0"/>
                        </a:spcAft>
                      </a:pPr>
                      <a:r>
                        <a:rPr lang="en-US" sz="1100" kern="100" dirty="0">
                          <a:effectLst/>
                        </a:rPr>
                        <a:t>Data block time 1 (s) </a:t>
                      </a:r>
                      <a:endParaRPr lang="zh-CN" sz="1100" kern="100" dirty="0">
                        <a:effectLst/>
                        <a:latin typeface="Times New Roman"/>
                        <a:ea typeface="宋体"/>
                      </a:endParaRPr>
                    </a:p>
                  </a:txBody>
                  <a:tcPr marL="30935" marR="30935" marT="0" marB="0" anchor="ctr"/>
                </a:tc>
                <a:extLst>
                  <a:ext uri="{0D108BD9-81ED-4DB2-BD59-A6C34878D82A}">
                    <a16:rowId xmlns:a16="http://schemas.microsoft.com/office/drawing/2014/main" xmlns="" val="10007"/>
                  </a:ext>
                </a:extLst>
              </a:tr>
              <a:tr h="171450">
                <a:tc>
                  <a:txBody>
                    <a:bodyPr/>
                    <a:lstStyle/>
                    <a:p>
                      <a:pPr algn="ctr">
                        <a:spcAft>
                          <a:spcPts val="0"/>
                        </a:spcAft>
                      </a:pPr>
                      <a:r>
                        <a:rPr lang="en-US" sz="1100" kern="100" dirty="0">
                          <a:effectLst/>
                        </a:rPr>
                        <a:t>7</a:t>
                      </a:r>
                      <a:endParaRPr lang="zh-CN" sz="1100" kern="100" dirty="0">
                        <a:effectLst/>
                        <a:latin typeface="Times New Roman"/>
                        <a:ea typeface="宋体"/>
                      </a:endParaRPr>
                    </a:p>
                  </a:txBody>
                  <a:tcPr marL="30935" marR="30935" marT="0" marB="0" anchor="ctr"/>
                </a:tc>
                <a:tc>
                  <a:txBody>
                    <a:bodyPr/>
                    <a:lstStyle/>
                    <a:p>
                      <a:pPr algn="ctr">
                        <a:spcAft>
                          <a:spcPts val="0"/>
                        </a:spcAft>
                      </a:pPr>
                      <a:r>
                        <a:rPr lang="en-US" sz="1100" kern="100">
                          <a:effectLst/>
                        </a:rPr>
                        <a:t>##H</a:t>
                      </a:r>
                      <a:endParaRPr lang="zh-CN" sz="1100" kern="100">
                        <a:effectLst/>
                        <a:latin typeface="Times New Roman"/>
                        <a:ea typeface="宋体"/>
                      </a:endParaRPr>
                    </a:p>
                  </a:txBody>
                  <a:tcPr marL="30935" marR="30935" marT="0" marB="0" anchor="ctr"/>
                </a:tc>
                <a:tc vMerge="1">
                  <a:txBody>
                    <a:bodyPr/>
                    <a:lstStyle/>
                    <a:p>
                      <a:endParaRPr lang="zh-CN" altLang="en-US"/>
                    </a:p>
                  </a:txBody>
                  <a:tcPr/>
                </a:tc>
                <a:extLst>
                  <a:ext uri="{0D108BD9-81ED-4DB2-BD59-A6C34878D82A}">
                    <a16:rowId xmlns:a16="http://schemas.microsoft.com/office/drawing/2014/main" xmlns="" val="10008"/>
                  </a:ext>
                </a:extLst>
              </a:tr>
              <a:tr h="171450">
                <a:tc>
                  <a:txBody>
                    <a:bodyPr/>
                    <a:lstStyle/>
                    <a:p>
                      <a:pPr algn="ctr">
                        <a:spcAft>
                          <a:spcPts val="0"/>
                        </a:spcAft>
                      </a:pPr>
                      <a:r>
                        <a:rPr lang="en-US" sz="1100" kern="100" dirty="0">
                          <a:effectLst/>
                        </a:rPr>
                        <a:t>8</a:t>
                      </a:r>
                      <a:endParaRPr lang="zh-CN" sz="1100" kern="100" dirty="0">
                        <a:effectLst/>
                        <a:latin typeface="Times New Roman"/>
                        <a:ea typeface="宋体"/>
                      </a:endParaRPr>
                    </a:p>
                  </a:txBody>
                  <a:tcPr marL="30935" marR="30935" marT="0" marB="0" anchor="ctr"/>
                </a:tc>
                <a:tc>
                  <a:txBody>
                    <a:bodyPr/>
                    <a:lstStyle/>
                    <a:p>
                      <a:pPr algn="ctr">
                        <a:spcAft>
                          <a:spcPts val="0"/>
                        </a:spcAft>
                      </a:pPr>
                      <a:r>
                        <a:rPr lang="en-US" sz="1100" kern="100">
                          <a:effectLst/>
                        </a:rPr>
                        <a:t>##H</a:t>
                      </a:r>
                      <a:endParaRPr lang="zh-CN" sz="1100" kern="100">
                        <a:effectLst/>
                        <a:latin typeface="Times New Roman"/>
                        <a:ea typeface="宋体"/>
                      </a:endParaRPr>
                    </a:p>
                  </a:txBody>
                  <a:tcPr marL="30935" marR="30935" marT="0" marB="0" anchor="ctr"/>
                </a:tc>
                <a:tc vMerge="1">
                  <a:txBody>
                    <a:bodyPr/>
                    <a:lstStyle/>
                    <a:p>
                      <a:endParaRPr lang="zh-CN" altLang="en-US"/>
                    </a:p>
                  </a:txBody>
                  <a:tcPr/>
                </a:tc>
                <a:extLst>
                  <a:ext uri="{0D108BD9-81ED-4DB2-BD59-A6C34878D82A}">
                    <a16:rowId xmlns:a16="http://schemas.microsoft.com/office/drawing/2014/main" xmlns="" val="10009"/>
                  </a:ext>
                </a:extLst>
              </a:tr>
              <a:tr h="171450">
                <a:tc>
                  <a:txBody>
                    <a:bodyPr/>
                    <a:lstStyle/>
                    <a:p>
                      <a:pPr algn="ctr">
                        <a:spcAft>
                          <a:spcPts val="0"/>
                        </a:spcAft>
                      </a:pPr>
                      <a:r>
                        <a:rPr lang="en-US" sz="1100" kern="100" dirty="0">
                          <a:effectLst/>
                        </a:rPr>
                        <a:t>9</a:t>
                      </a:r>
                      <a:endParaRPr lang="zh-CN" sz="1100" kern="100" dirty="0">
                        <a:effectLst/>
                        <a:latin typeface="Times New Roman"/>
                        <a:ea typeface="宋体"/>
                      </a:endParaRPr>
                    </a:p>
                  </a:txBody>
                  <a:tcPr marL="30935" marR="30935" marT="0" marB="0" anchor="ctr"/>
                </a:tc>
                <a:tc>
                  <a:txBody>
                    <a:bodyPr/>
                    <a:lstStyle/>
                    <a:p>
                      <a:pPr algn="ctr">
                        <a:spcAft>
                          <a:spcPts val="0"/>
                        </a:spcAft>
                      </a:pPr>
                      <a:r>
                        <a:rPr lang="en-US" sz="1100" kern="100">
                          <a:effectLst/>
                        </a:rPr>
                        <a:t>##H</a:t>
                      </a:r>
                      <a:endParaRPr lang="zh-CN" sz="1100" kern="100">
                        <a:effectLst/>
                        <a:latin typeface="Times New Roman"/>
                        <a:ea typeface="宋体"/>
                      </a:endParaRPr>
                    </a:p>
                  </a:txBody>
                  <a:tcPr marL="30935" marR="30935" marT="0" marB="0" anchor="ctr"/>
                </a:tc>
                <a:tc vMerge="1">
                  <a:txBody>
                    <a:bodyPr/>
                    <a:lstStyle/>
                    <a:p>
                      <a:endParaRPr lang="zh-CN" altLang="en-US"/>
                    </a:p>
                  </a:txBody>
                  <a:tcPr/>
                </a:tc>
                <a:extLst>
                  <a:ext uri="{0D108BD9-81ED-4DB2-BD59-A6C34878D82A}">
                    <a16:rowId xmlns:a16="http://schemas.microsoft.com/office/drawing/2014/main" xmlns="" val="10010"/>
                  </a:ext>
                </a:extLst>
              </a:tr>
              <a:tr h="342900">
                <a:tc>
                  <a:txBody>
                    <a:bodyPr/>
                    <a:lstStyle/>
                    <a:p>
                      <a:pPr algn="ctr">
                        <a:spcAft>
                          <a:spcPts val="0"/>
                        </a:spcAft>
                      </a:pPr>
                      <a:r>
                        <a:rPr lang="en-US" sz="1100" kern="100" dirty="0">
                          <a:effectLst/>
                        </a:rPr>
                        <a:t>10</a:t>
                      </a:r>
                      <a:endParaRPr lang="zh-CN" sz="1100" kern="100" dirty="0">
                        <a:effectLst/>
                        <a:latin typeface="Times New Roman"/>
                        <a:ea typeface="宋体"/>
                      </a:endParaRPr>
                    </a:p>
                  </a:txBody>
                  <a:tcPr marL="30935" marR="30935" marT="0" marB="0" anchor="ctr"/>
                </a:tc>
                <a:tc>
                  <a:txBody>
                    <a:bodyPr/>
                    <a:lstStyle/>
                    <a:p>
                      <a:pPr algn="ctr">
                        <a:spcAft>
                          <a:spcPts val="0"/>
                        </a:spcAft>
                      </a:pPr>
                      <a:r>
                        <a:rPr lang="en-US" sz="1100" kern="100" dirty="0">
                          <a:effectLst/>
                        </a:rPr>
                        <a:t>##H</a:t>
                      </a:r>
                      <a:endParaRPr lang="zh-CN" sz="1100" kern="100" dirty="0">
                        <a:effectLst/>
                        <a:latin typeface="Times New Roman"/>
                        <a:ea typeface="宋体"/>
                      </a:endParaRPr>
                    </a:p>
                  </a:txBody>
                  <a:tcPr marL="30935" marR="30935" marT="0" marB="0" anchor="ctr"/>
                </a:tc>
                <a:tc>
                  <a:txBody>
                    <a:bodyPr/>
                    <a:lstStyle/>
                    <a:p>
                      <a:pPr algn="ctr">
                        <a:spcAft>
                          <a:spcPts val="0"/>
                        </a:spcAft>
                      </a:pPr>
                      <a:r>
                        <a:rPr lang="en-US" sz="1100" kern="100" dirty="0">
                          <a:effectLst/>
                        </a:rPr>
                        <a:t>Data block channel identification 1</a:t>
                      </a:r>
                      <a:endParaRPr lang="zh-CN" sz="1100" kern="100" dirty="0">
                        <a:effectLst/>
                        <a:latin typeface="Times New Roman"/>
                        <a:ea typeface="宋体"/>
                      </a:endParaRPr>
                    </a:p>
                  </a:txBody>
                  <a:tcPr marL="30935" marR="30935" marT="0" marB="0" anchor="ctr"/>
                </a:tc>
                <a:extLst>
                  <a:ext uri="{0D108BD9-81ED-4DB2-BD59-A6C34878D82A}">
                    <a16:rowId xmlns:a16="http://schemas.microsoft.com/office/drawing/2014/main" xmlns="" val="10011"/>
                  </a:ext>
                </a:extLst>
              </a:tr>
              <a:tr h="171450">
                <a:tc>
                  <a:txBody>
                    <a:bodyPr/>
                    <a:lstStyle/>
                    <a:p>
                      <a:pPr algn="ctr">
                        <a:spcAft>
                          <a:spcPts val="0"/>
                        </a:spcAft>
                      </a:pPr>
                      <a:r>
                        <a:rPr lang="en-US" sz="1100" kern="100" dirty="0">
                          <a:effectLst/>
                        </a:rPr>
                        <a:t>12</a:t>
                      </a:r>
                      <a:endParaRPr lang="zh-CN" sz="1100" kern="100" dirty="0">
                        <a:effectLst/>
                        <a:latin typeface="Times New Roman"/>
                        <a:ea typeface="宋体"/>
                      </a:endParaRPr>
                    </a:p>
                  </a:txBody>
                  <a:tcPr marL="30935" marR="30935" marT="0" marB="0" anchor="ctr"/>
                </a:tc>
                <a:tc>
                  <a:txBody>
                    <a:bodyPr/>
                    <a:lstStyle/>
                    <a:p>
                      <a:pPr algn="ctr">
                        <a:spcAft>
                          <a:spcPts val="0"/>
                        </a:spcAft>
                      </a:pPr>
                      <a:r>
                        <a:rPr lang="en-US" sz="1100" kern="100">
                          <a:effectLst/>
                        </a:rPr>
                        <a:t>##H</a:t>
                      </a:r>
                      <a:endParaRPr lang="zh-CN" sz="1100" kern="100">
                        <a:effectLst/>
                        <a:latin typeface="Times New Roman"/>
                        <a:ea typeface="宋体"/>
                      </a:endParaRPr>
                    </a:p>
                  </a:txBody>
                  <a:tcPr marL="30935" marR="30935" marT="0" marB="0" anchor="ctr"/>
                </a:tc>
                <a:tc rowSpan="8">
                  <a:txBody>
                    <a:bodyPr/>
                    <a:lstStyle/>
                    <a:p>
                      <a:pPr algn="ctr">
                        <a:spcAft>
                          <a:spcPts val="0"/>
                        </a:spcAft>
                      </a:pPr>
                      <a:r>
                        <a:rPr lang="en-US" sz="1100" kern="100" dirty="0">
                          <a:effectLst/>
                        </a:rPr>
                        <a:t>Data block code 1</a:t>
                      </a:r>
                      <a:endParaRPr lang="zh-CN" sz="1100" kern="100" dirty="0">
                        <a:effectLst/>
                        <a:latin typeface="Times New Roman"/>
                        <a:ea typeface="宋体"/>
                      </a:endParaRPr>
                    </a:p>
                  </a:txBody>
                  <a:tcPr marL="30935" marR="30935" marT="0" marB="0" anchor="ctr"/>
                </a:tc>
                <a:extLst>
                  <a:ext uri="{0D108BD9-81ED-4DB2-BD59-A6C34878D82A}">
                    <a16:rowId xmlns:a16="http://schemas.microsoft.com/office/drawing/2014/main" xmlns="" val="10012"/>
                  </a:ext>
                </a:extLst>
              </a:tr>
              <a:tr h="171450">
                <a:tc>
                  <a:txBody>
                    <a:bodyPr/>
                    <a:lstStyle/>
                    <a:p>
                      <a:pPr algn="ctr">
                        <a:spcAft>
                          <a:spcPts val="0"/>
                        </a:spcAft>
                      </a:pPr>
                      <a:r>
                        <a:rPr lang="en-US" sz="1100" kern="100" dirty="0">
                          <a:effectLst/>
                        </a:rPr>
                        <a:t>13</a:t>
                      </a:r>
                      <a:endParaRPr lang="zh-CN" sz="1100" kern="100" dirty="0">
                        <a:effectLst/>
                        <a:latin typeface="Times New Roman"/>
                        <a:ea typeface="宋体"/>
                      </a:endParaRPr>
                    </a:p>
                  </a:txBody>
                  <a:tcPr marL="30935" marR="30935" marT="0" marB="0" anchor="ctr"/>
                </a:tc>
                <a:tc>
                  <a:txBody>
                    <a:bodyPr/>
                    <a:lstStyle/>
                    <a:p>
                      <a:pPr algn="ctr">
                        <a:spcAft>
                          <a:spcPts val="0"/>
                        </a:spcAft>
                      </a:pPr>
                      <a:r>
                        <a:rPr lang="en-US" sz="1100" kern="100">
                          <a:effectLst/>
                        </a:rPr>
                        <a:t>##H</a:t>
                      </a:r>
                      <a:endParaRPr lang="zh-CN" sz="1100" kern="100">
                        <a:effectLst/>
                        <a:latin typeface="Times New Roman"/>
                        <a:ea typeface="宋体"/>
                      </a:endParaRPr>
                    </a:p>
                  </a:txBody>
                  <a:tcPr marL="30935" marR="30935" marT="0" marB="0" anchor="ctr"/>
                </a:tc>
                <a:tc vMerge="1">
                  <a:txBody>
                    <a:bodyPr/>
                    <a:lstStyle/>
                    <a:p>
                      <a:endParaRPr lang="zh-CN" altLang="en-US"/>
                    </a:p>
                  </a:txBody>
                  <a:tcPr/>
                </a:tc>
                <a:extLst>
                  <a:ext uri="{0D108BD9-81ED-4DB2-BD59-A6C34878D82A}">
                    <a16:rowId xmlns:a16="http://schemas.microsoft.com/office/drawing/2014/main" xmlns="" val="10013"/>
                  </a:ext>
                </a:extLst>
              </a:tr>
              <a:tr h="171450">
                <a:tc>
                  <a:txBody>
                    <a:bodyPr/>
                    <a:lstStyle/>
                    <a:p>
                      <a:pPr algn="ctr">
                        <a:spcAft>
                          <a:spcPts val="0"/>
                        </a:spcAft>
                      </a:pPr>
                      <a:r>
                        <a:rPr lang="en-US" sz="1100" kern="100" dirty="0">
                          <a:effectLst/>
                        </a:rPr>
                        <a:t>14</a:t>
                      </a:r>
                      <a:endParaRPr lang="zh-CN" sz="1100" kern="100" dirty="0">
                        <a:effectLst/>
                        <a:latin typeface="Times New Roman"/>
                        <a:ea typeface="宋体"/>
                      </a:endParaRPr>
                    </a:p>
                  </a:txBody>
                  <a:tcPr marL="30935" marR="30935" marT="0" marB="0" anchor="ctr"/>
                </a:tc>
                <a:tc>
                  <a:txBody>
                    <a:bodyPr/>
                    <a:lstStyle/>
                    <a:p>
                      <a:pPr algn="ctr">
                        <a:spcAft>
                          <a:spcPts val="0"/>
                        </a:spcAft>
                      </a:pPr>
                      <a:r>
                        <a:rPr lang="en-US" sz="1100" kern="100">
                          <a:effectLst/>
                        </a:rPr>
                        <a:t>##H</a:t>
                      </a:r>
                      <a:endParaRPr lang="zh-CN" sz="1100" kern="100">
                        <a:effectLst/>
                        <a:latin typeface="Times New Roman"/>
                        <a:ea typeface="宋体"/>
                      </a:endParaRPr>
                    </a:p>
                  </a:txBody>
                  <a:tcPr marL="30935" marR="30935" marT="0" marB="0" anchor="ctr"/>
                </a:tc>
                <a:tc vMerge="1">
                  <a:txBody>
                    <a:bodyPr/>
                    <a:lstStyle/>
                    <a:p>
                      <a:endParaRPr lang="zh-CN" altLang="en-US"/>
                    </a:p>
                  </a:txBody>
                  <a:tcPr/>
                </a:tc>
                <a:extLst>
                  <a:ext uri="{0D108BD9-81ED-4DB2-BD59-A6C34878D82A}">
                    <a16:rowId xmlns:a16="http://schemas.microsoft.com/office/drawing/2014/main" xmlns="" val="10014"/>
                  </a:ext>
                </a:extLst>
              </a:tr>
              <a:tr h="171450">
                <a:tc>
                  <a:txBody>
                    <a:bodyPr/>
                    <a:lstStyle/>
                    <a:p>
                      <a:pPr algn="ctr">
                        <a:spcAft>
                          <a:spcPts val="0"/>
                        </a:spcAft>
                      </a:pPr>
                      <a:r>
                        <a:rPr lang="en-US" altLang="zh-CN" sz="1100" kern="100" dirty="0">
                          <a:effectLst/>
                          <a:latin typeface="Times New Roman"/>
                          <a:ea typeface="宋体"/>
                        </a:rPr>
                        <a:t>15</a:t>
                      </a:r>
                      <a:endParaRPr lang="zh-CN" sz="1100" kern="100" dirty="0">
                        <a:effectLst/>
                        <a:latin typeface="Times New Roman"/>
                        <a:ea typeface="宋体"/>
                      </a:endParaRPr>
                    </a:p>
                  </a:txBody>
                  <a:tcPr marL="30935" marR="30935" marT="0" marB="0" anchor="ctr"/>
                </a:tc>
                <a:tc>
                  <a:txBody>
                    <a:bodyPr/>
                    <a:lstStyle/>
                    <a:p>
                      <a:pPr algn="ctr">
                        <a:spcAft>
                          <a:spcPts val="0"/>
                        </a:spcAft>
                      </a:pPr>
                      <a:r>
                        <a:rPr lang="en-US" sz="1100" kern="100">
                          <a:effectLst/>
                        </a:rPr>
                        <a:t>##H</a:t>
                      </a:r>
                      <a:endParaRPr lang="zh-CN" sz="1100" kern="100">
                        <a:effectLst/>
                        <a:latin typeface="Times New Roman"/>
                        <a:ea typeface="宋体"/>
                      </a:endParaRPr>
                    </a:p>
                  </a:txBody>
                  <a:tcPr marL="30935" marR="30935" marT="0" marB="0" anchor="ctr"/>
                </a:tc>
                <a:tc vMerge="1">
                  <a:txBody>
                    <a:bodyPr/>
                    <a:lstStyle/>
                    <a:p>
                      <a:endParaRPr lang="zh-CN" altLang="en-US"/>
                    </a:p>
                  </a:txBody>
                  <a:tcPr/>
                </a:tc>
                <a:extLst>
                  <a:ext uri="{0D108BD9-81ED-4DB2-BD59-A6C34878D82A}">
                    <a16:rowId xmlns:a16="http://schemas.microsoft.com/office/drawing/2014/main" xmlns="" val="10015"/>
                  </a:ext>
                </a:extLst>
              </a:tr>
              <a:tr h="171450">
                <a:tc>
                  <a:txBody>
                    <a:bodyPr/>
                    <a:lstStyle/>
                    <a:p>
                      <a:pPr algn="ctr">
                        <a:spcAft>
                          <a:spcPts val="0"/>
                        </a:spcAft>
                      </a:pPr>
                      <a:r>
                        <a:rPr lang="en-US" altLang="zh-CN" sz="1100" kern="100" dirty="0">
                          <a:effectLst/>
                          <a:latin typeface="Times New Roman"/>
                          <a:ea typeface="宋体"/>
                        </a:rPr>
                        <a:t>16</a:t>
                      </a:r>
                      <a:endParaRPr lang="zh-CN" sz="1100" kern="100" dirty="0">
                        <a:effectLst/>
                        <a:latin typeface="Times New Roman"/>
                        <a:ea typeface="宋体"/>
                      </a:endParaRPr>
                    </a:p>
                  </a:txBody>
                  <a:tcPr marL="30935" marR="30935" marT="0" marB="0" anchor="ctr"/>
                </a:tc>
                <a:tc>
                  <a:txBody>
                    <a:bodyPr/>
                    <a:lstStyle/>
                    <a:p>
                      <a:pPr algn="ctr">
                        <a:spcAft>
                          <a:spcPts val="0"/>
                        </a:spcAft>
                      </a:pPr>
                      <a:r>
                        <a:rPr lang="en-US" sz="1100" kern="100">
                          <a:effectLst/>
                        </a:rPr>
                        <a:t>##H</a:t>
                      </a:r>
                      <a:endParaRPr lang="zh-CN" sz="1100" kern="100">
                        <a:effectLst/>
                        <a:latin typeface="Times New Roman"/>
                        <a:ea typeface="宋体"/>
                      </a:endParaRPr>
                    </a:p>
                  </a:txBody>
                  <a:tcPr marL="30935" marR="30935" marT="0" marB="0" anchor="ctr"/>
                </a:tc>
                <a:tc vMerge="1">
                  <a:txBody>
                    <a:bodyPr/>
                    <a:lstStyle/>
                    <a:p>
                      <a:endParaRPr lang="zh-CN" altLang="en-US"/>
                    </a:p>
                  </a:txBody>
                  <a:tcPr/>
                </a:tc>
                <a:extLst>
                  <a:ext uri="{0D108BD9-81ED-4DB2-BD59-A6C34878D82A}">
                    <a16:rowId xmlns:a16="http://schemas.microsoft.com/office/drawing/2014/main" xmlns="" val="10016"/>
                  </a:ext>
                </a:extLst>
              </a:tr>
              <a:tr h="171450">
                <a:tc>
                  <a:txBody>
                    <a:bodyPr/>
                    <a:lstStyle/>
                    <a:p>
                      <a:pPr algn="ctr">
                        <a:spcAft>
                          <a:spcPts val="0"/>
                        </a:spcAft>
                      </a:pPr>
                      <a:r>
                        <a:rPr lang="en-US" altLang="zh-CN" sz="1100" kern="100" dirty="0">
                          <a:effectLst/>
                          <a:latin typeface="Times New Roman"/>
                          <a:ea typeface="宋体"/>
                        </a:rPr>
                        <a:t>…</a:t>
                      </a:r>
                      <a:endParaRPr lang="zh-CN" sz="1100" kern="100" dirty="0">
                        <a:effectLst/>
                        <a:latin typeface="Times New Roman"/>
                        <a:ea typeface="宋体"/>
                      </a:endParaRPr>
                    </a:p>
                  </a:txBody>
                  <a:tcPr marL="30935" marR="30935" marT="0" marB="0" anchor="ctr"/>
                </a:tc>
                <a:tc>
                  <a:txBody>
                    <a:bodyPr/>
                    <a:lstStyle/>
                    <a:p>
                      <a:pPr algn="ctr">
                        <a:spcAft>
                          <a:spcPts val="0"/>
                        </a:spcAft>
                      </a:pPr>
                      <a:r>
                        <a:rPr lang="en-US" sz="1100" kern="100" dirty="0">
                          <a:effectLst/>
                        </a:rPr>
                        <a:t>…</a:t>
                      </a:r>
                      <a:endParaRPr lang="zh-CN" sz="1100" kern="100" dirty="0">
                        <a:effectLst/>
                        <a:latin typeface="Times New Roman"/>
                        <a:ea typeface="宋体"/>
                      </a:endParaRPr>
                    </a:p>
                  </a:txBody>
                  <a:tcPr marL="30935" marR="30935" marT="0" marB="0" anchor="ctr"/>
                </a:tc>
                <a:tc vMerge="1">
                  <a:txBody>
                    <a:bodyPr/>
                    <a:lstStyle/>
                    <a:p>
                      <a:endParaRPr lang="zh-CN" altLang="en-US"/>
                    </a:p>
                  </a:txBody>
                  <a:tcPr/>
                </a:tc>
                <a:extLst>
                  <a:ext uri="{0D108BD9-81ED-4DB2-BD59-A6C34878D82A}">
                    <a16:rowId xmlns:a16="http://schemas.microsoft.com/office/drawing/2014/main" xmlns="" val="10017"/>
                  </a:ext>
                </a:extLst>
              </a:tr>
              <a:tr h="217170">
                <a:tc>
                  <a:txBody>
                    <a:bodyPr/>
                    <a:lstStyle/>
                    <a:p>
                      <a:r>
                        <a:rPr lang="en-US" altLang="zh-CN" sz="1400" dirty="0"/>
                        <a:t>66</a:t>
                      </a:r>
                      <a:endParaRPr lang="zh-CN" altLang="en-US" sz="1400" dirty="0"/>
                    </a:p>
                  </a:txBody>
                  <a:tcPr marL="30935" marR="30935" marT="0" marB="0" anchor="ctr"/>
                </a:tc>
                <a:tc>
                  <a:txBody>
                    <a:bodyPr/>
                    <a:lstStyle/>
                    <a:p>
                      <a:pPr algn="ctr">
                        <a:spcAft>
                          <a:spcPts val="0"/>
                        </a:spcAft>
                      </a:pPr>
                      <a:r>
                        <a:rPr lang="en-US" sz="1100" kern="100">
                          <a:effectLst/>
                        </a:rPr>
                        <a:t>##H</a:t>
                      </a:r>
                      <a:endParaRPr lang="zh-CN" sz="1100" kern="100">
                        <a:effectLst/>
                        <a:latin typeface="Times New Roman"/>
                        <a:ea typeface="宋体"/>
                      </a:endParaRPr>
                    </a:p>
                  </a:txBody>
                  <a:tcPr marL="30935" marR="30935" marT="0" marB="0" anchor="ctr"/>
                </a:tc>
                <a:tc vMerge="1">
                  <a:txBody>
                    <a:bodyPr/>
                    <a:lstStyle/>
                    <a:p>
                      <a:endParaRPr lang="zh-CN" altLang="en-US"/>
                    </a:p>
                  </a:txBody>
                  <a:tcPr/>
                </a:tc>
                <a:extLst>
                  <a:ext uri="{0D108BD9-81ED-4DB2-BD59-A6C34878D82A}">
                    <a16:rowId xmlns:a16="http://schemas.microsoft.com/office/drawing/2014/main" xmlns="" val="10018"/>
                  </a:ext>
                </a:extLst>
              </a:tr>
              <a:tr h="217170">
                <a:tc>
                  <a:txBody>
                    <a:bodyPr/>
                    <a:lstStyle/>
                    <a:p>
                      <a:r>
                        <a:rPr lang="en-US" altLang="zh-CN" sz="1400" dirty="0"/>
                        <a:t>67</a:t>
                      </a:r>
                      <a:endParaRPr lang="zh-CN" altLang="en-US" sz="1400" dirty="0"/>
                    </a:p>
                  </a:txBody>
                  <a:tcPr marL="30935" marR="30935" marT="0" marB="0" anchor="ctr"/>
                </a:tc>
                <a:tc>
                  <a:txBody>
                    <a:bodyPr/>
                    <a:lstStyle/>
                    <a:p>
                      <a:pPr algn="ctr">
                        <a:spcAft>
                          <a:spcPts val="0"/>
                        </a:spcAft>
                      </a:pPr>
                      <a:r>
                        <a:rPr lang="en-US" sz="1100" kern="100" dirty="0">
                          <a:effectLst/>
                        </a:rPr>
                        <a:t>##H</a:t>
                      </a:r>
                      <a:endParaRPr lang="zh-CN" sz="1100" kern="100" dirty="0">
                        <a:effectLst/>
                        <a:latin typeface="Times New Roman"/>
                        <a:ea typeface="宋体"/>
                      </a:endParaRPr>
                    </a:p>
                  </a:txBody>
                  <a:tcPr marL="30935" marR="30935" marT="0" marB="0" anchor="ctr"/>
                </a:tc>
                <a:tc vMerge="1">
                  <a:txBody>
                    <a:bodyPr/>
                    <a:lstStyle/>
                    <a:p>
                      <a:endParaRPr lang="zh-CN" altLang="en-US"/>
                    </a:p>
                  </a:txBody>
                  <a:tcPr/>
                </a:tc>
                <a:extLst>
                  <a:ext uri="{0D108BD9-81ED-4DB2-BD59-A6C34878D82A}">
                    <a16:rowId xmlns:a16="http://schemas.microsoft.com/office/drawing/2014/main" xmlns="" val="10019"/>
                  </a:ext>
                </a:extLst>
              </a:tr>
            </a:tbl>
          </a:graphicData>
        </a:graphic>
      </p:graphicFrame>
      <p:cxnSp>
        <p:nvCxnSpPr>
          <p:cNvPr id="17" name="直接箭头连接符 13"/>
          <p:cNvCxnSpPr>
            <a:cxnSpLocks noChangeShapeType="1"/>
          </p:cNvCxnSpPr>
          <p:nvPr/>
        </p:nvCxnSpPr>
        <p:spPr bwMode="auto">
          <a:xfrm flipH="1">
            <a:off x="4355976" y="2595250"/>
            <a:ext cx="1872680" cy="84513"/>
          </a:xfrm>
          <a:prstGeom prst="straightConnector1">
            <a:avLst/>
          </a:prstGeom>
          <a:noFill/>
          <a:ln w="9525" algn="ctr">
            <a:solidFill>
              <a:schemeClr val="folHlink"/>
            </a:solidFill>
            <a:round/>
            <a:headEnd/>
            <a:tailEnd type="arrow"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40548537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5: Time-tagged data block</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72</a:t>
            </a:fld>
            <a:r>
              <a:rPr lang="zh-CN" altLang="en-US"/>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323528" y="816770"/>
            <a:ext cx="8255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50000"/>
              </a:lnSpc>
            </a:pPr>
            <a:r>
              <a:rPr lang="en-US" altLang="zh-CN" sz="2400" dirty="0">
                <a:solidFill>
                  <a:srgbClr val="FF0000"/>
                </a:solidFill>
              </a:rPr>
              <a:t>TTD data block insert rule.</a:t>
            </a:r>
            <a:endParaRPr lang="en-US" altLang="zh-CN" sz="2400" dirty="0">
              <a:solidFill>
                <a:schemeClr val="tx1"/>
              </a:solidFill>
            </a:endParaRPr>
          </a:p>
        </p:txBody>
      </p:sp>
      <p:graphicFrame>
        <p:nvGraphicFramePr>
          <p:cNvPr id="7" name="表格 6"/>
          <p:cNvGraphicFramePr>
            <a:graphicFrameLocks noGrp="1"/>
          </p:cNvGraphicFramePr>
          <p:nvPr>
            <p:extLst>
              <p:ext uri="{D42A27DB-BD31-4B8C-83A1-F6EECF244321}">
                <p14:modId xmlns:p14="http://schemas.microsoft.com/office/powerpoint/2010/main" val="2939213773"/>
              </p:ext>
            </p:extLst>
          </p:nvPr>
        </p:nvGraphicFramePr>
        <p:xfrm>
          <a:off x="442594" y="1410892"/>
          <a:ext cx="4391025" cy="3264695"/>
        </p:xfrm>
        <a:graphic>
          <a:graphicData uri="http://schemas.openxmlformats.org/drawingml/2006/table">
            <a:tbl>
              <a:tblPr>
                <a:tableStyleId>{69CF1AB2-1976-4502-BF36-3FF5EA218861}</a:tableStyleId>
              </a:tblPr>
              <a:tblGrid>
                <a:gridCol w="367751">
                  <a:extLst>
                    <a:ext uri="{9D8B030D-6E8A-4147-A177-3AD203B41FA5}">
                      <a16:colId xmlns:a16="http://schemas.microsoft.com/office/drawing/2014/main" xmlns="" val="20000"/>
                    </a:ext>
                  </a:extLst>
                </a:gridCol>
                <a:gridCol w="980670">
                  <a:extLst>
                    <a:ext uri="{9D8B030D-6E8A-4147-A177-3AD203B41FA5}">
                      <a16:colId xmlns:a16="http://schemas.microsoft.com/office/drawing/2014/main" xmlns="" val="20001"/>
                    </a:ext>
                  </a:extLst>
                </a:gridCol>
                <a:gridCol w="415186">
                  <a:extLst>
                    <a:ext uri="{9D8B030D-6E8A-4147-A177-3AD203B41FA5}">
                      <a16:colId xmlns:a16="http://schemas.microsoft.com/office/drawing/2014/main" xmlns="" val="20002"/>
                    </a:ext>
                  </a:extLst>
                </a:gridCol>
                <a:gridCol w="1178403">
                  <a:extLst>
                    <a:ext uri="{9D8B030D-6E8A-4147-A177-3AD203B41FA5}">
                      <a16:colId xmlns:a16="http://schemas.microsoft.com/office/drawing/2014/main" xmlns="" val="20003"/>
                    </a:ext>
                  </a:extLst>
                </a:gridCol>
                <a:gridCol w="1449015">
                  <a:extLst>
                    <a:ext uri="{9D8B030D-6E8A-4147-A177-3AD203B41FA5}">
                      <a16:colId xmlns:a16="http://schemas.microsoft.com/office/drawing/2014/main" xmlns="" val="20004"/>
                    </a:ext>
                  </a:extLst>
                </a:gridCol>
              </a:tblGrid>
              <a:tr h="480060">
                <a:tc>
                  <a:txBody>
                    <a:bodyPr/>
                    <a:lstStyle/>
                    <a:p>
                      <a:pPr algn="ctr">
                        <a:spcAft>
                          <a:spcPts val="0"/>
                        </a:spcAft>
                      </a:pPr>
                      <a:r>
                        <a:rPr lang="en-US" sz="1100" kern="100" dirty="0">
                          <a:effectLst/>
                        </a:rPr>
                        <a:t>No</a:t>
                      </a:r>
                      <a:endParaRPr lang="zh-CN" sz="1100" b="1" kern="100" dirty="0">
                        <a:effectLst/>
                        <a:latin typeface="Times New Roman"/>
                        <a:ea typeface="宋体"/>
                      </a:endParaRPr>
                    </a:p>
                  </a:txBody>
                  <a:tcPr marL="68557" marR="68557" marT="0" marB="0"/>
                </a:tc>
                <a:tc>
                  <a:txBody>
                    <a:bodyPr/>
                    <a:lstStyle/>
                    <a:p>
                      <a:pPr algn="ctr">
                        <a:spcAft>
                          <a:spcPts val="0"/>
                        </a:spcAft>
                      </a:pPr>
                      <a:r>
                        <a:rPr lang="en-US" sz="1100" kern="100" dirty="0">
                          <a:effectLst/>
                        </a:rPr>
                        <a:t>New TTD Data block</a:t>
                      </a:r>
                      <a:endParaRPr lang="zh-CN" sz="1100" b="1" kern="100" dirty="0">
                        <a:effectLst/>
                        <a:latin typeface="Times New Roman"/>
                        <a:ea typeface="宋体"/>
                      </a:endParaRPr>
                    </a:p>
                  </a:txBody>
                  <a:tcPr marL="68557" marR="68557" marT="0" marB="0"/>
                </a:tc>
                <a:tc>
                  <a:txBody>
                    <a:bodyPr/>
                    <a:lstStyle/>
                    <a:p>
                      <a:pPr algn="ctr">
                        <a:spcAft>
                          <a:spcPts val="0"/>
                        </a:spcAft>
                      </a:pPr>
                      <a:r>
                        <a:rPr lang="en-US" sz="1100" kern="100">
                          <a:effectLst/>
                        </a:rPr>
                        <a:t> </a:t>
                      </a:r>
                      <a:endParaRPr lang="zh-CN" sz="1100" b="1" kern="100">
                        <a:effectLst/>
                        <a:latin typeface="Times New Roman"/>
                        <a:ea typeface="宋体"/>
                      </a:endParaRPr>
                    </a:p>
                  </a:txBody>
                  <a:tcPr marL="68557" marR="68557" marT="0" marB="0"/>
                </a:tc>
                <a:tc>
                  <a:txBody>
                    <a:bodyPr/>
                    <a:lstStyle/>
                    <a:p>
                      <a:pPr algn="ctr">
                        <a:spcAft>
                          <a:spcPts val="0"/>
                        </a:spcAft>
                      </a:pPr>
                      <a:r>
                        <a:rPr lang="en-US" sz="1100" kern="100" dirty="0">
                          <a:effectLst/>
                        </a:rPr>
                        <a:t>TTD in buffer</a:t>
                      </a:r>
                      <a:endParaRPr lang="zh-CN" sz="1100" b="1" kern="100" dirty="0">
                        <a:effectLst/>
                        <a:latin typeface="Times New Roman"/>
                        <a:ea typeface="宋体"/>
                      </a:endParaRPr>
                    </a:p>
                  </a:txBody>
                  <a:tcPr marL="68557" marR="68557" marT="0" marB="0"/>
                </a:tc>
                <a:tc>
                  <a:txBody>
                    <a:bodyPr/>
                    <a:lstStyle/>
                    <a:p>
                      <a:pPr algn="ctr">
                        <a:spcAft>
                          <a:spcPts val="0"/>
                        </a:spcAft>
                      </a:pPr>
                      <a:r>
                        <a:rPr lang="en-US" sz="1100" kern="100">
                          <a:effectLst/>
                        </a:rPr>
                        <a:t>Executing status</a:t>
                      </a:r>
                      <a:endParaRPr lang="zh-CN" sz="1100" b="1" kern="100">
                        <a:effectLst/>
                        <a:latin typeface="Times New Roman"/>
                        <a:ea typeface="宋体"/>
                      </a:endParaRPr>
                    </a:p>
                  </a:txBody>
                  <a:tcPr marL="68557" marR="68557" marT="0" marB="0"/>
                </a:tc>
                <a:extLst>
                  <a:ext uri="{0D108BD9-81ED-4DB2-BD59-A6C34878D82A}">
                    <a16:rowId xmlns:a16="http://schemas.microsoft.com/office/drawing/2014/main" xmlns="" val="10000"/>
                  </a:ext>
                </a:extLst>
              </a:tr>
              <a:tr h="722011">
                <a:tc>
                  <a:txBody>
                    <a:bodyPr/>
                    <a:lstStyle/>
                    <a:p>
                      <a:pPr marL="0" lvl="0" indent="0" algn="ctr">
                        <a:spcAft>
                          <a:spcPts val="0"/>
                        </a:spcAft>
                        <a:buFont typeface="+mj-lt"/>
                        <a:buNone/>
                      </a:pPr>
                      <a:r>
                        <a:rPr lang="en-US" sz="1100" kern="100" dirty="0">
                          <a:effectLst/>
                        </a:rPr>
                        <a:t>1 </a:t>
                      </a:r>
                      <a:endParaRPr lang="zh-CN" sz="1100" b="1" kern="100" dirty="0">
                        <a:effectLst/>
                        <a:latin typeface="Times New Roman"/>
                        <a:ea typeface="宋体"/>
                      </a:endParaRPr>
                    </a:p>
                  </a:txBody>
                  <a:tcPr marL="68557" marR="68557" marT="0" marB="0"/>
                </a:tc>
                <a:tc>
                  <a:txBody>
                    <a:bodyPr/>
                    <a:lstStyle/>
                    <a:p>
                      <a:pPr algn="ctr">
                        <a:spcAft>
                          <a:spcPts val="0"/>
                        </a:spcAft>
                      </a:pPr>
                      <a:r>
                        <a:rPr lang="en-US" sz="1100" kern="100" dirty="0">
                          <a:effectLst/>
                        </a:rPr>
                        <a:t>Max time</a:t>
                      </a:r>
                      <a:endParaRPr lang="zh-CN" sz="1100" b="1" kern="100" dirty="0">
                        <a:effectLst/>
                        <a:latin typeface="Times New Roman"/>
                        <a:ea typeface="宋体"/>
                      </a:endParaRPr>
                    </a:p>
                  </a:txBody>
                  <a:tcPr marL="68557" marR="68557" marT="0" marB="0"/>
                </a:tc>
                <a:tc>
                  <a:txBody>
                    <a:bodyPr/>
                    <a:lstStyle/>
                    <a:p>
                      <a:pPr algn="ctr">
                        <a:spcAft>
                          <a:spcPts val="0"/>
                        </a:spcAft>
                      </a:pPr>
                      <a:r>
                        <a:rPr lang="en-US" sz="1100" kern="100" dirty="0">
                          <a:effectLst/>
                        </a:rPr>
                        <a:t>&lt; </a:t>
                      </a:r>
                      <a:endParaRPr lang="zh-CN" sz="1100" b="1" kern="100" dirty="0">
                        <a:effectLst/>
                        <a:latin typeface="Times New Roman"/>
                        <a:ea typeface="宋体"/>
                      </a:endParaRPr>
                    </a:p>
                  </a:txBody>
                  <a:tcPr marL="68557" marR="68557" marT="0" marB="0"/>
                </a:tc>
                <a:tc>
                  <a:txBody>
                    <a:bodyPr/>
                    <a:lstStyle/>
                    <a:p>
                      <a:pPr algn="ctr">
                        <a:spcAft>
                          <a:spcPts val="0"/>
                        </a:spcAft>
                      </a:pPr>
                      <a:r>
                        <a:rPr lang="en-US" sz="1100" kern="100">
                          <a:effectLst/>
                        </a:rPr>
                        <a:t>Min time</a:t>
                      </a:r>
                      <a:endParaRPr lang="zh-CN" sz="1100" b="1" kern="100">
                        <a:effectLst/>
                        <a:latin typeface="Times New Roman"/>
                        <a:ea typeface="宋体"/>
                      </a:endParaRPr>
                    </a:p>
                  </a:txBody>
                  <a:tcPr marL="68557" marR="68557" marT="0" marB="0"/>
                </a:tc>
                <a:tc>
                  <a:txBody>
                    <a:bodyPr/>
                    <a:lstStyle/>
                    <a:p>
                      <a:pPr algn="ctr">
                        <a:spcAft>
                          <a:spcPts val="0"/>
                        </a:spcAft>
                      </a:pPr>
                      <a:r>
                        <a:rPr lang="en-US" sz="1100" kern="100" dirty="0">
                          <a:effectLst/>
                        </a:rPr>
                        <a:t>New TTD block insert in front of Min time command</a:t>
                      </a:r>
                      <a:endParaRPr lang="zh-CN" sz="1100" b="1" kern="100" dirty="0">
                        <a:effectLst/>
                        <a:latin typeface="Times New Roman"/>
                        <a:ea typeface="宋体"/>
                      </a:endParaRPr>
                    </a:p>
                  </a:txBody>
                  <a:tcPr marL="68557" marR="68557" marT="0" marB="0"/>
                </a:tc>
                <a:extLst>
                  <a:ext uri="{0D108BD9-81ED-4DB2-BD59-A6C34878D82A}">
                    <a16:rowId xmlns:a16="http://schemas.microsoft.com/office/drawing/2014/main" xmlns="" val="10001"/>
                  </a:ext>
                </a:extLst>
              </a:tr>
              <a:tr h="741499">
                <a:tc>
                  <a:txBody>
                    <a:bodyPr/>
                    <a:lstStyle/>
                    <a:p>
                      <a:pPr marL="0" lvl="0" indent="0" algn="ctr">
                        <a:spcAft>
                          <a:spcPts val="0"/>
                        </a:spcAft>
                        <a:buFont typeface="+mj-lt"/>
                        <a:buNone/>
                      </a:pPr>
                      <a:r>
                        <a:rPr lang="en-US" sz="1100" kern="100" dirty="0">
                          <a:effectLst/>
                        </a:rPr>
                        <a:t>2 </a:t>
                      </a:r>
                      <a:endParaRPr lang="zh-CN" sz="1100" b="1" kern="100" dirty="0">
                        <a:effectLst/>
                        <a:latin typeface="Times New Roman"/>
                        <a:ea typeface="宋体"/>
                      </a:endParaRPr>
                    </a:p>
                  </a:txBody>
                  <a:tcPr marL="68557" marR="68557" marT="0" marB="0"/>
                </a:tc>
                <a:tc>
                  <a:txBody>
                    <a:bodyPr/>
                    <a:lstStyle/>
                    <a:p>
                      <a:pPr algn="ctr">
                        <a:spcAft>
                          <a:spcPts val="0"/>
                        </a:spcAft>
                      </a:pPr>
                      <a:r>
                        <a:rPr lang="en-US" sz="1100" kern="100">
                          <a:effectLst/>
                        </a:rPr>
                        <a:t>Min time</a:t>
                      </a:r>
                      <a:endParaRPr lang="zh-CN" sz="1100" b="1" kern="100">
                        <a:effectLst/>
                        <a:latin typeface="Times New Roman"/>
                        <a:ea typeface="宋体"/>
                      </a:endParaRPr>
                    </a:p>
                  </a:txBody>
                  <a:tcPr marL="68557" marR="68557" marT="0" marB="0"/>
                </a:tc>
                <a:tc>
                  <a:txBody>
                    <a:bodyPr/>
                    <a:lstStyle/>
                    <a:p>
                      <a:pPr algn="ctr">
                        <a:spcAft>
                          <a:spcPts val="0"/>
                        </a:spcAft>
                      </a:pPr>
                      <a:r>
                        <a:rPr lang="en-US" sz="1100" kern="100">
                          <a:effectLst/>
                        </a:rPr>
                        <a:t>&gt; </a:t>
                      </a:r>
                      <a:endParaRPr lang="zh-CN" sz="1100" b="1" kern="100">
                        <a:effectLst/>
                        <a:latin typeface="Times New Roman"/>
                        <a:ea typeface="宋体"/>
                      </a:endParaRPr>
                    </a:p>
                  </a:txBody>
                  <a:tcPr marL="68557" marR="68557" marT="0" marB="0"/>
                </a:tc>
                <a:tc>
                  <a:txBody>
                    <a:bodyPr/>
                    <a:lstStyle/>
                    <a:p>
                      <a:pPr algn="ctr">
                        <a:spcAft>
                          <a:spcPts val="0"/>
                        </a:spcAft>
                      </a:pPr>
                      <a:r>
                        <a:rPr lang="en-US" sz="1100" kern="100" dirty="0">
                          <a:effectLst/>
                        </a:rPr>
                        <a:t>Max time</a:t>
                      </a:r>
                      <a:endParaRPr lang="zh-CN" sz="1100" b="1" kern="100" dirty="0">
                        <a:effectLst/>
                        <a:latin typeface="Times New Roman"/>
                        <a:ea typeface="宋体"/>
                      </a:endParaRPr>
                    </a:p>
                  </a:txBody>
                  <a:tcPr marL="68557" marR="68557" marT="0" marB="0"/>
                </a:tc>
                <a:tc>
                  <a:txBody>
                    <a:bodyPr/>
                    <a:lstStyle/>
                    <a:p>
                      <a:pPr algn="ctr">
                        <a:spcAft>
                          <a:spcPts val="0"/>
                        </a:spcAft>
                      </a:pPr>
                      <a:r>
                        <a:rPr lang="en-US" sz="1100" kern="100" dirty="0">
                          <a:effectLst/>
                        </a:rPr>
                        <a:t>New TTD block insert in behind of Max time command</a:t>
                      </a:r>
                      <a:endParaRPr lang="zh-CN" sz="1100" b="1" kern="100" dirty="0">
                        <a:effectLst/>
                        <a:latin typeface="Times New Roman"/>
                        <a:ea typeface="宋体"/>
                      </a:endParaRPr>
                    </a:p>
                  </a:txBody>
                  <a:tcPr marL="68557" marR="68557" marT="0" marB="0"/>
                </a:tc>
                <a:extLst>
                  <a:ext uri="{0D108BD9-81ED-4DB2-BD59-A6C34878D82A}">
                    <a16:rowId xmlns:a16="http://schemas.microsoft.com/office/drawing/2014/main" xmlns="" val="10002"/>
                  </a:ext>
                </a:extLst>
              </a:tr>
              <a:tr h="361005">
                <a:tc rowSpan="2">
                  <a:txBody>
                    <a:bodyPr/>
                    <a:lstStyle/>
                    <a:p>
                      <a:pPr marL="0" lvl="0" indent="0" algn="ctr">
                        <a:spcAft>
                          <a:spcPts val="0"/>
                        </a:spcAft>
                        <a:buFont typeface="+mj-lt"/>
                        <a:buNone/>
                      </a:pPr>
                      <a:r>
                        <a:rPr lang="en-US" altLang="zh-CN" sz="1100" kern="100" dirty="0">
                          <a:effectLst/>
                        </a:rPr>
                        <a:t>3</a:t>
                      </a:r>
                      <a:endParaRPr lang="zh-CN" sz="1100" b="1" kern="100" dirty="0">
                        <a:effectLst/>
                        <a:latin typeface="Times New Roman"/>
                        <a:ea typeface="宋体"/>
                      </a:endParaRPr>
                    </a:p>
                  </a:txBody>
                  <a:tcPr marL="68557" marR="68557" marT="0" marB="0"/>
                </a:tc>
                <a:tc>
                  <a:txBody>
                    <a:bodyPr/>
                    <a:lstStyle/>
                    <a:p>
                      <a:pPr algn="ctr">
                        <a:spcAft>
                          <a:spcPts val="0"/>
                        </a:spcAft>
                      </a:pPr>
                      <a:r>
                        <a:rPr lang="en-US" sz="1100" kern="100">
                          <a:effectLst/>
                        </a:rPr>
                        <a:t>Min time</a:t>
                      </a:r>
                      <a:endParaRPr lang="zh-CN" sz="1100" b="1" kern="100">
                        <a:effectLst/>
                        <a:latin typeface="Times New Roman"/>
                        <a:ea typeface="宋体"/>
                      </a:endParaRPr>
                    </a:p>
                  </a:txBody>
                  <a:tcPr marL="68557" marR="68557" marT="0" marB="0"/>
                </a:tc>
                <a:tc>
                  <a:txBody>
                    <a:bodyPr/>
                    <a:lstStyle/>
                    <a:p>
                      <a:pPr algn="ctr">
                        <a:spcAft>
                          <a:spcPts val="0"/>
                        </a:spcAft>
                      </a:pPr>
                      <a:r>
                        <a:rPr lang="en-US" sz="1100" kern="100">
                          <a:effectLst/>
                        </a:rPr>
                        <a:t>&gt; </a:t>
                      </a:r>
                      <a:endParaRPr lang="zh-CN" sz="1100" b="1" kern="100">
                        <a:effectLst/>
                        <a:latin typeface="Times New Roman"/>
                        <a:ea typeface="宋体"/>
                      </a:endParaRPr>
                    </a:p>
                  </a:txBody>
                  <a:tcPr marL="68557" marR="68557" marT="0" marB="0"/>
                </a:tc>
                <a:tc>
                  <a:txBody>
                    <a:bodyPr/>
                    <a:lstStyle/>
                    <a:p>
                      <a:pPr algn="ctr">
                        <a:spcAft>
                          <a:spcPts val="0"/>
                        </a:spcAft>
                      </a:pPr>
                      <a:r>
                        <a:rPr lang="en-US" sz="1100" kern="100" dirty="0">
                          <a:effectLst/>
                        </a:rPr>
                        <a:t>Command n time</a:t>
                      </a:r>
                      <a:endParaRPr lang="zh-CN" sz="1100" b="1" kern="100" dirty="0">
                        <a:effectLst/>
                        <a:latin typeface="Times New Roman"/>
                        <a:ea typeface="宋体"/>
                      </a:endParaRPr>
                    </a:p>
                  </a:txBody>
                  <a:tcPr marL="68557" marR="68557" marT="0" marB="0"/>
                </a:tc>
                <a:tc rowSpan="2">
                  <a:txBody>
                    <a:bodyPr/>
                    <a:lstStyle/>
                    <a:p>
                      <a:pPr algn="ctr">
                        <a:spcAft>
                          <a:spcPts val="0"/>
                        </a:spcAft>
                      </a:pPr>
                      <a:r>
                        <a:rPr lang="en-US" sz="1100" kern="100" dirty="0">
                          <a:effectLst/>
                        </a:rPr>
                        <a:t>New  TTD block insert between command n and command n+1</a:t>
                      </a:r>
                      <a:endParaRPr lang="zh-CN" sz="1100" b="1" kern="100" dirty="0">
                        <a:effectLst/>
                        <a:latin typeface="Times New Roman"/>
                        <a:ea typeface="宋体"/>
                      </a:endParaRPr>
                    </a:p>
                  </a:txBody>
                  <a:tcPr marL="68557" marR="68557" marT="0" marB="0"/>
                </a:tc>
                <a:extLst>
                  <a:ext uri="{0D108BD9-81ED-4DB2-BD59-A6C34878D82A}">
                    <a16:rowId xmlns:a16="http://schemas.microsoft.com/office/drawing/2014/main" xmlns="" val="10003"/>
                  </a:ext>
                </a:extLst>
              </a:tr>
              <a:tr h="599115">
                <a:tc vMerge="1">
                  <a:txBody>
                    <a:bodyPr/>
                    <a:lstStyle/>
                    <a:p>
                      <a:endParaRPr lang="zh-CN" altLang="en-US"/>
                    </a:p>
                  </a:txBody>
                  <a:tcPr/>
                </a:tc>
                <a:tc>
                  <a:txBody>
                    <a:bodyPr/>
                    <a:lstStyle/>
                    <a:p>
                      <a:pPr algn="ctr">
                        <a:spcAft>
                          <a:spcPts val="0"/>
                        </a:spcAft>
                      </a:pPr>
                      <a:r>
                        <a:rPr lang="en-US" sz="1100" kern="100">
                          <a:effectLst/>
                        </a:rPr>
                        <a:t>Max time</a:t>
                      </a:r>
                      <a:endParaRPr lang="zh-CN" sz="1100" b="1" kern="100">
                        <a:effectLst/>
                        <a:latin typeface="Times New Roman"/>
                        <a:ea typeface="宋体"/>
                      </a:endParaRPr>
                    </a:p>
                  </a:txBody>
                  <a:tcPr marL="68557" marR="68557" marT="0" marB="0"/>
                </a:tc>
                <a:tc>
                  <a:txBody>
                    <a:bodyPr/>
                    <a:lstStyle/>
                    <a:p>
                      <a:pPr algn="ctr">
                        <a:spcAft>
                          <a:spcPts val="0"/>
                        </a:spcAft>
                      </a:pPr>
                      <a:r>
                        <a:rPr lang="en-US" sz="1100" kern="100">
                          <a:effectLst/>
                        </a:rPr>
                        <a:t>&lt; </a:t>
                      </a:r>
                      <a:endParaRPr lang="zh-CN" sz="1100" b="1" kern="100">
                        <a:effectLst/>
                        <a:latin typeface="Times New Roman"/>
                        <a:ea typeface="宋体"/>
                      </a:endParaRPr>
                    </a:p>
                  </a:txBody>
                  <a:tcPr marL="68557" marR="68557" marT="0" marB="0"/>
                </a:tc>
                <a:tc>
                  <a:txBody>
                    <a:bodyPr/>
                    <a:lstStyle/>
                    <a:p>
                      <a:pPr algn="ctr">
                        <a:spcAft>
                          <a:spcPts val="0"/>
                        </a:spcAft>
                      </a:pPr>
                      <a:r>
                        <a:rPr lang="en-US" sz="1100" kern="100" dirty="0">
                          <a:effectLst/>
                        </a:rPr>
                        <a:t>Command n+1 time</a:t>
                      </a:r>
                      <a:endParaRPr lang="zh-CN" sz="1100" b="1" kern="100" dirty="0">
                        <a:effectLst/>
                        <a:latin typeface="Times New Roman"/>
                        <a:ea typeface="宋体"/>
                      </a:endParaRPr>
                    </a:p>
                  </a:txBody>
                  <a:tcPr marL="68557" marR="68557" marT="0" marB="0"/>
                </a:tc>
                <a:tc vMerge="1">
                  <a:txBody>
                    <a:bodyPr/>
                    <a:lstStyle/>
                    <a:p>
                      <a:endParaRPr lang="zh-CN" altLang="en-US"/>
                    </a:p>
                  </a:txBody>
                  <a:tcPr/>
                </a:tc>
                <a:extLst>
                  <a:ext uri="{0D108BD9-81ED-4DB2-BD59-A6C34878D82A}">
                    <a16:rowId xmlns:a16="http://schemas.microsoft.com/office/drawing/2014/main" xmlns="" val="10004"/>
                  </a:ext>
                </a:extLst>
              </a:tr>
              <a:tr h="361005">
                <a:tc>
                  <a:txBody>
                    <a:bodyPr/>
                    <a:lstStyle/>
                    <a:p>
                      <a:pPr marL="0" lvl="0" indent="0" algn="ctr">
                        <a:spcAft>
                          <a:spcPts val="0"/>
                        </a:spcAft>
                        <a:buFont typeface="+mj-lt"/>
                        <a:buNone/>
                      </a:pPr>
                      <a:r>
                        <a:rPr lang="en-US" sz="1100" kern="100" dirty="0">
                          <a:effectLst/>
                        </a:rPr>
                        <a:t>4 </a:t>
                      </a:r>
                      <a:endParaRPr lang="zh-CN" sz="1100" b="1" kern="100" dirty="0">
                        <a:effectLst/>
                        <a:latin typeface="Times New Roman"/>
                        <a:ea typeface="宋体"/>
                      </a:endParaRPr>
                    </a:p>
                  </a:txBody>
                  <a:tcPr marL="68557" marR="68557" marT="0" marB="0"/>
                </a:tc>
                <a:tc>
                  <a:txBody>
                    <a:bodyPr/>
                    <a:lstStyle/>
                    <a:p>
                      <a:pPr algn="ctr">
                        <a:spcAft>
                          <a:spcPts val="0"/>
                        </a:spcAft>
                      </a:pPr>
                      <a:r>
                        <a:rPr lang="en-US" sz="1100" kern="100">
                          <a:effectLst/>
                        </a:rPr>
                        <a:t>Other condition</a:t>
                      </a:r>
                      <a:endParaRPr lang="zh-CN" sz="1100" b="1" kern="100">
                        <a:effectLst/>
                        <a:latin typeface="Times New Roman"/>
                        <a:ea typeface="宋体"/>
                      </a:endParaRPr>
                    </a:p>
                  </a:txBody>
                  <a:tcPr marL="68557" marR="68557" marT="0" marB="0"/>
                </a:tc>
                <a:tc>
                  <a:txBody>
                    <a:bodyPr/>
                    <a:lstStyle/>
                    <a:p>
                      <a:pPr algn="ctr">
                        <a:spcAft>
                          <a:spcPts val="0"/>
                        </a:spcAft>
                      </a:pPr>
                      <a:r>
                        <a:rPr lang="en-US" sz="1100" kern="100">
                          <a:effectLst/>
                        </a:rPr>
                        <a:t> </a:t>
                      </a:r>
                      <a:endParaRPr lang="zh-CN" sz="1100" b="1" kern="100">
                        <a:effectLst/>
                        <a:latin typeface="Times New Roman"/>
                        <a:ea typeface="宋体"/>
                      </a:endParaRPr>
                    </a:p>
                  </a:txBody>
                  <a:tcPr marL="68557" marR="68557" marT="0" marB="0"/>
                </a:tc>
                <a:tc>
                  <a:txBody>
                    <a:bodyPr/>
                    <a:lstStyle/>
                    <a:p>
                      <a:pPr algn="ctr">
                        <a:spcAft>
                          <a:spcPts val="0"/>
                        </a:spcAft>
                      </a:pPr>
                      <a:r>
                        <a:rPr lang="en-US" sz="1100" kern="100">
                          <a:effectLst/>
                        </a:rPr>
                        <a:t> </a:t>
                      </a:r>
                      <a:endParaRPr lang="zh-CN" sz="1100" b="1" kern="100">
                        <a:effectLst/>
                        <a:latin typeface="Times New Roman"/>
                        <a:ea typeface="宋体"/>
                      </a:endParaRPr>
                    </a:p>
                  </a:txBody>
                  <a:tcPr marL="68557" marR="68557" marT="0" marB="0"/>
                </a:tc>
                <a:tc>
                  <a:txBody>
                    <a:bodyPr/>
                    <a:lstStyle/>
                    <a:p>
                      <a:pPr algn="ctr">
                        <a:spcAft>
                          <a:spcPts val="0"/>
                        </a:spcAft>
                      </a:pPr>
                      <a:r>
                        <a:rPr lang="en-US" sz="1100" kern="100" dirty="0">
                          <a:effectLst/>
                        </a:rPr>
                        <a:t>TTD error</a:t>
                      </a:r>
                      <a:endParaRPr lang="zh-CN" sz="1100" b="1" kern="100" dirty="0">
                        <a:effectLst/>
                        <a:latin typeface="Times New Roman"/>
                        <a:ea typeface="宋体"/>
                      </a:endParaRPr>
                    </a:p>
                  </a:txBody>
                  <a:tcPr marL="68557" marR="68557" marT="0" marB="0"/>
                </a:tc>
                <a:extLst>
                  <a:ext uri="{0D108BD9-81ED-4DB2-BD59-A6C34878D82A}">
                    <a16:rowId xmlns:a16="http://schemas.microsoft.com/office/drawing/2014/main" xmlns="" val="10005"/>
                  </a:ext>
                </a:extLst>
              </a:tr>
            </a:tbl>
          </a:graphicData>
        </a:graphic>
      </p:graphicFrame>
      <p:graphicFrame>
        <p:nvGraphicFramePr>
          <p:cNvPr id="8" name="对象 5"/>
          <p:cNvGraphicFramePr>
            <a:graphicFrameLocks noChangeAspect="1"/>
          </p:cNvGraphicFramePr>
          <p:nvPr>
            <p:extLst>
              <p:ext uri="{D42A27DB-BD31-4B8C-83A1-F6EECF244321}">
                <p14:modId xmlns:p14="http://schemas.microsoft.com/office/powerpoint/2010/main" val="273163306"/>
              </p:ext>
            </p:extLst>
          </p:nvPr>
        </p:nvGraphicFramePr>
        <p:xfrm>
          <a:off x="4970144" y="1977629"/>
          <a:ext cx="4040187" cy="2146697"/>
        </p:xfrm>
        <a:graphic>
          <a:graphicData uri="http://schemas.openxmlformats.org/presentationml/2006/ole">
            <mc:AlternateContent xmlns:mc="http://schemas.openxmlformats.org/markup-compatibility/2006">
              <mc:Choice xmlns:v="urn:schemas-microsoft-com:vml" Requires="v">
                <p:oleObj spid="_x0000_s120862" name="Visio" r:id="rId3" imgW="2704624" imgH="1984962" progId="Visio.Drawing.11">
                  <p:embed/>
                </p:oleObj>
              </mc:Choice>
              <mc:Fallback>
                <p:oleObj name="Visio" r:id="rId3" imgW="2704624" imgH="1984962"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t="3159"/>
                      <a:stretch>
                        <a:fillRect/>
                      </a:stretch>
                    </p:blipFill>
                    <p:spPr bwMode="auto">
                      <a:xfrm>
                        <a:off x="4970144" y="1977629"/>
                        <a:ext cx="4040187" cy="21466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40548537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6: Relative time-tagged </a:t>
            </a:r>
            <a:r>
              <a:rPr lang="en-US" altLang="zh-CN" sz="3000" dirty="0" err="1"/>
              <a:t>telecommand</a:t>
            </a:r>
            <a:endParaRPr lang="en-US" altLang="zh-CN" sz="3000" dirty="0"/>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73</a:t>
            </a:fld>
            <a:r>
              <a:rPr lang="zh-CN" altLang="en-US"/>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870701"/>
            <a:ext cx="8255000" cy="2031325"/>
          </a:xfrm>
          <a:prstGeom prst="rect">
            <a:avLst/>
          </a:prstGeom>
          <a:noFill/>
          <a:ln>
            <a:noFill/>
          </a:ln>
        </p:spPr>
        <p:txBody>
          <a:bodyPr>
            <a:spAutoFit/>
          </a:bodyPr>
          <a:lstStyle/>
          <a:p>
            <a:pPr algn="just">
              <a:lnSpc>
                <a:spcPct val="150000"/>
              </a:lnSpc>
              <a:defRPr/>
            </a:pPr>
            <a:r>
              <a:rPr lang="en-US" altLang="zh-CN" sz="2400" dirty="0">
                <a:solidFill>
                  <a:srgbClr val="FF0000"/>
                </a:solidFill>
              </a:rPr>
              <a:t>Relative time-tagged telecommand.</a:t>
            </a:r>
          </a:p>
          <a:p>
            <a:pPr indent="457200" algn="just">
              <a:lnSpc>
                <a:spcPct val="125000"/>
              </a:lnSpc>
              <a:defRPr/>
            </a:pPr>
            <a:r>
              <a:rPr lang="en-US" altLang="zh-CN" sz="2400" dirty="0"/>
              <a:t>Each RTTC is composed with 6 bytes. The first 2 bytes is the time relative to start time, and the last 4 bytes is TC code (Indirect TC CODE). </a:t>
            </a:r>
            <a:endParaRPr lang="en-US" altLang="zh-CN" sz="2400" dirty="0">
              <a:solidFill>
                <a:schemeClr val="tx1"/>
              </a:solidFill>
            </a:endParaRPr>
          </a:p>
        </p:txBody>
      </p:sp>
      <p:grpSp>
        <p:nvGrpSpPr>
          <p:cNvPr id="7" name="组合 16"/>
          <p:cNvGrpSpPr>
            <a:grpSpLocks/>
          </p:cNvGrpSpPr>
          <p:nvPr/>
        </p:nvGrpSpPr>
        <p:grpSpPr bwMode="auto">
          <a:xfrm>
            <a:off x="1655766" y="2319692"/>
            <a:ext cx="5907087" cy="2250281"/>
            <a:chOff x="1655782" y="3020525"/>
            <a:chExt cx="5906900" cy="3000763"/>
          </a:xfrm>
        </p:grpSpPr>
        <p:grpSp>
          <p:nvGrpSpPr>
            <p:cNvPr id="8" name="组合 3"/>
            <p:cNvGrpSpPr>
              <a:grpSpLocks/>
            </p:cNvGrpSpPr>
            <p:nvPr/>
          </p:nvGrpSpPr>
          <p:grpSpPr bwMode="auto">
            <a:xfrm>
              <a:off x="1655782" y="3020525"/>
              <a:ext cx="5906900" cy="3000763"/>
              <a:chOff x="1655782" y="2889014"/>
              <a:chExt cx="5906900" cy="3000763"/>
            </a:xfrm>
          </p:grpSpPr>
          <p:sp>
            <p:nvSpPr>
              <p:cNvPr id="10" name="任意多边形 9"/>
              <p:cNvSpPr/>
              <p:nvPr/>
            </p:nvSpPr>
            <p:spPr>
              <a:xfrm>
                <a:off x="1655782" y="3715824"/>
                <a:ext cx="1699969" cy="1402119"/>
              </a:xfrm>
              <a:custGeom>
                <a:avLst/>
                <a:gdLst>
                  <a:gd name="connsiteX0" fmla="*/ 0 w 1699969"/>
                  <a:gd name="connsiteY0" fmla="*/ 140212 h 1402119"/>
                  <a:gd name="connsiteX1" fmla="*/ 140212 w 1699969"/>
                  <a:gd name="connsiteY1" fmla="*/ 0 h 1402119"/>
                  <a:gd name="connsiteX2" fmla="*/ 1559757 w 1699969"/>
                  <a:gd name="connsiteY2" fmla="*/ 0 h 1402119"/>
                  <a:gd name="connsiteX3" fmla="*/ 1699969 w 1699969"/>
                  <a:gd name="connsiteY3" fmla="*/ 140212 h 1402119"/>
                  <a:gd name="connsiteX4" fmla="*/ 1699969 w 1699969"/>
                  <a:gd name="connsiteY4" fmla="*/ 1261907 h 1402119"/>
                  <a:gd name="connsiteX5" fmla="*/ 1559757 w 1699969"/>
                  <a:gd name="connsiteY5" fmla="*/ 1402119 h 1402119"/>
                  <a:gd name="connsiteX6" fmla="*/ 140212 w 1699969"/>
                  <a:gd name="connsiteY6" fmla="*/ 1402119 h 1402119"/>
                  <a:gd name="connsiteX7" fmla="*/ 0 w 1699969"/>
                  <a:gd name="connsiteY7" fmla="*/ 1261907 h 1402119"/>
                  <a:gd name="connsiteX8" fmla="*/ 0 w 1699969"/>
                  <a:gd name="connsiteY8" fmla="*/ 140212 h 1402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9969" h="1402119">
                    <a:moveTo>
                      <a:pt x="0" y="140212"/>
                    </a:moveTo>
                    <a:cubicBezTo>
                      <a:pt x="0" y="62775"/>
                      <a:pt x="62775" y="0"/>
                      <a:pt x="140212" y="0"/>
                    </a:cubicBezTo>
                    <a:lnTo>
                      <a:pt x="1559757" y="0"/>
                    </a:lnTo>
                    <a:cubicBezTo>
                      <a:pt x="1637194" y="0"/>
                      <a:pt x="1699969" y="62775"/>
                      <a:pt x="1699969" y="140212"/>
                    </a:cubicBezTo>
                    <a:lnTo>
                      <a:pt x="1699969" y="1261907"/>
                    </a:lnTo>
                    <a:cubicBezTo>
                      <a:pt x="1699969" y="1339344"/>
                      <a:pt x="1637194" y="1402119"/>
                      <a:pt x="1559757" y="1402119"/>
                    </a:cubicBezTo>
                    <a:lnTo>
                      <a:pt x="140212" y="1402119"/>
                    </a:lnTo>
                    <a:cubicBezTo>
                      <a:pt x="62775" y="1402119"/>
                      <a:pt x="0" y="1339344"/>
                      <a:pt x="0" y="1261907"/>
                    </a:cubicBezTo>
                    <a:lnTo>
                      <a:pt x="0" y="140212"/>
                    </a:lnTo>
                    <a:close/>
                  </a:path>
                </a:pathLst>
              </a:custGeom>
            </p:spPr>
            <p:style>
              <a:lnRef idx="1">
                <a:schemeClr val="accent1"/>
              </a:lnRef>
              <a:fillRef idx="2">
                <a:schemeClr val="accent1"/>
              </a:fillRef>
              <a:effectRef idx="1">
                <a:schemeClr val="accent1"/>
              </a:effectRef>
              <a:fontRef idx="minor">
                <a:schemeClr val="dk1"/>
              </a:fontRef>
            </p:style>
            <p:txBody>
              <a:bodyPr lIns="64652" tIns="64652" rIns="64652" bIns="365106" spcCol="1270"/>
              <a:lstStyle/>
              <a:p>
                <a:pPr marL="171450" lvl="1" indent="-171450" algn="l" defTabSz="755650">
                  <a:lnSpc>
                    <a:spcPct val="90000"/>
                  </a:lnSpc>
                  <a:spcAft>
                    <a:spcPct val="15000"/>
                  </a:spcAft>
                  <a:buFontTx/>
                  <a:buChar char="••"/>
                  <a:defRPr/>
                </a:pPr>
                <a:r>
                  <a:rPr lang="en-US" altLang="zh-CN" sz="1700" dirty="0"/>
                  <a:t>Ground Station</a:t>
                </a:r>
                <a:endParaRPr lang="zh-CN" altLang="en-US" sz="1700" dirty="0"/>
              </a:p>
            </p:txBody>
          </p:sp>
          <p:sp>
            <p:nvSpPr>
              <p:cNvPr id="11" name="形状 10"/>
              <p:cNvSpPr/>
              <p:nvPr/>
            </p:nvSpPr>
            <p:spPr>
              <a:xfrm>
                <a:off x="2631386" y="4122548"/>
                <a:ext cx="1767229" cy="1767229"/>
              </a:xfrm>
              <a:prstGeom prst="leftCircularArrow">
                <a:avLst>
                  <a:gd name="adj1" fmla="val 2550"/>
                  <a:gd name="adj2" fmla="val 309429"/>
                  <a:gd name="adj3" fmla="val 2084940"/>
                  <a:gd name="adj4" fmla="val 9024489"/>
                  <a:gd name="adj5" fmla="val 2975"/>
                </a:avLst>
              </a:prstGeom>
            </p:spPr>
            <p:style>
              <a:lnRef idx="1">
                <a:schemeClr val="accent1"/>
              </a:lnRef>
              <a:fillRef idx="2">
                <a:schemeClr val="accent1"/>
              </a:fillRef>
              <a:effectRef idx="1">
                <a:schemeClr val="accent1"/>
              </a:effectRef>
              <a:fontRef idx="minor">
                <a:schemeClr val="dk1"/>
              </a:fontRef>
            </p:style>
          </p:sp>
          <p:sp>
            <p:nvSpPr>
              <p:cNvPr id="12" name="任意多边形 11"/>
              <p:cNvSpPr/>
              <p:nvPr/>
            </p:nvSpPr>
            <p:spPr>
              <a:xfrm>
                <a:off x="2033553" y="4817489"/>
                <a:ext cx="1511084" cy="600908"/>
              </a:xfrm>
              <a:custGeom>
                <a:avLst/>
                <a:gdLst>
                  <a:gd name="connsiteX0" fmla="*/ 0 w 1511084"/>
                  <a:gd name="connsiteY0" fmla="*/ 60091 h 600908"/>
                  <a:gd name="connsiteX1" fmla="*/ 60091 w 1511084"/>
                  <a:gd name="connsiteY1" fmla="*/ 0 h 600908"/>
                  <a:gd name="connsiteX2" fmla="*/ 1450993 w 1511084"/>
                  <a:gd name="connsiteY2" fmla="*/ 0 h 600908"/>
                  <a:gd name="connsiteX3" fmla="*/ 1511084 w 1511084"/>
                  <a:gd name="connsiteY3" fmla="*/ 60091 h 600908"/>
                  <a:gd name="connsiteX4" fmla="*/ 1511084 w 1511084"/>
                  <a:gd name="connsiteY4" fmla="*/ 540817 h 600908"/>
                  <a:gd name="connsiteX5" fmla="*/ 1450993 w 1511084"/>
                  <a:gd name="connsiteY5" fmla="*/ 600908 h 600908"/>
                  <a:gd name="connsiteX6" fmla="*/ 60091 w 1511084"/>
                  <a:gd name="connsiteY6" fmla="*/ 600908 h 600908"/>
                  <a:gd name="connsiteX7" fmla="*/ 0 w 1511084"/>
                  <a:gd name="connsiteY7" fmla="*/ 540817 h 600908"/>
                  <a:gd name="connsiteX8" fmla="*/ 0 w 1511084"/>
                  <a:gd name="connsiteY8" fmla="*/ 60091 h 600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11084" h="600908">
                    <a:moveTo>
                      <a:pt x="0" y="60091"/>
                    </a:moveTo>
                    <a:cubicBezTo>
                      <a:pt x="0" y="26904"/>
                      <a:pt x="26904" y="0"/>
                      <a:pt x="60091" y="0"/>
                    </a:cubicBezTo>
                    <a:lnTo>
                      <a:pt x="1450993" y="0"/>
                    </a:lnTo>
                    <a:cubicBezTo>
                      <a:pt x="1484180" y="0"/>
                      <a:pt x="1511084" y="26904"/>
                      <a:pt x="1511084" y="60091"/>
                    </a:cubicBezTo>
                    <a:lnTo>
                      <a:pt x="1511084" y="540817"/>
                    </a:lnTo>
                    <a:cubicBezTo>
                      <a:pt x="1511084" y="574004"/>
                      <a:pt x="1484180" y="600908"/>
                      <a:pt x="1450993" y="600908"/>
                    </a:cubicBezTo>
                    <a:lnTo>
                      <a:pt x="60091" y="600908"/>
                    </a:lnTo>
                    <a:cubicBezTo>
                      <a:pt x="26904" y="600908"/>
                      <a:pt x="0" y="574004"/>
                      <a:pt x="0" y="540817"/>
                    </a:cubicBezTo>
                    <a:lnTo>
                      <a:pt x="0" y="60091"/>
                    </a:lnTo>
                    <a:close/>
                  </a:path>
                </a:pathLst>
              </a:custGeom>
            </p:spPr>
            <p:style>
              <a:lnRef idx="1">
                <a:schemeClr val="accent1"/>
              </a:lnRef>
              <a:fillRef idx="2">
                <a:schemeClr val="accent1"/>
              </a:fillRef>
              <a:effectRef idx="1">
                <a:schemeClr val="accent1"/>
              </a:effectRef>
              <a:fontRef idx="minor">
                <a:schemeClr val="dk1"/>
              </a:fontRef>
            </p:style>
            <p:txBody>
              <a:bodyPr lIns="42365" tIns="34110" rIns="42365" bIns="34110" spcCol="1270" anchor="ctr"/>
              <a:lstStyle/>
              <a:p>
                <a:pPr defTabSz="577850">
                  <a:lnSpc>
                    <a:spcPct val="90000"/>
                  </a:lnSpc>
                  <a:spcAft>
                    <a:spcPct val="35000"/>
                  </a:spcAft>
                  <a:defRPr/>
                </a:pPr>
                <a:r>
                  <a:rPr lang="en-US" altLang="zh-CN" sz="1300" dirty="0"/>
                  <a:t>A group RTTC</a:t>
                </a:r>
                <a:endParaRPr lang="zh-CN" altLang="en-US" sz="1300" dirty="0"/>
              </a:p>
            </p:txBody>
          </p:sp>
          <p:sp>
            <p:nvSpPr>
              <p:cNvPr id="13" name="任意多边形 12"/>
              <p:cNvSpPr/>
              <p:nvPr/>
            </p:nvSpPr>
            <p:spPr>
              <a:xfrm>
                <a:off x="3759248" y="3715824"/>
                <a:ext cx="1699969" cy="1402119"/>
              </a:xfrm>
              <a:custGeom>
                <a:avLst/>
                <a:gdLst>
                  <a:gd name="connsiteX0" fmla="*/ 0 w 1699969"/>
                  <a:gd name="connsiteY0" fmla="*/ 140212 h 1402119"/>
                  <a:gd name="connsiteX1" fmla="*/ 140212 w 1699969"/>
                  <a:gd name="connsiteY1" fmla="*/ 0 h 1402119"/>
                  <a:gd name="connsiteX2" fmla="*/ 1559757 w 1699969"/>
                  <a:gd name="connsiteY2" fmla="*/ 0 h 1402119"/>
                  <a:gd name="connsiteX3" fmla="*/ 1699969 w 1699969"/>
                  <a:gd name="connsiteY3" fmla="*/ 140212 h 1402119"/>
                  <a:gd name="connsiteX4" fmla="*/ 1699969 w 1699969"/>
                  <a:gd name="connsiteY4" fmla="*/ 1261907 h 1402119"/>
                  <a:gd name="connsiteX5" fmla="*/ 1559757 w 1699969"/>
                  <a:gd name="connsiteY5" fmla="*/ 1402119 h 1402119"/>
                  <a:gd name="connsiteX6" fmla="*/ 140212 w 1699969"/>
                  <a:gd name="connsiteY6" fmla="*/ 1402119 h 1402119"/>
                  <a:gd name="connsiteX7" fmla="*/ 0 w 1699969"/>
                  <a:gd name="connsiteY7" fmla="*/ 1261907 h 1402119"/>
                  <a:gd name="connsiteX8" fmla="*/ 0 w 1699969"/>
                  <a:gd name="connsiteY8" fmla="*/ 140212 h 1402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9969" h="1402119">
                    <a:moveTo>
                      <a:pt x="0" y="140212"/>
                    </a:moveTo>
                    <a:cubicBezTo>
                      <a:pt x="0" y="62775"/>
                      <a:pt x="62775" y="0"/>
                      <a:pt x="140212" y="0"/>
                    </a:cubicBezTo>
                    <a:lnTo>
                      <a:pt x="1559757" y="0"/>
                    </a:lnTo>
                    <a:cubicBezTo>
                      <a:pt x="1637194" y="0"/>
                      <a:pt x="1699969" y="62775"/>
                      <a:pt x="1699969" y="140212"/>
                    </a:cubicBezTo>
                    <a:lnTo>
                      <a:pt x="1699969" y="1261907"/>
                    </a:lnTo>
                    <a:cubicBezTo>
                      <a:pt x="1699969" y="1339344"/>
                      <a:pt x="1637194" y="1402119"/>
                      <a:pt x="1559757" y="1402119"/>
                    </a:cubicBezTo>
                    <a:lnTo>
                      <a:pt x="140212" y="1402119"/>
                    </a:lnTo>
                    <a:cubicBezTo>
                      <a:pt x="62775" y="1402119"/>
                      <a:pt x="0" y="1339344"/>
                      <a:pt x="0" y="1261907"/>
                    </a:cubicBezTo>
                    <a:lnTo>
                      <a:pt x="0" y="140212"/>
                    </a:lnTo>
                    <a:close/>
                  </a:path>
                </a:pathLst>
              </a:custGeom>
            </p:spPr>
            <p:style>
              <a:lnRef idx="1">
                <a:schemeClr val="accent1"/>
              </a:lnRef>
              <a:fillRef idx="2">
                <a:schemeClr val="accent1"/>
              </a:fillRef>
              <a:effectRef idx="1">
                <a:schemeClr val="accent1"/>
              </a:effectRef>
              <a:fontRef idx="minor">
                <a:schemeClr val="dk1"/>
              </a:fontRef>
            </p:style>
            <p:txBody>
              <a:bodyPr lIns="64652" tIns="365106" rIns="64652" bIns="64652" spcCol="1270"/>
              <a:lstStyle/>
              <a:p>
                <a:pPr marL="171450" lvl="1" indent="-171450" algn="l" defTabSz="755650">
                  <a:lnSpc>
                    <a:spcPct val="90000"/>
                  </a:lnSpc>
                  <a:spcAft>
                    <a:spcPct val="15000"/>
                  </a:spcAft>
                  <a:buFontTx/>
                  <a:buChar char="••"/>
                  <a:defRPr/>
                </a:pPr>
                <a:r>
                  <a:rPr lang="en-US" altLang="zh-CN" sz="1700" dirty="0"/>
                  <a:t>OBC</a:t>
                </a:r>
                <a:endParaRPr lang="zh-CN" altLang="en-US" sz="1700" dirty="0"/>
              </a:p>
            </p:txBody>
          </p:sp>
          <p:sp>
            <p:nvSpPr>
              <p:cNvPr id="14" name="环形箭头 13"/>
              <p:cNvSpPr/>
              <p:nvPr/>
            </p:nvSpPr>
            <p:spPr>
              <a:xfrm>
                <a:off x="4720685" y="2889014"/>
                <a:ext cx="1984448" cy="1984448"/>
              </a:xfrm>
              <a:prstGeom prst="circularArrow">
                <a:avLst>
                  <a:gd name="adj1" fmla="val 2271"/>
                  <a:gd name="adj2" fmla="val 273786"/>
                  <a:gd name="adj3" fmla="val 19550703"/>
                  <a:gd name="adj4" fmla="val 12575511"/>
                  <a:gd name="adj5" fmla="val 2650"/>
                </a:avLst>
              </a:prstGeom>
            </p:spPr>
            <p:style>
              <a:lnRef idx="1">
                <a:schemeClr val="accent1"/>
              </a:lnRef>
              <a:fillRef idx="2">
                <a:schemeClr val="accent1"/>
              </a:fillRef>
              <a:effectRef idx="1">
                <a:schemeClr val="accent1"/>
              </a:effectRef>
              <a:fontRef idx="minor">
                <a:schemeClr val="dk1"/>
              </a:fontRef>
            </p:style>
          </p:sp>
          <p:sp>
            <p:nvSpPr>
              <p:cNvPr id="15" name="任意多边形 14"/>
              <p:cNvSpPr/>
              <p:nvPr/>
            </p:nvSpPr>
            <p:spPr>
              <a:xfrm>
                <a:off x="4137019" y="3261485"/>
                <a:ext cx="1511084" cy="754792"/>
              </a:xfrm>
              <a:custGeom>
                <a:avLst/>
                <a:gdLst>
                  <a:gd name="connsiteX0" fmla="*/ 0 w 1511084"/>
                  <a:gd name="connsiteY0" fmla="*/ 60091 h 600908"/>
                  <a:gd name="connsiteX1" fmla="*/ 60091 w 1511084"/>
                  <a:gd name="connsiteY1" fmla="*/ 0 h 600908"/>
                  <a:gd name="connsiteX2" fmla="*/ 1450993 w 1511084"/>
                  <a:gd name="connsiteY2" fmla="*/ 0 h 600908"/>
                  <a:gd name="connsiteX3" fmla="*/ 1511084 w 1511084"/>
                  <a:gd name="connsiteY3" fmla="*/ 60091 h 600908"/>
                  <a:gd name="connsiteX4" fmla="*/ 1511084 w 1511084"/>
                  <a:gd name="connsiteY4" fmla="*/ 540817 h 600908"/>
                  <a:gd name="connsiteX5" fmla="*/ 1450993 w 1511084"/>
                  <a:gd name="connsiteY5" fmla="*/ 600908 h 600908"/>
                  <a:gd name="connsiteX6" fmla="*/ 60091 w 1511084"/>
                  <a:gd name="connsiteY6" fmla="*/ 600908 h 600908"/>
                  <a:gd name="connsiteX7" fmla="*/ 0 w 1511084"/>
                  <a:gd name="connsiteY7" fmla="*/ 540817 h 600908"/>
                  <a:gd name="connsiteX8" fmla="*/ 0 w 1511084"/>
                  <a:gd name="connsiteY8" fmla="*/ 60091 h 600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11084" h="600908">
                    <a:moveTo>
                      <a:pt x="0" y="60091"/>
                    </a:moveTo>
                    <a:cubicBezTo>
                      <a:pt x="0" y="26904"/>
                      <a:pt x="26904" y="0"/>
                      <a:pt x="60091" y="0"/>
                    </a:cubicBezTo>
                    <a:lnTo>
                      <a:pt x="1450993" y="0"/>
                    </a:lnTo>
                    <a:cubicBezTo>
                      <a:pt x="1484180" y="0"/>
                      <a:pt x="1511084" y="26904"/>
                      <a:pt x="1511084" y="60091"/>
                    </a:cubicBezTo>
                    <a:lnTo>
                      <a:pt x="1511084" y="540817"/>
                    </a:lnTo>
                    <a:cubicBezTo>
                      <a:pt x="1511084" y="574004"/>
                      <a:pt x="1484180" y="600908"/>
                      <a:pt x="1450993" y="600908"/>
                    </a:cubicBezTo>
                    <a:lnTo>
                      <a:pt x="60091" y="600908"/>
                    </a:lnTo>
                    <a:cubicBezTo>
                      <a:pt x="26904" y="600908"/>
                      <a:pt x="0" y="574004"/>
                      <a:pt x="0" y="540817"/>
                    </a:cubicBezTo>
                    <a:lnTo>
                      <a:pt x="0" y="60091"/>
                    </a:lnTo>
                    <a:close/>
                  </a:path>
                </a:pathLst>
              </a:custGeom>
            </p:spPr>
            <p:style>
              <a:lnRef idx="1">
                <a:schemeClr val="accent1"/>
              </a:lnRef>
              <a:fillRef idx="2">
                <a:schemeClr val="accent1"/>
              </a:fillRef>
              <a:effectRef idx="1">
                <a:schemeClr val="accent1"/>
              </a:effectRef>
              <a:fontRef idx="minor">
                <a:schemeClr val="dk1"/>
              </a:fontRef>
            </p:style>
            <p:txBody>
              <a:bodyPr lIns="42365" tIns="34110" rIns="42365" bIns="34110" spcCol="1270" anchor="ctr"/>
              <a:lstStyle/>
              <a:p>
                <a:pPr defTabSz="577850">
                  <a:lnSpc>
                    <a:spcPct val="90000"/>
                  </a:lnSpc>
                  <a:spcAft>
                    <a:spcPct val="35000"/>
                  </a:spcAft>
                  <a:defRPr/>
                </a:pPr>
                <a:r>
                  <a:rPr lang="en-US" altLang="zh-CN" sz="1300" dirty="0"/>
                  <a:t>Compare RTTC time  with  relative counter to start time</a:t>
                </a:r>
                <a:endParaRPr lang="zh-CN" altLang="en-US" sz="1300" dirty="0"/>
              </a:p>
            </p:txBody>
          </p:sp>
          <p:sp>
            <p:nvSpPr>
              <p:cNvPr id="16" name="任意多边形 15"/>
              <p:cNvSpPr/>
              <p:nvPr/>
            </p:nvSpPr>
            <p:spPr>
              <a:xfrm>
                <a:off x="5862713" y="3715824"/>
                <a:ext cx="1699969" cy="1402119"/>
              </a:xfrm>
              <a:custGeom>
                <a:avLst/>
                <a:gdLst>
                  <a:gd name="connsiteX0" fmla="*/ 0 w 1699969"/>
                  <a:gd name="connsiteY0" fmla="*/ 140212 h 1402119"/>
                  <a:gd name="connsiteX1" fmla="*/ 140212 w 1699969"/>
                  <a:gd name="connsiteY1" fmla="*/ 0 h 1402119"/>
                  <a:gd name="connsiteX2" fmla="*/ 1559757 w 1699969"/>
                  <a:gd name="connsiteY2" fmla="*/ 0 h 1402119"/>
                  <a:gd name="connsiteX3" fmla="*/ 1699969 w 1699969"/>
                  <a:gd name="connsiteY3" fmla="*/ 140212 h 1402119"/>
                  <a:gd name="connsiteX4" fmla="*/ 1699969 w 1699969"/>
                  <a:gd name="connsiteY4" fmla="*/ 1261907 h 1402119"/>
                  <a:gd name="connsiteX5" fmla="*/ 1559757 w 1699969"/>
                  <a:gd name="connsiteY5" fmla="*/ 1402119 h 1402119"/>
                  <a:gd name="connsiteX6" fmla="*/ 140212 w 1699969"/>
                  <a:gd name="connsiteY6" fmla="*/ 1402119 h 1402119"/>
                  <a:gd name="connsiteX7" fmla="*/ 0 w 1699969"/>
                  <a:gd name="connsiteY7" fmla="*/ 1261907 h 1402119"/>
                  <a:gd name="connsiteX8" fmla="*/ 0 w 1699969"/>
                  <a:gd name="connsiteY8" fmla="*/ 140212 h 1402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9969" h="1402119">
                    <a:moveTo>
                      <a:pt x="0" y="140212"/>
                    </a:moveTo>
                    <a:cubicBezTo>
                      <a:pt x="0" y="62775"/>
                      <a:pt x="62775" y="0"/>
                      <a:pt x="140212" y="0"/>
                    </a:cubicBezTo>
                    <a:lnTo>
                      <a:pt x="1559757" y="0"/>
                    </a:lnTo>
                    <a:cubicBezTo>
                      <a:pt x="1637194" y="0"/>
                      <a:pt x="1699969" y="62775"/>
                      <a:pt x="1699969" y="140212"/>
                    </a:cubicBezTo>
                    <a:lnTo>
                      <a:pt x="1699969" y="1261907"/>
                    </a:lnTo>
                    <a:cubicBezTo>
                      <a:pt x="1699969" y="1339344"/>
                      <a:pt x="1637194" y="1402119"/>
                      <a:pt x="1559757" y="1402119"/>
                    </a:cubicBezTo>
                    <a:lnTo>
                      <a:pt x="140212" y="1402119"/>
                    </a:lnTo>
                    <a:cubicBezTo>
                      <a:pt x="62775" y="1402119"/>
                      <a:pt x="0" y="1339344"/>
                      <a:pt x="0" y="1261907"/>
                    </a:cubicBezTo>
                    <a:lnTo>
                      <a:pt x="0" y="140212"/>
                    </a:lnTo>
                    <a:close/>
                  </a:path>
                </a:pathLst>
              </a:custGeom>
            </p:spPr>
            <p:style>
              <a:lnRef idx="1">
                <a:schemeClr val="accent1"/>
              </a:lnRef>
              <a:fillRef idx="2">
                <a:schemeClr val="accent1"/>
              </a:fillRef>
              <a:effectRef idx="1">
                <a:schemeClr val="accent1"/>
              </a:effectRef>
              <a:fontRef idx="minor">
                <a:schemeClr val="dk1"/>
              </a:fontRef>
            </p:style>
            <p:txBody>
              <a:bodyPr lIns="64652" tIns="64652" rIns="64652" bIns="365106" spcCol="1270"/>
              <a:lstStyle/>
              <a:p>
                <a:pPr marL="171450" lvl="1" indent="-171450" algn="l" defTabSz="755650">
                  <a:lnSpc>
                    <a:spcPct val="90000"/>
                  </a:lnSpc>
                  <a:spcAft>
                    <a:spcPct val="15000"/>
                  </a:spcAft>
                  <a:buFontTx/>
                  <a:buChar char="••"/>
                  <a:defRPr/>
                </a:pPr>
                <a:r>
                  <a:rPr lang="en-US" altLang="zh-CN" sz="1700" dirty="0"/>
                  <a:t>Subcomputer</a:t>
                </a:r>
                <a:endParaRPr lang="zh-CN" altLang="en-US" sz="1700" dirty="0"/>
              </a:p>
            </p:txBody>
          </p:sp>
        </p:grpSp>
        <p:sp>
          <p:nvSpPr>
            <p:cNvPr id="9" name="任意多边形 8"/>
            <p:cNvSpPr/>
            <p:nvPr/>
          </p:nvSpPr>
          <p:spPr>
            <a:xfrm>
              <a:off x="3816458" y="4837219"/>
              <a:ext cx="1511084" cy="600908"/>
            </a:xfrm>
            <a:custGeom>
              <a:avLst/>
              <a:gdLst>
                <a:gd name="connsiteX0" fmla="*/ 0 w 1511084"/>
                <a:gd name="connsiteY0" fmla="*/ 60091 h 600908"/>
                <a:gd name="connsiteX1" fmla="*/ 60091 w 1511084"/>
                <a:gd name="connsiteY1" fmla="*/ 0 h 600908"/>
                <a:gd name="connsiteX2" fmla="*/ 1450993 w 1511084"/>
                <a:gd name="connsiteY2" fmla="*/ 0 h 600908"/>
                <a:gd name="connsiteX3" fmla="*/ 1511084 w 1511084"/>
                <a:gd name="connsiteY3" fmla="*/ 60091 h 600908"/>
                <a:gd name="connsiteX4" fmla="*/ 1511084 w 1511084"/>
                <a:gd name="connsiteY4" fmla="*/ 540817 h 600908"/>
                <a:gd name="connsiteX5" fmla="*/ 1450993 w 1511084"/>
                <a:gd name="connsiteY5" fmla="*/ 600908 h 600908"/>
                <a:gd name="connsiteX6" fmla="*/ 60091 w 1511084"/>
                <a:gd name="connsiteY6" fmla="*/ 600908 h 600908"/>
                <a:gd name="connsiteX7" fmla="*/ 0 w 1511084"/>
                <a:gd name="connsiteY7" fmla="*/ 540817 h 600908"/>
                <a:gd name="connsiteX8" fmla="*/ 0 w 1511084"/>
                <a:gd name="connsiteY8" fmla="*/ 60091 h 600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11084" h="600908">
                  <a:moveTo>
                    <a:pt x="0" y="60091"/>
                  </a:moveTo>
                  <a:cubicBezTo>
                    <a:pt x="0" y="26904"/>
                    <a:pt x="26904" y="0"/>
                    <a:pt x="60091" y="0"/>
                  </a:cubicBezTo>
                  <a:lnTo>
                    <a:pt x="1450993" y="0"/>
                  </a:lnTo>
                  <a:cubicBezTo>
                    <a:pt x="1484180" y="0"/>
                    <a:pt x="1511084" y="26904"/>
                    <a:pt x="1511084" y="60091"/>
                  </a:cubicBezTo>
                  <a:lnTo>
                    <a:pt x="1511084" y="540817"/>
                  </a:lnTo>
                  <a:cubicBezTo>
                    <a:pt x="1511084" y="574004"/>
                    <a:pt x="1484180" y="600908"/>
                    <a:pt x="1450993" y="600908"/>
                  </a:cubicBezTo>
                  <a:lnTo>
                    <a:pt x="60091" y="600908"/>
                  </a:lnTo>
                  <a:cubicBezTo>
                    <a:pt x="26904" y="600908"/>
                    <a:pt x="0" y="574004"/>
                    <a:pt x="0" y="540817"/>
                  </a:cubicBezTo>
                  <a:lnTo>
                    <a:pt x="0" y="60091"/>
                  </a:lnTo>
                  <a:close/>
                </a:path>
              </a:pathLst>
            </a:custGeom>
          </p:spPr>
          <p:style>
            <a:lnRef idx="1">
              <a:schemeClr val="accent1"/>
            </a:lnRef>
            <a:fillRef idx="2">
              <a:schemeClr val="accent1"/>
            </a:fillRef>
            <a:effectRef idx="1">
              <a:schemeClr val="accent1"/>
            </a:effectRef>
            <a:fontRef idx="minor">
              <a:schemeClr val="dk1"/>
            </a:fontRef>
          </p:style>
          <p:txBody>
            <a:bodyPr lIns="42365" tIns="34110" rIns="42365" bIns="34110" spcCol="1270" anchor="ctr"/>
            <a:lstStyle/>
            <a:p>
              <a:pPr defTabSz="577850">
                <a:lnSpc>
                  <a:spcPct val="90000"/>
                </a:lnSpc>
                <a:spcAft>
                  <a:spcPct val="35000"/>
                </a:spcAft>
                <a:defRPr/>
              </a:pPr>
              <a:r>
                <a:rPr lang="en-US" altLang="zh-CN" sz="1300" dirty="0"/>
                <a:t>Saved in OBC EEPROM</a:t>
              </a:r>
              <a:endParaRPr lang="zh-CN" altLang="en-US" sz="1300" dirty="0"/>
            </a:p>
          </p:txBody>
        </p:sp>
      </p:grpSp>
    </p:spTree>
    <p:extLst>
      <p:ext uri="{BB962C8B-B14F-4D97-AF65-F5344CB8AC3E}">
        <p14:creationId xmlns:p14="http://schemas.microsoft.com/office/powerpoint/2010/main" val="240548537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6: Relative time-tagged </a:t>
            </a:r>
            <a:r>
              <a:rPr lang="en-US" altLang="zh-CN" sz="3000" dirty="0" err="1"/>
              <a:t>telecommand</a:t>
            </a:r>
            <a:endParaRPr lang="en-US" altLang="zh-CN" sz="3000" dirty="0"/>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74</a:t>
            </a:fld>
            <a:r>
              <a:rPr lang="zh-CN" altLang="en-US"/>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840491"/>
            <a:ext cx="8255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50000"/>
              </a:lnSpc>
            </a:pPr>
            <a:r>
              <a:rPr lang="en-US" altLang="zh-CN" sz="2400" dirty="0">
                <a:solidFill>
                  <a:srgbClr val="FF0000"/>
                </a:solidFill>
              </a:rPr>
              <a:t>TTC and RTTC comparison</a:t>
            </a:r>
          </a:p>
        </p:txBody>
      </p:sp>
      <p:graphicFrame>
        <p:nvGraphicFramePr>
          <p:cNvPr id="7" name="表格 6"/>
          <p:cNvGraphicFramePr>
            <a:graphicFrameLocks noGrp="1"/>
          </p:cNvGraphicFramePr>
          <p:nvPr>
            <p:extLst>
              <p:ext uri="{D42A27DB-BD31-4B8C-83A1-F6EECF244321}">
                <p14:modId xmlns:p14="http://schemas.microsoft.com/office/powerpoint/2010/main" val="1488502715"/>
              </p:ext>
            </p:extLst>
          </p:nvPr>
        </p:nvGraphicFramePr>
        <p:xfrm>
          <a:off x="900113" y="1353650"/>
          <a:ext cx="7596187" cy="3162325"/>
        </p:xfrm>
        <a:graphic>
          <a:graphicData uri="http://schemas.openxmlformats.org/drawingml/2006/table">
            <a:tbl>
              <a:tblPr firstRow="1" bandRow="1">
                <a:tableStyleId>{5C22544A-7EE6-4342-B048-85BDC9FD1C3A}</a:tableStyleId>
              </a:tblPr>
              <a:tblGrid>
                <a:gridCol w="1279358">
                  <a:extLst>
                    <a:ext uri="{9D8B030D-6E8A-4147-A177-3AD203B41FA5}">
                      <a16:colId xmlns:a16="http://schemas.microsoft.com/office/drawing/2014/main" xmlns="" val="20000"/>
                    </a:ext>
                  </a:extLst>
                </a:gridCol>
                <a:gridCol w="3078455">
                  <a:extLst>
                    <a:ext uri="{9D8B030D-6E8A-4147-A177-3AD203B41FA5}">
                      <a16:colId xmlns:a16="http://schemas.microsoft.com/office/drawing/2014/main" xmlns="" val="20001"/>
                    </a:ext>
                  </a:extLst>
                </a:gridCol>
                <a:gridCol w="3238374">
                  <a:extLst>
                    <a:ext uri="{9D8B030D-6E8A-4147-A177-3AD203B41FA5}">
                      <a16:colId xmlns:a16="http://schemas.microsoft.com/office/drawing/2014/main" xmlns="" val="20002"/>
                    </a:ext>
                  </a:extLst>
                </a:gridCol>
              </a:tblGrid>
              <a:tr h="304991">
                <a:tc>
                  <a:txBody>
                    <a:bodyPr/>
                    <a:lstStyle/>
                    <a:p>
                      <a:r>
                        <a:rPr lang="en-US" altLang="zh-CN" sz="1500" dirty="0"/>
                        <a:t>NO</a:t>
                      </a:r>
                      <a:endParaRPr lang="zh-CN" altLang="en-US" sz="1500" dirty="0"/>
                    </a:p>
                  </a:txBody>
                  <a:tcPr marL="91432" marR="91432" marT="34274" marB="34274"/>
                </a:tc>
                <a:tc>
                  <a:txBody>
                    <a:bodyPr/>
                    <a:lstStyle/>
                    <a:p>
                      <a:r>
                        <a:rPr lang="en-US" altLang="zh-CN" sz="1500" dirty="0"/>
                        <a:t>TTC</a:t>
                      </a:r>
                      <a:endParaRPr lang="zh-CN" altLang="en-US" sz="1500" dirty="0"/>
                    </a:p>
                  </a:txBody>
                  <a:tcPr marL="91432" marR="91432" marT="34274" marB="34274"/>
                </a:tc>
                <a:tc>
                  <a:txBody>
                    <a:bodyPr/>
                    <a:lstStyle/>
                    <a:p>
                      <a:r>
                        <a:rPr lang="en-US" altLang="zh-CN" sz="1500" dirty="0"/>
                        <a:t>RTTC</a:t>
                      </a:r>
                      <a:endParaRPr lang="zh-CN" altLang="en-US" sz="1500" dirty="0"/>
                    </a:p>
                  </a:txBody>
                  <a:tcPr marL="91432" marR="91432" marT="34274" marB="34274"/>
                </a:tc>
                <a:extLst>
                  <a:ext uri="{0D108BD9-81ED-4DB2-BD59-A6C34878D82A}">
                    <a16:rowId xmlns:a16="http://schemas.microsoft.com/office/drawing/2014/main" xmlns="" val="10000"/>
                  </a:ext>
                </a:extLst>
              </a:tr>
              <a:tr h="525749">
                <a:tc>
                  <a:txBody>
                    <a:bodyPr/>
                    <a:lstStyle/>
                    <a:p>
                      <a:r>
                        <a:rPr lang="en-US" altLang="zh-CN" sz="1500" dirty="0"/>
                        <a:t>1</a:t>
                      </a:r>
                      <a:endParaRPr lang="zh-CN" altLang="en-US" sz="1500" dirty="0"/>
                    </a:p>
                  </a:txBody>
                  <a:tcPr marL="91432" marR="91432" marT="34274" marB="34274"/>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500" dirty="0"/>
                        <a:t>Saved</a:t>
                      </a:r>
                      <a:endParaRPr lang="zh-CN" altLang="en-US" sz="1500" dirty="0"/>
                    </a:p>
                    <a:p>
                      <a:r>
                        <a:rPr lang="en-US" altLang="zh-CN" sz="1500" dirty="0"/>
                        <a:t>In SRAM</a:t>
                      </a:r>
                      <a:endParaRPr lang="zh-CN" altLang="en-US" sz="1500" dirty="0"/>
                    </a:p>
                  </a:txBody>
                  <a:tcPr marL="91432" marR="91432" marT="34274" marB="34274"/>
                </a:tc>
                <a:tc>
                  <a:txBody>
                    <a:bodyPr/>
                    <a:lstStyle/>
                    <a:p>
                      <a:r>
                        <a:rPr lang="en-US" altLang="zh-CN" sz="1500" dirty="0"/>
                        <a:t>Saved in EEPROM</a:t>
                      </a:r>
                      <a:endParaRPr lang="zh-CN" altLang="en-US" sz="1500" dirty="0"/>
                    </a:p>
                  </a:txBody>
                  <a:tcPr marL="91432" marR="91432" marT="34274" marB="34274"/>
                </a:tc>
                <a:extLst>
                  <a:ext uri="{0D108BD9-81ED-4DB2-BD59-A6C34878D82A}">
                    <a16:rowId xmlns:a16="http://schemas.microsoft.com/office/drawing/2014/main" xmlns="" val="10001"/>
                  </a:ext>
                </a:extLst>
              </a:tr>
              <a:tr h="297149">
                <a:tc>
                  <a:txBody>
                    <a:bodyPr/>
                    <a:lstStyle/>
                    <a:p>
                      <a:r>
                        <a:rPr lang="en-US" altLang="zh-CN" sz="1500" dirty="0"/>
                        <a:t>2</a:t>
                      </a:r>
                      <a:endParaRPr lang="zh-CN" altLang="en-US" sz="1500" dirty="0"/>
                    </a:p>
                  </a:txBody>
                  <a:tcPr marL="91432" marR="91432" marT="34274" marB="34274"/>
                </a:tc>
                <a:tc>
                  <a:txBody>
                    <a:bodyPr/>
                    <a:lstStyle/>
                    <a:p>
                      <a:r>
                        <a:rPr lang="en-US" altLang="zh-CN" sz="1500" dirty="0"/>
                        <a:t>Be clear after</a:t>
                      </a:r>
                      <a:r>
                        <a:rPr lang="en-US" altLang="zh-CN" sz="1500" baseline="0" dirty="0"/>
                        <a:t> execution</a:t>
                      </a:r>
                      <a:endParaRPr lang="zh-CN" altLang="en-US" sz="1500" dirty="0"/>
                    </a:p>
                  </a:txBody>
                  <a:tcPr marL="91432" marR="91432" marT="34274" marB="34274"/>
                </a:tc>
                <a:tc>
                  <a:txBody>
                    <a:bodyPr/>
                    <a:lstStyle/>
                    <a:p>
                      <a:r>
                        <a:rPr lang="en-US" altLang="zh-CN" sz="1500" dirty="0"/>
                        <a:t>Not clear after execution</a:t>
                      </a:r>
                    </a:p>
                  </a:txBody>
                  <a:tcPr marL="91432" marR="91432" marT="34274" marB="34274"/>
                </a:tc>
                <a:extLst>
                  <a:ext uri="{0D108BD9-81ED-4DB2-BD59-A6C34878D82A}">
                    <a16:rowId xmlns:a16="http://schemas.microsoft.com/office/drawing/2014/main" xmlns="" val="10002"/>
                  </a:ext>
                </a:extLst>
              </a:tr>
              <a:tr h="525749">
                <a:tc>
                  <a:txBody>
                    <a:bodyPr/>
                    <a:lstStyle/>
                    <a:p>
                      <a:r>
                        <a:rPr lang="en-US" altLang="zh-CN" sz="1500" dirty="0"/>
                        <a:t>3</a:t>
                      </a:r>
                      <a:endParaRPr lang="zh-CN" altLang="en-US" sz="1500" dirty="0"/>
                    </a:p>
                  </a:txBody>
                  <a:tcPr marL="91432" marR="91432" marT="34274" marB="34274"/>
                </a:tc>
                <a:tc>
                  <a:txBody>
                    <a:bodyPr/>
                    <a:lstStyle/>
                    <a:p>
                      <a:r>
                        <a:rPr lang="en-US" altLang="zh-CN" sz="1500" dirty="0"/>
                        <a:t>Support 1000 TTC saved in OBC at most.</a:t>
                      </a:r>
                      <a:endParaRPr lang="zh-CN" altLang="en-US" sz="1500" dirty="0"/>
                    </a:p>
                  </a:txBody>
                  <a:tcPr marL="91432" marR="91432" marT="34274" marB="34274"/>
                </a:tc>
                <a:tc>
                  <a:txBody>
                    <a:bodyPr/>
                    <a:lstStyle/>
                    <a:p>
                      <a:r>
                        <a:rPr lang="en-US" altLang="zh-CN" sz="1500" dirty="0"/>
                        <a:t>Max</a:t>
                      </a:r>
                      <a:r>
                        <a:rPr lang="en-US" altLang="zh-CN" sz="1500" baseline="0" dirty="0"/>
                        <a:t> 32 groups, and each group can store 38 TCs</a:t>
                      </a:r>
                      <a:endParaRPr lang="zh-CN" altLang="en-US" sz="1500" dirty="0"/>
                    </a:p>
                  </a:txBody>
                  <a:tcPr marL="91432" marR="91432" marT="34274" marB="34274"/>
                </a:tc>
                <a:extLst>
                  <a:ext uri="{0D108BD9-81ED-4DB2-BD59-A6C34878D82A}">
                    <a16:rowId xmlns:a16="http://schemas.microsoft.com/office/drawing/2014/main" xmlns="" val="10003"/>
                  </a:ext>
                </a:extLst>
              </a:tr>
              <a:tr h="525749">
                <a:tc>
                  <a:txBody>
                    <a:bodyPr/>
                    <a:lstStyle/>
                    <a:p>
                      <a:r>
                        <a:rPr lang="en-US" altLang="zh-CN" sz="1500" dirty="0"/>
                        <a:t>4</a:t>
                      </a:r>
                      <a:endParaRPr lang="zh-CN" altLang="en-US" sz="1500" dirty="0"/>
                    </a:p>
                  </a:txBody>
                  <a:tcPr marL="91432" marR="91432" marT="34274" marB="34274"/>
                </a:tc>
                <a:tc>
                  <a:txBody>
                    <a:bodyPr/>
                    <a:lstStyle/>
                    <a:p>
                      <a:r>
                        <a:rPr lang="en-US" altLang="zh-CN" sz="1500" dirty="0"/>
                        <a:t>Compared</a:t>
                      </a:r>
                      <a:r>
                        <a:rPr lang="en-US" altLang="zh-CN" sz="1500" baseline="0" dirty="0"/>
                        <a:t> to absolute UTC time</a:t>
                      </a:r>
                      <a:endParaRPr lang="zh-CN" altLang="en-US" sz="1500" dirty="0"/>
                    </a:p>
                  </a:txBody>
                  <a:tcPr marL="91432" marR="91432" marT="34274" marB="34274"/>
                </a:tc>
                <a:tc>
                  <a:txBody>
                    <a:bodyPr/>
                    <a:lstStyle/>
                    <a:p>
                      <a:r>
                        <a:rPr lang="en-US" altLang="zh-CN" sz="1500" dirty="0"/>
                        <a:t>Compared to relative the time of start RTTC</a:t>
                      </a:r>
                      <a:r>
                        <a:rPr lang="en-US" altLang="zh-CN" sz="1500" baseline="0" dirty="0"/>
                        <a:t> group </a:t>
                      </a:r>
                      <a:endParaRPr lang="zh-CN" altLang="en-US" sz="1500" dirty="0"/>
                    </a:p>
                  </a:txBody>
                  <a:tcPr marL="91432" marR="91432" marT="34274" marB="34274"/>
                </a:tc>
                <a:extLst>
                  <a:ext uri="{0D108BD9-81ED-4DB2-BD59-A6C34878D82A}">
                    <a16:rowId xmlns:a16="http://schemas.microsoft.com/office/drawing/2014/main" xmlns="" val="10004"/>
                  </a:ext>
                </a:extLst>
              </a:tr>
              <a:tr h="982938">
                <a:tc>
                  <a:txBody>
                    <a:bodyPr/>
                    <a:lstStyle/>
                    <a:p>
                      <a:r>
                        <a:rPr lang="en-US" altLang="zh-CN" sz="1500" dirty="0"/>
                        <a:t>5</a:t>
                      </a:r>
                      <a:endParaRPr lang="zh-CN" altLang="en-US" sz="1500" dirty="0"/>
                    </a:p>
                  </a:txBody>
                  <a:tcPr marL="91432" marR="91432" marT="34274" marB="34274"/>
                </a:tc>
                <a:tc>
                  <a:txBody>
                    <a:bodyPr/>
                    <a:lstStyle/>
                    <a:p>
                      <a:r>
                        <a:rPr lang="en-US" altLang="zh-CN" sz="1500" dirty="0"/>
                        <a:t>Cooperated</a:t>
                      </a:r>
                      <a:r>
                        <a:rPr lang="en-US" altLang="zh-CN" sz="1500" baseline="0" dirty="0"/>
                        <a:t> with RTTC  used for mission operation</a:t>
                      </a:r>
                      <a:endParaRPr lang="zh-CN" altLang="en-US" sz="1500" dirty="0"/>
                    </a:p>
                  </a:txBody>
                  <a:tcPr marL="91432" marR="91432" marT="34274" marB="34274"/>
                </a:tc>
                <a:tc>
                  <a:txBody>
                    <a:bodyPr/>
                    <a:lstStyle/>
                    <a:p>
                      <a:r>
                        <a:rPr lang="en-US" altLang="zh-CN" sz="1500" dirty="0"/>
                        <a:t>General used fixed command sequence ,like payload power</a:t>
                      </a:r>
                      <a:r>
                        <a:rPr lang="en-US" altLang="zh-CN" sz="1500" baseline="0" dirty="0"/>
                        <a:t> on /power off sequence</a:t>
                      </a:r>
                      <a:endParaRPr lang="zh-CN" altLang="en-US" sz="1500" dirty="0"/>
                    </a:p>
                  </a:txBody>
                  <a:tcPr marL="91432" marR="91432" marT="34274" marB="34274"/>
                </a:tc>
                <a:extLst>
                  <a:ext uri="{0D108BD9-81ED-4DB2-BD59-A6C34878D82A}">
                    <a16:rowId xmlns:a16="http://schemas.microsoft.com/office/drawing/2014/main" xmlns="" val="10005"/>
                  </a:ext>
                </a:extLst>
              </a:tr>
            </a:tbl>
          </a:graphicData>
        </a:graphic>
      </p:graphicFrame>
    </p:spTree>
    <p:extLst>
      <p:ext uri="{BB962C8B-B14F-4D97-AF65-F5344CB8AC3E}">
        <p14:creationId xmlns:p14="http://schemas.microsoft.com/office/powerpoint/2010/main" val="240548537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6: Relative time-tagged </a:t>
            </a:r>
            <a:r>
              <a:rPr lang="en-US" altLang="zh-CN" sz="3000" dirty="0" err="1"/>
              <a:t>telecommand</a:t>
            </a:r>
            <a:endParaRPr lang="en-US" altLang="zh-CN" sz="3000" dirty="0"/>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75</a:t>
            </a:fld>
            <a:r>
              <a:rPr lang="zh-CN" altLang="en-US"/>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931085"/>
            <a:ext cx="825500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457200" algn="just">
              <a:lnSpc>
                <a:spcPct val="125000"/>
              </a:lnSpc>
            </a:pPr>
            <a:r>
              <a:rPr lang="en-US" altLang="zh-CN" sz="2400" dirty="0"/>
              <a:t>Each group of RTTCs can be divided into 2 segments with ID 1 and 2. </a:t>
            </a:r>
            <a:r>
              <a:rPr lang="en-US" altLang="zh-CN" sz="2400" dirty="0" err="1"/>
              <a:t>Generlly</a:t>
            </a:r>
            <a:r>
              <a:rPr lang="en-US" altLang="zh-CN" sz="2400" dirty="0"/>
              <a:t> segments 1 used for payload power on and segments 2 used for power off. And the time between segments 1 and segments 2 can be controlled by the TC of start RTTC.</a:t>
            </a:r>
            <a:endParaRPr lang="en-US" altLang="zh-CN" sz="2400" dirty="0">
              <a:solidFill>
                <a:schemeClr val="tx1"/>
              </a:solidFill>
            </a:endParaRPr>
          </a:p>
        </p:txBody>
      </p:sp>
      <p:graphicFrame>
        <p:nvGraphicFramePr>
          <p:cNvPr id="7" name="表格 6"/>
          <p:cNvGraphicFramePr>
            <a:graphicFrameLocks noGrp="1"/>
          </p:cNvGraphicFramePr>
          <p:nvPr>
            <p:extLst>
              <p:ext uri="{D42A27DB-BD31-4B8C-83A1-F6EECF244321}">
                <p14:modId xmlns:p14="http://schemas.microsoft.com/office/powerpoint/2010/main" val="2349244489"/>
              </p:ext>
            </p:extLst>
          </p:nvPr>
        </p:nvGraphicFramePr>
        <p:xfrm>
          <a:off x="5795963" y="2731311"/>
          <a:ext cx="2376487" cy="2000201"/>
        </p:xfrm>
        <a:graphic>
          <a:graphicData uri="http://schemas.openxmlformats.org/drawingml/2006/table">
            <a:tbl>
              <a:tblPr firstRow="1" bandRow="1">
                <a:tableStyleId>{BC89EF96-8CEA-46FF-86C4-4CE0E7609802}</a:tableStyleId>
              </a:tblPr>
              <a:tblGrid>
                <a:gridCol w="2376487">
                  <a:extLst>
                    <a:ext uri="{9D8B030D-6E8A-4147-A177-3AD203B41FA5}">
                      <a16:colId xmlns:a16="http://schemas.microsoft.com/office/drawing/2014/main" xmlns="" val="20000"/>
                    </a:ext>
                  </a:extLst>
                </a:gridCol>
              </a:tblGrid>
              <a:tr h="285743">
                <a:tc>
                  <a:txBody>
                    <a:bodyPr/>
                    <a:lstStyle/>
                    <a:p>
                      <a:r>
                        <a:rPr lang="en-US" altLang="zh-CN" sz="1400" dirty="0"/>
                        <a:t>Segment 1</a:t>
                      </a:r>
                      <a:endParaRPr lang="zh-CN" altLang="en-US" sz="1400" b="1" dirty="0"/>
                    </a:p>
                  </a:txBody>
                  <a:tcPr marL="91449" marR="91449" marT="34286" marB="34286"/>
                </a:tc>
                <a:extLst>
                  <a:ext uri="{0D108BD9-81ED-4DB2-BD59-A6C34878D82A}">
                    <a16:rowId xmlns:a16="http://schemas.microsoft.com/office/drawing/2014/main" xmlns="" val="10000"/>
                  </a:ext>
                </a:extLst>
              </a:tr>
              <a:tr h="285743">
                <a:tc>
                  <a:txBody>
                    <a:bodyPr/>
                    <a:lstStyle/>
                    <a:p>
                      <a:r>
                        <a:rPr lang="en-US" altLang="zh-CN" sz="1400" dirty="0"/>
                        <a:t>Segment 1</a:t>
                      </a:r>
                      <a:endParaRPr lang="zh-CN" altLang="en-US" sz="1400" b="1" dirty="0"/>
                    </a:p>
                  </a:txBody>
                  <a:tcPr marL="91449" marR="91449" marT="34286" marB="34286"/>
                </a:tc>
                <a:extLst>
                  <a:ext uri="{0D108BD9-81ED-4DB2-BD59-A6C34878D82A}">
                    <a16:rowId xmlns:a16="http://schemas.microsoft.com/office/drawing/2014/main" xmlns="" val="10001"/>
                  </a:ext>
                </a:extLst>
              </a:tr>
              <a:tr h="285743">
                <a:tc>
                  <a:txBody>
                    <a:bodyPr/>
                    <a:lstStyle/>
                    <a:p>
                      <a:r>
                        <a:rPr lang="en-US" altLang="zh-CN" sz="1400" dirty="0"/>
                        <a:t>Segment 1</a:t>
                      </a:r>
                      <a:endParaRPr lang="zh-CN" altLang="en-US" sz="1400" b="1" dirty="0"/>
                    </a:p>
                  </a:txBody>
                  <a:tcPr marL="91449" marR="91449" marT="34286" marB="34286"/>
                </a:tc>
                <a:extLst>
                  <a:ext uri="{0D108BD9-81ED-4DB2-BD59-A6C34878D82A}">
                    <a16:rowId xmlns:a16="http://schemas.microsoft.com/office/drawing/2014/main" xmlns="" val="10002"/>
                  </a:ext>
                </a:extLst>
              </a:tr>
              <a:tr h="285743">
                <a:tc>
                  <a:txBody>
                    <a:bodyPr/>
                    <a:lstStyle/>
                    <a:p>
                      <a:r>
                        <a:rPr lang="zh-CN" altLang="en-US" sz="1400" dirty="0"/>
                        <a:t>△</a:t>
                      </a:r>
                      <a:r>
                        <a:rPr lang="en-US" altLang="zh-CN" sz="1400" dirty="0"/>
                        <a:t>t</a:t>
                      </a:r>
                      <a:endParaRPr lang="zh-CN" altLang="en-US" sz="1400" b="1" dirty="0"/>
                    </a:p>
                  </a:txBody>
                  <a:tcPr marL="91449" marR="91449" marT="34286" marB="34286"/>
                </a:tc>
                <a:extLst>
                  <a:ext uri="{0D108BD9-81ED-4DB2-BD59-A6C34878D82A}">
                    <a16:rowId xmlns:a16="http://schemas.microsoft.com/office/drawing/2014/main" xmlns="" val="10003"/>
                  </a:ext>
                </a:extLst>
              </a:tr>
              <a:tr h="28574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a:t>Segment 2</a:t>
                      </a:r>
                      <a:endParaRPr lang="zh-CN" altLang="en-US" sz="1400" b="1" dirty="0"/>
                    </a:p>
                  </a:txBody>
                  <a:tcPr marL="91449" marR="91449" marT="34286" marB="34286"/>
                </a:tc>
                <a:extLst>
                  <a:ext uri="{0D108BD9-81ED-4DB2-BD59-A6C34878D82A}">
                    <a16:rowId xmlns:a16="http://schemas.microsoft.com/office/drawing/2014/main" xmlns="" val="10004"/>
                  </a:ext>
                </a:extLst>
              </a:tr>
              <a:tr h="28574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a:t>Segment 2</a:t>
                      </a:r>
                      <a:endParaRPr lang="zh-CN" altLang="en-US" sz="1400" b="1" dirty="0"/>
                    </a:p>
                  </a:txBody>
                  <a:tcPr marL="91449" marR="91449" marT="34286" marB="34286"/>
                </a:tc>
                <a:extLst>
                  <a:ext uri="{0D108BD9-81ED-4DB2-BD59-A6C34878D82A}">
                    <a16:rowId xmlns:a16="http://schemas.microsoft.com/office/drawing/2014/main" xmlns="" val="10005"/>
                  </a:ext>
                </a:extLst>
              </a:tr>
              <a:tr h="28574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a:t>Segment 2</a:t>
                      </a:r>
                      <a:endParaRPr lang="zh-CN" altLang="en-US" sz="1400" b="1" dirty="0"/>
                    </a:p>
                  </a:txBody>
                  <a:tcPr marL="91449" marR="91449" marT="34286" marB="34286"/>
                </a:tc>
                <a:extLst>
                  <a:ext uri="{0D108BD9-81ED-4DB2-BD59-A6C34878D82A}">
                    <a16:rowId xmlns:a16="http://schemas.microsoft.com/office/drawing/2014/main" xmlns="" val="10006"/>
                  </a:ext>
                </a:extLst>
              </a:tr>
            </a:tbl>
          </a:graphicData>
        </a:graphic>
      </p:graphicFrame>
    </p:spTree>
    <p:extLst>
      <p:ext uri="{BB962C8B-B14F-4D97-AF65-F5344CB8AC3E}">
        <p14:creationId xmlns:p14="http://schemas.microsoft.com/office/powerpoint/2010/main" val="240548537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6: Relative time-tagged </a:t>
            </a:r>
            <a:r>
              <a:rPr lang="en-US" altLang="zh-CN" sz="3000" dirty="0" err="1"/>
              <a:t>telecommand</a:t>
            </a:r>
            <a:endParaRPr lang="en-US" altLang="zh-CN" sz="3000" dirty="0"/>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76</a:t>
            </a:fld>
            <a:r>
              <a:rPr lang="zh-CN" altLang="en-US"/>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914661"/>
            <a:ext cx="8255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50000"/>
              </a:lnSpc>
            </a:pPr>
            <a:r>
              <a:rPr lang="en-US" altLang="zh-CN" sz="2400" dirty="0">
                <a:solidFill>
                  <a:srgbClr val="FF0000"/>
                </a:solidFill>
              </a:rPr>
              <a:t>RTTC data block format.</a:t>
            </a:r>
            <a:endParaRPr lang="en-US" altLang="zh-CN" sz="2400" dirty="0">
              <a:solidFill>
                <a:schemeClr val="tx1"/>
              </a:solidFill>
            </a:endParaRPr>
          </a:p>
        </p:txBody>
      </p:sp>
      <p:graphicFrame>
        <p:nvGraphicFramePr>
          <p:cNvPr id="7" name="表格 6"/>
          <p:cNvGraphicFramePr>
            <a:graphicFrameLocks noGrp="1"/>
          </p:cNvGraphicFramePr>
          <p:nvPr>
            <p:extLst>
              <p:ext uri="{D42A27DB-BD31-4B8C-83A1-F6EECF244321}">
                <p14:modId xmlns:p14="http://schemas.microsoft.com/office/powerpoint/2010/main" val="2116302705"/>
              </p:ext>
            </p:extLst>
          </p:nvPr>
        </p:nvGraphicFramePr>
        <p:xfrm>
          <a:off x="2082800" y="1481398"/>
          <a:ext cx="4978400" cy="2926556"/>
        </p:xfrm>
        <a:graphic>
          <a:graphicData uri="http://schemas.openxmlformats.org/drawingml/2006/table">
            <a:tbl>
              <a:tblPr firstRow="1" firstCol="1" bandRow="1" bandCol="1">
                <a:tableStyleId>{69CF1AB2-1976-4502-BF36-3FF5EA218861}</a:tableStyleId>
              </a:tblPr>
              <a:tblGrid>
                <a:gridCol w="730350">
                  <a:extLst>
                    <a:ext uri="{9D8B030D-6E8A-4147-A177-3AD203B41FA5}">
                      <a16:colId xmlns:a16="http://schemas.microsoft.com/office/drawing/2014/main" xmlns="" val="20000"/>
                    </a:ext>
                  </a:extLst>
                </a:gridCol>
                <a:gridCol w="573944">
                  <a:extLst>
                    <a:ext uri="{9D8B030D-6E8A-4147-A177-3AD203B41FA5}">
                      <a16:colId xmlns:a16="http://schemas.microsoft.com/office/drawing/2014/main" xmlns="" val="20001"/>
                    </a:ext>
                  </a:extLst>
                </a:gridCol>
                <a:gridCol w="1010074">
                  <a:extLst>
                    <a:ext uri="{9D8B030D-6E8A-4147-A177-3AD203B41FA5}">
                      <a16:colId xmlns:a16="http://schemas.microsoft.com/office/drawing/2014/main" xmlns="" val="20002"/>
                    </a:ext>
                  </a:extLst>
                </a:gridCol>
                <a:gridCol w="2664032">
                  <a:extLst>
                    <a:ext uri="{9D8B030D-6E8A-4147-A177-3AD203B41FA5}">
                      <a16:colId xmlns:a16="http://schemas.microsoft.com/office/drawing/2014/main" xmlns="" val="20003"/>
                    </a:ext>
                  </a:extLst>
                </a:gridCol>
              </a:tblGrid>
              <a:tr h="365819">
                <a:tc>
                  <a:txBody>
                    <a:bodyPr/>
                    <a:lstStyle/>
                    <a:p>
                      <a:pPr algn="ctr">
                        <a:spcAft>
                          <a:spcPts val="0"/>
                        </a:spcAft>
                      </a:pPr>
                      <a:r>
                        <a:rPr lang="x-none" sz="1200" kern="100" cap="all" dirty="0">
                          <a:effectLst/>
                        </a:rPr>
                        <a:t>NO</a:t>
                      </a:r>
                      <a:endParaRPr lang="zh-CN" sz="1200" b="1" kern="100" dirty="0">
                        <a:effectLst/>
                        <a:latin typeface="Times New Roman"/>
                        <a:ea typeface="宋体"/>
                      </a:endParaRPr>
                    </a:p>
                  </a:txBody>
                  <a:tcPr marL="68573" marR="68573" marT="0" marB="0" anchor="ctr"/>
                </a:tc>
                <a:tc>
                  <a:txBody>
                    <a:bodyPr/>
                    <a:lstStyle/>
                    <a:p>
                      <a:pPr algn="ctr">
                        <a:spcAft>
                          <a:spcPts val="0"/>
                        </a:spcAft>
                      </a:pPr>
                      <a:r>
                        <a:rPr lang="x-none" sz="1200" kern="100" cap="all">
                          <a:effectLst/>
                        </a:rPr>
                        <a:t>DATA</a:t>
                      </a:r>
                      <a:endParaRPr lang="zh-CN" sz="1200" b="1" kern="100">
                        <a:effectLst/>
                        <a:latin typeface="Times New Roman"/>
                        <a:ea typeface="宋体"/>
                      </a:endParaRPr>
                    </a:p>
                  </a:txBody>
                  <a:tcPr marL="68573" marR="68573" marT="0" marB="0" anchor="ctr"/>
                </a:tc>
                <a:tc>
                  <a:txBody>
                    <a:bodyPr/>
                    <a:lstStyle/>
                    <a:p>
                      <a:pPr algn="just">
                        <a:spcAft>
                          <a:spcPts val="0"/>
                        </a:spcAft>
                      </a:pPr>
                      <a:r>
                        <a:rPr lang="en-US" sz="1200" kern="100" cap="all">
                          <a:effectLst/>
                        </a:rPr>
                        <a:t>LENGTH</a:t>
                      </a:r>
                      <a:endParaRPr lang="zh-CN" sz="1200" b="1" kern="100">
                        <a:effectLst/>
                        <a:latin typeface="Times New Roman"/>
                        <a:ea typeface="宋体"/>
                      </a:endParaRPr>
                    </a:p>
                  </a:txBody>
                  <a:tcPr marL="68573" marR="68573" marT="0" marB="0"/>
                </a:tc>
                <a:tc>
                  <a:txBody>
                    <a:bodyPr/>
                    <a:lstStyle/>
                    <a:p>
                      <a:pPr algn="just">
                        <a:spcAft>
                          <a:spcPts val="0"/>
                        </a:spcAft>
                      </a:pPr>
                      <a:r>
                        <a:rPr lang="en-US" sz="1200" kern="100" cap="all" dirty="0">
                          <a:effectLst/>
                        </a:rPr>
                        <a:t>DESCRIPTION</a:t>
                      </a:r>
                      <a:endParaRPr lang="zh-CN" sz="1200" b="1" kern="100" dirty="0">
                        <a:effectLst/>
                        <a:latin typeface="Times New Roman"/>
                        <a:ea typeface="宋体"/>
                      </a:endParaRPr>
                    </a:p>
                  </a:txBody>
                  <a:tcPr marL="68573" marR="68573" marT="0" marB="0"/>
                </a:tc>
                <a:extLst>
                  <a:ext uri="{0D108BD9-81ED-4DB2-BD59-A6C34878D82A}">
                    <a16:rowId xmlns:a16="http://schemas.microsoft.com/office/drawing/2014/main" xmlns="" val="10000"/>
                  </a:ext>
                </a:extLst>
              </a:tr>
              <a:tr h="182910">
                <a:tc>
                  <a:txBody>
                    <a:bodyPr/>
                    <a:lstStyle/>
                    <a:p>
                      <a:pPr marL="280670" algn="just">
                        <a:spcAft>
                          <a:spcPts val="0"/>
                        </a:spcAft>
                      </a:pPr>
                      <a:r>
                        <a:rPr lang="en-US" sz="1200" kern="100">
                          <a:effectLst/>
                        </a:rPr>
                        <a:t>0</a:t>
                      </a:r>
                      <a:endParaRPr lang="zh-CN" sz="1200" b="1" kern="100">
                        <a:effectLst/>
                        <a:latin typeface="Times New Roman"/>
                        <a:ea typeface="宋体"/>
                      </a:endParaRPr>
                    </a:p>
                  </a:txBody>
                  <a:tcPr marL="68573" marR="68573" marT="0" marB="0" anchor="ctr"/>
                </a:tc>
                <a:tc>
                  <a:txBody>
                    <a:bodyPr/>
                    <a:lstStyle/>
                    <a:p>
                      <a:pPr algn="ctr">
                        <a:spcAft>
                          <a:spcPts val="0"/>
                        </a:spcAft>
                      </a:pPr>
                      <a:r>
                        <a:rPr lang="en-US" sz="1200" kern="100" dirty="0">
                          <a:effectLst/>
                        </a:rPr>
                        <a:t>A0H</a:t>
                      </a:r>
                      <a:endParaRPr lang="zh-CN" sz="1200" b="1" kern="100" dirty="0">
                        <a:effectLst/>
                        <a:latin typeface="Times New Roman"/>
                        <a:ea typeface="宋体"/>
                      </a:endParaRPr>
                    </a:p>
                  </a:txBody>
                  <a:tcPr marL="68573" marR="68573" marT="0" marB="0" anchor="ctr"/>
                </a:tc>
                <a:tc>
                  <a:txBody>
                    <a:bodyPr/>
                    <a:lstStyle/>
                    <a:p>
                      <a:pPr algn="just">
                        <a:spcAft>
                          <a:spcPts val="0"/>
                        </a:spcAft>
                      </a:pPr>
                      <a:r>
                        <a:rPr lang="en-US" sz="1200" kern="100">
                          <a:effectLst/>
                        </a:rPr>
                        <a:t>1</a:t>
                      </a:r>
                      <a:endParaRPr lang="zh-CN" sz="1200" b="1" kern="100">
                        <a:effectLst/>
                        <a:latin typeface="Times New Roman"/>
                        <a:ea typeface="宋体"/>
                      </a:endParaRPr>
                    </a:p>
                  </a:txBody>
                  <a:tcPr marL="68573" marR="68573" marT="0" marB="0" anchor="ctr"/>
                </a:tc>
                <a:tc>
                  <a:txBody>
                    <a:bodyPr/>
                    <a:lstStyle/>
                    <a:p>
                      <a:pPr algn="just">
                        <a:spcAft>
                          <a:spcPts val="0"/>
                        </a:spcAft>
                      </a:pPr>
                      <a:r>
                        <a:rPr lang="en-US" sz="1200" kern="100">
                          <a:effectLst/>
                        </a:rPr>
                        <a:t>IDENTIFICATION</a:t>
                      </a:r>
                      <a:endParaRPr lang="zh-CN" sz="1200" b="1" kern="100">
                        <a:effectLst/>
                        <a:latin typeface="Times New Roman"/>
                        <a:ea typeface="宋体"/>
                      </a:endParaRPr>
                    </a:p>
                  </a:txBody>
                  <a:tcPr marL="68573" marR="68573" marT="0" marB="0" anchor="ctr"/>
                </a:tc>
                <a:extLst>
                  <a:ext uri="{0D108BD9-81ED-4DB2-BD59-A6C34878D82A}">
                    <a16:rowId xmlns:a16="http://schemas.microsoft.com/office/drawing/2014/main" xmlns="" val="10001"/>
                  </a:ext>
                </a:extLst>
              </a:tr>
              <a:tr h="182910">
                <a:tc>
                  <a:txBody>
                    <a:bodyPr/>
                    <a:lstStyle/>
                    <a:p>
                      <a:pPr marL="280670" algn="just">
                        <a:spcAft>
                          <a:spcPts val="0"/>
                        </a:spcAft>
                      </a:pPr>
                      <a:r>
                        <a:rPr lang="en-US" sz="1200" kern="100">
                          <a:effectLst/>
                        </a:rPr>
                        <a:t>1</a:t>
                      </a:r>
                      <a:endParaRPr lang="zh-CN" sz="1200" b="1" kern="100">
                        <a:effectLst/>
                        <a:latin typeface="Times New Roman"/>
                        <a:ea typeface="宋体"/>
                      </a:endParaRPr>
                    </a:p>
                  </a:txBody>
                  <a:tcPr marL="68573" marR="68573"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73" marR="68573" marT="0" marB="0" anchor="ctr"/>
                </a:tc>
                <a:tc>
                  <a:txBody>
                    <a:bodyPr/>
                    <a:lstStyle/>
                    <a:p>
                      <a:pPr algn="just">
                        <a:spcAft>
                          <a:spcPts val="0"/>
                        </a:spcAft>
                      </a:pPr>
                      <a:r>
                        <a:rPr lang="en-US" sz="1200" kern="100">
                          <a:effectLst/>
                        </a:rPr>
                        <a:t>1</a:t>
                      </a:r>
                      <a:endParaRPr lang="zh-CN" sz="1200" b="1" kern="100">
                        <a:effectLst/>
                        <a:latin typeface="Times New Roman"/>
                        <a:ea typeface="宋体"/>
                      </a:endParaRPr>
                    </a:p>
                  </a:txBody>
                  <a:tcPr marL="68573" marR="68573" marT="0" marB="0" anchor="ctr"/>
                </a:tc>
                <a:tc>
                  <a:txBody>
                    <a:bodyPr/>
                    <a:lstStyle/>
                    <a:p>
                      <a:pPr algn="just">
                        <a:spcAft>
                          <a:spcPts val="0"/>
                        </a:spcAft>
                      </a:pPr>
                      <a:r>
                        <a:rPr lang="en-US" sz="1200" kern="100">
                          <a:effectLst/>
                        </a:rPr>
                        <a:t>group number</a:t>
                      </a:r>
                      <a:endParaRPr lang="zh-CN" sz="1200" b="1" kern="100">
                        <a:effectLst/>
                        <a:latin typeface="Times New Roman"/>
                        <a:ea typeface="宋体"/>
                      </a:endParaRPr>
                    </a:p>
                  </a:txBody>
                  <a:tcPr marL="68573" marR="68573" marT="0" marB="0" anchor="ctr"/>
                </a:tc>
                <a:extLst>
                  <a:ext uri="{0D108BD9-81ED-4DB2-BD59-A6C34878D82A}">
                    <a16:rowId xmlns:a16="http://schemas.microsoft.com/office/drawing/2014/main" xmlns="" val="10002"/>
                  </a:ext>
                </a:extLst>
              </a:tr>
              <a:tr h="182910">
                <a:tc>
                  <a:txBody>
                    <a:bodyPr/>
                    <a:lstStyle/>
                    <a:p>
                      <a:pPr marL="280670" algn="just">
                        <a:spcAft>
                          <a:spcPts val="0"/>
                        </a:spcAft>
                      </a:pPr>
                      <a:r>
                        <a:rPr lang="en-US" sz="1200" kern="100">
                          <a:effectLst/>
                        </a:rPr>
                        <a:t>2</a:t>
                      </a:r>
                      <a:endParaRPr lang="zh-CN" sz="1200" b="1" kern="100">
                        <a:effectLst/>
                        <a:latin typeface="Times New Roman"/>
                        <a:ea typeface="宋体"/>
                      </a:endParaRPr>
                    </a:p>
                  </a:txBody>
                  <a:tcPr marL="68573" marR="68573" marT="0" marB="0" anchor="ctr"/>
                </a:tc>
                <a:tc>
                  <a:txBody>
                    <a:bodyPr/>
                    <a:lstStyle/>
                    <a:p>
                      <a:pPr algn="ctr">
                        <a:spcAft>
                          <a:spcPts val="0"/>
                        </a:spcAft>
                      </a:pPr>
                      <a:r>
                        <a:rPr lang="en-US" sz="1200" kern="100">
                          <a:effectLst/>
                        </a:rPr>
                        <a:t>##H</a:t>
                      </a:r>
                      <a:endParaRPr lang="zh-CN" sz="1200" b="1" kern="100">
                        <a:effectLst/>
                        <a:latin typeface="Times New Roman"/>
                        <a:ea typeface="宋体"/>
                      </a:endParaRPr>
                    </a:p>
                  </a:txBody>
                  <a:tcPr marL="68573" marR="68573" marT="0" marB="0" anchor="ctr"/>
                </a:tc>
                <a:tc>
                  <a:txBody>
                    <a:bodyPr/>
                    <a:lstStyle/>
                    <a:p>
                      <a:pPr algn="just">
                        <a:spcAft>
                          <a:spcPts val="0"/>
                        </a:spcAft>
                      </a:pPr>
                      <a:r>
                        <a:rPr lang="en-US" sz="1200" kern="100" dirty="0">
                          <a:effectLst/>
                        </a:rPr>
                        <a:t>1</a:t>
                      </a:r>
                      <a:endParaRPr lang="zh-CN" sz="1200" b="1" kern="100" dirty="0">
                        <a:effectLst/>
                        <a:latin typeface="Times New Roman"/>
                        <a:ea typeface="宋体"/>
                      </a:endParaRPr>
                    </a:p>
                  </a:txBody>
                  <a:tcPr marL="68573" marR="68573" marT="0" marB="0" anchor="ctr"/>
                </a:tc>
                <a:tc>
                  <a:txBody>
                    <a:bodyPr/>
                    <a:lstStyle/>
                    <a:p>
                      <a:pPr algn="just">
                        <a:spcAft>
                          <a:spcPts val="0"/>
                        </a:spcAft>
                      </a:pPr>
                      <a:r>
                        <a:rPr lang="en-US" sz="1200" kern="100">
                          <a:effectLst/>
                        </a:rPr>
                        <a:t>Command counter</a:t>
                      </a:r>
                      <a:endParaRPr lang="zh-CN" sz="1200" b="1" kern="100">
                        <a:effectLst/>
                        <a:latin typeface="Times New Roman"/>
                        <a:ea typeface="宋体"/>
                      </a:endParaRPr>
                    </a:p>
                  </a:txBody>
                  <a:tcPr marL="68573" marR="68573" marT="0" marB="0" anchor="ctr"/>
                </a:tc>
                <a:extLst>
                  <a:ext uri="{0D108BD9-81ED-4DB2-BD59-A6C34878D82A}">
                    <a16:rowId xmlns:a16="http://schemas.microsoft.com/office/drawing/2014/main" xmlns="" val="10003"/>
                  </a:ext>
                </a:extLst>
              </a:tr>
              <a:tr h="182910">
                <a:tc>
                  <a:txBody>
                    <a:bodyPr/>
                    <a:lstStyle/>
                    <a:p>
                      <a:pPr marL="280670" algn="just">
                        <a:spcAft>
                          <a:spcPts val="0"/>
                        </a:spcAft>
                      </a:pPr>
                      <a:r>
                        <a:rPr lang="en-US" sz="1200" kern="100">
                          <a:effectLst/>
                        </a:rPr>
                        <a:t>3</a:t>
                      </a:r>
                      <a:endParaRPr lang="zh-CN" sz="1200" b="1" kern="100">
                        <a:effectLst/>
                        <a:latin typeface="Times New Roman"/>
                        <a:ea typeface="宋体"/>
                      </a:endParaRPr>
                    </a:p>
                  </a:txBody>
                  <a:tcPr marL="68573" marR="68573"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73" marR="68573" marT="0" marB="0" anchor="ctr"/>
                </a:tc>
                <a:tc>
                  <a:txBody>
                    <a:bodyPr/>
                    <a:lstStyle/>
                    <a:p>
                      <a:pPr algn="just">
                        <a:spcAft>
                          <a:spcPts val="0"/>
                        </a:spcAft>
                      </a:pPr>
                      <a:r>
                        <a:rPr lang="en-US" sz="1200" kern="100" dirty="0">
                          <a:effectLst/>
                        </a:rPr>
                        <a:t>8</a:t>
                      </a:r>
                      <a:endParaRPr lang="zh-CN" sz="1200" b="1" kern="100" dirty="0">
                        <a:effectLst/>
                        <a:latin typeface="Times New Roman"/>
                        <a:ea typeface="宋体"/>
                      </a:endParaRPr>
                    </a:p>
                  </a:txBody>
                  <a:tcPr marL="68573" marR="68573" marT="0" marB="0" anchor="ctr"/>
                </a:tc>
                <a:tc>
                  <a:txBody>
                    <a:bodyPr/>
                    <a:lstStyle/>
                    <a:p>
                      <a:pPr algn="just">
                        <a:spcAft>
                          <a:spcPts val="0"/>
                        </a:spcAft>
                      </a:pPr>
                      <a:r>
                        <a:rPr lang="en-US" sz="1200" kern="100">
                          <a:effectLst/>
                        </a:rPr>
                        <a:t>reserved</a:t>
                      </a:r>
                      <a:endParaRPr lang="zh-CN" sz="1200" b="1" kern="100">
                        <a:effectLst/>
                        <a:latin typeface="Times New Roman"/>
                        <a:ea typeface="宋体"/>
                      </a:endParaRPr>
                    </a:p>
                  </a:txBody>
                  <a:tcPr marL="68573" marR="68573" marT="0" marB="0" anchor="ctr"/>
                </a:tc>
                <a:extLst>
                  <a:ext uri="{0D108BD9-81ED-4DB2-BD59-A6C34878D82A}">
                    <a16:rowId xmlns:a16="http://schemas.microsoft.com/office/drawing/2014/main" xmlns="" val="10004"/>
                  </a:ext>
                </a:extLst>
              </a:tr>
              <a:tr h="365819">
                <a:tc>
                  <a:txBody>
                    <a:bodyPr/>
                    <a:lstStyle/>
                    <a:p>
                      <a:pPr marL="280670" algn="just">
                        <a:spcAft>
                          <a:spcPts val="0"/>
                        </a:spcAft>
                      </a:pPr>
                      <a:r>
                        <a:rPr lang="en-US" sz="1200" kern="100">
                          <a:effectLst/>
                        </a:rPr>
                        <a:t>4</a:t>
                      </a:r>
                      <a:endParaRPr lang="zh-CN" sz="1200" b="1" kern="100">
                        <a:effectLst/>
                        <a:latin typeface="Times New Roman"/>
                        <a:ea typeface="宋体"/>
                      </a:endParaRPr>
                    </a:p>
                  </a:txBody>
                  <a:tcPr marL="68573" marR="68573" marT="0" marB="0" anchor="ctr"/>
                </a:tc>
                <a:tc>
                  <a:txBody>
                    <a:bodyPr/>
                    <a:lstStyle/>
                    <a:p>
                      <a:pPr algn="ctr">
                        <a:spcAft>
                          <a:spcPts val="0"/>
                        </a:spcAft>
                      </a:pPr>
                      <a:r>
                        <a:rPr lang="en-US" sz="1200" kern="100">
                          <a:effectLst/>
                        </a:rPr>
                        <a:t>##H</a:t>
                      </a:r>
                      <a:endParaRPr lang="zh-CN" sz="1200" b="1" kern="100">
                        <a:effectLst/>
                        <a:latin typeface="Times New Roman"/>
                        <a:ea typeface="宋体"/>
                      </a:endParaRPr>
                    </a:p>
                  </a:txBody>
                  <a:tcPr marL="68573" marR="68573" marT="0" marB="0" anchor="ctr"/>
                </a:tc>
                <a:tc>
                  <a:txBody>
                    <a:bodyPr/>
                    <a:lstStyle/>
                    <a:p>
                      <a:pPr algn="just">
                        <a:spcAft>
                          <a:spcPts val="0"/>
                        </a:spcAft>
                      </a:pPr>
                      <a:r>
                        <a:rPr lang="en-US" sz="1200" kern="100" dirty="0">
                          <a:effectLst/>
                        </a:rPr>
                        <a:t>2</a:t>
                      </a:r>
                      <a:endParaRPr lang="zh-CN" sz="1200" b="1" kern="100" dirty="0">
                        <a:effectLst/>
                        <a:latin typeface="Times New Roman"/>
                        <a:ea typeface="宋体"/>
                      </a:endParaRPr>
                    </a:p>
                  </a:txBody>
                  <a:tcPr marL="68573" marR="68573" marT="0" marB="0" anchor="ctr"/>
                </a:tc>
                <a:tc>
                  <a:txBody>
                    <a:bodyPr/>
                    <a:lstStyle/>
                    <a:p>
                      <a:pPr algn="just">
                        <a:spcAft>
                          <a:spcPts val="0"/>
                        </a:spcAft>
                      </a:pPr>
                      <a:r>
                        <a:rPr lang="en-US" sz="1200" kern="100">
                          <a:effectLst/>
                        </a:rPr>
                        <a:t>High 4bit, segment id</a:t>
                      </a:r>
                      <a:endParaRPr lang="zh-CN" sz="1200" kern="100">
                        <a:effectLst/>
                      </a:endParaRPr>
                    </a:p>
                    <a:p>
                      <a:pPr algn="just">
                        <a:spcAft>
                          <a:spcPts val="0"/>
                        </a:spcAft>
                      </a:pPr>
                      <a:r>
                        <a:rPr lang="en-US" sz="1200" kern="100">
                          <a:effectLst/>
                        </a:rPr>
                        <a:t>Low 12bit, TC ∆time </a:t>
                      </a:r>
                      <a:endParaRPr lang="zh-CN" sz="1200" b="1" kern="100">
                        <a:effectLst/>
                        <a:latin typeface="Times New Roman"/>
                        <a:ea typeface="宋体"/>
                      </a:endParaRPr>
                    </a:p>
                  </a:txBody>
                  <a:tcPr marL="68573" marR="68573" marT="0" marB="0" anchor="ctr"/>
                </a:tc>
                <a:extLst>
                  <a:ext uri="{0D108BD9-81ED-4DB2-BD59-A6C34878D82A}">
                    <a16:rowId xmlns:a16="http://schemas.microsoft.com/office/drawing/2014/main" xmlns="" val="10005"/>
                  </a:ext>
                </a:extLst>
              </a:tr>
              <a:tr h="182910">
                <a:tc>
                  <a:txBody>
                    <a:bodyPr/>
                    <a:lstStyle/>
                    <a:p>
                      <a:pPr marL="280670" algn="just">
                        <a:spcAft>
                          <a:spcPts val="0"/>
                        </a:spcAft>
                      </a:pPr>
                      <a:r>
                        <a:rPr lang="en-US" sz="1200" kern="100">
                          <a:effectLst/>
                        </a:rPr>
                        <a:t> </a:t>
                      </a:r>
                      <a:endParaRPr lang="zh-CN" sz="1200" b="1" kern="100">
                        <a:effectLst/>
                        <a:latin typeface="Times New Roman"/>
                        <a:ea typeface="宋体"/>
                      </a:endParaRPr>
                    </a:p>
                  </a:txBody>
                  <a:tcPr marL="68573" marR="68573" marT="0" marB="0" anchor="ctr"/>
                </a:tc>
                <a:tc>
                  <a:txBody>
                    <a:bodyPr/>
                    <a:lstStyle/>
                    <a:p>
                      <a:pPr algn="ctr">
                        <a:spcAft>
                          <a:spcPts val="0"/>
                        </a:spcAft>
                      </a:pPr>
                      <a:r>
                        <a:rPr lang="en-US" sz="1200" kern="100">
                          <a:effectLst/>
                        </a:rPr>
                        <a:t>##H</a:t>
                      </a:r>
                      <a:endParaRPr lang="zh-CN" sz="1200" b="1" kern="100">
                        <a:effectLst/>
                        <a:latin typeface="Times New Roman"/>
                        <a:ea typeface="宋体"/>
                      </a:endParaRPr>
                    </a:p>
                  </a:txBody>
                  <a:tcPr marL="68573" marR="68573" marT="0" marB="0" anchor="ctr"/>
                </a:tc>
                <a:tc>
                  <a:txBody>
                    <a:bodyPr/>
                    <a:lstStyle/>
                    <a:p>
                      <a:pPr algn="just">
                        <a:spcAft>
                          <a:spcPts val="0"/>
                        </a:spcAft>
                      </a:pPr>
                      <a:r>
                        <a:rPr lang="en-US" sz="1200" kern="100">
                          <a:effectLst/>
                        </a:rPr>
                        <a:t>4</a:t>
                      </a:r>
                      <a:endParaRPr lang="zh-CN" sz="1200" b="1" kern="100">
                        <a:effectLst/>
                        <a:latin typeface="Times New Roman"/>
                        <a:ea typeface="宋体"/>
                      </a:endParaRPr>
                    </a:p>
                  </a:txBody>
                  <a:tcPr marL="68573" marR="68573" marT="0" marB="0" anchor="ctr"/>
                </a:tc>
                <a:tc>
                  <a:txBody>
                    <a:bodyPr/>
                    <a:lstStyle/>
                    <a:p>
                      <a:pPr algn="just">
                        <a:spcAft>
                          <a:spcPts val="0"/>
                        </a:spcAft>
                      </a:pPr>
                      <a:r>
                        <a:rPr lang="en-US" sz="1200" kern="100" dirty="0">
                          <a:effectLst/>
                        </a:rPr>
                        <a:t>TC code 1</a:t>
                      </a:r>
                      <a:endParaRPr lang="zh-CN" sz="1200" b="1" kern="100" dirty="0">
                        <a:effectLst/>
                        <a:latin typeface="Times New Roman"/>
                        <a:ea typeface="宋体"/>
                      </a:endParaRPr>
                    </a:p>
                  </a:txBody>
                  <a:tcPr marL="68573" marR="68573" marT="0" marB="0" anchor="ctr"/>
                </a:tc>
                <a:extLst>
                  <a:ext uri="{0D108BD9-81ED-4DB2-BD59-A6C34878D82A}">
                    <a16:rowId xmlns:a16="http://schemas.microsoft.com/office/drawing/2014/main" xmlns="" val="10006"/>
                  </a:ext>
                </a:extLst>
              </a:tr>
              <a:tr h="365819">
                <a:tc>
                  <a:txBody>
                    <a:bodyPr/>
                    <a:lstStyle/>
                    <a:p>
                      <a:pPr marL="280670" algn="just">
                        <a:spcAft>
                          <a:spcPts val="0"/>
                        </a:spcAft>
                      </a:pPr>
                      <a:r>
                        <a:rPr lang="en-US" sz="1200" kern="100">
                          <a:effectLst/>
                        </a:rPr>
                        <a:t> </a:t>
                      </a:r>
                      <a:endParaRPr lang="zh-CN" sz="1200" b="1" kern="100">
                        <a:effectLst/>
                        <a:latin typeface="Times New Roman"/>
                        <a:ea typeface="宋体"/>
                      </a:endParaRPr>
                    </a:p>
                  </a:txBody>
                  <a:tcPr marL="68573" marR="68573" marT="0" marB="0" anchor="ctr"/>
                </a:tc>
                <a:tc>
                  <a:txBody>
                    <a:bodyPr/>
                    <a:lstStyle/>
                    <a:p>
                      <a:pPr algn="ctr">
                        <a:spcAft>
                          <a:spcPts val="0"/>
                        </a:spcAft>
                      </a:pPr>
                      <a:r>
                        <a:rPr lang="en-US" sz="1200" kern="100">
                          <a:effectLst/>
                        </a:rPr>
                        <a:t>##H</a:t>
                      </a:r>
                      <a:endParaRPr lang="zh-CN" sz="1200" b="1" kern="100">
                        <a:effectLst/>
                        <a:latin typeface="Times New Roman"/>
                        <a:ea typeface="宋体"/>
                      </a:endParaRPr>
                    </a:p>
                  </a:txBody>
                  <a:tcPr marL="68573" marR="68573" marT="0" marB="0" anchor="ctr"/>
                </a:tc>
                <a:tc>
                  <a:txBody>
                    <a:bodyPr/>
                    <a:lstStyle/>
                    <a:p>
                      <a:pPr algn="just">
                        <a:spcAft>
                          <a:spcPts val="0"/>
                        </a:spcAft>
                      </a:pPr>
                      <a:r>
                        <a:rPr lang="en-US" sz="1200" kern="100" dirty="0">
                          <a:effectLst/>
                        </a:rPr>
                        <a:t>2</a:t>
                      </a:r>
                      <a:endParaRPr lang="zh-CN" sz="1200" b="1" kern="100" dirty="0">
                        <a:effectLst/>
                        <a:latin typeface="Times New Roman"/>
                        <a:ea typeface="宋体"/>
                      </a:endParaRPr>
                    </a:p>
                  </a:txBody>
                  <a:tcPr marL="68573" marR="68573" marT="0" marB="0" anchor="ctr"/>
                </a:tc>
                <a:tc>
                  <a:txBody>
                    <a:bodyPr/>
                    <a:lstStyle/>
                    <a:p>
                      <a:pPr algn="just">
                        <a:spcAft>
                          <a:spcPts val="0"/>
                        </a:spcAft>
                      </a:pPr>
                      <a:r>
                        <a:rPr lang="en-US" sz="1200" kern="100" dirty="0">
                          <a:effectLst/>
                        </a:rPr>
                        <a:t>High 4bit, segment id</a:t>
                      </a:r>
                      <a:endParaRPr lang="zh-CN" sz="1200" kern="100" dirty="0">
                        <a:effectLst/>
                      </a:endParaRPr>
                    </a:p>
                    <a:p>
                      <a:pPr algn="just">
                        <a:spcAft>
                          <a:spcPts val="0"/>
                        </a:spcAft>
                      </a:pPr>
                      <a:r>
                        <a:rPr lang="en-US" sz="1200" kern="100" dirty="0">
                          <a:effectLst/>
                        </a:rPr>
                        <a:t>Low 12bit, TC ∆time </a:t>
                      </a:r>
                      <a:endParaRPr lang="zh-CN" sz="1200" b="1" kern="100" dirty="0">
                        <a:effectLst/>
                        <a:latin typeface="Times New Roman"/>
                        <a:ea typeface="宋体"/>
                      </a:endParaRPr>
                    </a:p>
                  </a:txBody>
                  <a:tcPr marL="68573" marR="68573" marT="0" marB="0" anchor="ctr"/>
                </a:tc>
                <a:extLst>
                  <a:ext uri="{0D108BD9-81ED-4DB2-BD59-A6C34878D82A}">
                    <a16:rowId xmlns:a16="http://schemas.microsoft.com/office/drawing/2014/main" xmlns="" val="10007"/>
                  </a:ext>
                </a:extLst>
              </a:tr>
              <a:tr h="182910">
                <a:tc>
                  <a:txBody>
                    <a:bodyPr/>
                    <a:lstStyle/>
                    <a:p>
                      <a:pPr marL="280670" algn="just">
                        <a:spcAft>
                          <a:spcPts val="0"/>
                        </a:spcAft>
                      </a:pPr>
                      <a:r>
                        <a:rPr lang="en-US" sz="1200" kern="100">
                          <a:effectLst/>
                        </a:rPr>
                        <a:t> </a:t>
                      </a:r>
                      <a:endParaRPr lang="zh-CN" sz="1200" b="1" kern="100">
                        <a:effectLst/>
                        <a:latin typeface="Times New Roman"/>
                        <a:ea typeface="宋体"/>
                      </a:endParaRPr>
                    </a:p>
                  </a:txBody>
                  <a:tcPr marL="68573" marR="68573" marT="0" marB="0" anchor="ctr"/>
                </a:tc>
                <a:tc>
                  <a:txBody>
                    <a:bodyPr/>
                    <a:lstStyle/>
                    <a:p>
                      <a:pPr algn="ctr">
                        <a:spcAft>
                          <a:spcPts val="0"/>
                        </a:spcAft>
                      </a:pPr>
                      <a:r>
                        <a:rPr lang="en-US" sz="1200" kern="100">
                          <a:effectLst/>
                        </a:rPr>
                        <a:t>##H</a:t>
                      </a:r>
                      <a:endParaRPr lang="zh-CN" sz="1200" b="1" kern="100">
                        <a:effectLst/>
                        <a:latin typeface="Times New Roman"/>
                        <a:ea typeface="宋体"/>
                      </a:endParaRPr>
                    </a:p>
                  </a:txBody>
                  <a:tcPr marL="68573" marR="68573" marT="0" marB="0" anchor="ctr"/>
                </a:tc>
                <a:tc>
                  <a:txBody>
                    <a:bodyPr/>
                    <a:lstStyle/>
                    <a:p>
                      <a:pPr algn="just">
                        <a:spcAft>
                          <a:spcPts val="0"/>
                        </a:spcAft>
                      </a:pPr>
                      <a:r>
                        <a:rPr lang="en-US" sz="1200" kern="100">
                          <a:effectLst/>
                        </a:rPr>
                        <a:t>4</a:t>
                      </a:r>
                      <a:endParaRPr lang="zh-CN" sz="1200" b="1" kern="100">
                        <a:effectLst/>
                        <a:latin typeface="Times New Roman"/>
                        <a:ea typeface="宋体"/>
                      </a:endParaRPr>
                    </a:p>
                  </a:txBody>
                  <a:tcPr marL="68573" marR="68573" marT="0" marB="0" anchor="ctr"/>
                </a:tc>
                <a:tc>
                  <a:txBody>
                    <a:bodyPr/>
                    <a:lstStyle/>
                    <a:p>
                      <a:pPr algn="just">
                        <a:spcAft>
                          <a:spcPts val="0"/>
                        </a:spcAft>
                      </a:pPr>
                      <a:r>
                        <a:rPr lang="en-US" sz="1200" kern="100" dirty="0">
                          <a:effectLst/>
                        </a:rPr>
                        <a:t>TC code 2</a:t>
                      </a:r>
                      <a:endParaRPr lang="zh-CN" sz="1200" b="1" kern="100" dirty="0">
                        <a:effectLst/>
                        <a:latin typeface="Times New Roman"/>
                        <a:ea typeface="宋体"/>
                      </a:endParaRPr>
                    </a:p>
                  </a:txBody>
                  <a:tcPr marL="68573" marR="68573" marT="0" marB="0" anchor="ctr"/>
                </a:tc>
                <a:extLst>
                  <a:ext uri="{0D108BD9-81ED-4DB2-BD59-A6C34878D82A}">
                    <a16:rowId xmlns:a16="http://schemas.microsoft.com/office/drawing/2014/main" xmlns="" val="10008"/>
                  </a:ext>
                </a:extLst>
              </a:tr>
              <a:tr h="182910">
                <a:tc>
                  <a:txBody>
                    <a:bodyPr/>
                    <a:lstStyle/>
                    <a:p>
                      <a:pPr marL="254635" algn="just">
                        <a:spcAft>
                          <a:spcPts val="0"/>
                        </a:spcAft>
                      </a:pPr>
                      <a:r>
                        <a:rPr lang="en-US" sz="1200" kern="100">
                          <a:effectLst/>
                        </a:rPr>
                        <a:t>…</a:t>
                      </a:r>
                      <a:endParaRPr lang="zh-CN" sz="1200" b="1" kern="100">
                        <a:effectLst/>
                        <a:latin typeface="Times New Roman"/>
                        <a:ea typeface="宋体"/>
                      </a:endParaRPr>
                    </a:p>
                  </a:txBody>
                  <a:tcPr marL="68573" marR="68573" marT="0" marB="0" anchor="ctr"/>
                </a:tc>
                <a:tc>
                  <a:txBody>
                    <a:bodyPr/>
                    <a:lstStyle/>
                    <a:p>
                      <a:pPr algn="ctr">
                        <a:spcAft>
                          <a:spcPts val="0"/>
                        </a:spcAft>
                      </a:pPr>
                      <a:r>
                        <a:rPr lang="en-US" sz="1200" kern="100">
                          <a:effectLst/>
                        </a:rPr>
                        <a:t>…</a:t>
                      </a:r>
                      <a:endParaRPr lang="zh-CN" sz="1200" b="1" kern="100">
                        <a:effectLst/>
                        <a:latin typeface="Times New Roman"/>
                        <a:ea typeface="宋体"/>
                      </a:endParaRPr>
                    </a:p>
                  </a:txBody>
                  <a:tcPr marL="68573" marR="68573" marT="0" marB="0" anchor="ctr"/>
                </a:tc>
                <a:tc>
                  <a:txBody>
                    <a:bodyPr/>
                    <a:lstStyle/>
                    <a:p>
                      <a:pPr algn="just">
                        <a:spcAft>
                          <a:spcPts val="0"/>
                        </a:spcAft>
                      </a:pPr>
                      <a:r>
                        <a:rPr lang="en-US" sz="1200" kern="100">
                          <a:effectLst/>
                        </a:rPr>
                        <a:t>…</a:t>
                      </a:r>
                      <a:endParaRPr lang="zh-CN" sz="1200" b="1" kern="100">
                        <a:effectLst/>
                        <a:latin typeface="Times New Roman"/>
                        <a:ea typeface="宋体"/>
                      </a:endParaRPr>
                    </a:p>
                  </a:txBody>
                  <a:tcPr marL="68573" marR="68573" marT="0" marB="0" anchor="ctr"/>
                </a:tc>
                <a:tc>
                  <a:txBody>
                    <a:bodyPr/>
                    <a:lstStyle/>
                    <a:p>
                      <a:pPr algn="just">
                        <a:spcAft>
                          <a:spcPts val="0"/>
                        </a:spcAft>
                      </a:pPr>
                      <a:r>
                        <a:rPr lang="en-US" sz="1200" kern="100" dirty="0">
                          <a:effectLst/>
                        </a:rPr>
                        <a:t>…</a:t>
                      </a:r>
                      <a:endParaRPr lang="zh-CN" sz="1200" b="1" kern="100" dirty="0">
                        <a:effectLst/>
                        <a:latin typeface="Times New Roman"/>
                        <a:ea typeface="宋体"/>
                      </a:endParaRPr>
                    </a:p>
                  </a:txBody>
                  <a:tcPr marL="68573" marR="68573" marT="0" marB="0" anchor="ctr"/>
                </a:tc>
                <a:extLst>
                  <a:ext uri="{0D108BD9-81ED-4DB2-BD59-A6C34878D82A}">
                    <a16:rowId xmlns:a16="http://schemas.microsoft.com/office/drawing/2014/main" xmlns="" val="10009"/>
                  </a:ext>
                </a:extLst>
              </a:tr>
              <a:tr h="365819">
                <a:tc>
                  <a:txBody>
                    <a:bodyPr/>
                    <a:lstStyle/>
                    <a:p>
                      <a:pPr marL="254635" algn="just">
                        <a:spcAft>
                          <a:spcPts val="0"/>
                        </a:spcAft>
                      </a:pPr>
                      <a:r>
                        <a:rPr lang="en-US" sz="1200" kern="100">
                          <a:effectLst/>
                        </a:rPr>
                        <a:t> </a:t>
                      </a:r>
                      <a:endParaRPr lang="zh-CN" sz="1200" b="1" kern="100">
                        <a:effectLst/>
                        <a:latin typeface="Times New Roman"/>
                        <a:ea typeface="宋体"/>
                      </a:endParaRPr>
                    </a:p>
                  </a:txBody>
                  <a:tcPr marL="68573" marR="68573" marT="0" marB="0" anchor="ctr"/>
                </a:tc>
                <a:tc>
                  <a:txBody>
                    <a:bodyPr/>
                    <a:lstStyle/>
                    <a:p>
                      <a:pPr algn="ctr">
                        <a:spcAft>
                          <a:spcPts val="0"/>
                        </a:spcAft>
                      </a:pPr>
                      <a:r>
                        <a:rPr lang="en-US" sz="1200" kern="100">
                          <a:effectLst/>
                        </a:rPr>
                        <a:t>##H</a:t>
                      </a:r>
                      <a:endParaRPr lang="zh-CN" sz="1200" b="1" kern="100">
                        <a:effectLst/>
                        <a:latin typeface="Times New Roman"/>
                        <a:ea typeface="宋体"/>
                      </a:endParaRPr>
                    </a:p>
                  </a:txBody>
                  <a:tcPr marL="68573" marR="68573" marT="0" marB="0" anchor="ctr"/>
                </a:tc>
                <a:tc>
                  <a:txBody>
                    <a:bodyPr/>
                    <a:lstStyle/>
                    <a:p>
                      <a:pPr algn="just">
                        <a:spcAft>
                          <a:spcPts val="0"/>
                        </a:spcAft>
                      </a:pPr>
                      <a:r>
                        <a:rPr lang="en-US" sz="1200" kern="100">
                          <a:effectLst/>
                        </a:rPr>
                        <a:t>2</a:t>
                      </a:r>
                      <a:endParaRPr lang="zh-CN" sz="1200" b="1" kern="100">
                        <a:effectLst/>
                        <a:latin typeface="Times New Roman"/>
                        <a:ea typeface="宋体"/>
                      </a:endParaRPr>
                    </a:p>
                  </a:txBody>
                  <a:tcPr marL="68573" marR="68573" marT="0" marB="0" anchor="ctr"/>
                </a:tc>
                <a:tc>
                  <a:txBody>
                    <a:bodyPr/>
                    <a:lstStyle/>
                    <a:p>
                      <a:pPr algn="just">
                        <a:spcAft>
                          <a:spcPts val="0"/>
                        </a:spcAft>
                      </a:pPr>
                      <a:r>
                        <a:rPr lang="en-US" sz="1200" kern="100" dirty="0">
                          <a:effectLst/>
                        </a:rPr>
                        <a:t>High 4bit,  segment id</a:t>
                      </a:r>
                      <a:endParaRPr lang="zh-CN" sz="1200" kern="100" dirty="0">
                        <a:effectLst/>
                      </a:endParaRPr>
                    </a:p>
                    <a:p>
                      <a:pPr algn="just">
                        <a:spcAft>
                          <a:spcPts val="0"/>
                        </a:spcAft>
                      </a:pPr>
                      <a:r>
                        <a:rPr lang="en-US" sz="1200" kern="100" dirty="0">
                          <a:effectLst/>
                        </a:rPr>
                        <a:t>Low 12bit, TC ∆time </a:t>
                      </a:r>
                      <a:endParaRPr lang="zh-CN" sz="1200" b="1" kern="100" dirty="0">
                        <a:effectLst/>
                        <a:latin typeface="Times New Roman"/>
                        <a:ea typeface="宋体"/>
                      </a:endParaRPr>
                    </a:p>
                  </a:txBody>
                  <a:tcPr marL="68573" marR="68573" marT="0" marB="0" anchor="ctr"/>
                </a:tc>
                <a:extLst>
                  <a:ext uri="{0D108BD9-81ED-4DB2-BD59-A6C34878D82A}">
                    <a16:rowId xmlns:a16="http://schemas.microsoft.com/office/drawing/2014/main" xmlns="" val="10010"/>
                  </a:ext>
                </a:extLst>
              </a:tr>
              <a:tr h="182910">
                <a:tc>
                  <a:txBody>
                    <a:bodyPr/>
                    <a:lstStyle/>
                    <a:p>
                      <a:pPr marL="254635" algn="just">
                        <a:spcAft>
                          <a:spcPts val="0"/>
                        </a:spcAft>
                      </a:pPr>
                      <a:r>
                        <a:rPr lang="en-US" sz="1200" kern="100" dirty="0">
                          <a:effectLst/>
                        </a:rPr>
                        <a:t>L-1</a:t>
                      </a:r>
                      <a:endParaRPr lang="zh-CN" sz="1200" b="1" kern="100" dirty="0">
                        <a:effectLst/>
                        <a:latin typeface="Times New Roman"/>
                        <a:ea typeface="宋体"/>
                      </a:endParaRPr>
                    </a:p>
                  </a:txBody>
                  <a:tcPr marL="68573" marR="68573" marT="0" marB="0" anchor="ctr"/>
                </a:tc>
                <a:tc>
                  <a:txBody>
                    <a:bodyPr/>
                    <a:lstStyle/>
                    <a:p>
                      <a:pPr algn="ctr">
                        <a:spcAft>
                          <a:spcPts val="0"/>
                        </a:spcAft>
                      </a:pPr>
                      <a:r>
                        <a:rPr lang="en-US" sz="1200" kern="100">
                          <a:effectLst/>
                        </a:rPr>
                        <a:t>##H</a:t>
                      </a:r>
                      <a:endParaRPr lang="zh-CN" sz="1200" b="1" kern="100">
                        <a:effectLst/>
                        <a:latin typeface="Times New Roman"/>
                        <a:ea typeface="宋体"/>
                      </a:endParaRPr>
                    </a:p>
                  </a:txBody>
                  <a:tcPr marL="68573" marR="68573" marT="0" marB="0" anchor="ctr"/>
                </a:tc>
                <a:tc>
                  <a:txBody>
                    <a:bodyPr/>
                    <a:lstStyle/>
                    <a:p>
                      <a:pPr algn="just">
                        <a:spcAft>
                          <a:spcPts val="0"/>
                        </a:spcAft>
                      </a:pPr>
                      <a:r>
                        <a:rPr lang="en-US" sz="1200" kern="100">
                          <a:effectLst/>
                        </a:rPr>
                        <a:t>4</a:t>
                      </a:r>
                      <a:endParaRPr lang="zh-CN" sz="1200" b="1" kern="100">
                        <a:effectLst/>
                        <a:latin typeface="Times New Roman"/>
                        <a:ea typeface="宋体"/>
                      </a:endParaRPr>
                    </a:p>
                  </a:txBody>
                  <a:tcPr marL="68573" marR="68573" marT="0" marB="0" anchor="ctr"/>
                </a:tc>
                <a:tc>
                  <a:txBody>
                    <a:bodyPr/>
                    <a:lstStyle/>
                    <a:p>
                      <a:pPr algn="just">
                        <a:spcAft>
                          <a:spcPts val="0"/>
                        </a:spcAft>
                      </a:pPr>
                      <a:r>
                        <a:rPr lang="en-US" sz="1200" kern="100" dirty="0">
                          <a:effectLst/>
                        </a:rPr>
                        <a:t>TC code n</a:t>
                      </a:r>
                      <a:endParaRPr lang="zh-CN" sz="1200" b="1" kern="100" dirty="0">
                        <a:effectLst/>
                        <a:latin typeface="Times New Roman"/>
                        <a:ea typeface="宋体"/>
                      </a:endParaRPr>
                    </a:p>
                  </a:txBody>
                  <a:tcPr marL="68573" marR="68573" marT="0" marB="0" anchor="ctr"/>
                </a:tc>
                <a:extLst>
                  <a:ext uri="{0D108BD9-81ED-4DB2-BD59-A6C34878D82A}">
                    <a16:rowId xmlns:a16="http://schemas.microsoft.com/office/drawing/2014/main" xmlns="" val="10011"/>
                  </a:ext>
                </a:extLst>
              </a:tr>
            </a:tbl>
          </a:graphicData>
        </a:graphic>
      </p:graphicFrame>
    </p:spTree>
    <p:extLst>
      <p:ext uri="{BB962C8B-B14F-4D97-AF65-F5344CB8AC3E}">
        <p14:creationId xmlns:p14="http://schemas.microsoft.com/office/powerpoint/2010/main" val="240548537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6: Relative time-tagged </a:t>
            </a:r>
            <a:r>
              <a:rPr lang="en-US" altLang="zh-CN" sz="3000" dirty="0" err="1"/>
              <a:t>telecommand</a:t>
            </a:r>
            <a:endParaRPr lang="en-US" altLang="zh-CN" sz="3000" dirty="0"/>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77</a:t>
            </a:fld>
            <a:r>
              <a:rPr lang="zh-CN" altLang="en-US"/>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1293932500"/>
              </p:ext>
            </p:extLst>
          </p:nvPr>
        </p:nvGraphicFramePr>
        <p:xfrm>
          <a:off x="323528" y="1416434"/>
          <a:ext cx="4978400" cy="2926556"/>
        </p:xfrm>
        <a:graphic>
          <a:graphicData uri="http://schemas.openxmlformats.org/drawingml/2006/table">
            <a:tbl>
              <a:tblPr firstRow="1" firstCol="1" bandRow="1" bandCol="1">
                <a:tableStyleId>{69CF1AB2-1976-4502-BF36-3FF5EA218861}</a:tableStyleId>
              </a:tblPr>
              <a:tblGrid>
                <a:gridCol w="730350">
                  <a:extLst>
                    <a:ext uri="{9D8B030D-6E8A-4147-A177-3AD203B41FA5}">
                      <a16:colId xmlns:a16="http://schemas.microsoft.com/office/drawing/2014/main" xmlns="" val="20000"/>
                    </a:ext>
                  </a:extLst>
                </a:gridCol>
                <a:gridCol w="573944">
                  <a:extLst>
                    <a:ext uri="{9D8B030D-6E8A-4147-A177-3AD203B41FA5}">
                      <a16:colId xmlns:a16="http://schemas.microsoft.com/office/drawing/2014/main" xmlns="" val="20001"/>
                    </a:ext>
                  </a:extLst>
                </a:gridCol>
                <a:gridCol w="1010074">
                  <a:extLst>
                    <a:ext uri="{9D8B030D-6E8A-4147-A177-3AD203B41FA5}">
                      <a16:colId xmlns:a16="http://schemas.microsoft.com/office/drawing/2014/main" xmlns="" val="20002"/>
                    </a:ext>
                  </a:extLst>
                </a:gridCol>
                <a:gridCol w="2664032">
                  <a:extLst>
                    <a:ext uri="{9D8B030D-6E8A-4147-A177-3AD203B41FA5}">
                      <a16:colId xmlns:a16="http://schemas.microsoft.com/office/drawing/2014/main" xmlns="" val="20003"/>
                    </a:ext>
                  </a:extLst>
                </a:gridCol>
              </a:tblGrid>
              <a:tr h="365819">
                <a:tc>
                  <a:txBody>
                    <a:bodyPr/>
                    <a:lstStyle/>
                    <a:p>
                      <a:pPr algn="ctr">
                        <a:spcAft>
                          <a:spcPts val="0"/>
                        </a:spcAft>
                      </a:pPr>
                      <a:r>
                        <a:rPr lang="x-none" sz="1200" kern="100" cap="all" dirty="0">
                          <a:effectLst/>
                        </a:rPr>
                        <a:t>NO</a:t>
                      </a:r>
                      <a:endParaRPr lang="zh-CN" sz="1200" b="1" kern="100" dirty="0">
                        <a:effectLst/>
                        <a:latin typeface="Times New Roman"/>
                        <a:ea typeface="宋体"/>
                      </a:endParaRPr>
                    </a:p>
                  </a:txBody>
                  <a:tcPr marL="68573" marR="68573" marT="0" marB="0" anchor="ctr"/>
                </a:tc>
                <a:tc>
                  <a:txBody>
                    <a:bodyPr/>
                    <a:lstStyle/>
                    <a:p>
                      <a:pPr algn="ctr">
                        <a:spcAft>
                          <a:spcPts val="0"/>
                        </a:spcAft>
                      </a:pPr>
                      <a:r>
                        <a:rPr lang="x-none" sz="1200" kern="100" cap="all">
                          <a:effectLst/>
                        </a:rPr>
                        <a:t>DATA</a:t>
                      </a:r>
                      <a:endParaRPr lang="zh-CN" sz="1200" b="1" kern="100">
                        <a:effectLst/>
                        <a:latin typeface="Times New Roman"/>
                        <a:ea typeface="宋体"/>
                      </a:endParaRPr>
                    </a:p>
                  </a:txBody>
                  <a:tcPr marL="68573" marR="68573" marT="0" marB="0" anchor="ctr"/>
                </a:tc>
                <a:tc>
                  <a:txBody>
                    <a:bodyPr/>
                    <a:lstStyle/>
                    <a:p>
                      <a:pPr algn="just">
                        <a:spcAft>
                          <a:spcPts val="0"/>
                        </a:spcAft>
                      </a:pPr>
                      <a:r>
                        <a:rPr lang="en-US" sz="1200" kern="100" cap="all">
                          <a:effectLst/>
                        </a:rPr>
                        <a:t>LENGTH</a:t>
                      </a:r>
                      <a:endParaRPr lang="zh-CN" sz="1200" b="1" kern="100">
                        <a:effectLst/>
                        <a:latin typeface="Times New Roman"/>
                        <a:ea typeface="宋体"/>
                      </a:endParaRPr>
                    </a:p>
                  </a:txBody>
                  <a:tcPr marL="68573" marR="68573" marT="0" marB="0"/>
                </a:tc>
                <a:tc>
                  <a:txBody>
                    <a:bodyPr/>
                    <a:lstStyle/>
                    <a:p>
                      <a:pPr algn="just">
                        <a:spcAft>
                          <a:spcPts val="0"/>
                        </a:spcAft>
                      </a:pPr>
                      <a:r>
                        <a:rPr lang="en-US" sz="1200" kern="100" cap="all" dirty="0">
                          <a:effectLst/>
                        </a:rPr>
                        <a:t>DESCRIPTION</a:t>
                      </a:r>
                      <a:endParaRPr lang="zh-CN" sz="1200" b="1" kern="100" dirty="0">
                        <a:effectLst/>
                        <a:latin typeface="Times New Roman"/>
                        <a:ea typeface="宋体"/>
                      </a:endParaRPr>
                    </a:p>
                  </a:txBody>
                  <a:tcPr marL="68573" marR="68573" marT="0" marB="0"/>
                </a:tc>
                <a:extLst>
                  <a:ext uri="{0D108BD9-81ED-4DB2-BD59-A6C34878D82A}">
                    <a16:rowId xmlns:a16="http://schemas.microsoft.com/office/drawing/2014/main" xmlns="" val="10000"/>
                  </a:ext>
                </a:extLst>
              </a:tr>
              <a:tr h="182910">
                <a:tc>
                  <a:txBody>
                    <a:bodyPr/>
                    <a:lstStyle/>
                    <a:p>
                      <a:pPr marL="280670" algn="just">
                        <a:spcAft>
                          <a:spcPts val="0"/>
                        </a:spcAft>
                      </a:pPr>
                      <a:r>
                        <a:rPr lang="en-US" sz="1200" kern="100">
                          <a:effectLst/>
                        </a:rPr>
                        <a:t>0</a:t>
                      </a:r>
                      <a:endParaRPr lang="zh-CN" sz="1200" b="1" kern="100">
                        <a:effectLst/>
                        <a:latin typeface="Times New Roman"/>
                        <a:ea typeface="宋体"/>
                      </a:endParaRPr>
                    </a:p>
                  </a:txBody>
                  <a:tcPr marL="68573" marR="68573" marT="0" marB="0" anchor="ctr"/>
                </a:tc>
                <a:tc>
                  <a:txBody>
                    <a:bodyPr/>
                    <a:lstStyle/>
                    <a:p>
                      <a:pPr algn="ctr">
                        <a:spcAft>
                          <a:spcPts val="0"/>
                        </a:spcAft>
                      </a:pPr>
                      <a:r>
                        <a:rPr lang="en-US" sz="1200" kern="100" dirty="0">
                          <a:effectLst/>
                        </a:rPr>
                        <a:t>A0H</a:t>
                      </a:r>
                      <a:endParaRPr lang="zh-CN" sz="1200" b="1" kern="100" dirty="0">
                        <a:effectLst/>
                        <a:latin typeface="Times New Roman"/>
                        <a:ea typeface="宋体"/>
                      </a:endParaRPr>
                    </a:p>
                  </a:txBody>
                  <a:tcPr marL="68573" marR="68573" marT="0" marB="0" anchor="ctr"/>
                </a:tc>
                <a:tc>
                  <a:txBody>
                    <a:bodyPr/>
                    <a:lstStyle/>
                    <a:p>
                      <a:pPr algn="just">
                        <a:spcAft>
                          <a:spcPts val="0"/>
                        </a:spcAft>
                      </a:pPr>
                      <a:r>
                        <a:rPr lang="en-US" sz="1200" kern="100">
                          <a:effectLst/>
                        </a:rPr>
                        <a:t>1</a:t>
                      </a:r>
                      <a:endParaRPr lang="zh-CN" sz="1200" b="1" kern="100">
                        <a:effectLst/>
                        <a:latin typeface="Times New Roman"/>
                        <a:ea typeface="宋体"/>
                      </a:endParaRPr>
                    </a:p>
                  </a:txBody>
                  <a:tcPr marL="68573" marR="68573" marT="0" marB="0" anchor="ctr"/>
                </a:tc>
                <a:tc>
                  <a:txBody>
                    <a:bodyPr/>
                    <a:lstStyle/>
                    <a:p>
                      <a:pPr algn="just">
                        <a:spcAft>
                          <a:spcPts val="0"/>
                        </a:spcAft>
                      </a:pPr>
                      <a:r>
                        <a:rPr lang="en-US" sz="1200" kern="100">
                          <a:effectLst/>
                        </a:rPr>
                        <a:t>IDENTIFICATION</a:t>
                      </a:r>
                      <a:endParaRPr lang="zh-CN" sz="1200" b="1" kern="100">
                        <a:effectLst/>
                        <a:latin typeface="Times New Roman"/>
                        <a:ea typeface="宋体"/>
                      </a:endParaRPr>
                    </a:p>
                  </a:txBody>
                  <a:tcPr marL="68573" marR="68573" marT="0" marB="0" anchor="ctr"/>
                </a:tc>
                <a:extLst>
                  <a:ext uri="{0D108BD9-81ED-4DB2-BD59-A6C34878D82A}">
                    <a16:rowId xmlns:a16="http://schemas.microsoft.com/office/drawing/2014/main" xmlns="" val="10001"/>
                  </a:ext>
                </a:extLst>
              </a:tr>
              <a:tr h="182910">
                <a:tc>
                  <a:txBody>
                    <a:bodyPr/>
                    <a:lstStyle/>
                    <a:p>
                      <a:pPr marL="280670" algn="just">
                        <a:spcAft>
                          <a:spcPts val="0"/>
                        </a:spcAft>
                      </a:pPr>
                      <a:r>
                        <a:rPr lang="en-US" sz="1200" kern="100">
                          <a:effectLst/>
                        </a:rPr>
                        <a:t>1</a:t>
                      </a:r>
                      <a:endParaRPr lang="zh-CN" sz="1200" b="1" kern="100">
                        <a:effectLst/>
                        <a:latin typeface="Times New Roman"/>
                        <a:ea typeface="宋体"/>
                      </a:endParaRPr>
                    </a:p>
                  </a:txBody>
                  <a:tcPr marL="68573" marR="68573"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73" marR="68573" marT="0" marB="0" anchor="ctr"/>
                </a:tc>
                <a:tc>
                  <a:txBody>
                    <a:bodyPr/>
                    <a:lstStyle/>
                    <a:p>
                      <a:pPr algn="just">
                        <a:spcAft>
                          <a:spcPts val="0"/>
                        </a:spcAft>
                      </a:pPr>
                      <a:r>
                        <a:rPr lang="en-US" sz="1200" kern="100">
                          <a:effectLst/>
                        </a:rPr>
                        <a:t>1</a:t>
                      </a:r>
                      <a:endParaRPr lang="zh-CN" sz="1200" b="1" kern="100">
                        <a:effectLst/>
                        <a:latin typeface="Times New Roman"/>
                        <a:ea typeface="宋体"/>
                      </a:endParaRPr>
                    </a:p>
                  </a:txBody>
                  <a:tcPr marL="68573" marR="68573" marT="0" marB="0" anchor="ctr"/>
                </a:tc>
                <a:tc>
                  <a:txBody>
                    <a:bodyPr/>
                    <a:lstStyle/>
                    <a:p>
                      <a:pPr algn="just">
                        <a:spcAft>
                          <a:spcPts val="0"/>
                        </a:spcAft>
                      </a:pPr>
                      <a:r>
                        <a:rPr lang="en-US" sz="1200" kern="100">
                          <a:effectLst/>
                        </a:rPr>
                        <a:t>group number</a:t>
                      </a:r>
                      <a:endParaRPr lang="zh-CN" sz="1200" b="1" kern="100">
                        <a:effectLst/>
                        <a:latin typeface="Times New Roman"/>
                        <a:ea typeface="宋体"/>
                      </a:endParaRPr>
                    </a:p>
                  </a:txBody>
                  <a:tcPr marL="68573" marR="68573" marT="0" marB="0" anchor="ctr"/>
                </a:tc>
                <a:extLst>
                  <a:ext uri="{0D108BD9-81ED-4DB2-BD59-A6C34878D82A}">
                    <a16:rowId xmlns:a16="http://schemas.microsoft.com/office/drawing/2014/main" xmlns="" val="10002"/>
                  </a:ext>
                </a:extLst>
              </a:tr>
              <a:tr h="182910">
                <a:tc>
                  <a:txBody>
                    <a:bodyPr/>
                    <a:lstStyle/>
                    <a:p>
                      <a:pPr marL="280670" algn="just">
                        <a:spcAft>
                          <a:spcPts val="0"/>
                        </a:spcAft>
                      </a:pPr>
                      <a:r>
                        <a:rPr lang="en-US" sz="1200" kern="100">
                          <a:effectLst/>
                        </a:rPr>
                        <a:t>2</a:t>
                      </a:r>
                      <a:endParaRPr lang="zh-CN" sz="1200" b="1" kern="100">
                        <a:effectLst/>
                        <a:latin typeface="Times New Roman"/>
                        <a:ea typeface="宋体"/>
                      </a:endParaRPr>
                    </a:p>
                  </a:txBody>
                  <a:tcPr marL="68573" marR="68573" marT="0" marB="0" anchor="ctr"/>
                </a:tc>
                <a:tc>
                  <a:txBody>
                    <a:bodyPr/>
                    <a:lstStyle/>
                    <a:p>
                      <a:pPr algn="ctr">
                        <a:spcAft>
                          <a:spcPts val="0"/>
                        </a:spcAft>
                      </a:pPr>
                      <a:r>
                        <a:rPr lang="en-US" sz="1200" kern="100">
                          <a:effectLst/>
                        </a:rPr>
                        <a:t>##H</a:t>
                      </a:r>
                      <a:endParaRPr lang="zh-CN" sz="1200" b="1" kern="100">
                        <a:effectLst/>
                        <a:latin typeface="Times New Roman"/>
                        <a:ea typeface="宋体"/>
                      </a:endParaRPr>
                    </a:p>
                  </a:txBody>
                  <a:tcPr marL="68573" marR="68573" marT="0" marB="0" anchor="ctr"/>
                </a:tc>
                <a:tc>
                  <a:txBody>
                    <a:bodyPr/>
                    <a:lstStyle/>
                    <a:p>
                      <a:pPr algn="just">
                        <a:spcAft>
                          <a:spcPts val="0"/>
                        </a:spcAft>
                      </a:pPr>
                      <a:r>
                        <a:rPr lang="en-US" sz="1200" kern="100" dirty="0">
                          <a:effectLst/>
                        </a:rPr>
                        <a:t>1</a:t>
                      </a:r>
                      <a:endParaRPr lang="zh-CN" sz="1200" b="1" kern="100" dirty="0">
                        <a:effectLst/>
                        <a:latin typeface="Times New Roman"/>
                        <a:ea typeface="宋体"/>
                      </a:endParaRPr>
                    </a:p>
                  </a:txBody>
                  <a:tcPr marL="68573" marR="68573" marT="0" marB="0" anchor="ctr"/>
                </a:tc>
                <a:tc>
                  <a:txBody>
                    <a:bodyPr/>
                    <a:lstStyle/>
                    <a:p>
                      <a:pPr algn="just">
                        <a:spcAft>
                          <a:spcPts val="0"/>
                        </a:spcAft>
                      </a:pPr>
                      <a:r>
                        <a:rPr lang="en-US" sz="1200" kern="100">
                          <a:effectLst/>
                        </a:rPr>
                        <a:t>Command counter</a:t>
                      </a:r>
                      <a:endParaRPr lang="zh-CN" sz="1200" b="1" kern="100">
                        <a:effectLst/>
                        <a:latin typeface="Times New Roman"/>
                        <a:ea typeface="宋体"/>
                      </a:endParaRPr>
                    </a:p>
                  </a:txBody>
                  <a:tcPr marL="68573" marR="68573" marT="0" marB="0" anchor="ctr"/>
                </a:tc>
                <a:extLst>
                  <a:ext uri="{0D108BD9-81ED-4DB2-BD59-A6C34878D82A}">
                    <a16:rowId xmlns:a16="http://schemas.microsoft.com/office/drawing/2014/main" xmlns="" val="10003"/>
                  </a:ext>
                </a:extLst>
              </a:tr>
              <a:tr h="182910">
                <a:tc>
                  <a:txBody>
                    <a:bodyPr/>
                    <a:lstStyle/>
                    <a:p>
                      <a:pPr marL="280670" algn="just">
                        <a:spcAft>
                          <a:spcPts val="0"/>
                        </a:spcAft>
                      </a:pPr>
                      <a:r>
                        <a:rPr lang="en-US" sz="1200" kern="100">
                          <a:effectLst/>
                        </a:rPr>
                        <a:t>3</a:t>
                      </a:r>
                      <a:endParaRPr lang="zh-CN" sz="1200" b="1" kern="100">
                        <a:effectLst/>
                        <a:latin typeface="Times New Roman"/>
                        <a:ea typeface="宋体"/>
                      </a:endParaRPr>
                    </a:p>
                  </a:txBody>
                  <a:tcPr marL="68573" marR="68573"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73" marR="68573" marT="0" marB="0" anchor="ctr"/>
                </a:tc>
                <a:tc>
                  <a:txBody>
                    <a:bodyPr/>
                    <a:lstStyle/>
                    <a:p>
                      <a:pPr algn="just">
                        <a:spcAft>
                          <a:spcPts val="0"/>
                        </a:spcAft>
                      </a:pPr>
                      <a:r>
                        <a:rPr lang="en-US" sz="1200" kern="100" dirty="0">
                          <a:effectLst/>
                        </a:rPr>
                        <a:t>8</a:t>
                      </a:r>
                      <a:endParaRPr lang="zh-CN" sz="1200" b="1" kern="100" dirty="0">
                        <a:effectLst/>
                        <a:latin typeface="Times New Roman"/>
                        <a:ea typeface="宋体"/>
                      </a:endParaRPr>
                    </a:p>
                  </a:txBody>
                  <a:tcPr marL="68573" marR="68573" marT="0" marB="0" anchor="ctr"/>
                </a:tc>
                <a:tc>
                  <a:txBody>
                    <a:bodyPr/>
                    <a:lstStyle/>
                    <a:p>
                      <a:pPr algn="just">
                        <a:spcAft>
                          <a:spcPts val="0"/>
                        </a:spcAft>
                      </a:pPr>
                      <a:r>
                        <a:rPr lang="en-US" sz="1200" kern="100">
                          <a:effectLst/>
                        </a:rPr>
                        <a:t>reserved</a:t>
                      </a:r>
                      <a:endParaRPr lang="zh-CN" sz="1200" b="1" kern="100">
                        <a:effectLst/>
                        <a:latin typeface="Times New Roman"/>
                        <a:ea typeface="宋体"/>
                      </a:endParaRPr>
                    </a:p>
                  </a:txBody>
                  <a:tcPr marL="68573" marR="68573" marT="0" marB="0" anchor="ctr"/>
                </a:tc>
                <a:extLst>
                  <a:ext uri="{0D108BD9-81ED-4DB2-BD59-A6C34878D82A}">
                    <a16:rowId xmlns:a16="http://schemas.microsoft.com/office/drawing/2014/main" xmlns="" val="10004"/>
                  </a:ext>
                </a:extLst>
              </a:tr>
              <a:tr h="365819">
                <a:tc>
                  <a:txBody>
                    <a:bodyPr/>
                    <a:lstStyle/>
                    <a:p>
                      <a:pPr marL="280670" algn="just">
                        <a:spcAft>
                          <a:spcPts val="0"/>
                        </a:spcAft>
                      </a:pPr>
                      <a:r>
                        <a:rPr lang="en-US" sz="1200" kern="100">
                          <a:effectLst/>
                        </a:rPr>
                        <a:t>4</a:t>
                      </a:r>
                      <a:endParaRPr lang="zh-CN" sz="1200" b="1" kern="100">
                        <a:effectLst/>
                        <a:latin typeface="Times New Roman"/>
                        <a:ea typeface="宋体"/>
                      </a:endParaRPr>
                    </a:p>
                  </a:txBody>
                  <a:tcPr marL="68573" marR="68573" marT="0" marB="0" anchor="ctr"/>
                </a:tc>
                <a:tc>
                  <a:txBody>
                    <a:bodyPr/>
                    <a:lstStyle/>
                    <a:p>
                      <a:pPr algn="ctr">
                        <a:spcAft>
                          <a:spcPts val="0"/>
                        </a:spcAft>
                      </a:pPr>
                      <a:r>
                        <a:rPr lang="en-US" sz="1200" kern="100">
                          <a:effectLst/>
                        </a:rPr>
                        <a:t>##H</a:t>
                      </a:r>
                      <a:endParaRPr lang="zh-CN" sz="1200" b="1" kern="100">
                        <a:effectLst/>
                        <a:latin typeface="Times New Roman"/>
                        <a:ea typeface="宋体"/>
                      </a:endParaRPr>
                    </a:p>
                  </a:txBody>
                  <a:tcPr marL="68573" marR="68573" marT="0" marB="0" anchor="ctr"/>
                </a:tc>
                <a:tc>
                  <a:txBody>
                    <a:bodyPr/>
                    <a:lstStyle/>
                    <a:p>
                      <a:pPr algn="just">
                        <a:spcAft>
                          <a:spcPts val="0"/>
                        </a:spcAft>
                      </a:pPr>
                      <a:r>
                        <a:rPr lang="en-US" sz="1200" kern="100" dirty="0">
                          <a:effectLst/>
                        </a:rPr>
                        <a:t>2</a:t>
                      </a:r>
                      <a:endParaRPr lang="zh-CN" sz="1200" b="1" kern="100" dirty="0">
                        <a:effectLst/>
                        <a:latin typeface="Times New Roman"/>
                        <a:ea typeface="宋体"/>
                      </a:endParaRPr>
                    </a:p>
                  </a:txBody>
                  <a:tcPr marL="68573" marR="68573" marT="0" marB="0" anchor="ctr"/>
                </a:tc>
                <a:tc>
                  <a:txBody>
                    <a:bodyPr/>
                    <a:lstStyle/>
                    <a:p>
                      <a:pPr algn="just">
                        <a:spcAft>
                          <a:spcPts val="0"/>
                        </a:spcAft>
                      </a:pPr>
                      <a:r>
                        <a:rPr lang="en-US" sz="1200" kern="100" dirty="0">
                          <a:effectLst/>
                        </a:rPr>
                        <a:t>High 4bit, segment id</a:t>
                      </a:r>
                      <a:endParaRPr lang="zh-CN" sz="1200" kern="100" dirty="0">
                        <a:effectLst/>
                      </a:endParaRPr>
                    </a:p>
                    <a:p>
                      <a:pPr algn="just">
                        <a:spcAft>
                          <a:spcPts val="0"/>
                        </a:spcAft>
                      </a:pPr>
                      <a:r>
                        <a:rPr lang="en-US" sz="1200" kern="100" dirty="0">
                          <a:effectLst/>
                        </a:rPr>
                        <a:t>Low 12bit, TC ∆time </a:t>
                      </a:r>
                      <a:endParaRPr lang="zh-CN" sz="1200" b="1" kern="100" dirty="0">
                        <a:effectLst/>
                        <a:latin typeface="Times New Roman"/>
                        <a:ea typeface="宋体"/>
                      </a:endParaRPr>
                    </a:p>
                  </a:txBody>
                  <a:tcPr marL="68573" marR="68573" marT="0" marB="0" anchor="ctr"/>
                </a:tc>
                <a:extLst>
                  <a:ext uri="{0D108BD9-81ED-4DB2-BD59-A6C34878D82A}">
                    <a16:rowId xmlns:a16="http://schemas.microsoft.com/office/drawing/2014/main" xmlns="" val="10005"/>
                  </a:ext>
                </a:extLst>
              </a:tr>
              <a:tr h="182910">
                <a:tc>
                  <a:txBody>
                    <a:bodyPr/>
                    <a:lstStyle/>
                    <a:p>
                      <a:pPr marL="280670" algn="just">
                        <a:spcAft>
                          <a:spcPts val="0"/>
                        </a:spcAft>
                      </a:pPr>
                      <a:r>
                        <a:rPr lang="en-US" sz="1200" kern="100">
                          <a:effectLst/>
                        </a:rPr>
                        <a:t> </a:t>
                      </a:r>
                      <a:endParaRPr lang="zh-CN" sz="1200" b="1" kern="100">
                        <a:effectLst/>
                        <a:latin typeface="Times New Roman"/>
                        <a:ea typeface="宋体"/>
                      </a:endParaRPr>
                    </a:p>
                  </a:txBody>
                  <a:tcPr marL="68573" marR="68573" marT="0" marB="0" anchor="ctr"/>
                </a:tc>
                <a:tc>
                  <a:txBody>
                    <a:bodyPr/>
                    <a:lstStyle/>
                    <a:p>
                      <a:pPr algn="ctr">
                        <a:spcAft>
                          <a:spcPts val="0"/>
                        </a:spcAft>
                      </a:pPr>
                      <a:r>
                        <a:rPr lang="en-US" sz="1200" kern="100">
                          <a:effectLst/>
                        </a:rPr>
                        <a:t>##H</a:t>
                      </a:r>
                      <a:endParaRPr lang="zh-CN" sz="1200" b="1" kern="100">
                        <a:effectLst/>
                        <a:latin typeface="Times New Roman"/>
                        <a:ea typeface="宋体"/>
                      </a:endParaRPr>
                    </a:p>
                  </a:txBody>
                  <a:tcPr marL="68573" marR="68573" marT="0" marB="0" anchor="ctr"/>
                </a:tc>
                <a:tc>
                  <a:txBody>
                    <a:bodyPr/>
                    <a:lstStyle/>
                    <a:p>
                      <a:pPr algn="just">
                        <a:spcAft>
                          <a:spcPts val="0"/>
                        </a:spcAft>
                      </a:pPr>
                      <a:r>
                        <a:rPr lang="en-US" sz="1200" kern="100">
                          <a:effectLst/>
                        </a:rPr>
                        <a:t>4</a:t>
                      </a:r>
                      <a:endParaRPr lang="zh-CN" sz="1200" b="1" kern="100">
                        <a:effectLst/>
                        <a:latin typeface="Times New Roman"/>
                        <a:ea typeface="宋体"/>
                      </a:endParaRPr>
                    </a:p>
                  </a:txBody>
                  <a:tcPr marL="68573" marR="68573" marT="0" marB="0" anchor="ctr"/>
                </a:tc>
                <a:tc>
                  <a:txBody>
                    <a:bodyPr/>
                    <a:lstStyle/>
                    <a:p>
                      <a:pPr algn="just">
                        <a:spcAft>
                          <a:spcPts val="0"/>
                        </a:spcAft>
                      </a:pPr>
                      <a:r>
                        <a:rPr lang="en-US" sz="1200" kern="100" dirty="0">
                          <a:effectLst/>
                        </a:rPr>
                        <a:t>TC code 1</a:t>
                      </a:r>
                      <a:endParaRPr lang="zh-CN" sz="1200" b="1" kern="100" dirty="0">
                        <a:effectLst/>
                        <a:latin typeface="Times New Roman"/>
                        <a:ea typeface="宋体"/>
                      </a:endParaRPr>
                    </a:p>
                  </a:txBody>
                  <a:tcPr marL="68573" marR="68573" marT="0" marB="0" anchor="ctr"/>
                </a:tc>
                <a:extLst>
                  <a:ext uri="{0D108BD9-81ED-4DB2-BD59-A6C34878D82A}">
                    <a16:rowId xmlns:a16="http://schemas.microsoft.com/office/drawing/2014/main" xmlns="" val="10006"/>
                  </a:ext>
                </a:extLst>
              </a:tr>
              <a:tr h="365819">
                <a:tc>
                  <a:txBody>
                    <a:bodyPr/>
                    <a:lstStyle/>
                    <a:p>
                      <a:pPr marL="280670" algn="just">
                        <a:spcAft>
                          <a:spcPts val="0"/>
                        </a:spcAft>
                      </a:pPr>
                      <a:r>
                        <a:rPr lang="en-US" sz="1200" kern="100">
                          <a:effectLst/>
                        </a:rPr>
                        <a:t> </a:t>
                      </a:r>
                      <a:endParaRPr lang="zh-CN" sz="1200" b="1" kern="100">
                        <a:effectLst/>
                        <a:latin typeface="Times New Roman"/>
                        <a:ea typeface="宋体"/>
                      </a:endParaRPr>
                    </a:p>
                  </a:txBody>
                  <a:tcPr marL="68573" marR="68573" marT="0" marB="0" anchor="ctr"/>
                </a:tc>
                <a:tc>
                  <a:txBody>
                    <a:bodyPr/>
                    <a:lstStyle/>
                    <a:p>
                      <a:pPr algn="ctr">
                        <a:spcAft>
                          <a:spcPts val="0"/>
                        </a:spcAft>
                      </a:pPr>
                      <a:r>
                        <a:rPr lang="en-US" sz="1200" kern="100">
                          <a:effectLst/>
                        </a:rPr>
                        <a:t>##H</a:t>
                      </a:r>
                      <a:endParaRPr lang="zh-CN" sz="1200" b="1" kern="100">
                        <a:effectLst/>
                        <a:latin typeface="Times New Roman"/>
                        <a:ea typeface="宋体"/>
                      </a:endParaRPr>
                    </a:p>
                  </a:txBody>
                  <a:tcPr marL="68573" marR="68573" marT="0" marB="0" anchor="ctr"/>
                </a:tc>
                <a:tc>
                  <a:txBody>
                    <a:bodyPr/>
                    <a:lstStyle/>
                    <a:p>
                      <a:pPr algn="just">
                        <a:spcAft>
                          <a:spcPts val="0"/>
                        </a:spcAft>
                      </a:pPr>
                      <a:r>
                        <a:rPr lang="en-US" sz="1200" kern="100" dirty="0">
                          <a:effectLst/>
                        </a:rPr>
                        <a:t>2</a:t>
                      </a:r>
                      <a:endParaRPr lang="zh-CN" sz="1200" b="1" kern="100" dirty="0">
                        <a:effectLst/>
                        <a:latin typeface="Times New Roman"/>
                        <a:ea typeface="宋体"/>
                      </a:endParaRPr>
                    </a:p>
                  </a:txBody>
                  <a:tcPr marL="68573" marR="68573" marT="0" marB="0" anchor="ctr"/>
                </a:tc>
                <a:tc>
                  <a:txBody>
                    <a:bodyPr/>
                    <a:lstStyle/>
                    <a:p>
                      <a:pPr algn="just">
                        <a:spcAft>
                          <a:spcPts val="0"/>
                        </a:spcAft>
                      </a:pPr>
                      <a:r>
                        <a:rPr lang="en-US" sz="1200" kern="100" dirty="0">
                          <a:effectLst/>
                        </a:rPr>
                        <a:t>High 4bit, segment id</a:t>
                      </a:r>
                      <a:endParaRPr lang="zh-CN" sz="1200" kern="100" dirty="0">
                        <a:effectLst/>
                      </a:endParaRPr>
                    </a:p>
                    <a:p>
                      <a:pPr algn="just">
                        <a:spcAft>
                          <a:spcPts val="0"/>
                        </a:spcAft>
                      </a:pPr>
                      <a:r>
                        <a:rPr lang="en-US" sz="1200" kern="100" dirty="0">
                          <a:effectLst/>
                        </a:rPr>
                        <a:t>Low 12bit, TC ∆time </a:t>
                      </a:r>
                      <a:endParaRPr lang="zh-CN" sz="1200" b="1" kern="100" dirty="0">
                        <a:effectLst/>
                        <a:latin typeface="Times New Roman"/>
                        <a:ea typeface="宋体"/>
                      </a:endParaRPr>
                    </a:p>
                  </a:txBody>
                  <a:tcPr marL="68573" marR="68573" marT="0" marB="0" anchor="ctr"/>
                </a:tc>
                <a:extLst>
                  <a:ext uri="{0D108BD9-81ED-4DB2-BD59-A6C34878D82A}">
                    <a16:rowId xmlns:a16="http://schemas.microsoft.com/office/drawing/2014/main" xmlns="" val="10007"/>
                  </a:ext>
                </a:extLst>
              </a:tr>
              <a:tr h="182910">
                <a:tc>
                  <a:txBody>
                    <a:bodyPr/>
                    <a:lstStyle/>
                    <a:p>
                      <a:pPr marL="280670" algn="just">
                        <a:spcAft>
                          <a:spcPts val="0"/>
                        </a:spcAft>
                      </a:pPr>
                      <a:r>
                        <a:rPr lang="en-US" sz="1200" kern="100">
                          <a:effectLst/>
                        </a:rPr>
                        <a:t> </a:t>
                      </a:r>
                      <a:endParaRPr lang="zh-CN" sz="1200" b="1" kern="100">
                        <a:effectLst/>
                        <a:latin typeface="Times New Roman"/>
                        <a:ea typeface="宋体"/>
                      </a:endParaRPr>
                    </a:p>
                  </a:txBody>
                  <a:tcPr marL="68573" marR="68573" marT="0" marB="0" anchor="ctr"/>
                </a:tc>
                <a:tc>
                  <a:txBody>
                    <a:bodyPr/>
                    <a:lstStyle/>
                    <a:p>
                      <a:pPr algn="ctr">
                        <a:spcAft>
                          <a:spcPts val="0"/>
                        </a:spcAft>
                      </a:pPr>
                      <a:r>
                        <a:rPr lang="en-US" sz="1200" kern="100">
                          <a:effectLst/>
                        </a:rPr>
                        <a:t>##H</a:t>
                      </a:r>
                      <a:endParaRPr lang="zh-CN" sz="1200" b="1" kern="100">
                        <a:effectLst/>
                        <a:latin typeface="Times New Roman"/>
                        <a:ea typeface="宋体"/>
                      </a:endParaRPr>
                    </a:p>
                  </a:txBody>
                  <a:tcPr marL="68573" marR="68573" marT="0" marB="0" anchor="ctr"/>
                </a:tc>
                <a:tc>
                  <a:txBody>
                    <a:bodyPr/>
                    <a:lstStyle/>
                    <a:p>
                      <a:pPr algn="just">
                        <a:spcAft>
                          <a:spcPts val="0"/>
                        </a:spcAft>
                      </a:pPr>
                      <a:r>
                        <a:rPr lang="en-US" sz="1200" kern="100">
                          <a:effectLst/>
                        </a:rPr>
                        <a:t>4</a:t>
                      </a:r>
                      <a:endParaRPr lang="zh-CN" sz="1200" b="1" kern="100">
                        <a:effectLst/>
                        <a:latin typeface="Times New Roman"/>
                        <a:ea typeface="宋体"/>
                      </a:endParaRPr>
                    </a:p>
                  </a:txBody>
                  <a:tcPr marL="68573" marR="68573" marT="0" marB="0" anchor="ctr"/>
                </a:tc>
                <a:tc>
                  <a:txBody>
                    <a:bodyPr/>
                    <a:lstStyle/>
                    <a:p>
                      <a:pPr algn="just">
                        <a:spcAft>
                          <a:spcPts val="0"/>
                        </a:spcAft>
                      </a:pPr>
                      <a:r>
                        <a:rPr lang="en-US" sz="1200" kern="100" dirty="0">
                          <a:effectLst/>
                        </a:rPr>
                        <a:t>TC code 2</a:t>
                      </a:r>
                      <a:endParaRPr lang="zh-CN" sz="1200" b="1" kern="100" dirty="0">
                        <a:effectLst/>
                        <a:latin typeface="Times New Roman"/>
                        <a:ea typeface="宋体"/>
                      </a:endParaRPr>
                    </a:p>
                  </a:txBody>
                  <a:tcPr marL="68573" marR="68573" marT="0" marB="0" anchor="ctr"/>
                </a:tc>
                <a:extLst>
                  <a:ext uri="{0D108BD9-81ED-4DB2-BD59-A6C34878D82A}">
                    <a16:rowId xmlns:a16="http://schemas.microsoft.com/office/drawing/2014/main" xmlns="" val="10008"/>
                  </a:ext>
                </a:extLst>
              </a:tr>
              <a:tr h="182910">
                <a:tc>
                  <a:txBody>
                    <a:bodyPr/>
                    <a:lstStyle/>
                    <a:p>
                      <a:pPr marL="254635" algn="just">
                        <a:spcAft>
                          <a:spcPts val="0"/>
                        </a:spcAft>
                      </a:pPr>
                      <a:r>
                        <a:rPr lang="en-US" sz="1200" kern="100">
                          <a:effectLst/>
                        </a:rPr>
                        <a:t>…</a:t>
                      </a:r>
                      <a:endParaRPr lang="zh-CN" sz="1200" b="1" kern="100">
                        <a:effectLst/>
                        <a:latin typeface="Times New Roman"/>
                        <a:ea typeface="宋体"/>
                      </a:endParaRPr>
                    </a:p>
                  </a:txBody>
                  <a:tcPr marL="68573" marR="68573" marT="0" marB="0" anchor="ctr"/>
                </a:tc>
                <a:tc>
                  <a:txBody>
                    <a:bodyPr/>
                    <a:lstStyle/>
                    <a:p>
                      <a:pPr algn="ctr">
                        <a:spcAft>
                          <a:spcPts val="0"/>
                        </a:spcAft>
                      </a:pPr>
                      <a:r>
                        <a:rPr lang="en-US" sz="1200" kern="100">
                          <a:effectLst/>
                        </a:rPr>
                        <a:t>…</a:t>
                      </a:r>
                      <a:endParaRPr lang="zh-CN" sz="1200" b="1" kern="100">
                        <a:effectLst/>
                        <a:latin typeface="Times New Roman"/>
                        <a:ea typeface="宋体"/>
                      </a:endParaRPr>
                    </a:p>
                  </a:txBody>
                  <a:tcPr marL="68573" marR="68573" marT="0" marB="0" anchor="ctr"/>
                </a:tc>
                <a:tc>
                  <a:txBody>
                    <a:bodyPr/>
                    <a:lstStyle/>
                    <a:p>
                      <a:pPr algn="just">
                        <a:spcAft>
                          <a:spcPts val="0"/>
                        </a:spcAft>
                      </a:pPr>
                      <a:r>
                        <a:rPr lang="en-US" sz="1200" kern="100">
                          <a:effectLst/>
                        </a:rPr>
                        <a:t>…</a:t>
                      </a:r>
                      <a:endParaRPr lang="zh-CN" sz="1200" b="1" kern="100">
                        <a:effectLst/>
                        <a:latin typeface="Times New Roman"/>
                        <a:ea typeface="宋体"/>
                      </a:endParaRPr>
                    </a:p>
                  </a:txBody>
                  <a:tcPr marL="68573" marR="68573" marT="0" marB="0" anchor="ctr"/>
                </a:tc>
                <a:tc>
                  <a:txBody>
                    <a:bodyPr/>
                    <a:lstStyle/>
                    <a:p>
                      <a:pPr algn="just">
                        <a:spcAft>
                          <a:spcPts val="0"/>
                        </a:spcAft>
                      </a:pPr>
                      <a:r>
                        <a:rPr lang="en-US" sz="1200" kern="100" dirty="0">
                          <a:effectLst/>
                        </a:rPr>
                        <a:t>…</a:t>
                      </a:r>
                      <a:endParaRPr lang="zh-CN" sz="1200" b="1" kern="100" dirty="0">
                        <a:effectLst/>
                        <a:latin typeface="Times New Roman"/>
                        <a:ea typeface="宋体"/>
                      </a:endParaRPr>
                    </a:p>
                  </a:txBody>
                  <a:tcPr marL="68573" marR="68573" marT="0" marB="0" anchor="ctr"/>
                </a:tc>
                <a:extLst>
                  <a:ext uri="{0D108BD9-81ED-4DB2-BD59-A6C34878D82A}">
                    <a16:rowId xmlns:a16="http://schemas.microsoft.com/office/drawing/2014/main" xmlns="" val="10009"/>
                  </a:ext>
                </a:extLst>
              </a:tr>
              <a:tr h="365819">
                <a:tc>
                  <a:txBody>
                    <a:bodyPr/>
                    <a:lstStyle/>
                    <a:p>
                      <a:pPr marL="254635" algn="just">
                        <a:spcAft>
                          <a:spcPts val="0"/>
                        </a:spcAft>
                      </a:pPr>
                      <a:r>
                        <a:rPr lang="en-US" sz="1200" kern="100">
                          <a:effectLst/>
                        </a:rPr>
                        <a:t> </a:t>
                      </a:r>
                      <a:endParaRPr lang="zh-CN" sz="1200" b="1" kern="100">
                        <a:effectLst/>
                        <a:latin typeface="Times New Roman"/>
                        <a:ea typeface="宋体"/>
                      </a:endParaRPr>
                    </a:p>
                  </a:txBody>
                  <a:tcPr marL="68573" marR="68573" marT="0" marB="0" anchor="ctr"/>
                </a:tc>
                <a:tc>
                  <a:txBody>
                    <a:bodyPr/>
                    <a:lstStyle/>
                    <a:p>
                      <a:pPr algn="ctr">
                        <a:spcAft>
                          <a:spcPts val="0"/>
                        </a:spcAft>
                      </a:pPr>
                      <a:r>
                        <a:rPr lang="en-US" sz="1200" kern="100">
                          <a:effectLst/>
                        </a:rPr>
                        <a:t>##H</a:t>
                      </a:r>
                      <a:endParaRPr lang="zh-CN" sz="1200" b="1" kern="100">
                        <a:effectLst/>
                        <a:latin typeface="Times New Roman"/>
                        <a:ea typeface="宋体"/>
                      </a:endParaRPr>
                    </a:p>
                  </a:txBody>
                  <a:tcPr marL="68573" marR="68573" marT="0" marB="0" anchor="ctr"/>
                </a:tc>
                <a:tc>
                  <a:txBody>
                    <a:bodyPr/>
                    <a:lstStyle/>
                    <a:p>
                      <a:pPr algn="just">
                        <a:spcAft>
                          <a:spcPts val="0"/>
                        </a:spcAft>
                      </a:pPr>
                      <a:r>
                        <a:rPr lang="en-US" sz="1200" kern="100">
                          <a:effectLst/>
                        </a:rPr>
                        <a:t>2</a:t>
                      </a:r>
                      <a:endParaRPr lang="zh-CN" sz="1200" b="1" kern="100">
                        <a:effectLst/>
                        <a:latin typeface="Times New Roman"/>
                        <a:ea typeface="宋体"/>
                      </a:endParaRPr>
                    </a:p>
                  </a:txBody>
                  <a:tcPr marL="68573" marR="68573" marT="0" marB="0" anchor="ctr"/>
                </a:tc>
                <a:tc>
                  <a:txBody>
                    <a:bodyPr/>
                    <a:lstStyle/>
                    <a:p>
                      <a:pPr algn="just">
                        <a:spcAft>
                          <a:spcPts val="0"/>
                        </a:spcAft>
                      </a:pPr>
                      <a:r>
                        <a:rPr lang="en-US" sz="1200" kern="100" dirty="0">
                          <a:effectLst/>
                        </a:rPr>
                        <a:t>High 4bit,  segment id</a:t>
                      </a:r>
                      <a:endParaRPr lang="zh-CN" sz="1200" kern="100" dirty="0">
                        <a:effectLst/>
                      </a:endParaRPr>
                    </a:p>
                    <a:p>
                      <a:pPr algn="just">
                        <a:spcAft>
                          <a:spcPts val="0"/>
                        </a:spcAft>
                      </a:pPr>
                      <a:r>
                        <a:rPr lang="en-US" sz="1200" kern="100" dirty="0">
                          <a:effectLst/>
                        </a:rPr>
                        <a:t>Low 12bit, TC ∆time </a:t>
                      </a:r>
                      <a:endParaRPr lang="zh-CN" sz="1200" b="1" kern="100" dirty="0">
                        <a:effectLst/>
                        <a:latin typeface="Times New Roman"/>
                        <a:ea typeface="宋体"/>
                      </a:endParaRPr>
                    </a:p>
                  </a:txBody>
                  <a:tcPr marL="68573" marR="68573" marT="0" marB="0" anchor="ctr"/>
                </a:tc>
                <a:extLst>
                  <a:ext uri="{0D108BD9-81ED-4DB2-BD59-A6C34878D82A}">
                    <a16:rowId xmlns:a16="http://schemas.microsoft.com/office/drawing/2014/main" xmlns="" val="10010"/>
                  </a:ext>
                </a:extLst>
              </a:tr>
              <a:tr h="182910">
                <a:tc>
                  <a:txBody>
                    <a:bodyPr/>
                    <a:lstStyle/>
                    <a:p>
                      <a:pPr marL="254635" algn="just">
                        <a:spcAft>
                          <a:spcPts val="0"/>
                        </a:spcAft>
                      </a:pPr>
                      <a:r>
                        <a:rPr lang="en-US" sz="1200" kern="100" dirty="0">
                          <a:effectLst/>
                        </a:rPr>
                        <a:t>L-1</a:t>
                      </a:r>
                      <a:endParaRPr lang="zh-CN" sz="1200" b="1" kern="100" dirty="0">
                        <a:effectLst/>
                        <a:latin typeface="Times New Roman"/>
                        <a:ea typeface="宋体"/>
                      </a:endParaRPr>
                    </a:p>
                  </a:txBody>
                  <a:tcPr marL="68573" marR="68573" marT="0" marB="0" anchor="ctr"/>
                </a:tc>
                <a:tc>
                  <a:txBody>
                    <a:bodyPr/>
                    <a:lstStyle/>
                    <a:p>
                      <a:pPr algn="ctr">
                        <a:spcAft>
                          <a:spcPts val="0"/>
                        </a:spcAft>
                      </a:pPr>
                      <a:r>
                        <a:rPr lang="en-US" sz="1200" kern="100">
                          <a:effectLst/>
                        </a:rPr>
                        <a:t>##H</a:t>
                      </a:r>
                      <a:endParaRPr lang="zh-CN" sz="1200" b="1" kern="100">
                        <a:effectLst/>
                        <a:latin typeface="Times New Roman"/>
                        <a:ea typeface="宋体"/>
                      </a:endParaRPr>
                    </a:p>
                  </a:txBody>
                  <a:tcPr marL="68573" marR="68573" marT="0" marB="0" anchor="ctr"/>
                </a:tc>
                <a:tc>
                  <a:txBody>
                    <a:bodyPr/>
                    <a:lstStyle/>
                    <a:p>
                      <a:pPr algn="just">
                        <a:spcAft>
                          <a:spcPts val="0"/>
                        </a:spcAft>
                      </a:pPr>
                      <a:r>
                        <a:rPr lang="en-US" sz="1200" kern="100">
                          <a:effectLst/>
                        </a:rPr>
                        <a:t>4</a:t>
                      </a:r>
                      <a:endParaRPr lang="zh-CN" sz="1200" b="1" kern="100">
                        <a:effectLst/>
                        <a:latin typeface="Times New Roman"/>
                        <a:ea typeface="宋体"/>
                      </a:endParaRPr>
                    </a:p>
                  </a:txBody>
                  <a:tcPr marL="68573" marR="68573" marT="0" marB="0" anchor="ctr"/>
                </a:tc>
                <a:tc>
                  <a:txBody>
                    <a:bodyPr/>
                    <a:lstStyle/>
                    <a:p>
                      <a:pPr algn="just">
                        <a:spcAft>
                          <a:spcPts val="0"/>
                        </a:spcAft>
                      </a:pPr>
                      <a:r>
                        <a:rPr lang="en-US" sz="1200" kern="100" dirty="0">
                          <a:effectLst/>
                        </a:rPr>
                        <a:t>TC code n</a:t>
                      </a:r>
                      <a:endParaRPr lang="zh-CN" sz="1200" b="1" kern="100" dirty="0">
                        <a:effectLst/>
                        <a:latin typeface="Times New Roman"/>
                        <a:ea typeface="宋体"/>
                      </a:endParaRPr>
                    </a:p>
                  </a:txBody>
                  <a:tcPr marL="68573" marR="68573" marT="0" marB="0" anchor="ctr"/>
                </a:tc>
                <a:extLst>
                  <a:ext uri="{0D108BD9-81ED-4DB2-BD59-A6C34878D82A}">
                    <a16:rowId xmlns:a16="http://schemas.microsoft.com/office/drawing/2014/main" xmlns="" val="10011"/>
                  </a:ext>
                </a:extLst>
              </a:tr>
            </a:tbl>
          </a:graphicData>
        </a:graphic>
      </p:graphicFrame>
      <p:sp>
        <p:nvSpPr>
          <p:cNvPr id="7" name="矩形 1"/>
          <p:cNvSpPr>
            <a:spLocks noChangeArrowheads="1"/>
          </p:cNvSpPr>
          <p:nvPr/>
        </p:nvSpPr>
        <p:spPr bwMode="auto">
          <a:xfrm>
            <a:off x="457200" y="849698"/>
            <a:ext cx="8255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50000"/>
              </a:lnSpc>
            </a:pPr>
            <a:r>
              <a:rPr lang="en-US" altLang="zh-CN" sz="2400" dirty="0">
                <a:solidFill>
                  <a:srgbClr val="FF0000"/>
                </a:solidFill>
              </a:rPr>
              <a:t>RTTC data block format.</a:t>
            </a:r>
            <a:endParaRPr lang="en-US" altLang="zh-CN" sz="2400" dirty="0">
              <a:solidFill>
                <a:schemeClr val="tx1"/>
              </a:solidFill>
            </a:endParaRPr>
          </a:p>
        </p:txBody>
      </p:sp>
      <p:sp>
        <p:nvSpPr>
          <p:cNvPr id="8" name="矩形 1"/>
          <p:cNvSpPr>
            <a:spLocks noChangeArrowheads="1"/>
          </p:cNvSpPr>
          <p:nvPr/>
        </p:nvSpPr>
        <p:spPr bwMode="auto">
          <a:xfrm>
            <a:off x="5446391" y="1091395"/>
            <a:ext cx="4572000" cy="3877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lvl="0" algn="ctr" fontAlgn="base">
              <a:spcBef>
                <a:spcPct val="0"/>
              </a:spcBef>
              <a:spcAft>
                <a:spcPct val="0"/>
              </a:spcAft>
            </a:pPr>
            <a:r>
              <a:rPr lang="fi-FI" altLang="zh-CN" sz="1600" b="1" dirty="0">
                <a:solidFill>
                  <a:srgbClr val="575F6D"/>
                </a:solidFill>
                <a:latin typeface="Arial" pitchFamily="34" charset="0"/>
                <a:ea typeface="宋体" pitchFamily="2" charset="-122"/>
              </a:rPr>
              <a:t>86 EA 69 </a:t>
            </a:r>
          </a:p>
          <a:p>
            <a:pPr lvl="0" algn="ctr" fontAlgn="base">
              <a:spcBef>
                <a:spcPct val="0"/>
              </a:spcBef>
              <a:spcAft>
                <a:spcPct val="0"/>
              </a:spcAft>
            </a:pPr>
            <a:r>
              <a:rPr lang="fi-FI" altLang="zh-CN" sz="1600" b="1" dirty="0">
                <a:solidFill>
                  <a:srgbClr val="575F6D"/>
                </a:solidFill>
                <a:latin typeface="Arial" pitchFamily="34" charset="0"/>
                <a:ea typeface="宋体" pitchFamily="2" charset="-122"/>
              </a:rPr>
              <a:t>20 00 00 3F 00 </a:t>
            </a:r>
          </a:p>
          <a:p>
            <a:pPr lvl="0" algn="ctr" fontAlgn="base">
              <a:spcBef>
                <a:spcPct val="0"/>
              </a:spcBef>
              <a:spcAft>
                <a:spcPct val="0"/>
              </a:spcAft>
            </a:pPr>
            <a:r>
              <a:rPr lang="fi-FI" altLang="zh-CN" sz="1600" b="1" dirty="0">
                <a:solidFill>
                  <a:srgbClr val="575F6D"/>
                </a:solidFill>
                <a:latin typeface="Arial" pitchFamily="34" charset="0"/>
                <a:ea typeface="宋体" pitchFamily="2" charset="-122"/>
              </a:rPr>
              <a:t>A0 </a:t>
            </a:r>
          </a:p>
          <a:p>
            <a:pPr lvl="0" algn="ctr" fontAlgn="base">
              <a:spcBef>
                <a:spcPct val="0"/>
              </a:spcBef>
              <a:spcAft>
                <a:spcPct val="0"/>
              </a:spcAft>
            </a:pPr>
            <a:r>
              <a:rPr lang="fi-FI" altLang="zh-CN" sz="1600" b="1" dirty="0">
                <a:solidFill>
                  <a:srgbClr val="575F6D"/>
                </a:solidFill>
                <a:latin typeface="Arial" pitchFamily="34" charset="0"/>
                <a:ea typeface="宋体" pitchFamily="2" charset="-122"/>
              </a:rPr>
              <a:t>02 </a:t>
            </a:r>
          </a:p>
          <a:p>
            <a:pPr lvl="0" algn="ctr" fontAlgn="base">
              <a:spcBef>
                <a:spcPct val="0"/>
              </a:spcBef>
              <a:spcAft>
                <a:spcPct val="0"/>
              </a:spcAft>
            </a:pPr>
            <a:r>
              <a:rPr lang="fi-FI" altLang="zh-CN" sz="1600" b="1" dirty="0">
                <a:solidFill>
                  <a:srgbClr val="575F6D"/>
                </a:solidFill>
                <a:latin typeface="Arial" pitchFamily="34" charset="0"/>
                <a:ea typeface="宋体" pitchFamily="2" charset="-122"/>
              </a:rPr>
              <a:t>04 </a:t>
            </a:r>
          </a:p>
          <a:p>
            <a:pPr lvl="0" algn="ctr" fontAlgn="base">
              <a:spcBef>
                <a:spcPct val="0"/>
              </a:spcBef>
              <a:spcAft>
                <a:spcPct val="0"/>
              </a:spcAft>
            </a:pPr>
            <a:r>
              <a:rPr lang="fi-FI" altLang="zh-CN" sz="1600" b="1" dirty="0">
                <a:solidFill>
                  <a:srgbClr val="575F6D"/>
                </a:solidFill>
                <a:latin typeface="Arial" pitchFamily="34" charset="0"/>
                <a:ea typeface="宋体" pitchFamily="2" charset="-122"/>
              </a:rPr>
              <a:t>00 00 00 00 00 00 00 00 </a:t>
            </a:r>
          </a:p>
          <a:p>
            <a:pPr lvl="0" algn="ctr" fontAlgn="base">
              <a:spcBef>
                <a:spcPct val="0"/>
              </a:spcBef>
              <a:spcAft>
                <a:spcPct val="0"/>
              </a:spcAft>
            </a:pPr>
            <a:r>
              <a:rPr lang="fi-FI" altLang="zh-CN" sz="1600" b="1" u="sng" dirty="0">
                <a:solidFill>
                  <a:srgbClr val="575F6D"/>
                </a:solidFill>
                <a:latin typeface="Arial" pitchFamily="34" charset="0"/>
                <a:ea typeface="宋体" pitchFamily="2" charset="-122"/>
              </a:rPr>
              <a:t>1</a:t>
            </a:r>
            <a:r>
              <a:rPr lang="fi-FI" altLang="zh-CN" sz="1600" b="1" dirty="0">
                <a:solidFill>
                  <a:srgbClr val="575F6D"/>
                </a:solidFill>
                <a:latin typeface="Arial" pitchFamily="34" charset="0"/>
                <a:ea typeface="宋体" pitchFamily="2" charset="-122"/>
              </a:rPr>
              <a:t>0</a:t>
            </a:r>
            <a:r>
              <a:rPr lang="fi-FI" altLang="zh-CN" sz="1600" b="1" u="sng" dirty="0">
                <a:solidFill>
                  <a:srgbClr val="575F6D"/>
                </a:solidFill>
                <a:latin typeface="Arial" pitchFamily="34" charset="0"/>
                <a:ea typeface="宋体" pitchFamily="2" charset="-122"/>
              </a:rPr>
              <a:t> 00</a:t>
            </a:r>
            <a:r>
              <a:rPr lang="fi-FI" altLang="zh-CN" sz="1600" b="1" dirty="0">
                <a:solidFill>
                  <a:srgbClr val="575F6D"/>
                </a:solidFill>
                <a:latin typeface="Arial" pitchFamily="34" charset="0"/>
                <a:ea typeface="宋体" pitchFamily="2" charset="-122"/>
              </a:rPr>
              <a:t> 03 05 AA AA </a:t>
            </a:r>
          </a:p>
          <a:p>
            <a:pPr lvl="0" algn="ctr" fontAlgn="base">
              <a:spcBef>
                <a:spcPct val="0"/>
              </a:spcBef>
              <a:spcAft>
                <a:spcPct val="0"/>
              </a:spcAft>
            </a:pPr>
            <a:r>
              <a:rPr lang="fi-FI" altLang="zh-CN" sz="1600" b="1" dirty="0">
                <a:solidFill>
                  <a:srgbClr val="575F6D"/>
                </a:solidFill>
                <a:latin typeface="Arial" pitchFamily="34" charset="0"/>
                <a:ea typeface="宋体" pitchFamily="2" charset="-122"/>
              </a:rPr>
              <a:t>10 01 </a:t>
            </a:r>
            <a:r>
              <a:rPr lang="fi-FI" altLang="zh-CN" sz="1600" b="1" u="sng" dirty="0">
                <a:solidFill>
                  <a:srgbClr val="575F6D"/>
                </a:solidFill>
                <a:latin typeface="Arial" pitchFamily="34" charset="0"/>
                <a:ea typeface="宋体" pitchFamily="2" charset="-122"/>
              </a:rPr>
              <a:t>03 0A AA AA </a:t>
            </a:r>
          </a:p>
          <a:p>
            <a:pPr lvl="0" algn="ctr" fontAlgn="base">
              <a:spcBef>
                <a:spcPct val="0"/>
              </a:spcBef>
              <a:spcAft>
                <a:spcPct val="0"/>
              </a:spcAft>
            </a:pPr>
            <a:r>
              <a:rPr lang="fi-FI" altLang="zh-CN" sz="1600" b="1" dirty="0">
                <a:solidFill>
                  <a:srgbClr val="575F6D"/>
                </a:solidFill>
                <a:latin typeface="Arial" pitchFamily="34" charset="0"/>
                <a:ea typeface="宋体" pitchFamily="2" charset="-122"/>
              </a:rPr>
              <a:t>20 02 12 28 AA AA </a:t>
            </a:r>
          </a:p>
          <a:p>
            <a:pPr lvl="0" algn="ctr" fontAlgn="base">
              <a:spcBef>
                <a:spcPct val="0"/>
              </a:spcBef>
              <a:spcAft>
                <a:spcPct val="0"/>
              </a:spcAft>
            </a:pPr>
            <a:r>
              <a:rPr lang="fi-FI" altLang="zh-CN" sz="1600" b="1" dirty="0">
                <a:solidFill>
                  <a:srgbClr val="575F6D"/>
                </a:solidFill>
                <a:latin typeface="Arial" pitchFamily="34" charset="0"/>
                <a:ea typeface="宋体" pitchFamily="2" charset="-122"/>
              </a:rPr>
              <a:t>20 04 12 2E CC AA </a:t>
            </a:r>
          </a:p>
          <a:p>
            <a:pPr lvl="0" algn="ctr" fontAlgn="base">
              <a:spcBef>
                <a:spcPct val="0"/>
              </a:spcBef>
              <a:spcAft>
                <a:spcPct val="0"/>
              </a:spcAft>
            </a:pPr>
            <a:r>
              <a:rPr lang="fi-FI" altLang="zh-CN" sz="1600" b="1" dirty="0">
                <a:solidFill>
                  <a:srgbClr val="575F6D"/>
                </a:solidFill>
                <a:latin typeface="Arial" pitchFamily="34" charset="0"/>
                <a:ea typeface="宋体" pitchFamily="2" charset="-122"/>
              </a:rPr>
              <a:t>AA AA AA AA AA </a:t>
            </a:r>
          </a:p>
          <a:p>
            <a:pPr lvl="0" algn="ctr" fontAlgn="base">
              <a:spcBef>
                <a:spcPct val="0"/>
              </a:spcBef>
              <a:spcAft>
                <a:spcPct val="0"/>
              </a:spcAft>
            </a:pPr>
            <a:r>
              <a:rPr lang="fi-FI" altLang="zh-CN" sz="1600" b="1" dirty="0">
                <a:solidFill>
                  <a:srgbClr val="575F6D"/>
                </a:solidFill>
                <a:latin typeface="Arial" pitchFamily="34" charset="0"/>
                <a:ea typeface="宋体" pitchFamily="2" charset="-122"/>
              </a:rPr>
              <a:t>AA AA AA AA AA </a:t>
            </a:r>
          </a:p>
          <a:p>
            <a:pPr lvl="0" algn="ctr" fontAlgn="base">
              <a:spcBef>
                <a:spcPct val="0"/>
              </a:spcBef>
              <a:spcAft>
                <a:spcPct val="0"/>
              </a:spcAft>
            </a:pPr>
            <a:r>
              <a:rPr lang="fi-FI" altLang="zh-CN" sz="1600" b="1" dirty="0">
                <a:solidFill>
                  <a:srgbClr val="575F6D"/>
                </a:solidFill>
                <a:latin typeface="Arial" pitchFamily="34" charset="0"/>
                <a:ea typeface="宋体" pitchFamily="2" charset="-122"/>
              </a:rPr>
              <a:t>AA AA AA AA AA </a:t>
            </a:r>
          </a:p>
          <a:p>
            <a:pPr lvl="0" algn="ctr" fontAlgn="base">
              <a:spcBef>
                <a:spcPct val="0"/>
              </a:spcBef>
              <a:spcAft>
                <a:spcPct val="0"/>
              </a:spcAft>
            </a:pPr>
            <a:r>
              <a:rPr lang="fi-FI" altLang="zh-CN" sz="1600" b="1" dirty="0">
                <a:solidFill>
                  <a:srgbClr val="575F6D"/>
                </a:solidFill>
                <a:latin typeface="Arial" pitchFamily="34" charset="0"/>
                <a:ea typeface="宋体" pitchFamily="2" charset="-122"/>
              </a:rPr>
              <a:t>AA AA AA AA AA</a:t>
            </a:r>
          </a:p>
          <a:p>
            <a:pPr lvl="0" algn="ctr" fontAlgn="base">
              <a:spcBef>
                <a:spcPct val="0"/>
              </a:spcBef>
              <a:spcAft>
                <a:spcPct val="0"/>
              </a:spcAft>
            </a:pPr>
            <a:r>
              <a:rPr lang="fi-FI" altLang="zh-CN" sz="1600" b="1" dirty="0">
                <a:solidFill>
                  <a:srgbClr val="575F6D"/>
                </a:solidFill>
                <a:latin typeface="Arial" pitchFamily="34" charset="0"/>
                <a:ea typeface="宋体" pitchFamily="2" charset="-122"/>
              </a:rPr>
              <a:t> AA AA EE 3F 83 4A</a:t>
            </a:r>
            <a:endParaRPr lang="zh-CN" altLang="en-US" sz="1600" b="1" dirty="0">
              <a:solidFill>
                <a:srgbClr val="575F6D"/>
              </a:solidFill>
              <a:latin typeface="Arial" pitchFamily="34" charset="0"/>
              <a:ea typeface="宋体" pitchFamily="2" charset="-122"/>
            </a:endParaRPr>
          </a:p>
        </p:txBody>
      </p:sp>
      <p:cxnSp>
        <p:nvCxnSpPr>
          <p:cNvPr id="9" name="直接箭头连接符 4"/>
          <p:cNvCxnSpPr>
            <a:cxnSpLocks noChangeShapeType="1"/>
          </p:cNvCxnSpPr>
          <p:nvPr/>
        </p:nvCxnSpPr>
        <p:spPr bwMode="auto">
          <a:xfrm flipH="1">
            <a:off x="5301928" y="1686707"/>
            <a:ext cx="2305050" cy="161925"/>
          </a:xfrm>
          <a:prstGeom prst="straightConnector1">
            <a:avLst/>
          </a:prstGeom>
          <a:noFill/>
          <a:ln w="9525" algn="ctr">
            <a:solidFill>
              <a:schemeClr val="folHlink"/>
            </a:solidFill>
            <a:round/>
            <a:headEnd/>
            <a:tailEnd type="arrow" w="med" len="med"/>
          </a:ln>
          <a:extLst>
            <a:ext uri="{909E8E84-426E-40DD-AFC4-6F175D3DCCD1}">
              <a14:hiddenFill xmlns:a14="http://schemas.microsoft.com/office/drawing/2010/main">
                <a:noFill/>
              </a14:hiddenFill>
            </a:ext>
          </a:extLst>
        </p:spPr>
      </p:cxnSp>
      <p:cxnSp>
        <p:nvCxnSpPr>
          <p:cNvPr id="10" name="直接箭头连接符 6"/>
          <p:cNvCxnSpPr>
            <a:cxnSpLocks noChangeShapeType="1"/>
          </p:cNvCxnSpPr>
          <p:nvPr/>
        </p:nvCxnSpPr>
        <p:spPr bwMode="auto">
          <a:xfrm flipH="1">
            <a:off x="5301928" y="1848632"/>
            <a:ext cx="2305050" cy="189309"/>
          </a:xfrm>
          <a:prstGeom prst="straightConnector1">
            <a:avLst/>
          </a:prstGeom>
          <a:noFill/>
          <a:ln w="9525" algn="ctr">
            <a:solidFill>
              <a:schemeClr val="folHlink"/>
            </a:solidFill>
            <a:round/>
            <a:headEnd/>
            <a:tailEnd type="arrow" w="med" len="med"/>
          </a:ln>
          <a:extLst>
            <a:ext uri="{909E8E84-426E-40DD-AFC4-6F175D3DCCD1}">
              <a14:hiddenFill xmlns:a14="http://schemas.microsoft.com/office/drawing/2010/main">
                <a:noFill/>
              </a14:hiddenFill>
            </a:ext>
          </a:extLst>
        </p:spPr>
      </p:cxnSp>
      <p:cxnSp>
        <p:nvCxnSpPr>
          <p:cNvPr id="11" name="直接箭头连接符 8"/>
          <p:cNvCxnSpPr>
            <a:cxnSpLocks noChangeShapeType="1"/>
          </p:cNvCxnSpPr>
          <p:nvPr/>
        </p:nvCxnSpPr>
        <p:spPr bwMode="auto">
          <a:xfrm flipH="1">
            <a:off x="5301928" y="2172483"/>
            <a:ext cx="2305050" cy="53578"/>
          </a:xfrm>
          <a:prstGeom prst="straightConnector1">
            <a:avLst/>
          </a:prstGeom>
          <a:noFill/>
          <a:ln w="9525" algn="ctr">
            <a:solidFill>
              <a:schemeClr val="folHlink"/>
            </a:solidFill>
            <a:round/>
            <a:headEnd/>
            <a:tailEnd type="arrow" w="med" len="med"/>
          </a:ln>
          <a:extLst>
            <a:ext uri="{909E8E84-426E-40DD-AFC4-6F175D3DCCD1}">
              <a14:hiddenFill xmlns:a14="http://schemas.microsoft.com/office/drawing/2010/main">
                <a:noFill/>
              </a14:hiddenFill>
            </a:ext>
          </a:extLst>
        </p:spPr>
      </p:cxnSp>
      <p:cxnSp>
        <p:nvCxnSpPr>
          <p:cNvPr id="12" name="直接箭头连接符 10"/>
          <p:cNvCxnSpPr>
            <a:cxnSpLocks noChangeShapeType="1"/>
          </p:cNvCxnSpPr>
          <p:nvPr/>
        </p:nvCxnSpPr>
        <p:spPr bwMode="auto">
          <a:xfrm flipH="1">
            <a:off x="5301931" y="2415369"/>
            <a:ext cx="1044575" cy="0"/>
          </a:xfrm>
          <a:prstGeom prst="straightConnector1">
            <a:avLst/>
          </a:prstGeom>
          <a:noFill/>
          <a:ln w="9525" algn="ctr">
            <a:solidFill>
              <a:schemeClr val="folHlink"/>
            </a:solidFill>
            <a:round/>
            <a:headEnd/>
            <a:tailEnd type="arrow" w="med" len="med"/>
          </a:ln>
          <a:extLst>
            <a:ext uri="{909E8E84-426E-40DD-AFC4-6F175D3DCCD1}">
              <a14:hiddenFill xmlns:a14="http://schemas.microsoft.com/office/drawing/2010/main">
                <a:noFill/>
              </a14:hiddenFill>
            </a:ext>
          </a:extLst>
        </p:spPr>
      </p:cxnSp>
      <p:cxnSp>
        <p:nvCxnSpPr>
          <p:cNvPr id="13" name="直接连接符 12"/>
          <p:cNvCxnSpPr>
            <a:cxnSpLocks noChangeShapeType="1"/>
          </p:cNvCxnSpPr>
          <p:nvPr/>
        </p:nvCxnSpPr>
        <p:spPr bwMode="auto">
          <a:xfrm flipH="1">
            <a:off x="4978081" y="2627300"/>
            <a:ext cx="1692275" cy="0"/>
          </a:xfrm>
          <a:prstGeom prst="line">
            <a:avLst/>
          </a:prstGeom>
          <a:noFill/>
          <a:ln w="9525" algn="ctr">
            <a:solidFill>
              <a:schemeClr val="folHlink"/>
            </a:solidFill>
            <a:round/>
            <a:headEnd/>
            <a:tailEnd/>
          </a:ln>
          <a:extLst>
            <a:ext uri="{909E8E84-426E-40DD-AFC4-6F175D3DCCD1}">
              <a14:hiddenFill xmlns:a14="http://schemas.microsoft.com/office/drawing/2010/main">
                <a:noFill/>
              </a14:hiddenFill>
            </a:ext>
          </a:extLst>
        </p:spPr>
      </p:cxnSp>
      <p:cxnSp>
        <p:nvCxnSpPr>
          <p:cNvPr id="14" name="直接箭头连接符 16"/>
          <p:cNvCxnSpPr>
            <a:cxnSpLocks noChangeShapeType="1"/>
          </p:cNvCxnSpPr>
          <p:nvPr/>
        </p:nvCxnSpPr>
        <p:spPr bwMode="auto">
          <a:xfrm flipH="1">
            <a:off x="4690741" y="2713026"/>
            <a:ext cx="2411412" cy="53578"/>
          </a:xfrm>
          <a:prstGeom prst="straightConnector1">
            <a:avLst/>
          </a:prstGeom>
          <a:noFill/>
          <a:ln w="9525" algn="ctr">
            <a:solidFill>
              <a:schemeClr val="folHlink"/>
            </a:solidFill>
            <a:round/>
            <a:headEnd/>
            <a:tailEnd type="arrow" w="med" len="med"/>
          </a:ln>
          <a:extLst>
            <a:ext uri="{909E8E84-426E-40DD-AFC4-6F175D3DCCD1}">
              <a14:hiddenFill xmlns:a14="http://schemas.microsoft.com/office/drawing/2010/main">
                <a:noFill/>
              </a14:hiddenFill>
            </a:ext>
          </a:extLst>
        </p:spPr>
      </p:cxnSp>
      <p:cxnSp>
        <p:nvCxnSpPr>
          <p:cNvPr id="15" name="直接箭头连接符 18"/>
          <p:cNvCxnSpPr>
            <a:cxnSpLocks noChangeShapeType="1"/>
          </p:cNvCxnSpPr>
          <p:nvPr/>
        </p:nvCxnSpPr>
        <p:spPr bwMode="auto">
          <a:xfrm flipH="1">
            <a:off x="5301931" y="2928529"/>
            <a:ext cx="2430463" cy="54769"/>
          </a:xfrm>
          <a:prstGeom prst="straightConnector1">
            <a:avLst/>
          </a:prstGeom>
          <a:noFill/>
          <a:ln w="9525" algn="ctr">
            <a:solidFill>
              <a:schemeClr val="folHlink"/>
            </a:solidFill>
            <a:round/>
            <a:headEnd/>
            <a:tailEnd type="arrow"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40548537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7: Thermal Control block </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78</a:t>
            </a:fld>
            <a:r>
              <a:rPr lang="zh-CN" altLang="en-US"/>
              <a:t> </a:t>
            </a:r>
            <a:endParaRPr lang="zh-CN" altLang="en-US" dirty="0">
              <a:latin typeface="微软雅黑" pitchFamily="34" charset="-122"/>
              <a:ea typeface="微软雅黑" pitchFamily="34" charset="-122"/>
            </a:endParaRPr>
          </a:p>
        </p:txBody>
      </p:sp>
      <p:sp>
        <p:nvSpPr>
          <p:cNvPr id="6" name="TextBox 5"/>
          <p:cNvSpPr txBox="1">
            <a:spLocks noChangeArrowheads="1"/>
          </p:cNvSpPr>
          <p:nvPr/>
        </p:nvSpPr>
        <p:spPr bwMode="auto">
          <a:xfrm>
            <a:off x="519113" y="1114166"/>
            <a:ext cx="8158162" cy="2053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954" tIns="41477" rIns="82954" bIns="41477">
            <a:spAutoFit/>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algn="l" eaLnBrk="1" hangingPunct="1">
              <a:buFont typeface="Wingdings" pitchFamily="2" charset="2"/>
              <a:buChar char="Ø"/>
            </a:pPr>
            <a:r>
              <a:rPr lang="en-US" altLang="zh-CN" dirty="0">
                <a:solidFill>
                  <a:schemeClr val="tx1"/>
                </a:solidFill>
              </a:rPr>
              <a:t>Open-Loop </a:t>
            </a:r>
          </a:p>
          <a:p>
            <a:pPr algn="l" eaLnBrk="1" hangingPunct="1"/>
            <a:r>
              <a:rPr lang="en-US" altLang="zh-CN" sz="1600" dirty="0">
                <a:solidFill>
                  <a:schemeClr val="tx1"/>
                </a:solidFill>
              </a:rPr>
              <a:t>Indirect TC uploaded from ground control heater to on or off.</a:t>
            </a:r>
          </a:p>
          <a:p>
            <a:pPr algn="l" eaLnBrk="1" hangingPunct="1"/>
            <a:endParaRPr lang="en-US" altLang="zh-CN" dirty="0">
              <a:solidFill>
                <a:schemeClr val="tx1"/>
              </a:solidFill>
            </a:endParaRPr>
          </a:p>
          <a:p>
            <a:pPr algn="l" eaLnBrk="1" hangingPunct="1">
              <a:buFont typeface="Wingdings" pitchFamily="2" charset="2"/>
              <a:buChar char="Ø"/>
            </a:pPr>
            <a:r>
              <a:rPr lang="en-US" altLang="zh-CN" dirty="0">
                <a:solidFill>
                  <a:schemeClr val="tx1"/>
                </a:solidFill>
              </a:rPr>
              <a:t>Close-Loop</a:t>
            </a:r>
          </a:p>
          <a:p>
            <a:pPr eaLnBrk="1" hangingPunct="1"/>
            <a:r>
              <a:rPr lang="en-US" altLang="zh-CN" sz="1600" dirty="0">
                <a:solidFill>
                  <a:schemeClr val="tx1"/>
                </a:solidFill>
              </a:rPr>
              <a:t>Close-loop mode contains two sub-modes, Proportional control mode and threshold control mode.</a:t>
            </a:r>
          </a:p>
          <a:p>
            <a:pPr algn="l" eaLnBrk="1" hangingPunct="1"/>
            <a:endParaRPr lang="en-US" altLang="zh-CN" dirty="0">
              <a:solidFill>
                <a:schemeClr val="tx1"/>
              </a:solidFill>
            </a:endParaRPr>
          </a:p>
        </p:txBody>
      </p:sp>
    </p:spTree>
    <p:extLst>
      <p:ext uri="{BB962C8B-B14F-4D97-AF65-F5344CB8AC3E}">
        <p14:creationId xmlns:p14="http://schemas.microsoft.com/office/powerpoint/2010/main" val="240548537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7: Thermal Control block </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79</a:t>
            </a:fld>
            <a:r>
              <a:rPr lang="zh-CN" altLang="en-US"/>
              <a:t> </a:t>
            </a:r>
            <a:endParaRPr lang="zh-CN" altLang="en-US" dirty="0">
              <a:latin typeface="微软雅黑" pitchFamily="34" charset="-122"/>
              <a:ea typeface="微软雅黑" pitchFamily="34" charset="-122"/>
            </a:endParaRPr>
          </a:p>
        </p:txBody>
      </p:sp>
      <p:sp>
        <p:nvSpPr>
          <p:cNvPr id="6" name="TextBox 5"/>
          <p:cNvSpPr txBox="1">
            <a:spLocks noChangeArrowheads="1"/>
          </p:cNvSpPr>
          <p:nvPr/>
        </p:nvSpPr>
        <p:spPr bwMode="auto">
          <a:xfrm>
            <a:off x="519113" y="1114166"/>
            <a:ext cx="8158162" cy="322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954" tIns="41477" rIns="82954" bIns="41477">
            <a:spAutoFit/>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marL="285750" indent="-285750" eaLnBrk="1" hangingPunct="1">
              <a:buFont typeface="Wingdings" panose="05000000000000000000" pitchFamily="2" charset="2"/>
              <a:buChar char="u"/>
            </a:pPr>
            <a:r>
              <a:rPr lang="en-US" altLang="zh-CN" sz="1600" dirty="0">
                <a:solidFill>
                  <a:schemeClr val="tx1"/>
                </a:solidFill>
              </a:rPr>
              <a:t>Close-Loop-Threshold control</a:t>
            </a:r>
          </a:p>
          <a:p>
            <a:pPr algn="l" eaLnBrk="1" hangingPunct="1"/>
            <a:r>
              <a:rPr lang="en-US" altLang="zh-CN" sz="1600" dirty="0">
                <a:solidFill>
                  <a:schemeClr val="tx1"/>
                </a:solidFill>
              </a:rPr>
              <a:t>When the temperature is below the low threshold, the heater will be switched on.  When the temperature exceeds the high threshold, the heater will be switched off</a:t>
            </a:r>
            <a:r>
              <a:rPr lang="en-US" altLang="zh-CN" dirty="0">
                <a:solidFill>
                  <a:schemeClr val="tx1"/>
                </a:solidFill>
              </a:rPr>
              <a:t>.</a:t>
            </a:r>
          </a:p>
          <a:p>
            <a:pPr algn="l" eaLnBrk="1" hangingPunct="1"/>
            <a:endParaRPr lang="en-US" altLang="zh-CN" dirty="0">
              <a:solidFill>
                <a:schemeClr val="tx1"/>
              </a:solidFill>
            </a:endParaRPr>
          </a:p>
          <a:p>
            <a:pPr marL="285750" indent="-285750" eaLnBrk="1" hangingPunct="1">
              <a:buFont typeface="Wingdings" panose="05000000000000000000" pitchFamily="2" charset="2"/>
              <a:buChar char="u"/>
            </a:pPr>
            <a:r>
              <a:rPr lang="en-US" altLang="zh-CN" dirty="0">
                <a:solidFill>
                  <a:schemeClr val="tx1"/>
                </a:solidFill>
              </a:rPr>
              <a:t> Close-Loop-</a:t>
            </a:r>
            <a:r>
              <a:rPr lang="en-US" altLang="zh-CN" sz="1600" dirty="0">
                <a:solidFill>
                  <a:schemeClr val="tx1"/>
                </a:solidFill>
              </a:rPr>
              <a:t>Proportional control</a:t>
            </a:r>
          </a:p>
          <a:p>
            <a:pPr eaLnBrk="1" hangingPunct="1"/>
            <a:r>
              <a:rPr lang="en-US" altLang="zh-CN" sz="1600" dirty="0">
                <a:solidFill>
                  <a:schemeClr val="tx1"/>
                </a:solidFill>
              </a:rPr>
              <a:t>When the temperature is below the low threshold, the heater will be switched on.  When the temperature exceeds the high threshold, the heater will be switched off.</a:t>
            </a:r>
          </a:p>
          <a:p>
            <a:pPr eaLnBrk="1" hangingPunct="1"/>
            <a:r>
              <a:rPr lang="en-US" altLang="zh-CN" sz="1600" dirty="0">
                <a:solidFill>
                  <a:schemeClr val="tx1"/>
                </a:solidFill>
              </a:rPr>
              <a:t>When the temperature is between the lower threshold and upped threshold, the time of the heater switched on in one second can be calculate by the formula as follows:</a:t>
            </a:r>
          </a:p>
          <a:p>
            <a:pPr eaLnBrk="1" hangingPunct="1"/>
            <a:endParaRPr lang="en-US" altLang="zh-CN" sz="1600" dirty="0">
              <a:solidFill>
                <a:schemeClr val="tx1"/>
              </a:solidFill>
            </a:endParaRPr>
          </a:p>
          <a:p>
            <a:pPr eaLnBrk="1" hangingPunct="1"/>
            <a:r>
              <a:rPr lang="en-US" altLang="zh-CN" sz="1600" dirty="0">
                <a:solidFill>
                  <a:schemeClr val="tx1"/>
                </a:solidFill>
              </a:rPr>
              <a:t>HEATING_TIME_RATIO = (HIGH_THR – </a:t>
            </a:r>
            <a:r>
              <a:rPr lang="en-US" altLang="zh-CN" sz="1600" dirty="0" err="1">
                <a:solidFill>
                  <a:schemeClr val="tx1"/>
                </a:solidFill>
              </a:rPr>
              <a:t>Tmperature</a:t>
            </a:r>
            <a:r>
              <a:rPr lang="en-US" altLang="zh-CN" sz="1600" dirty="0">
                <a:solidFill>
                  <a:schemeClr val="tx1"/>
                </a:solidFill>
              </a:rPr>
              <a:t>)/(HIGH_THR – LOW_THR)</a:t>
            </a:r>
          </a:p>
        </p:txBody>
      </p:sp>
    </p:spTree>
    <p:extLst>
      <p:ext uri="{BB962C8B-B14F-4D97-AF65-F5344CB8AC3E}">
        <p14:creationId xmlns:p14="http://schemas.microsoft.com/office/powerpoint/2010/main" val="75997010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7: Thermal Control block </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80</a:t>
            </a:fld>
            <a:r>
              <a:rPr lang="zh-CN" altLang="en-US"/>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3608402703"/>
              </p:ext>
            </p:extLst>
          </p:nvPr>
        </p:nvGraphicFramePr>
        <p:xfrm>
          <a:off x="1541463" y="936096"/>
          <a:ext cx="5649912" cy="3853046"/>
        </p:xfrm>
        <a:graphic>
          <a:graphicData uri="http://schemas.openxmlformats.org/drawingml/2006/table">
            <a:tbl>
              <a:tblPr/>
              <a:tblGrid>
                <a:gridCol w="522287">
                  <a:extLst>
                    <a:ext uri="{9D8B030D-6E8A-4147-A177-3AD203B41FA5}">
                      <a16:colId xmlns:a16="http://schemas.microsoft.com/office/drawing/2014/main" xmlns="" val="20000"/>
                    </a:ext>
                  </a:extLst>
                </a:gridCol>
                <a:gridCol w="865188">
                  <a:extLst>
                    <a:ext uri="{9D8B030D-6E8A-4147-A177-3AD203B41FA5}">
                      <a16:colId xmlns:a16="http://schemas.microsoft.com/office/drawing/2014/main" xmlns="" val="20001"/>
                    </a:ext>
                  </a:extLst>
                </a:gridCol>
                <a:gridCol w="4262437">
                  <a:extLst>
                    <a:ext uri="{9D8B030D-6E8A-4147-A177-3AD203B41FA5}">
                      <a16:colId xmlns:a16="http://schemas.microsoft.com/office/drawing/2014/main" xmlns="" val="20002"/>
                    </a:ext>
                  </a:extLst>
                </a:gridCol>
              </a:tblGrid>
              <a:tr h="1714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1" i="0" u="none" strike="noStrike" cap="none" normalizeH="0" baseline="0" dirty="0">
                          <a:ln>
                            <a:noFill/>
                          </a:ln>
                          <a:solidFill>
                            <a:schemeClr val="tx1"/>
                          </a:solidFill>
                          <a:effectLst/>
                          <a:latin typeface="Times New Roman" pitchFamily="18" charset="0"/>
                          <a:ea typeface="宋体" pitchFamily="2" charset="-122"/>
                        </a:rPr>
                        <a:t>NO</a:t>
                      </a:r>
                      <a:endParaRPr kumimoji="0" lang="zh-CN" altLang="zh-CN" sz="11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zh-CN" sz="11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zh-CN" sz="11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171450">
                <a:tc>
                  <a:txBody>
                    <a:bodyPr/>
                    <a:lstStyle/>
                    <a:p>
                      <a:pPr marL="342900" marR="0" lvl="0" indent="-342900" algn="ctr" defTabSz="914400" rtl="0" eaLnBrk="1" fontAlgn="base" latinLnBrk="0" hangingPunct="1">
                        <a:lnSpc>
                          <a:spcPct val="100000"/>
                        </a:lnSpc>
                        <a:spcBef>
                          <a:spcPct val="0"/>
                        </a:spcBef>
                        <a:spcAft>
                          <a:spcPct val="0"/>
                        </a:spcAft>
                        <a:buClrTx/>
                        <a:buSzTx/>
                        <a:buFont typeface="+mj-lt"/>
                        <a:buNone/>
                        <a:tabLst>
                          <a:tab pos="266700" algn="l"/>
                        </a:tabLst>
                      </a:pPr>
                      <a:r>
                        <a:rPr kumimoji="0" lang="en-US" altLang="zh-CN" sz="1100" b="0" i="0" u="none" strike="noStrike" cap="none" normalizeH="0" baseline="0" dirty="0">
                          <a:ln>
                            <a:noFill/>
                          </a:ln>
                          <a:solidFill>
                            <a:schemeClr val="tx1"/>
                          </a:solidFill>
                          <a:effectLst/>
                          <a:latin typeface="Times New Roman" pitchFamily="18" charset="0"/>
                          <a:ea typeface="宋体" pitchFamily="2" charset="-122"/>
                        </a:rPr>
                        <a:t>1</a:t>
                      </a:r>
                    </a:p>
                  </a:txBody>
                  <a:tcPr marL="68580" marR="68580" marT="0" marB="0" anchor="ctr" horzOverflow="overflow">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00H</a:t>
                      </a:r>
                      <a:endParaRPr kumimoji="0" lang="zh-CN" altLang="zh-CN" sz="9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 latinLnBrk="0" hangingPunct="1">
                        <a:lnSpc>
                          <a:spcPct val="100000"/>
                        </a:lnSpc>
                        <a:spcBef>
                          <a:spcPct val="0"/>
                        </a:spcBef>
                        <a:spcAft>
                          <a:spcPct val="0"/>
                        </a:spcAft>
                        <a:buClrTx/>
                        <a:buSzTx/>
                        <a:buFontTx/>
                        <a:buNone/>
                        <a:tabLst/>
                      </a:pPr>
                      <a:endParaRPr kumimoji="0" lang="zh-CN" altLang="zh-CN" sz="9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171450">
                <a:tc>
                  <a:txBody>
                    <a:bodyPr/>
                    <a:lstStyle/>
                    <a:p>
                      <a:pPr marL="342900" marR="0" lvl="0" indent="-342900" algn="ctr" defTabSz="914400" rtl="0" eaLnBrk="1" fontAlgn="base" latinLnBrk="0" hangingPunct="1">
                        <a:lnSpc>
                          <a:spcPct val="100000"/>
                        </a:lnSpc>
                        <a:spcBef>
                          <a:spcPct val="0"/>
                        </a:spcBef>
                        <a:spcAft>
                          <a:spcPct val="0"/>
                        </a:spcAft>
                        <a:buClrTx/>
                        <a:buSzTx/>
                        <a:buFont typeface="+mj-lt"/>
                        <a:buNone/>
                        <a:tabLst>
                          <a:tab pos="266700" algn="l"/>
                        </a:tabLst>
                      </a:pPr>
                      <a:r>
                        <a:rPr kumimoji="0" lang="en-US" altLang="zh-CN" sz="1100" b="0" i="0" u="none" strike="noStrike" cap="none" normalizeH="0" baseline="0">
                          <a:ln>
                            <a:noFill/>
                          </a:ln>
                          <a:solidFill>
                            <a:schemeClr val="tx1"/>
                          </a:solidFill>
                          <a:effectLst/>
                          <a:latin typeface="Times New Roman" pitchFamily="18" charset="0"/>
                          <a:ea typeface="宋体" pitchFamily="2" charset="-122"/>
                        </a:rPr>
                        <a:t>2</a:t>
                      </a:r>
                    </a:p>
                  </a:txBody>
                  <a:tcPr marL="68580" marR="68580" marT="0" marB="0" anchor="ctr" horzOverflow="overflow">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00H</a:t>
                      </a:r>
                      <a:endParaRPr kumimoji="0" lang="zh-CN" altLang="zh-CN" sz="9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 latinLnBrk="0" hangingPunct="1">
                        <a:lnSpc>
                          <a:spcPct val="100000"/>
                        </a:lnSpc>
                        <a:spcBef>
                          <a:spcPct val="0"/>
                        </a:spcBef>
                        <a:spcAft>
                          <a:spcPct val="0"/>
                        </a:spcAft>
                        <a:buClrTx/>
                        <a:buSzTx/>
                        <a:buFontTx/>
                        <a:buNone/>
                        <a:tabLst/>
                      </a:pPr>
                      <a:endParaRPr kumimoji="0" lang="zh-CN" altLang="zh-CN" sz="9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171450">
                <a:tc>
                  <a:txBody>
                    <a:bodyPr/>
                    <a:lstStyle/>
                    <a:p>
                      <a:pPr marL="342900" marR="0" lvl="0" indent="-342900" algn="ctr" defTabSz="914400" rtl="0" eaLnBrk="1" fontAlgn="base" latinLnBrk="0" hangingPunct="1">
                        <a:lnSpc>
                          <a:spcPct val="100000"/>
                        </a:lnSpc>
                        <a:spcBef>
                          <a:spcPct val="0"/>
                        </a:spcBef>
                        <a:spcAft>
                          <a:spcPct val="0"/>
                        </a:spcAft>
                        <a:buClrTx/>
                        <a:buSzTx/>
                        <a:buFont typeface="+mj-lt"/>
                        <a:buNone/>
                        <a:tabLst>
                          <a:tab pos="266700" algn="l"/>
                        </a:tabLst>
                      </a:pPr>
                      <a:r>
                        <a:rPr kumimoji="0" lang="en-US" altLang="zh-CN" sz="1100" b="0" i="0" u="none" strike="noStrike" cap="none" normalizeH="0" baseline="0">
                          <a:ln>
                            <a:noFill/>
                          </a:ln>
                          <a:solidFill>
                            <a:schemeClr val="tx1"/>
                          </a:solidFill>
                          <a:effectLst/>
                          <a:latin typeface="Times New Roman" pitchFamily="18" charset="0"/>
                          <a:ea typeface="宋体" pitchFamily="2" charset="-122"/>
                        </a:rPr>
                        <a:t>3</a:t>
                      </a:r>
                    </a:p>
                  </a:txBody>
                  <a:tcPr marL="68580" marR="68580" marT="0" marB="0" anchor="ctr" horzOverflow="overflow">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##H</a:t>
                      </a:r>
                      <a:endParaRPr kumimoji="0" lang="zh-CN" altLang="zh-CN" sz="9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 latinLnBrk="0" hangingPunct="1">
                        <a:lnSpc>
                          <a:spcPct val="100000"/>
                        </a:lnSpc>
                        <a:spcBef>
                          <a:spcPct val="0"/>
                        </a:spcBef>
                        <a:spcAft>
                          <a:spcPct val="0"/>
                        </a:spcAft>
                        <a:buClrTx/>
                        <a:buSzTx/>
                        <a:buFontTx/>
                        <a:buNone/>
                        <a:tabLst/>
                        <a:defRPr/>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Heater selection(1-24)</a:t>
                      </a:r>
                      <a:endParaRPr kumimoji="0" lang="zh-CN" altLang="zh-CN" sz="9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2057400">
                <a:tc>
                  <a:txBody>
                    <a:bodyPr/>
                    <a:lstStyle/>
                    <a:p>
                      <a:pPr marL="342900" marR="0" lvl="0" indent="-342900" algn="ctr" defTabSz="914400" rtl="0" eaLnBrk="1" fontAlgn="base" latinLnBrk="0" hangingPunct="1">
                        <a:lnSpc>
                          <a:spcPct val="100000"/>
                        </a:lnSpc>
                        <a:spcBef>
                          <a:spcPct val="0"/>
                        </a:spcBef>
                        <a:spcAft>
                          <a:spcPct val="0"/>
                        </a:spcAft>
                        <a:buClrTx/>
                        <a:buSzTx/>
                        <a:buFont typeface="+mj-lt"/>
                        <a:buNone/>
                        <a:tabLst>
                          <a:tab pos="266700" algn="l"/>
                        </a:tabLst>
                      </a:pPr>
                      <a:r>
                        <a:rPr kumimoji="0" lang="en-US" altLang="zh-CN" sz="1100" b="0" i="0" u="none" strike="noStrike" cap="none" normalizeH="0" baseline="0" dirty="0">
                          <a:ln>
                            <a:noFill/>
                          </a:ln>
                          <a:solidFill>
                            <a:schemeClr val="tx1"/>
                          </a:solidFill>
                          <a:effectLst/>
                          <a:latin typeface="Times New Roman" pitchFamily="18" charset="0"/>
                          <a:ea typeface="宋体" pitchFamily="2" charset="-122"/>
                        </a:rPr>
                        <a:t>4</a:t>
                      </a:r>
                    </a:p>
                  </a:txBody>
                  <a:tcPr marL="68580" marR="68580" marT="0" marB="0" anchor="ctr" horzOverflow="overflow">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a:ln>
                            <a:noFill/>
                          </a:ln>
                          <a:solidFill>
                            <a:schemeClr val="tx1"/>
                          </a:solidFill>
                          <a:effectLst/>
                          <a:latin typeface="Times New Roman" pitchFamily="18" charset="0"/>
                          <a:ea typeface="宋体" pitchFamily="2" charset="-122"/>
                        </a:rPr>
                        <a:t>##H</a:t>
                      </a:r>
                      <a:endParaRPr kumimoji="0" lang="zh-CN" altLang="zh-CN" sz="9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B5B4</a:t>
                      </a:r>
                      <a:r>
                        <a:rPr kumimoji="0" lang="zh-CN" sz="900" b="0" i="0" u="none" strike="noStrike" cap="none" normalizeH="0" baseline="0" dirty="0">
                          <a:ln>
                            <a:noFill/>
                          </a:ln>
                          <a:solidFill>
                            <a:schemeClr val="tx1"/>
                          </a:solidFill>
                          <a:effectLst/>
                          <a:latin typeface="Times New Roman" pitchFamily="18" charset="0"/>
                          <a:ea typeface="宋体" pitchFamily="2" charset="-122"/>
                        </a:rPr>
                        <a:t>：</a:t>
                      </a: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10: close-loop</a:t>
                      </a:r>
                      <a:r>
                        <a:rPr kumimoji="0" lang="zh-CN" sz="900" b="0" i="0" u="none" strike="noStrike" cap="none" normalizeH="0" baseline="0" dirty="0">
                          <a:ln>
                            <a:noFill/>
                          </a:ln>
                          <a:solidFill>
                            <a:schemeClr val="tx1"/>
                          </a:solidFill>
                          <a:effectLst/>
                          <a:latin typeface="Times New Roman" pitchFamily="18" charset="0"/>
                          <a:ea typeface="宋体" pitchFamily="2" charset="-122"/>
                        </a:rPr>
                        <a:t>，</a:t>
                      </a: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01: open-loop</a:t>
                      </a:r>
                      <a:endParaRPr kumimoji="0" lang="zh-CN" altLang="zh-CN" sz="900" b="0" i="0" u="none" strike="noStrike" cap="none" normalizeH="0" baseline="0" dirty="0">
                        <a:ln>
                          <a:noFill/>
                        </a:ln>
                        <a:solidFill>
                          <a:schemeClr val="tx1"/>
                        </a:solidFill>
                        <a:effectLst/>
                        <a:latin typeface="Times New Roman" pitchFamily="18" charset="0"/>
                        <a:ea typeface="宋体" pitchFamily="2" charset="-122"/>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B7~B6</a:t>
                      </a:r>
                      <a:r>
                        <a:rPr kumimoji="0" lang="zh-CN" sz="900" b="0" i="0" u="none" strike="noStrike" cap="none" normalizeH="0" baseline="0" dirty="0">
                          <a:ln>
                            <a:noFill/>
                          </a:ln>
                          <a:solidFill>
                            <a:schemeClr val="tx1"/>
                          </a:solidFill>
                          <a:effectLst/>
                          <a:latin typeface="Times New Roman" pitchFamily="18" charset="0"/>
                          <a:ea typeface="宋体" pitchFamily="2" charset="-122"/>
                        </a:rPr>
                        <a:t>：</a:t>
                      </a: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    </a:t>
                      </a:r>
                      <a:r>
                        <a:rPr kumimoji="0" lang="en-US" altLang="zh-CN" sz="900" b="1" i="0" u="none" strike="noStrike" cap="none" normalizeH="0" baseline="0" dirty="0">
                          <a:ln>
                            <a:noFill/>
                          </a:ln>
                          <a:solidFill>
                            <a:schemeClr val="tx1"/>
                          </a:solidFill>
                          <a:effectLst/>
                          <a:latin typeface="Times New Roman" pitchFamily="18" charset="0"/>
                          <a:ea typeface="宋体" pitchFamily="2" charset="-122"/>
                        </a:rPr>
                        <a:t>In close-loop mode</a:t>
                      </a:r>
                      <a:r>
                        <a:rPr kumimoji="0" lang="zh-CN" sz="900" b="1" i="0" u="none" strike="noStrike" cap="none" normalizeH="0" baseline="0" dirty="0">
                          <a:ln>
                            <a:noFill/>
                          </a:ln>
                          <a:solidFill>
                            <a:schemeClr val="tx1"/>
                          </a:solidFill>
                          <a:effectLst/>
                          <a:latin typeface="Times New Roman" pitchFamily="18" charset="0"/>
                          <a:ea typeface="宋体" pitchFamily="2" charset="-122"/>
                        </a:rPr>
                        <a:t>：</a:t>
                      </a:r>
                      <a:endParaRPr kumimoji="0" lang="en-US" altLang="zh-CN" sz="900" b="1" i="0" u="none" strike="noStrike" cap="none" normalizeH="0" baseline="0" dirty="0">
                        <a:ln>
                          <a:noFill/>
                        </a:ln>
                        <a:solidFill>
                          <a:schemeClr val="tx1"/>
                        </a:solidFill>
                        <a:effectLst/>
                        <a:latin typeface="Times New Roman" pitchFamily="18" charset="0"/>
                        <a:ea typeface="宋体" pitchFamily="2" charset="-122"/>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        10</a:t>
                      </a:r>
                      <a:r>
                        <a:rPr kumimoji="0" lang="zh-CN" sz="900" b="0" i="0" u="none" strike="noStrike" cap="none" normalizeH="0" baseline="0" dirty="0">
                          <a:ln>
                            <a:noFill/>
                          </a:ln>
                          <a:solidFill>
                            <a:schemeClr val="tx1"/>
                          </a:solidFill>
                          <a:effectLst/>
                          <a:latin typeface="Times New Roman" pitchFamily="18" charset="0"/>
                          <a:ea typeface="宋体" pitchFamily="2" charset="-122"/>
                        </a:rPr>
                        <a:t>：</a:t>
                      </a: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Proportional control</a:t>
                      </a: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        01</a:t>
                      </a:r>
                      <a:r>
                        <a:rPr kumimoji="0" lang="zh-CN" sz="900" b="0" i="0" u="none" strike="noStrike" cap="none" normalizeH="0" baseline="0" dirty="0">
                          <a:ln>
                            <a:noFill/>
                          </a:ln>
                          <a:solidFill>
                            <a:schemeClr val="tx1"/>
                          </a:solidFill>
                          <a:effectLst/>
                          <a:latin typeface="Times New Roman" pitchFamily="18" charset="0"/>
                          <a:ea typeface="宋体" pitchFamily="2" charset="-122"/>
                        </a:rPr>
                        <a:t>：</a:t>
                      </a: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Threshold control</a:t>
                      </a: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900" b="1" i="0" u="none" strike="noStrike" cap="none" normalizeH="0" baseline="0" dirty="0">
                          <a:ln>
                            <a:noFill/>
                          </a:ln>
                          <a:solidFill>
                            <a:schemeClr val="tx1"/>
                          </a:solidFill>
                          <a:effectLst/>
                          <a:latin typeface="Times New Roman" pitchFamily="18" charset="0"/>
                          <a:ea typeface="宋体" pitchFamily="2" charset="-122"/>
                        </a:rPr>
                        <a:t>    In open-loop mode</a:t>
                      </a:r>
                      <a:r>
                        <a:rPr kumimoji="0" lang="zh-CN" altLang="en-US" sz="900" b="1" i="0" u="none" strike="noStrike" cap="none" normalizeH="0" baseline="0" dirty="0">
                          <a:ln>
                            <a:noFill/>
                          </a:ln>
                          <a:solidFill>
                            <a:schemeClr val="tx1"/>
                          </a:solidFill>
                          <a:effectLst/>
                          <a:latin typeface="Times New Roman" pitchFamily="18" charset="0"/>
                          <a:ea typeface="宋体" pitchFamily="2" charset="-122"/>
                        </a:rPr>
                        <a:t>：</a:t>
                      </a:r>
                      <a:endParaRPr kumimoji="0" lang="en-US" altLang="zh-CN" sz="900" b="1" i="0" u="none" strike="noStrike" cap="none" normalizeH="0" baseline="0" dirty="0">
                        <a:ln>
                          <a:noFill/>
                        </a:ln>
                        <a:solidFill>
                          <a:schemeClr val="tx1"/>
                        </a:solidFill>
                        <a:effectLst/>
                        <a:latin typeface="Times New Roman" pitchFamily="18" charset="0"/>
                        <a:ea typeface="宋体" pitchFamily="2" charset="-122"/>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        01</a:t>
                      </a:r>
                      <a:r>
                        <a:rPr kumimoji="0" lang="zh-CN" sz="900" b="0" i="0" u="none" strike="noStrike" cap="none" normalizeH="0" baseline="0" dirty="0">
                          <a:ln>
                            <a:noFill/>
                          </a:ln>
                          <a:solidFill>
                            <a:schemeClr val="tx1"/>
                          </a:solidFill>
                          <a:effectLst/>
                          <a:latin typeface="Times New Roman" pitchFamily="18" charset="0"/>
                          <a:ea typeface="宋体" pitchFamily="2" charset="-122"/>
                        </a:rPr>
                        <a:t>：</a:t>
                      </a: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heater on</a:t>
                      </a: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        10</a:t>
                      </a:r>
                      <a:r>
                        <a:rPr kumimoji="0" lang="zh-CN" sz="900" b="0" i="0" u="none" strike="noStrike" cap="none" normalizeH="0" baseline="0" dirty="0">
                          <a:ln>
                            <a:noFill/>
                          </a:ln>
                          <a:solidFill>
                            <a:schemeClr val="tx1"/>
                          </a:solidFill>
                          <a:effectLst/>
                          <a:latin typeface="Times New Roman" pitchFamily="18" charset="0"/>
                          <a:ea typeface="宋体" pitchFamily="2" charset="-122"/>
                        </a:rPr>
                        <a:t>：</a:t>
                      </a: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heater off</a:t>
                      </a:r>
                    </a:p>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B3~B0</a:t>
                      </a:r>
                      <a:r>
                        <a:rPr kumimoji="0" lang="zh-CN" altLang="zh-CN" sz="900" b="0" i="0" u="none" strike="noStrike" cap="none" normalizeH="0" baseline="0" dirty="0">
                          <a:ln>
                            <a:noFill/>
                          </a:ln>
                          <a:solidFill>
                            <a:schemeClr val="tx1"/>
                          </a:solidFill>
                          <a:effectLst/>
                          <a:latin typeface="Times New Roman" pitchFamily="18" charset="0"/>
                          <a:ea typeface="宋体" pitchFamily="2" charset="-122"/>
                        </a:rPr>
                        <a:t>：</a:t>
                      </a:r>
                      <a:endParaRPr kumimoji="0" lang="en-US" altLang="zh-CN" sz="900" b="0" i="0" u="none" strike="noStrike" cap="none" normalizeH="0" baseline="0" dirty="0">
                        <a:ln>
                          <a:noFill/>
                        </a:ln>
                        <a:solidFill>
                          <a:schemeClr val="tx1"/>
                        </a:solidFill>
                        <a:effectLst/>
                        <a:latin typeface="Times New Roman" pitchFamily="18" charset="0"/>
                        <a:ea typeface="宋体" pitchFamily="2" charset="-122"/>
                      </a:endParaRPr>
                    </a:p>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    </a:t>
                      </a:r>
                      <a:r>
                        <a:rPr kumimoji="0" lang="en-US" altLang="zh-CN" sz="900" b="1" i="0" u="none" strike="noStrike" cap="none" normalizeH="0" baseline="0" dirty="0">
                          <a:ln>
                            <a:noFill/>
                          </a:ln>
                          <a:solidFill>
                            <a:schemeClr val="tx1"/>
                          </a:solidFill>
                          <a:effectLst/>
                          <a:latin typeface="Times New Roman" pitchFamily="18" charset="0"/>
                          <a:ea typeface="宋体" pitchFamily="2" charset="-122"/>
                        </a:rPr>
                        <a:t>In close-loop mode</a:t>
                      </a:r>
                      <a:r>
                        <a:rPr kumimoji="0" lang="zh-CN" altLang="zh-CN" sz="900" b="1" i="0" u="none" strike="noStrike" cap="none" normalizeH="0" baseline="0" dirty="0">
                          <a:ln>
                            <a:noFill/>
                          </a:ln>
                          <a:solidFill>
                            <a:schemeClr val="tx1"/>
                          </a:solidFill>
                          <a:effectLst/>
                          <a:latin typeface="Times New Roman" pitchFamily="18" charset="0"/>
                          <a:ea typeface="宋体" pitchFamily="2" charset="-122"/>
                        </a:rPr>
                        <a:t>：</a:t>
                      </a:r>
                      <a:endParaRPr kumimoji="0" lang="en-US" altLang="zh-CN" sz="900" b="1" i="0" u="none" strike="noStrike" cap="none" normalizeH="0" baseline="0" dirty="0">
                        <a:ln>
                          <a:noFill/>
                        </a:ln>
                        <a:solidFill>
                          <a:schemeClr val="tx1"/>
                        </a:solidFill>
                        <a:effectLst/>
                        <a:latin typeface="Times New Roman" pitchFamily="18" charset="0"/>
                        <a:ea typeface="宋体" pitchFamily="2" charset="-122"/>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        00H</a:t>
                      </a:r>
                      <a:r>
                        <a:rPr kumimoji="0" lang="zh-CN" altLang="zh-CN" sz="900" b="0" i="0" u="none" strike="noStrike" cap="none" normalizeH="0" baseline="0" dirty="0">
                          <a:ln>
                            <a:noFill/>
                          </a:ln>
                          <a:solidFill>
                            <a:schemeClr val="tx1"/>
                          </a:solidFill>
                          <a:effectLst/>
                          <a:latin typeface="Times New Roman" pitchFamily="18" charset="0"/>
                          <a:ea typeface="宋体" pitchFamily="2" charset="-122"/>
                        </a:rPr>
                        <a:t>：</a:t>
                      </a: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min temperature control</a:t>
                      </a: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        0FH</a:t>
                      </a:r>
                      <a:r>
                        <a:rPr kumimoji="0" lang="zh-CN" altLang="zh-CN" sz="900" b="0" i="0" u="none" strike="noStrike" cap="none" normalizeH="0" baseline="0" dirty="0">
                          <a:ln>
                            <a:noFill/>
                          </a:ln>
                          <a:solidFill>
                            <a:schemeClr val="tx1"/>
                          </a:solidFill>
                          <a:effectLst/>
                          <a:latin typeface="Times New Roman" pitchFamily="18" charset="0"/>
                          <a:ea typeface="宋体" pitchFamily="2" charset="-122"/>
                        </a:rPr>
                        <a:t>：</a:t>
                      </a: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average  temperature control</a:t>
                      </a:r>
                      <a:endParaRPr kumimoji="0" lang="zh-CN" altLang="zh-CN" sz="900" b="0" i="0" u="none" strike="noStrike" cap="none" normalizeH="0" baseline="0" dirty="0">
                        <a:ln>
                          <a:noFill/>
                        </a:ln>
                        <a:solidFill>
                          <a:schemeClr val="tx1"/>
                        </a:solidFill>
                        <a:effectLst/>
                        <a:latin typeface="Times New Roman" pitchFamily="18" charset="0"/>
                        <a:ea typeface="宋体" pitchFamily="2" charset="-122"/>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        01H</a:t>
                      </a:r>
                      <a:r>
                        <a:rPr kumimoji="0" lang="zh-CN" altLang="zh-CN" sz="900" b="0" i="0" u="none" strike="noStrike" cap="none" normalizeH="0" baseline="0" dirty="0">
                          <a:ln>
                            <a:noFill/>
                          </a:ln>
                          <a:solidFill>
                            <a:schemeClr val="tx1"/>
                          </a:solidFill>
                          <a:effectLst/>
                          <a:latin typeface="Times New Roman" pitchFamily="18" charset="0"/>
                          <a:ea typeface="宋体" pitchFamily="2" charset="-122"/>
                        </a:rPr>
                        <a:t>：</a:t>
                      </a: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use thermistor 1 control  temperature </a:t>
                      </a: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        02H</a:t>
                      </a:r>
                      <a:r>
                        <a:rPr kumimoji="0" lang="zh-CN" altLang="zh-CN" sz="900" b="0" i="0" u="none" strike="noStrike" cap="none" normalizeH="0" baseline="0" dirty="0">
                          <a:ln>
                            <a:noFill/>
                          </a:ln>
                          <a:solidFill>
                            <a:schemeClr val="tx1"/>
                          </a:solidFill>
                          <a:effectLst/>
                          <a:latin typeface="Times New Roman" pitchFamily="18" charset="0"/>
                          <a:ea typeface="宋体" pitchFamily="2" charset="-122"/>
                        </a:rPr>
                        <a:t>：</a:t>
                      </a: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use thermistor 2 control  temperature </a:t>
                      </a: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        03H</a:t>
                      </a:r>
                      <a:r>
                        <a:rPr kumimoji="0" lang="zh-CN" altLang="zh-CN" sz="900" b="0" i="0" u="none" strike="noStrike" cap="none" normalizeH="0" baseline="0" dirty="0">
                          <a:ln>
                            <a:noFill/>
                          </a:ln>
                          <a:solidFill>
                            <a:schemeClr val="tx1"/>
                          </a:solidFill>
                          <a:effectLst/>
                          <a:latin typeface="Times New Roman" pitchFamily="18" charset="0"/>
                          <a:ea typeface="宋体" pitchFamily="2" charset="-122"/>
                        </a:rPr>
                        <a:t>：</a:t>
                      </a: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use thermistor 3 control  temperature </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r h="234599">
                <a:tc>
                  <a:txBody>
                    <a:bodyPr/>
                    <a:lstStyle/>
                    <a:p>
                      <a:pPr marL="342900" marR="0" lvl="0" indent="-342900" algn="ctr" defTabSz="914400" rtl="0" eaLnBrk="1" fontAlgn="base" latinLnBrk="0" hangingPunct="1">
                        <a:lnSpc>
                          <a:spcPct val="100000"/>
                        </a:lnSpc>
                        <a:spcBef>
                          <a:spcPct val="0"/>
                        </a:spcBef>
                        <a:spcAft>
                          <a:spcPct val="0"/>
                        </a:spcAft>
                        <a:buClrTx/>
                        <a:buSzTx/>
                        <a:buFont typeface="+mj-lt"/>
                        <a:buNone/>
                        <a:tabLst>
                          <a:tab pos="266700" algn="l"/>
                        </a:tabLst>
                      </a:pPr>
                      <a:r>
                        <a:rPr kumimoji="0" lang="en-US" altLang="zh-CN" sz="1100" b="0" i="0" u="none" strike="noStrike" cap="none" normalizeH="0" baseline="0" dirty="0">
                          <a:ln>
                            <a:noFill/>
                          </a:ln>
                          <a:solidFill>
                            <a:schemeClr val="tx1"/>
                          </a:solidFill>
                          <a:effectLst/>
                          <a:latin typeface="Times New Roman" pitchFamily="18" charset="0"/>
                          <a:ea typeface="宋体" pitchFamily="2" charset="-122"/>
                        </a:rPr>
                        <a:t>5</a:t>
                      </a:r>
                    </a:p>
                  </a:txBody>
                  <a:tcPr marL="68580" marR="68580" marT="0" marB="0" anchor="ctr" horzOverflow="overflow">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##H</a:t>
                      </a:r>
                      <a:endParaRPr kumimoji="0" lang="zh-CN" altLang="zh-CN" sz="9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1466850" marR="0" lvl="0" indent="-146685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Temperature High Threshold</a:t>
                      </a:r>
                    </a:p>
                    <a:p>
                      <a:pPr marL="1466850" marR="0" lvl="0" indent="-146685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(AAH in open-loop mode)</a:t>
                      </a:r>
                      <a:endParaRPr kumimoji="0" lang="zh-CN" altLang="zh-CN" sz="9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234599">
                <a:tc>
                  <a:txBody>
                    <a:bodyPr/>
                    <a:lstStyle/>
                    <a:p>
                      <a:pPr marL="342900" marR="0" lvl="0" indent="-342900" algn="ctr" defTabSz="914400" rtl="0" eaLnBrk="1" fontAlgn="base" latinLnBrk="0" hangingPunct="1">
                        <a:lnSpc>
                          <a:spcPct val="100000"/>
                        </a:lnSpc>
                        <a:spcBef>
                          <a:spcPct val="0"/>
                        </a:spcBef>
                        <a:spcAft>
                          <a:spcPct val="0"/>
                        </a:spcAft>
                        <a:buClrTx/>
                        <a:buSzTx/>
                        <a:buFont typeface="+mj-lt"/>
                        <a:buNone/>
                        <a:tabLst>
                          <a:tab pos="266700" algn="l"/>
                        </a:tabLst>
                      </a:pPr>
                      <a:r>
                        <a:rPr kumimoji="0" lang="en-US" altLang="zh-CN" sz="1100" b="0" i="0" u="none" strike="noStrike" cap="none" normalizeH="0" baseline="0" dirty="0">
                          <a:ln>
                            <a:noFill/>
                          </a:ln>
                          <a:solidFill>
                            <a:schemeClr val="tx1"/>
                          </a:solidFill>
                          <a:effectLst/>
                          <a:latin typeface="Times New Roman" pitchFamily="18" charset="0"/>
                          <a:ea typeface="宋体" pitchFamily="2" charset="-122"/>
                        </a:rPr>
                        <a:t>6</a:t>
                      </a:r>
                    </a:p>
                  </a:txBody>
                  <a:tcPr marL="68580" marR="68580" marT="0" marB="0" anchor="ctr" horzOverflow="overflow">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##H</a:t>
                      </a:r>
                      <a:endParaRPr kumimoji="0" lang="zh-CN" altLang="zh-CN" sz="9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pPr marL="1466850" marR="0" lvl="0" indent="-1466850" algn="just" defTabSz="914400" rtl="0" eaLnBrk="1" fontAlgn="base" latinLnBrk="0" hangingPunct="1">
                        <a:lnSpc>
                          <a:spcPct val="100000"/>
                        </a:lnSpc>
                        <a:spcBef>
                          <a:spcPct val="0"/>
                        </a:spcBef>
                        <a:spcAft>
                          <a:spcPct val="0"/>
                        </a:spcAft>
                        <a:buClrTx/>
                        <a:buSzTx/>
                        <a:buFontTx/>
                        <a:buNone/>
                        <a:tabLst/>
                      </a:pP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6"/>
                  </a:ext>
                </a:extLst>
              </a:tr>
              <a:tr h="234599">
                <a:tc>
                  <a:txBody>
                    <a:bodyPr/>
                    <a:lstStyle/>
                    <a:p>
                      <a:pPr marL="342900" marR="0" lvl="0" indent="-342900" algn="ctr" defTabSz="914400" rtl="0" eaLnBrk="1" fontAlgn="base" latinLnBrk="0" hangingPunct="1">
                        <a:lnSpc>
                          <a:spcPct val="100000"/>
                        </a:lnSpc>
                        <a:spcBef>
                          <a:spcPct val="0"/>
                        </a:spcBef>
                        <a:spcAft>
                          <a:spcPct val="0"/>
                        </a:spcAft>
                        <a:buClrTx/>
                        <a:buSzTx/>
                        <a:buFont typeface="+mj-lt"/>
                        <a:buNone/>
                        <a:tabLst>
                          <a:tab pos="266700" algn="l"/>
                        </a:tabLst>
                      </a:pPr>
                      <a:r>
                        <a:rPr kumimoji="0" lang="en-US" altLang="zh-CN" sz="1100" b="0" i="0" u="none" strike="noStrike" cap="none" normalizeH="0" baseline="0" dirty="0">
                          <a:ln>
                            <a:noFill/>
                          </a:ln>
                          <a:solidFill>
                            <a:schemeClr val="tx1"/>
                          </a:solidFill>
                          <a:effectLst/>
                          <a:latin typeface="Times New Roman" pitchFamily="18" charset="0"/>
                          <a:ea typeface="宋体" pitchFamily="2" charset="-122"/>
                        </a:rPr>
                        <a:t>7</a:t>
                      </a:r>
                    </a:p>
                  </a:txBody>
                  <a:tcPr marL="68580" marR="68580" marT="0" marB="0" anchor="ctr" horzOverflow="overflow">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##H</a:t>
                      </a:r>
                      <a:endParaRPr kumimoji="0" lang="zh-CN" altLang="zh-CN" sz="9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1466850" marR="0" lvl="0" indent="-146685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Temperature Low Threshold</a:t>
                      </a:r>
                    </a:p>
                    <a:p>
                      <a:pPr marL="1466850" marR="0" lvl="0" indent="-146685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(AAH in open-loop mode)</a:t>
                      </a:r>
                      <a:endParaRPr kumimoji="0" lang="zh-CN" altLang="zh-CN" sz="9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r h="234599">
                <a:tc>
                  <a:txBody>
                    <a:bodyPr/>
                    <a:lstStyle/>
                    <a:p>
                      <a:pPr marL="342900" marR="0" lvl="0" indent="-342900" algn="ctr" defTabSz="914400" rtl="0" eaLnBrk="1" fontAlgn="base" latinLnBrk="0" hangingPunct="1">
                        <a:lnSpc>
                          <a:spcPct val="100000"/>
                        </a:lnSpc>
                        <a:spcBef>
                          <a:spcPct val="0"/>
                        </a:spcBef>
                        <a:spcAft>
                          <a:spcPct val="0"/>
                        </a:spcAft>
                        <a:buClrTx/>
                        <a:buSzTx/>
                        <a:buFont typeface="+mj-lt"/>
                        <a:buNone/>
                        <a:tabLst>
                          <a:tab pos="266700" algn="l"/>
                        </a:tabLst>
                      </a:pPr>
                      <a:r>
                        <a:rPr kumimoji="0" lang="en-US" altLang="zh-CN" sz="1100" b="0" i="0" u="none" strike="noStrike" cap="none" normalizeH="0" baseline="0" dirty="0">
                          <a:ln>
                            <a:noFill/>
                          </a:ln>
                          <a:solidFill>
                            <a:schemeClr val="tx1"/>
                          </a:solidFill>
                          <a:effectLst/>
                          <a:latin typeface="Times New Roman" pitchFamily="18" charset="0"/>
                          <a:ea typeface="宋体" pitchFamily="2" charset="-122"/>
                        </a:rPr>
                        <a:t>8</a:t>
                      </a:r>
                    </a:p>
                  </a:txBody>
                  <a:tcPr marL="68580" marR="68580" marT="0" marB="0" anchor="ctr" horzOverflow="overflow">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##H</a:t>
                      </a:r>
                      <a:endParaRPr kumimoji="0" lang="zh-CN" altLang="zh-CN" sz="9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pPr marL="1466850" marR="0" lvl="0" indent="-1466850" algn="just" defTabSz="914400" rtl="0" eaLnBrk="1" fontAlgn="base" latinLnBrk="0" hangingPunct="1">
                        <a:lnSpc>
                          <a:spcPct val="100000"/>
                        </a:lnSpc>
                        <a:spcBef>
                          <a:spcPct val="0"/>
                        </a:spcBef>
                        <a:spcAft>
                          <a:spcPct val="0"/>
                        </a:spcAft>
                        <a:buClrTx/>
                        <a:buSzTx/>
                        <a:buFontTx/>
                        <a:buNone/>
                        <a:tabLst/>
                      </a:pP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8"/>
                  </a:ext>
                </a:extLst>
              </a:tr>
              <a:tr h="171450">
                <a:tc>
                  <a:txBody>
                    <a:bodyPr/>
                    <a:lstStyle/>
                    <a:p>
                      <a:pPr marL="342900" marR="0" lvl="0" indent="-342900" algn="ctr" defTabSz="914400" rtl="0" eaLnBrk="1" fontAlgn="base" latinLnBrk="0" hangingPunct="1">
                        <a:lnSpc>
                          <a:spcPct val="100000"/>
                        </a:lnSpc>
                        <a:spcBef>
                          <a:spcPct val="0"/>
                        </a:spcBef>
                        <a:spcAft>
                          <a:spcPct val="0"/>
                        </a:spcAft>
                        <a:buClrTx/>
                        <a:buSzTx/>
                        <a:buFont typeface="+mj-lt"/>
                        <a:buNone/>
                        <a:tabLst>
                          <a:tab pos="266700" algn="l"/>
                        </a:tabLst>
                      </a:pPr>
                      <a:r>
                        <a:rPr kumimoji="0" lang="en-US" altLang="zh-CN" sz="1100" b="0" i="0" u="none" strike="noStrike" cap="none" normalizeH="0" baseline="0" dirty="0">
                          <a:ln>
                            <a:noFill/>
                          </a:ln>
                          <a:solidFill>
                            <a:schemeClr val="tx1"/>
                          </a:solidFill>
                          <a:effectLst/>
                          <a:latin typeface="Times New Roman" pitchFamily="18" charset="0"/>
                          <a:ea typeface="宋体" pitchFamily="2" charset="-122"/>
                        </a:rPr>
                        <a:t>9</a:t>
                      </a:r>
                    </a:p>
                  </a:txBody>
                  <a:tcPr marL="68580" marR="68580" marT="0" marB="0" anchor="ctr" horzOverflow="overflow">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a:ln>
                            <a:noFill/>
                          </a:ln>
                          <a:solidFill>
                            <a:schemeClr val="tx1"/>
                          </a:solidFill>
                          <a:effectLst/>
                          <a:latin typeface="Times New Roman" pitchFamily="18" charset="0"/>
                          <a:ea typeface="宋体" pitchFamily="2" charset="-122"/>
                        </a:rPr>
                        <a:t>AAH</a:t>
                      </a:r>
                      <a:endParaRPr kumimoji="0" lang="zh-CN" altLang="zh-CN" sz="9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zh-CN" altLang="zh-CN" sz="9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9"/>
                  </a:ext>
                </a:extLst>
              </a:tr>
            </a:tbl>
          </a:graphicData>
        </a:graphic>
      </p:graphicFrame>
    </p:spTree>
    <p:extLst>
      <p:ext uri="{BB962C8B-B14F-4D97-AF65-F5344CB8AC3E}">
        <p14:creationId xmlns:p14="http://schemas.microsoft.com/office/powerpoint/2010/main" val="240548537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7: Thermal Control block </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81</a:t>
            </a:fld>
            <a:r>
              <a:rPr lang="zh-CN" altLang="en-US"/>
              <a:t> </a:t>
            </a:r>
            <a:endParaRPr lang="zh-CN" altLang="en-US" dirty="0">
              <a:latin typeface="微软雅黑" pitchFamily="34" charset="-122"/>
              <a:ea typeface="微软雅黑" pitchFamily="34" charset="-122"/>
            </a:endParaRPr>
          </a:p>
        </p:txBody>
      </p:sp>
      <p:graphicFrame>
        <p:nvGraphicFramePr>
          <p:cNvPr id="7" name="表格 6"/>
          <p:cNvGraphicFramePr>
            <a:graphicFrameLocks noGrp="1"/>
          </p:cNvGraphicFramePr>
          <p:nvPr>
            <p:extLst>
              <p:ext uri="{D42A27DB-BD31-4B8C-83A1-F6EECF244321}">
                <p14:modId xmlns:p14="http://schemas.microsoft.com/office/powerpoint/2010/main" val="1172200917"/>
              </p:ext>
            </p:extLst>
          </p:nvPr>
        </p:nvGraphicFramePr>
        <p:xfrm>
          <a:off x="683571" y="1059582"/>
          <a:ext cx="7612707" cy="3566160"/>
        </p:xfrm>
        <a:graphic>
          <a:graphicData uri="http://schemas.openxmlformats.org/drawingml/2006/table">
            <a:tbl>
              <a:tblPr/>
              <a:tblGrid>
                <a:gridCol w="523533">
                  <a:extLst>
                    <a:ext uri="{9D8B030D-6E8A-4147-A177-3AD203B41FA5}">
                      <a16:colId xmlns:a16="http://schemas.microsoft.com/office/drawing/2014/main" xmlns="" val="20000"/>
                    </a:ext>
                  </a:extLst>
                </a:gridCol>
                <a:gridCol w="537854">
                  <a:extLst>
                    <a:ext uri="{9D8B030D-6E8A-4147-A177-3AD203B41FA5}">
                      <a16:colId xmlns:a16="http://schemas.microsoft.com/office/drawing/2014/main" xmlns="" val="20001"/>
                    </a:ext>
                  </a:extLst>
                </a:gridCol>
                <a:gridCol w="4355346">
                  <a:extLst>
                    <a:ext uri="{9D8B030D-6E8A-4147-A177-3AD203B41FA5}">
                      <a16:colId xmlns:a16="http://schemas.microsoft.com/office/drawing/2014/main" xmlns="" val="20002"/>
                    </a:ext>
                  </a:extLst>
                </a:gridCol>
                <a:gridCol w="402596">
                  <a:extLst>
                    <a:ext uri="{9D8B030D-6E8A-4147-A177-3AD203B41FA5}">
                      <a16:colId xmlns:a16="http://schemas.microsoft.com/office/drawing/2014/main" xmlns="" val="20003"/>
                    </a:ext>
                  </a:extLst>
                </a:gridCol>
                <a:gridCol w="1793378">
                  <a:extLst>
                    <a:ext uri="{9D8B030D-6E8A-4147-A177-3AD203B41FA5}">
                      <a16:colId xmlns:a16="http://schemas.microsoft.com/office/drawing/2014/main" xmlns="" val="20004"/>
                    </a:ext>
                  </a:extLst>
                </a:gridCol>
              </a:tblGrid>
              <a:tr h="13716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900" b="1" i="0" u="none" strike="noStrike" cap="none" normalizeH="0" baseline="0" dirty="0">
                          <a:ln>
                            <a:noFill/>
                          </a:ln>
                          <a:solidFill>
                            <a:schemeClr val="tx1"/>
                          </a:solidFill>
                          <a:effectLst/>
                          <a:latin typeface="Times New Roman" pitchFamily="18" charset="0"/>
                          <a:ea typeface="宋体" pitchFamily="2" charset="-122"/>
                        </a:rPr>
                        <a:t>NO</a:t>
                      </a:r>
                      <a:endParaRPr kumimoji="0" lang="zh-CN" altLang="zh-CN" sz="9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zh-CN" sz="9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zh-CN" sz="9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zh-CN" sz="900" b="1" i="0" u="none" strike="noStrike" cap="none" normalizeH="0" baseline="0">
                        <a:ln>
                          <a:noFill/>
                        </a:ln>
                        <a:solidFill>
                          <a:srgbClr val="FF0000"/>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900" b="1" i="0" u="none" strike="noStrike" cap="none" normalizeH="0" baseline="0">
                          <a:ln>
                            <a:noFill/>
                          </a:ln>
                          <a:solidFill>
                            <a:srgbClr val="FF0000"/>
                          </a:solidFill>
                          <a:effectLst/>
                          <a:latin typeface="Times New Roman" pitchFamily="18" charset="0"/>
                          <a:ea typeface="宋体" pitchFamily="2" charset="-122"/>
                        </a:rPr>
                        <a:t> </a:t>
                      </a:r>
                      <a:endParaRPr kumimoji="0" lang="zh-CN" altLang="zh-CN" sz="900" b="1" i="0" u="none" strike="noStrike" cap="none" normalizeH="0" baseline="0">
                        <a:ln>
                          <a:noFill/>
                        </a:ln>
                        <a:solidFill>
                          <a:srgbClr val="FF0000"/>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137160">
                <a:tc>
                  <a:txBody>
                    <a:bodyPr/>
                    <a:lstStyle/>
                    <a:p>
                      <a:pPr marL="342900" marR="0" lvl="0" indent="-342900" algn="ctr" defTabSz="914400" rtl="0" eaLnBrk="1" fontAlgn="base" latinLnBrk="0" hangingPunct="1">
                        <a:lnSpc>
                          <a:spcPct val="100000"/>
                        </a:lnSpc>
                        <a:spcBef>
                          <a:spcPct val="0"/>
                        </a:spcBef>
                        <a:spcAft>
                          <a:spcPct val="0"/>
                        </a:spcAft>
                        <a:buClrTx/>
                        <a:buSzTx/>
                        <a:buFont typeface="+mj-lt"/>
                        <a:buNone/>
                        <a:tabLst>
                          <a:tab pos="266700" algn="l"/>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1</a:t>
                      </a:r>
                    </a:p>
                  </a:txBody>
                  <a:tcPr marL="68580" marR="68580" marT="0" marB="0" anchor="ctr" horzOverflow="overflow">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00H</a:t>
                      </a:r>
                      <a:endParaRPr kumimoji="0" lang="zh-CN" altLang="zh-CN" sz="9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 latinLnBrk="0" hangingPunct="1">
                        <a:lnSpc>
                          <a:spcPct val="100000"/>
                        </a:lnSpc>
                        <a:spcBef>
                          <a:spcPct val="0"/>
                        </a:spcBef>
                        <a:spcAft>
                          <a:spcPct val="0"/>
                        </a:spcAft>
                        <a:buClrTx/>
                        <a:buSzTx/>
                        <a:buFontTx/>
                        <a:buNone/>
                        <a:tabLst/>
                      </a:pPr>
                      <a:endParaRPr kumimoji="0" lang="zh-CN" altLang="zh-CN" sz="9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 latinLnBrk="0" hangingPunct="1">
                        <a:lnSpc>
                          <a:spcPct val="100000"/>
                        </a:lnSpc>
                        <a:spcBef>
                          <a:spcPct val="0"/>
                        </a:spcBef>
                        <a:spcAft>
                          <a:spcPct val="0"/>
                        </a:spcAft>
                        <a:buClrTx/>
                        <a:buSzTx/>
                        <a:buFontTx/>
                        <a:buNone/>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00</a:t>
                      </a:r>
                      <a:endParaRPr kumimoji="0" lang="zh-CN" altLang="zh-CN" sz="9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 latinLnBrk="0" hangingPunct="1">
                        <a:lnSpc>
                          <a:spcPct val="100000"/>
                        </a:lnSpc>
                        <a:spcBef>
                          <a:spcPct val="0"/>
                        </a:spcBef>
                        <a:spcAft>
                          <a:spcPct val="0"/>
                        </a:spcAft>
                        <a:buClrTx/>
                        <a:buSzTx/>
                        <a:buFontTx/>
                        <a:buNone/>
                        <a:tabLst/>
                      </a:pPr>
                      <a:endParaRPr kumimoji="0" lang="zh-CN" altLang="zh-CN" sz="9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137160">
                <a:tc>
                  <a:txBody>
                    <a:bodyPr/>
                    <a:lstStyle/>
                    <a:p>
                      <a:pPr marL="342900" marR="0" lvl="0" indent="-342900" algn="ctr" defTabSz="914400" rtl="0" eaLnBrk="1" fontAlgn="base" latinLnBrk="0" hangingPunct="1">
                        <a:lnSpc>
                          <a:spcPct val="100000"/>
                        </a:lnSpc>
                        <a:spcBef>
                          <a:spcPct val="0"/>
                        </a:spcBef>
                        <a:spcAft>
                          <a:spcPct val="0"/>
                        </a:spcAft>
                        <a:buClrTx/>
                        <a:buSzTx/>
                        <a:buFont typeface="+mj-lt"/>
                        <a:buNone/>
                        <a:tabLst>
                          <a:tab pos="266700" algn="l"/>
                        </a:tabLst>
                      </a:pPr>
                      <a:r>
                        <a:rPr kumimoji="0" lang="en-US" altLang="zh-CN" sz="900" b="0" i="0" u="none" strike="noStrike" cap="none" normalizeH="0" baseline="0">
                          <a:ln>
                            <a:noFill/>
                          </a:ln>
                          <a:solidFill>
                            <a:schemeClr val="tx1"/>
                          </a:solidFill>
                          <a:effectLst/>
                          <a:latin typeface="Times New Roman" pitchFamily="18" charset="0"/>
                          <a:ea typeface="宋体" pitchFamily="2" charset="-122"/>
                        </a:rPr>
                        <a:t>2</a:t>
                      </a:r>
                    </a:p>
                  </a:txBody>
                  <a:tcPr marL="68580" marR="68580" marT="0" marB="0" anchor="ctr" horzOverflow="overflow">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00H</a:t>
                      </a:r>
                      <a:endParaRPr kumimoji="0" lang="zh-CN" altLang="zh-CN" sz="9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 latinLnBrk="0" hangingPunct="1">
                        <a:lnSpc>
                          <a:spcPct val="100000"/>
                        </a:lnSpc>
                        <a:spcBef>
                          <a:spcPct val="0"/>
                        </a:spcBef>
                        <a:spcAft>
                          <a:spcPct val="0"/>
                        </a:spcAft>
                        <a:buClrTx/>
                        <a:buSzTx/>
                        <a:buFontTx/>
                        <a:buNone/>
                        <a:tabLst/>
                      </a:pPr>
                      <a:endParaRPr kumimoji="0" lang="zh-CN" altLang="zh-CN" sz="9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 latinLnBrk="0" hangingPunct="1">
                        <a:lnSpc>
                          <a:spcPct val="100000"/>
                        </a:lnSpc>
                        <a:spcBef>
                          <a:spcPct val="0"/>
                        </a:spcBef>
                        <a:spcAft>
                          <a:spcPct val="0"/>
                        </a:spcAft>
                        <a:buClrTx/>
                        <a:buSzTx/>
                        <a:buFontTx/>
                        <a:buNone/>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00</a:t>
                      </a:r>
                      <a:endParaRPr kumimoji="0" lang="zh-CN" altLang="zh-CN" sz="9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 latinLnBrk="0" hangingPunct="1">
                        <a:lnSpc>
                          <a:spcPct val="100000"/>
                        </a:lnSpc>
                        <a:spcBef>
                          <a:spcPct val="0"/>
                        </a:spcBef>
                        <a:spcAft>
                          <a:spcPct val="0"/>
                        </a:spcAft>
                        <a:buClrTx/>
                        <a:buSzTx/>
                        <a:buFontTx/>
                        <a:buNone/>
                        <a:tabLst/>
                      </a:pPr>
                      <a:endParaRPr kumimoji="0" lang="zh-CN" altLang="zh-CN" sz="9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137160">
                <a:tc>
                  <a:txBody>
                    <a:bodyPr/>
                    <a:lstStyle/>
                    <a:p>
                      <a:pPr marL="342900" marR="0" lvl="0" indent="-342900" algn="ctr" defTabSz="914400" rtl="0" eaLnBrk="1" fontAlgn="base" latinLnBrk="0" hangingPunct="1">
                        <a:lnSpc>
                          <a:spcPct val="100000"/>
                        </a:lnSpc>
                        <a:spcBef>
                          <a:spcPct val="0"/>
                        </a:spcBef>
                        <a:spcAft>
                          <a:spcPct val="0"/>
                        </a:spcAft>
                        <a:buClrTx/>
                        <a:buSzTx/>
                        <a:buFont typeface="+mj-lt"/>
                        <a:buNone/>
                        <a:tabLst>
                          <a:tab pos="266700" algn="l"/>
                        </a:tabLst>
                      </a:pPr>
                      <a:r>
                        <a:rPr kumimoji="0" lang="en-US" altLang="zh-CN" sz="900" b="0" i="0" u="none" strike="noStrike" cap="none" normalizeH="0" baseline="0">
                          <a:ln>
                            <a:noFill/>
                          </a:ln>
                          <a:solidFill>
                            <a:schemeClr val="tx1"/>
                          </a:solidFill>
                          <a:effectLst/>
                          <a:latin typeface="Times New Roman" pitchFamily="18" charset="0"/>
                          <a:ea typeface="宋体" pitchFamily="2" charset="-122"/>
                        </a:rPr>
                        <a:t>3</a:t>
                      </a:r>
                    </a:p>
                  </a:txBody>
                  <a:tcPr marL="68580" marR="68580" marT="0" marB="0" anchor="ctr" horzOverflow="overflow">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##H</a:t>
                      </a:r>
                      <a:endParaRPr kumimoji="0" lang="zh-CN" altLang="zh-CN" sz="9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 latinLnBrk="0" hangingPunct="1">
                        <a:lnSpc>
                          <a:spcPct val="100000"/>
                        </a:lnSpc>
                        <a:spcBef>
                          <a:spcPct val="0"/>
                        </a:spcBef>
                        <a:spcAft>
                          <a:spcPct val="0"/>
                        </a:spcAft>
                        <a:buClrTx/>
                        <a:buSzTx/>
                        <a:buFontTx/>
                        <a:buNone/>
                        <a:tabLst/>
                        <a:defRPr/>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Heater selection(1-24)</a:t>
                      </a:r>
                      <a:endParaRPr kumimoji="0" lang="zh-CN" altLang="zh-CN" sz="9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 latinLnBrk="0" hangingPunct="1">
                        <a:lnSpc>
                          <a:spcPct val="100000"/>
                        </a:lnSpc>
                        <a:spcBef>
                          <a:spcPct val="0"/>
                        </a:spcBef>
                        <a:spcAft>
                          <a:spcPct val="0"/>
                        </a:spcAft>
                        <a:buClrTx/>
                        <a:buSzTx/>
                        <a:buFontTx/>
                        <a:buNone/>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01</a:t>
                      </a:r>
                      <a:endParaRPr kumimoji="0" lang="zh-CN" altLang="zh-CN" sz="9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 latinLnBrk="0" hangingPunct="1">
                        <a:lnSpc>
                          <a:spcPct val="100000"/>
                        </a:lnSpc>
                        <a:spcBef>
                          <a:spcPct val="0"/>
                        </a:spcBef>
                        <a:spcAft>
                          <a:spcPct val="0"/>
                        </a:spcAft>
                        <a:buClrTx/>
                        <a:buSzTx/>
                        <a:buFontTx/>
                        <a:buNone/>
                        <a:tabLst/>
                        <a:defRPr/>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Loop 1</a:t>
                      </a:r>
                      <a:endParaRPr kumimoji="0" lang="zh-CN" altLang="zh-CN" sz="9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2057400">
                <a:tc>
                  <a:txBody>
                    <a:bodyPr/>
                    <a:lstStyle/>
                    <a:p>
                      <a:pPr marL="342900" marR="0" lvl="0" indent="-342900" algn="ctr" defTabSz="914400" rtl="0" eaLnBrk="1" fontAlgn="base" latinLnBrk="0" hangingPunct="1">
                        <a:lnSpc>
                          <a:spcPct val="100000"/>
                        </a:lnSpc>
                        <a:spcBef>
                          <a:spcPct val="0"/>
                        </a:spcBef>
                        <a:spcAft>
                          <a:spcPct val="0"/>
                        </a:spcAft>
                        <a:buClrTx/>
                        <a:buSzTx/>
                        <a:buFont typeface="+mj-lt"/>
                        <a:buNone/>
                        <a:tabLst>
                          <a:tab pos="266700" algn="l"/>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4</a:t>
                      </a:r>
                    </a:p>
                  </a:txBody>
                  <a:tcPr marL="68580" marR="68580" marT="0" marB="0" anchor="ctr" horzOverflow="overflow">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a:ln>
                            <a:noFill/>
                          </a:ln>
                          <a:solidFill>
                            <a:schemeClr val="tx1"/>
                          </a:solidFill>
                          <a:effectLst/>
                          <a:latin typeface="Times New Roman" pitchFamily="18" charset="0"/>
                          <a:ea typeface="宋体" pitchFamily="2" charset="-122"/>
                        </a:rPr>
                        <a:t>##H</a:t>
                      </a:r>
                      <a:endParaRPr kumimoji="0" lang="zh-CN" altLang="zh-CN" sz="9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B5B4</a:t>
                      </a:r>
                      <a:r>
                        <a:rPr kumimoji="0" lang="zh-CN" sz="900" b="0" i="0" u="none" strike="noStrike" cap="none" normalizeH="0" baseline="0" dirty="0">
                          <a:ln>
                            <a:noFill/>
                          </a:ln>
                          <a:solidFill>
                            <a:schemeClr val="tx1"/>
                          </a:solidFill>
                          <a:effectLst/>
                          <a:latin typeface="Times New Roman" pitchFamily="18" charset="0"/>
                          <a:ea typeface="宋体" pitchFamily="2" charset="-122"/>
                        </a:rPr>
                        <a:t>：</a:t>
                      </a: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10: close-loop</a:t>
                      </a:r>
                      <a:r>
                        <a:rPr kumimoji="0" lang="zh-CN" sz="900" b="0" i="0" u="none" strike="noStrike" cap="none" normalizeH="0" baseline="0" dirty="0">
                          <a:ln>
                            <a:noFill/>
                          </a:ln>
                          <a:solidFill>
                            <a:schemeClr val="tx1"/>
                          </a:solidFill>
                          <a:effectLst/>
                          <a:latin typeface="Times New Roman" pitchFamily="18" charset="0"/>
                          <a:ea typeface="宋体" pitchFamily="2" charset="-122"/>
                        </a:rPr>
                        <a:t>，</a:t>
                      </a: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01: open-loop</a:t>
                      </a:r>
                      <a:endParaRPr kumimoji="0" lang="zh-CN" altLang="zh-CN" sz="900" b="0" i="0" u="none" strike="noStrike" cap="none" normalizeH="0" baseline="0" dirty="0">
                        <a:ln>
                          <a:noFill/>
                        </a:ln>
                        <a:solidFill>
                          <a:schemeClr val="tx1"/>
                        </a:solidFill>
                        <a:effectLst/>
                        <a:latin typeface="Times New Roman" pitchFamily="18" charset="0"/>
                        <a:ea typeface="宋体" pitchFamily="2" charset="-122"/>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B7~B6</a:t>
                      </a:r>
                      <a:r>
                        <a:rPr kumimoji="0" lang="zh-CN" sz="900" b="0" i="0" u="none" strike="noStrike" cap="none" normalizeH="0" baseline="0" dirty="0">
                          <a:ln>
                            <a:noFill/>
                          </a:ln>
                          <a:solidFill>
                            <a:schemeClr val="tx1"/>
                          </a:solidFill>
                          <a:effectLst/>
                          <a:latin typeface="Times New Roman" pitchFamily="18" charset="0"/>
                          <a:ea typeface="宋体" pitchFamily="2" charset="-122"/>
                        </a:rPr>
                        <a:t>：</a:t>
                      </a: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    </a:t>
                      </a:r>
                      <a:r>
                        <a:rPr kumimoji="0" lang="en-US" altLang="zh-CN" sz="900" b="1" i="0" u="none" strike="noStrike" cap="none" normalizeH="0" baseline="0" dirty="0">
                          <a:ln>
                            <a:noFill/>
                          </a:ln>
                          <a:solidFill>
                            <a:schemeClr val="tx1"/>
                          </a:solidFill>
                          <a:effectLst/>
                          <a:latin typeface="Times New Roman" pitchFamily="18" charset="0"/>
                          <a:ea typeface="宋体" pitchFamily="2" charset="-122"/>
                        </a:rPr>
                        <a:t>In close-loop mode</a:t>
                      </a:r>
                      <a:r>
                        <a:rPr kumimoji="0" lang="zh-CN" sz="900" b="1" i="0" u="none" strike="noStrike" cap="none" normalizeH="0" baseline="0" dirty="0">
                          <a:ln>
                            <a:noFill/>
                          </a:ln>
                          <a:solidFill>
                            <a:schemeClr val="tx1"/>
                          </a:solidFill>
                          <a:effectLst/>
                          <a:latin typeface="Times New Roman" pitchFamily="18" charset="0"/>
                          <a:ea typeface="宋体" pitchFamily="2" charset="-122"/>
                        </a:rPr>
                        <a:t>：</a:t>
                      </a:r>
                      <a:endParaRPr kumimoji="0" lang="en-US" altLang="zh-CN" sz="900" b="1" i="0" u="none" strike="noStrike" cap="none" normalizeH="0" baseline="0" dirty="0">
                        <a:ln>
                          <a:noFill/>
                        </a:ln>
                        <a:solidFill>
                          <a:schemeClr val="tx1"/>
                        </a:solidFill>
                        <a:effectLst/>
                        <a:latin typeface="Times New Roman" pitchFamily="18" charset="0"/>
                        <a:ea typeface="宋体" pitchFamily="2" charset="-122"/>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        10</a:t>
                      </a:r>
                      <a:r>
                        <a:rPr kumimoji="0" lang="zh-CN" sz="900" b="0" i="0" u="none" strike="noStrike" cap="none" normalizeH="0" baseline="0" dirty="0">
                          <a:ln>
                            <a:noFill/>
                          </a:ln>
                          <a:solidFill>
                            <a:schemeClr val="tx1"/>
                          </a:solidFill>
                          <a:effectLst/>
                          <a:latin typeface="Times New Roman" pitchFamily="18" charset="0"/>
                          <a:ea typeface="宋体" pitchFamily="2" charset="-122"/>
                        </a:rPr>
                        <a:t>：</a:t>
                      </a: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Proportional control</a:t>
                      </a: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        01</a:t>
                      </a:r>
                      <a:r>
                        <a:rPr kumimoji="0" lang="zh-CN" sz="900" b="0" i="0" u="none" strike="noStrike" cap="none" normalizeH="0" baseline="0" dirty="0">
                          <a:ln>
                            <a:noFill/>
                          </a:ln>
                          <a:solidFill>
                            <a:schemeClr val="tx1"/>
                          </a:solidFill>
                          <a:effectLst/>
                          <a:latin typeface="Times New Roman" pitchFamily="18" charset="0"/>
                          <a:ea typeface="宋体" pitchFamily="2" charset="-122"/>
                        </a:rPr>
                        <a:t>：</a:t>
                      </a: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Threshold control</a:t>
                      </a: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900" b="1" i="0" u="none" strike="noStrike" cap="none" normalizeH="0" baseline="0" dirty="0">
                          <a:ln>
                            <a:noFill/>
                          </a:ln>
                          <a:solidFill>
                            <a:schemeClr val="tx1"/>
                          </a:solidFill>
                          <a:effectLst/>
                          <a:latin typeface="Times New Roman" pitchFamily="18" charset="0"/>
                          <a:ea typeface="宋体" pitchFamily="2" charset="-122"/>
                        </a:rPr>
                        <a:t>    In open-loop mode</a:t>
                      </a:r>
                      <a:r>
                        <a:rPr kumimoji="0" lang="zh-CN" altLang="en-US" sz="900" b="1" i="0" u="none" strike="noStrike" cap="none" normalizeH="0" baseline="0" dirty="0">
                          <a:ln>
                            <a:noFill/>
                          </a:ln>
                          <a:solidFill>
                            <a:schemeClr val="tx1"/>
                          </a:solidFill>
                          <a:effectLst/>
                          <a:latin typeface="Times New Roman" pitchFamily="18" charset="0"/>
                          <a:ea typeface="宋体" pitchFamily="2" charset="-122"/>
                        </a:rPr>
                        <a:t>：</a:t>
                      </a:r>
                      <a:endParaRPr kumimoji="0" lang="en-US" altLang="zh-CN" sz="900" b="1" i="0" u="none" strike="noStrike" cap="none" normalizeH="0" baseline="0" dirty="0">
                        <a:ln>
                          <a:noFill/>
                        </a:ln>
                        <a:solidFill>
                          <a:schemeClr val="tx1"/>
                        </a:solidFill>
                        <a:effectLst/>
                        <a:latin typeface="Times New Roman" pitchFamily="18" charset="0"/>
                        <a:ea typeface="宋体" pitchFamily="2" charset="-122"/>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        01</a:t>
                      </a:r>
                      <a:r>
                        <a:rPr kumimoji="0" lang="zh-CN" sz="900" b="0" i="0" u="none" strike="noStrike" cap="none" normalizeH="0" baseline="0" dirty="0">
                          <a:ln>
                            <a:noFill/>
                          </a:ln>
                          <a:solidFill>
                            <a:schemeClr val="tx1"/>
                          </a:solidFill>
                          <a:effectLst/>
                          <a:latin typeface="Times New Roman" pitchFamily="18" charset="0"/>
                          <a:ea typeface="宋体" pitchFamily="2" charset="-122"/>
                        </a:rPr>
                        <a:t>：</a:t>
                      </a: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heater on</a:t>
                      </a: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        10</a:t>
                      </a:r>
                      <a:r>
                        <a:rPr kumimoji="0" lang="zh-CN" sz="900" b="0" i="0" u="none" strike="noStrike" cap="none" normalizeH="0" baseline="0" dirty="0">
                          <a:ln>
                            <a:noFill/>
                          </a:ln>
                          <a:solidFill>
                            <a:schemeClr val="tx1"/>
                          </a:solidFill>
                          <a:effectLst/>
                          <a:latin typeface="Times New Roman" pitchFamily="18" charset="0"/>
                          <a:ea typeface="宋体" pitchFamily="2" charset="-122"/>
                        </a:rPr>
                        <a:t>：</a:t>
                      </a: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heater off</a:t>
                      </a:r>
                    </a:p>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B3~B0</a:t>
                      </a:r>
                      <a:r>
                        <a:rPr kumimoji="0" lang="zh-CN" altLang="zh-CN" sz="900" b="0" i="0" u="none" strike="noStrike" cap="none" normalizeH="0" baseline="0" dirty="0">
                          <a:ln>
                            <a:noFill/>
                          </a:ln>
                          <a:solidFill>
                            <a:schemeClr val="tx1"/>
                          </a:solidFill>
                          <a:effectLst/>
                          <a:latin typeface="Times New Roman" pitchFamily="18" charset="0"/>
                          <a:ea typeface="宋体" pitchFamily="2" charset="-122"/>
                        </a:rPr>
                        <a:t>：</a:t>
                      </a:r>
                      <a:endParaRPr kumimoji="0" lang="en-US" altLang="zh-CN" sz="900" b="0" i="0" u="none" strike="noStrike" cap="none" normalizeH="0" baseline="0" dirty="0">
                        <a:ln>
                          <a:noFill/>
                        </a:ln>
                        <a:solidFill>
                          <a:schemeClr val="tx1"/>
                        </a:solidFill>
                        <a:effectLst/>
                        <a:latin typeface="Times New Roman" pitchFamily="18" charset="0"/>
                        <a:ea typeface="宋体" pitchFamily="2" charset="-122"/>
                      </a:endParaRPr>
                    </a:p>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    </a:t>
                      </a:r>
                      <a:r>
                        <a:rPr kumimoji="0" lang="en-US" altLang="zh-CN" sz="900" b="1" i="0" u="none" strike="noStrike" cap="none" normalizeH="0" baseline="0" dirty="0">
                          <a:ln>
                            <a:noFill/>
                          </a:ln>
                          <a:solidFill>
                            <a:schemeClr val="tx1"/>
                          </a:solidFill>
                          <a:effectLst/>
                          <a:latin typeface="Times New Roman" pitchFamily="18" charset="0"/>
                          <a:ea typeface="宋体" pitchFamily="2" charset="-122"/>
                        </a:rPr>
                        <a:t>In close-loop mode</a:t>
                      </a:r>
                      <a:r>
                        <a:rPr kumimoji="0" lang="zh-CN" altLang="zh-CN" sz="900" b="1" i="0" u="none" strike="noStrike" cap="none" normalizeH="0" baseline="0" dirty="0">
                          <a:ln>
                            <a:noFill/>
                          </a:ln>
                          <a:solidFill>
                            <a:schemeClr val="tx1"/>
                          </a:solidFill>
                          <a:effectLst/>
                          <a:latin typeface="Times New Roman" pitchFamily="18" charset="0"/>
                          <a:ea typeface="宋体" pitchFamily="2" charset="-122"/>
                        </a:rPr>
                        <a:t>：</a:t>
                      </a:r>
                      <a:endParaRPr kumimoji="0" lang="en-US" altLang="zh-CN" sz="900" b="1" i="0" u="none" strike="noStrike" cap="none" normalizeH="0" baseline="0" dirty="0">
                        <a:ln>
                          <a:noFill/>
                        </a:ln>
                        <a:solidFill>
                          <a:schemeClr val="tx1"/>
                        </a:solidFill>
                        <a:effectLst/>
                        <a:latin typeface="Times New Roman" pitchFamily="18" charset="0"/>
                        <a:ea typeface="宋体" pitchFamily="2" charset="-122"/>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        00H</a:t>
                      </a:r>
                      <a:r>
                        <a:rPr kumimoji="0" lang="zh-CN" altLang="zh-CN" sz="900" b="0" i="0" u="none" strike="noStrike" cap="none" normalizeH="0" baseline="0" dirty="0">
                          <a:ln>
                            <a:noFill/>
                          </a:ln>
                          <a:solidFill>
                            <a:schemeClr val="tx1"/>
                          </a:solidFill>
                          <a:effectLst/>
                          <a:latin typeface="Times New Roman" pitchFamily="18" charset="0"/>
                          <a:ea typeface="宋体" pitchFamily="2" charset="-122"/>
                        </a:rPr>
                        <a:t>：</a:t>
                      </a: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min temperature control</a:t>
                      </a: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        0FH</a:t>
                      </a:r>
                      <a:r>
                        <a:rPr kumimoji="0" lang="zh-CN" altLang="zh-CN" sz="900" b="0" i="0" u="none" strike="noStrike" cap="none" normalizeH="0" baseline="0" dirty="0">
                          <a:ln>
                            <a:noFill/>
                          </a:ln>
                          <a:solidFill>
                            <a:schemeClr val="tx1"/>
                          </a:solidFill>
                          <a:effectLst/>
                          <a:latin typeface="Times New Roman" pitchFamily="18" charset="0"/>
                          <a:ea typeface="宋体" pitchFamily="2" charset="-122"/>
                        </a:rPr>
                        <a:t>：</a:t>
                      </a: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average  temperature control</a:t>
                      </a:r>
                      <a:endParaRPr kumimoji="0" lang="zh-CN" altLang="zh-CN" sz="900" b="0" i="0" u="none" strike="noStrike" cap="none" normalizeH="0" baseline="0" dirty="0">
                        <a:ln>
                          <a:noFill/>
                        </a:ln>
                        <a:solidFill>
                          <a:schemeClr val="tx1"/>
                        </a:solidFill>
                        <a:effectLst/>
                        <a:latin typeface="Times New Roman" pitchFamily="18" charset="0"/>
                        <a:ea typeface="宋体" pitchFamily="2" charset="-122"/>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        01H</a:t>
                      </a:r>
                      <a:r>
                        <a:rPr kumimoji="0" lang="zh-CN" altLang="zh-CN" sz="900" b="0" i="0" u="none" strike="noStrike" cap="none" normalizeH="0" baseline="0" dirty="0">
                          <a:ln>
                            <a:noFill/>
                          </a:ln>
                          <a:solidFill>
                            <a:schemeClr val="tx1"/>
                          </a:solidFill>
                          <a:effectLst/>
                          <a:latin typeface="Times New Roman" pitchFamily="18" charset="0"/>
                          <a:ea typeface="宋体" pitchFamily="2" charset="-122"/>
                        </a:rPr>
                        <a:t>：</a:t>
                      </a: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use thermistor 1 control  temperature </a:t>
                      </a: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        02H</a:t>
                      </a:r>
                      <a:r>
                        <a:rPr kumimoji="0" lang="zh-CN" altLang="zh-CN" sz="900" b="0" i="0" u="none" strike="noStrike" cap="none" normalizeH="0" baseline="0" dirty="0">
                          <a:ln>
                            <a:noFill/>
                          </a:ln>
                          <a:solidFill>
                            <a:schemeClr val="tx1"/>
                          </a:solidFill>
                          <a:effectLst/>
                          <a:latin typeface="Times New Roman" pitchFamily="18" charset="0"/>
                          <a:ea typeface="宋体" pitchFamily="2" charset="-122"/>
                        </a:rPr>
                        <a:t>：</a:t>
                      </a: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use thermistor 2 control  temperature </a:t>
                      </a: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        03H</a:t>
                      </a:r>
                      <a:r>
                        <a:rPr kumimoji="0" lang="zh-CN" altLang="zh-CN" sz="900" b="0" i="0" u="none" strike="noStrike" cap="none" normalizeH="0" baseline="0" dirty="0">
                          <a:ln>
                            <a:noFill/>
                          </a:ln>
                          <a:solidFill>
                            <a:schemeClr val="tx1"/>
                          </a:solidFill>
                          <a:effectLst/>
                          <a:latin typeface="Times New Roman" pitchFamily="18" charset="0"/>
                          <a:ea typeface="宋体" pitchFamily="2" charset="-122"/>
                        </a:rPr>
                        <a:t>：</a:t>
                      </a: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use thermistor 3 control  temperature </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91</a:t>
                      </a:r>
                      <a:endParaRPr kumimoji="0" lang="zh-CN" altLang="zh-CN" sz="9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91H:1001 0001</a:t>
                      </a:r>
                    </a:p>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zh-CN" sz="900" b="0" i="0" u="none" strike="noStrike" cap="none" normalizeH="0" baseline="0" dirty="0">
                        <a:ln>
                          <a:noFill/>
                        </a:ln>
                        <a:solidFill>
                          <a:schemeClr val="tx1"/>
                        </a:solidFill>
                        <a:effectLst/>
                        <a:latin typeface="Times New Roman" pitchFamily="18" charset="0"/>
                        <a:ea typeface="宋体" pitchFamily="2" charset="-122"/>
                      </a:endParaRPr>
                    </a:p>
                    <a:p>
                      <a:pPr marL="0" marR="0" lvl="0" indent="0" algn="l" defTabSz="914400" rtl="0" eaLnBrk="1" fontAlgn="b" latinLnBrk="0" hangingPunct="1">
                        <a:lnSpc>
                          <a:spcPct val="100000"/>
                        </a:lnSpc>
                        <a:spcBef>
                          <a:spcPct val="0"/>
                        </a:spcBef>
                        <a:spcAft>
                          <a:spcPct val="0"/>
                        </a:spcAft>
                        <a:buClrTx/>
                        <a:buSzTx/>
                        <a:buFontTx/>
                        <a:buNone/>
                        <a:tabLst/>
                        <a:defRPr/>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close-loop mode</a:t>
                      </a:r>
                    </a:p>
                    <a:p>
                      <a:pPr marL="0" marR="0" lvl="0" indent="0" algn="l" defTabSz="914400" rtl="0" eaLnBrk="1" fontAlgn="b" latinLnBrk="0" hangingPunct="1">
                        <a:lnSpc>
                          <a:spcPct val="100000"/>
                        </a:lnSpc>
                        <a:spcBef>
                          <a:spcPct val="0"/>
                        </a:spcBef>
                        <a:spcAft>
                          <a:spcPct val="0"/>
                        </a:spcAft>
                        <a:buClrTx/>
                        <a:buSzTx/>
                        <a:buFontTx/>
                        <a:buNone/>
                        <a:tabLst/>
                        <a:defRPr/>
                      </a:pPr>
                      <a:endParaRPr kumimoji="0" lang="en-US" altLang="zh-CN" sz="900" b="0" i="0" u="none" strike="noStrike" cap="none" normalizeH="0" baseline="0" dirty="0">
                        <a:ln>
                          <a:noFill/>
                        </a:ln>
                        <a:solidFill>
                          <a:schemeClr val="tx1"/>
                        </a:solidFill>
                        <a:effectLst/>
                        <a:latin typeface="Times New Roman" pitchFamily="18" charset="0"/>
                        <a:ea typeface="宋体" pitchFamily="2" charset="-122"/>
                      </a:endParaRPr>
                    </a:p>
                    <a:p>
                      <a:pPr marL="0" marR="0" lvl="0" indent="0" algn="l" defTabSz="914400" rtl="0" eaLnBrk="1" fontAlgn="b" latinLnBrk="0" hangingPunct="1">
                        <a:lnSpc>
                          <a:spcPct val="100000"/>
                        </a:lnSpc>
                        <a:spcBef>
                          <a:spcPct val="0"/>
                        </a:spcBef>
                        <a:spcAft>
                          <a:spcPct val="0"/>
                        </a:spcAft>
                        <a:buClrTx/>
                        <a:buSzTx/>
                        <a:buFontTx/>
                        <a:buNone/>
                        <a:tabLst/>
                        <a:defRPr/>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Proportional control</a:t>
                      </a:r>
                    </a:p>
                    <a:p>
                      <a:pPr marL="0" marR="0" lvl="0" indent="0" algn="l" defTabSz="914400" rtl="0" eaLnBrk="1" fontAlgn="b" latinLnBrk="0" hangingPunct="1">
                        <a:lnSpc>
                          <a:spcPct val="100000"/>
                        </a:lnSpc>
                        <a:spcBef>
                          <a:spcPct val="0"/>
                        </a:spcBef>
                        <a:spcAft>
                          <a:spcPct val="0"/>
                        </a:spcAft>
                        <a:buClrTx/>
                        <a:buSzTx/>
                        <a:buFontTx/>
                        <a:buNone/>
                        <a:tabLst/>
                        <a:defRPr/>
                      </a:pPr>
                      <a:endParaRPr kumimoji="0" lang="en-US" altLang="zh-CN" sz="900" b="0" i="0" u="none" strike="noStrike" cap="none" normalizeH="0" baseline="0" dirty="0">
                        <a:ln>
                          <a:noFill/>
                        </a:ln>
                        <a:solidFill>
                          <a:schemeClr val="tx1"/>
                        </a:solidFill>
                        <a:effectLst/>
                        <a:latin typeface="Times New Roman" pitchFamily="18" charset="0"/>
                        <a:ea typeface="宋体" pitchFamily="2" charset="-122"/>
                      </a:endParaRPr>
                    </a:p>
                    <a:p>
                      <a:pPr marL="1466850" marR="0" lvl="0" indent="-146685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Use thermistor 1 </a:t>
                      </a:r>
                    </a:p>
                    <a:p>
                      <a:pPr marL="1466850" marR="0" lvl="0" indent="-146685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control temperature</a:t>
                      </a:r>
                    </a:p>
                    <a:p>
                      <a:pPr marL="0" marR="0" lvl="0" indent="0" algn="l" defTabSz="914400" rtl="0" eaLnBrk="1" fontAlgn="b" latinLnBrk="0" hangingPunct="1">
                        <a:lnSpc>
                          <a:spcPct val="100000"/>
                        </a:lnSpc>
                        <a:spcBef>
                          <a:spcPct val="0"/>
                        </a:spcBef>
                        <a:spcAft>
                          <a:spcPct val="0"/>
                        </a:spcAft>
                        <a:buClrTx/>
                        <a:buSzTx/>
                        <a:buFontTx/>
                        <a:buNone/>
                        <a:tabLst/>
                      </a:pPr>
                      <a:endParaRPr kumimoji="0" lang="zh-CN" altLang="zh-CN" sz="9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r h="188052">
                <a:tc>
                  <a:txBody>
                    <a:bodyPr/>
                    <a:lstStyle/>
                    <a:p>
                      <a:pPr marL="342900" marR="0" lvl="0" indent="-342900" algn="ctr" defTabSz="914400" rtl="0" eaLnBrk="1" fontAlgn="base" latinLnBrk="0" hangingPunct="1">
                        <a:lnSpc>
                          <a:spcPct val="100000"/>
                        </a:lnSpc>
                        <a:spcBef>
                          <a:spcPct val="0"/>
                        </a:spcBef>
                        <a:spcAft>
                          <a:spcPct val="0"/>
                        </a:spcAft>
                        <a:buClrTx/>
                        <a:buSzTx/>
                        <a:buFont typeface="+mj-lt"/>
                        <a:buNone/>
                        <a:tabLst>
                          <a:tab pos="266700" algn="l"/>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5</a:t>
                      </a:r>
                    </a:p>
                  </a:txBody>
                  <a:tcPr marL="68580" marR="68580" marT="0" marB="0" anchor="ctr" horzOverflow="overflow">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##H</a:t>
                      </a:r>
                      <a:endParaRPr kumimoji="0" lang="zh-CN" altLang="zh-CN" sz="9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1466850" marR="0" lvl="0" indent="-146685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Temperature High Threshold</a:t>
                      </a:r>
                    </a:p>
                    <a:p>
                      <a:pPr marL="1466850" marR="0" lvl="0" indent="-146685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(AAH in open-loop mode)</a:t>
                      </a:r>
                      <a:endParaRPr kumimoji="0" lang="zh-CN" altLang="zh-CN" sz="900" b="0" i="0" u="none" strike="noStrike" cap="none" normalizeH="0" baseline="0" dirty="0">
                        <a:ln>
                          <a:noFill/>
                        </a:ln>
                        <a:solidFill>
                          <a:schemeClr val="tx1"/>
                        </a:solidFill>
                        <a:effectLst/>
                        <a:latin typeface="Times New Roman" pitchFamily="18" charset="0"/>
                        <a:ea typeface="宋体" pitchFamily="2" charset="-122"/>
                      </a:endParaRPr>
                    </a:p>
                    <a:p>
                      <a:pPr marL="1466850" marR="0" lvl="0" indent="-1466850" algn="just" defTabSz="914400" rtl="0" eaLnBrk="1" fontAlgn="base" latinLnBrk="0" hangingPunct="1">
                        <a:lnSpc>
                          <a:spcPct val="100000"/>
                        </a:lnSpc>
                        <a:spcBef>
                          <a:spcPct val="0"/>
                        </a:spcBef>
                        <a:spcAft>
                          <a:spcPct val="0"/>
                        </a:spcAft>
                        <a:buClrTx/>
                        <a:buSzTx/>
                        <a:buFontTx/>
                        <a:buNone/>
                        <a:tabLst/>
                      </a:pPr>
                      <a:endParaRPr kumimoji="0" lang="zh-CN" altLang="zh-CN" sz="9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05</a:t>
                      </a: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CA</a:t>
                      </a:r>
                      <a:endParaRPr kumimoji="0" lang="zh-CN" altLang="zh-CN" sz="9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Temperature High Threshold</a:t>
                      </a:r>
                    </a:p>
                  </a:txBody>
                  <a:tcPr marL="68580" marR="68580" marT="0" marB="0" horzOverflow="overflow">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223428">
                <a:tc>
                  <a:txBody>
                    <a:bodyPr/>
                    <a:lstStyle/>
                    <a:p>
                      <a:pPr marL="342900" marR="0" lvl="0" indent="-342900" algn="ctr" defTabSz="914400" rtl="0" eaLnBrk="1" fontAlgn="base" latinLnBrk="0" hangingPunct="1">
                        <a:lnSpc>
                          <a:spcPct val="100000"/>
                        </a:lnSpc>
                        <a:spcBef>
                          <a:spcPct val="0"/>
                        </a:spcBef>
                        <a:spcAft>
                          <a:spcPct val="0"/>
                        </a:spcAft>
                        <a:buClrTx/>
                        <a:buSzTx/>
                        <a:buFont typeface="+mj-lt"/>
                        <a:buNone/>
                        <a:tabLst>
                          <a:tab pos="266700" algn="l"/>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6</a:t>
                      </a:r>
                    </a:p>
                  </a:txBody>
                  <a:tcPr marL="68580" marR="68580" marT="0" marB="0" anchor="ctr" horzOverflow="overflow">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##H</a:t>
                      </a:r>
                      <a:endParaRPr kumimoji="0" lang="zh-CN" altLang="zh-CN" sz="9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pPr marL="1466850" marR="0" lvl="0" indent="-1466850" algn="just" defTabSz="914400" rtl="0" eaLnBrk="1" fontAlgn="base" latinLnBrk="0" hangingPunct="1">
                        <a:lnSpc>
                          <a:spcPct val="100000"/>
                        </a:lnSpc>
                        <a:spcBef>
                          <a:spcPct val="0"/>
                        </a:spcBef>
                        <a:spcAft>
                          <a:spcPct val="0"/>
                        </a:spcAft>
                        <a:buClrTx/>
                        <a:buSzTx/>
                        <a:buFontTx/>
                        <a:buNone/>
                        <a:tabLst/>
                      </a:pP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zh-CN" altLang="zh-CN" sz="14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altLang="zh-CN" sz="14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6"/>
                  </a:ext>
                </a:extLst>
              </a:tr>
              <a:tr h="137160">
                <a:tc>
                  <a:txBody>
                    <a:bodyPr/>
                    <a:lstStyle/>
                    <a:p>
                      <a:pPr marL="342900" marR="0" lvl="0" indent="-342900" algn="ctr" defTabSz="914400" rtl="0" eaLnBrk="1" fontAlgn="base" latinLnBrk="0" hangingPunct="1">
                        <a:lnSpc>
                          <a:spcPct val="100000"/>
                        </a:lnSpc>
                        <a:spcBef>
                          <a:spcPct val="0"/>
                        </a:spcBef>
                        <a:spcAft>
                          <a:spcPct val="0"/>
                        </a:spcAft>
                        <a:buClrTx/>
                        <a:buSzTx/>
                        <a:buFont typeface="+mj-lt"/>
                        <a:buNone/>
                        <a:tabLst>
                          <a:tab pos="266700" algn="l"/>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7</a:t>
                      </a:r>
                    </a:p>
                  </a:txBody>
                  <a:tcPr marL="68580" marR="68580" marT="0" marB="0" anchor="ctr" horzOverflow="overflow">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a:ln>
                            <a:noFill/>
                          </a:ln>
                          <a:solidFill>
                            <a:schemeClr val="tx1"/>
                          </a:solidFill>
                          <a:effectLst/>
                          <a:latin typeface="Times New Roman" pitchFamily="18" charset="0"/>
                          <a:ea typeface="宋体" pitchFamily="2" charset="-122"/>
                        </a:rPr>
                        <a:t>AAH</a:t>
                      </a:r>
                      <a:endParaRPr kumimoji="0" lang="zh-CN" altLang="zh-CN" sz="9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1466850" marR="0" lvl="0" indent="-146685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Temperature Low Threshold</a:t>
                      </a:r>
                    </a:p>
                    <a:p>
                      <a:pPr marL="1466850" marR="0" lvl="0" indent="-146685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(AAH in open-loop mode)</a:t>
                      </a:r>
                      <a:endParaRPr kumimoji="0" lang="zh-CN" altLang="zh-CN" sz="900" b="0" i="0" u="none" strike="noStrike" cap="none" normalizeH="0" baseline="0" dirty="0">
                        <a:ln>
                          <a:noFill/>
                        </a:ln>
                        <a:solidFill>
                          <a:schemeClr val="tx1"/>
                        </a:solidFill>
                        <a:effectLst/>
                        <a:latin typeface="Times New Roman" pitchFamily="18" charset="0"/>
                        <a:ea typeface="宋体" pitchFamily="2" charset="-122"/>
                      </a:endParaRPr>
                    </a:p>
                    <a:p>
                      <a:pPr marL="0" marR="0" lvl="0" indent="0" algn="just" defTabSz="914400" rtl="0" eaLnBrk="1" fontAlgn="base" latinLnBrk="0" hangingPunct="1">
                        <a:lnSpc>
                          <a:spcPct val="100000"/>
                        </a:lnSpc>
                        <a:spcBef>
                          <a:spcPct val="0"/>
                        </a:spcBef>
                        <a:spcAft>
                          <a:spcPct val="0"/>
                        </a:spcAft>
                        <a:buClrTx/>
                        <a:buSzTx/>
                        <a:buFontTx/>
                        <a:buNone/>
                        <a:tabLst/>
                      </a:pPr>
                      <a:endParaRPr kumimoji="0" lang="zh-CN" altLang="zh-CN" sz="9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05</a:t>
                      </a: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F0</a:t>
                      </a:r>
                      <a:endParaRPr kumimoji="0" lang="zh-CN" altLang="zh-CN" sz="9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Temperature Low Threshold</a:t>
                      </a:r>
                    </a:p>
                  </a:txBody>
                  <a:tcPr marL="68580" marR="68580" marT="0" marB="0" anchor="ctr" horzOverflow="overflow">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r h="274320">
                <a:tc>
                  <a:txBody>
                    <a:bodyPr/>
                    <a:lstStyle/>
                    <a:p>
                      <a:pPr marL="342900" marR="0" lvl="0" indent="-342900" algn="ctr" defTabSz="914400" rtl="0" eaLnBrk="1" fontAlgn="base" latinLnBrk="0" hangingPunct="1">
                        <a:lnSpc>
                          <a:spcPct val="100000"/>
                        </a:lnSpc>
                        <a:spcBef>
                          <a:spcPct val="0"/>
                        </a:spcBef>
                        <a:spcAft>
                          <a:spcPct val="0"/>
                        </a:spcAft>
                        <a:buClrTx/>
                        <a:buSzTx/>
                        <a:buFont typeface="+mj-lt"/>
                        <a:buNone/>
                        <a:tabLst>
                          <a:tab pos="266700" algn="l"/>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8</a:t>
                      </a:r>
                    </a:p>
                  </a:txBody>
                  <a:tcPr marL="68580" marR="68580" marT="0" marB="0" anchor="ctr" horzOverflow="overflow">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AAH</a:t>
                      </a:r>
                      <a:endParaRPr kumimoji="0" lang="zh-CN" altLang="zh-CN" sz="9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zh-CN" altLang="zh-CN" sz="14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zh-CN" altLang="zh-CN" sz="14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zh-CN" altLang="zh-CN" sz="14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8"/>
                  </a:ext>
                </a:extLst>
              </a:tr>
              <a:tr h="137160">
                <a:tc>
                  <a:txBody>
                    <a:bodyPr/>
                    <a:lstStyle/>
                    <a:p>
                      <a:pPr marL="342900" marR="0" lvl="0" indent="-342900" algn="ctr" defTabSz="914400" rtl="0" eaLnBrk="1" fontAlgn="base" latinLnBrk="0" hangingPunct="1">
                        <a:lnSpc>
                          <a:spcPct val="100000"/>
                        </a:lnSpc>
                        <a:spcBef>
                          <a:spcPct val="0"/>
                        </a:spcBef>
                        <a:spcAft>
                          <a:spcPct val="0"/>
                        </a:spcAft>
                        <a:buClrTx/>
                        <a:buSzTx/>
                        <a:buFont typeface="+mj-lt"/>
                        <a:buNone/>
                        <a:tabLst>
                          <a:tab pos="266700" algn="l"/>
                        </a:tabLst>
                      </a:pPr>
                      <a:r>
                        <a:rPr kumimoji="0" lang="en-US" altLang="zh-CN" sz="900" b="0" i="0" u="none" strike="noStrike" cap="none" normalizeH="0" baseline="0">
                          <a:ln>
                            <a:noFill/>
                          </a:ln>
                          <a:solidFill>
                            <a:schemeClr val="tx1"/>
                          </a:solidFill>
                          <a:effectLst/>
                          <a:latin typeface="Times New Roman" pitchFamily="18" charset="0"/>
                          <a:ea typeface="宋体" pitchFamily="2" charset="-122"/>
                        </a:rPr>
                        <a:t>9</a:t>
                      </a:r>
                    </a:p>
                  </a:txBody>
                  <a:tcPr marL="68580" marR="68580" marT="0" marB="0" anchor="ctr" horzOverflow="overflow">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dbl"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a:ln>
                            <a:noFill/>
                          </a:ln>
                          <a:solidFill>
                            <a:schemeClr val="tx1"/>
                          </a:solidFill>
                          <a:effectLst/>
                          <a:latin typeface="Times New Roman" pitchFamily="18" charset="0"/>
                          <a:ea typeface="宋体" pitchFamily="2" charset="-122"/>
                        </a:rPr>
                        <a:t>AAH</a:t>
                      </a:r>
                      <a:endParaRPr kumimoji="0" lang="zh-CN" altLang="zh-CN" sz="9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dbl"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zh-CN" altLang="zh-CN" sz="9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dbl"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a:ln>
                            <a:noFill/>
                          </a:ln>
                          <a:solidFill>
                            <a:schemeClr val="tx1"/>
                          </a:solidFill>
                          <a:effectLst/>
                          <a:latin typeface="Times New Roman" pitchFamily="18" charset="0"/>
                          <a:ea typeface="宋体" pitchFamily="2" charset="-122"/>
                        </a:rPr>
                        <a:t>AA</a:t>
                      </a:r>
                      <a:endParaRPr kumimoji="0" lang="zh-CN" altLang="zh-CN" sz="9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dbl"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zh-CN" altLang="zh-CN" sz="9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dbl"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9"/>
                  </a:ext>
                </a:extLst>
              </a:tr>
            </a:tbl>
          </a:graphicData>
        </a:graphic>
      </p:graphicFrame>
    </p:spTree>
    <p:extLst>
      <p:ext uri="{BB962C8B-B14F-4D97-AF65-F5344CB8AC3E}">
        <p14:creationId xmlns:p14="http://schemas.microsoft.com/office/powerpoint/2010/main" val="59138976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8: Safe Mode </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82</a:t>
            </a:fld>
            <a:r>
              <a:rPr lang="zh-CN" altLang="en-US"/>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1008777"/>
            <a:ext cx="8255000" cy="332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457200" algn="just">
              <a:lnSpc>
                <a:spcPct val="125000"/>
              </a:lnSpc>
            </a:pPr>
            <a:r>
              <a:rPr lang="en-US" altLang="zh-CN" sz="2400" b="0" dirty="0">
                <a:solidFill>
                  <a:schemeClr val="tx1"/>
                </a:solidFill>
              </a:rPr>
              <a:t>OBDH subsystem monitors the required parameters and manages the safe mode of the satellite. OBDH is mainly responsible for system level FDIR to make sure the safety of satellite system.</a:t>
            </a:r>
            <a:endParaRPr lang="zh-CN" altLang="zh-CN" sz="2400" b="0" dirty="0">
              <a:solidFill>
                <a:schemeClr val="tx1"/>
              </a:solidFill>
            </a:endParaRPr>
          </a:p>
          <a:p>
            <a:pPr indent="457200" algn="just">
              <a:lnSpc>
                <a:spcPct val="125000"/>
              </a:lnSpc>
            </a:pPr>
            <a:r>
              <a:rPr lang="en-US" altLang="zh-CN" sz="2400" b="0" dirty="0">
                <a:solidFill>
                  <a:schemeClr val="tx1"/>
                </a:solidFill>
              </a:rPr>
              <a:t>The TMs monitored by OBDH directly or indirectly include battery voltage, battery temperature, the mode of AOCS, and the communication status of some units. </a:t>
            </a:r>
            <a:endParaRPr lang="zh-CN" altLang="zh-CN" sz="2400" b="0" dirty="0">
              <a:solidFill>
                <a:schemeClr val="tx1"/>
              </a:solidFill>
            </a:endParaRPr>
          </a:p>
        </p:txBody>
      </p:sp>
    </p:spTree>
    <p:extLst>
      <p:ext uri="{BB962C8B-B14F-4D97-AF65-F5344CB8AC3E}">
        <p14:creationId xmlns:p14="http://schemas.microsoft.com/office/powerpoint/2010/main" val="258899729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8: Safe Mode </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83</a:t>
            </a:fld>
            <a:r>
              <a:rPr lang="zh-CN" altLang="en-US"/>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1050691"/>
            <a:ext cx="8255000" cy="4247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457200" algn="just">
              <a:lnSpc>
                <a:spcPct val="125000"/>
              </a:lnSpc>
            </a:pPr>
            <a:r>
              <a:rPr lang="en-US" altLang="zh-CN" sz="2400" b="0" dirty="0">
                <a:solidFill>
                  <a:schemeClr val="tx1"/>
                </a:solidFill>
              </a:rPr>
              <a:t>OBDH monitors the critical TMs (such as the status of power supply system and AOCS). When the critical TMs become abnormal, OBDH sends safe command sequence, such as turning off the payload, making sure the satellite energy is preserved safely.</a:t>
            </a:r>
          </a:p>
          <a:p>
            <a:pPr indent="457200" algn="just">
              <a:lnSpc>
                <a:spcPct val="125000"/>
              </a:lnSpc>
            </a:pPr>
            <a:r>
              <a:rPr lang="en-US" altLang="zh-CN" sz="2400" b="0" dirty="0">
                <a:solidFill>
                  <a:schemeClr val="tx1"/>
                </a:solidFill>
              </a:rPr>
              <a:t>When safe mode occurs, </a:t>
            </a:r>
            <a:r>
              <a:rPr lang="en-US" altLang="zh-CN" sz="2400" dirty="0">
                <a:solidFill>
                  <a:srgbClr val="FF0000"/>
                </a:solidFill>
              </a:rPr>
              <a:t>the corresponding safe mode execute counter will change</a:t>
            </a:r>
            <a:r>
              <a:rPr lang="en-US" altLang="zh-CN" sz="2400" dirty="0"/>
              <a:t>, </a:t>
            </a:r>
            <a:r>
              <a:rPr lang="en-US" altLang="zh-CN" sz="2400" dirty="0">
                <a:solidFill>
                  <a:srgbClr val="FF0000"/>
                </a:solidFill>
              </a:rPr>
              <a:t>DFH should be Informed to deal with it.</a:t>
            </a:r>
            <a:endParaRPr lang="en-US" altLang="zh-CN" sz="2400" b="0" dirty="0">
              <a:solidFill>
                <a:srgbClr val="FF0000"/>
              </a:solidFill>
            </a:endParaRPr>
          </a:p>
          <a:p>
            <a:pPr indent="457200" algn="just">
              <a:lnSpc>
                <a:spcPct val="125000"/>
              </a:lnSpc>
            </a:pPr>
            <a:endParaRPr lang="zh-CN" altLang="zh-CN" sz="2400" b="0" dirty="0">
              <a:solidFill>
                <a:schemeClr val="tx1"/>
              </a:solidFill>
            </a:endParaRPr>
          </a:p>
        </p:txBody>
      </p:sp>
    </p:spTree>
    <p:extLst>
      <p:ext uri="{BB962C8B-B14F-4D97-AF65-F5344CB8AC3E}">
        <p14:creationId xmlns:p14="http://schemas.microsoft.com/office/powerpoint/2010/main" val="258899729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8: Safe Mode </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84</a:t>
            </a:fld>
            <a:r>
              <a:rPr lang="zh-CN" altLang="en-US"/>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969578"/>
            <a:ext cx="8255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r>
              <a:rPr lang="zh-CN" altLang="zh-CN" sz="2400" dirty="0"/>
              <a:t>Safety mode implemented by </a:t>
            </a:r>
            <a:r>
              <a:rPr lang="en-US" altLang="zh-CN" sz="2400" dirty="0"/>
              <a:t>OBC</a:t>
            </a:r>
            <a:endParaRPr lang="zh-CN" altLang="zh-CN" sz="2400" dirty="0"/>
          </a:p>
        </p:txBody>
      </p:sp>
      <p:graphicFrame>
        <p:nvGraphicFramePr>
          <p:cNvPr id="7" name="表格 6"/>
          <p:cNvGraphicFramePr>
            <a:graphicFrameLocks noGrp="1"/>
          </p:cNvGraphicFramePr>
          <p:nvPr>
            <p:extLst>
              <p:ext uri="{D42A27DB-BD31-4B8C-83A1-F6EECF244321}">
                <p14:modId xmlns:p14="http://schemas.microsoft.com/office/powerpoint/2010/main" val="266199550"/>
              </p:ext>
            </p:extLst>
          </p:nvPr>
        </p:nvGraphicFramePr>
        <p:xfrm>
          <a:off x="336550" y="1352958"/>
          <a:ext cx="8288338" cy="2622948"/>
        </p:xfrm>
        <a:graphic>
          <a:graphicData uri="http://schemas.openxmlformats.org/drawingml/2006/table">
            <a:tbl>
              <a:tblPr firstRow="1" firstCol="1" lastRow="1" lastCol="1" bandRow="1" bandCol="1">
                <a:tableStyleId>{BC89EF96-8CEA-46FF-86C4-4CE0E7609802}</a:tableStyleId>
              </a:tblPr>
              <a:tblGrid>
                <a:gridCol w="436228">
                  <a:extLst>
                    <a:ext uri="{9D8B030D-6E8A-4147-A177-3AD203B41FA5}">
                      <a16:colId xmlns:a16="http://schemas.microsoft.com/office/drawing/2014/main" xmlns="" val="20000"/>
                    </a:ext>
                  </a:extLst>
                </a:gridCol>
                <a:gridCol w="1498935">
                  <a:extLst>
                    <a:ext uri="{9D8B030D-6E8A-4147-A177-3AD203B41FA5}">
                      <a16:colId xmlns:a16="http://schemas.microsoft.com/office/drawing/2014/main" xmlns="" val="20001"/>
                    </a:ext>
                  </a:extLst>
                </a:gridCol>
                <a:gridCol w="1168400">
                  <a:extLst>
                    <a:ext uri="{9D8B030D-6E8A-4147-A177-3AD203B41FA5}">
                      <a16:colId xmlns:a16="http://schemas.microsoft.com/office/drawing/2014/main" xmlns="" val="20002"/>
                    </a:ext>
                  </a:extLst>
                </a:gridCol>
                <a:gridCol w="3797301">
                  <a:extLst>
                    <a:ext uri="{9D8B030D-6E8A-4147-A177-3AD203B41FA5}">
                      <a16:colId xmlns:a16="http://schemas.microsoft.com/office/drawing/2014/main" xmlns="" val="20003"/>
                    </a:ext>
                  </a:extLst>
                </a:gridCol>
                <a:gridCol w="1387474">
                  <a:extLst>
                    <a:ext uri="{9D8B030D-6E8A-4147-A177-3AD203B41FA5}">
                      <a16:colId xmlns:a16="http://schemas.microsoft.com/office/drawing/2014/main" xmlns="" val="20004"/>
                    </a:ext>
                  </a:extLst>
                </a:gridCol>
              </a:tblGrid>
              <a:tr h="467888">
                <a:tc>
                  <a:txBody>
                    <a:bodyPr/>
                    <a:lstStyle/>
                    <a:p>
                      <a:pPr algn="ctr">
                        <a:lnSpc>
                          <a:spcPct val="150000"/>
                        </a:lnSpc>
                        <a:spcAft>
                          <a:spcPts val="0"/>
                        </a:spcAft>
                      </a:pPr>
                      <a:r>
                        <a:rPr lang="en-US" sz="1200" kern="100" dirty="0">
                          <a:effectLst/>
                        </a:rPr>
                        <a:t>NO</a:t>
                      </a:r>
                      <a:endParaRPr lang="zh-CN" sz="1200" kern="100" dirty="0">
                        <a:effectLst/>
                        <a:latin typeface="Times New Roman"/>
                        <a:ea typeface="宋体"/>
                      </a:endParaRPr>
                    </a:p>
                  </a:txBody>
                  <a:tcPr marL="45947" marR="45947" marT="0" marB="0"/>
                </a:tc>
                <a:tc>
                  <a:txBody>
                    <a:bodyPr/>
                    <a:lstStyle/>
                    <a:p>
                      <a:pPr algn="ctr">
                        <a:lnSpc>
                          <a:spcPct val="150000"/>
                        </a:lnSpc>
                        <a:spcAft>
                          <a:spcPts val="0"/>
                        </a:spcAft>
                      </a:pPr>
                      <a:r>
                        <a:rPr lang="en-US" sz="1200" kern="100" dirty="0">
                          <a:effectLst/>
                        </a:rPr>
                        <a:t>Safety Mode</a:t>
                      </a:r>
                      <a:endParaRPr lang="zh-CN" sz="1200" kern="100" dirty="0">
                        <a:effectLst/>
                        <a:latin typeface="Times New Roman"/>
                        <a:ea typeface="宋体"/>
                      </a:endParaRPr>
                    </a:p>
                  </a:txBody>
                  <a:tcPr marL="45947" marR="45947" marT="0" marB="0" anchor="ctr"/>
                </a:tc>
                <a:tc>
                  <a:txBody>
                    <a:bodyPr/>
                    <a:lstStyle/>
                    <a:p>
                      <a:pPr algn="ctr">
                        <a:spcAft>
                          <a:spcPts val="0"/>
                        </a:spcAft>
                      </a:pPr>
                      <a:r>
                        <a:rPr lang="en-US" sz="1200" kern="100" dirty="0">
                          <a:effectLst/>
                        </a:rPr>
                        <a:t>Abnormal</a:t>
                      </a:r>
                      <a:endParaRPr lang="zh-CN" sz="1200" kern="100" dirty="0">
                        <a:effectLst/>
                        <a:latin typeface="Times New Roman"/>
                        <a:ea typeface="宋体"/>
                      </a:endParaRPr>
                    </a:p>
                  </a:txBody>
                  <a:tcPr marL="45947" marR="45947" marT="0" marB="0" anchor="ctr"/>
                </a:tc>
                <a:tc>
                  <a:txBody>
                    <a:bodyPr/>
                    <a:lstStyle/>
                    <a:p>
                      <a:pPr algn="ctr">
                        <a:spcAft>
                          <a:spcPts val="0"/>
                        </a:spcAft>
                      </a:pPr>
                      <a:r>
                        <a:rPr lang="en-US" sz="1200" kern="100" dirty="0">
                          <a:effectLst/>
                        </a:rPr>
                        <a:t>Safety measure and safety TM</a:t>
                      </a:r>
                      <a:endParaRPr lang="zh-CN" sz="1200" kern="100" dirty="0">
                        <a:effectLst/>
                        <a:latin typeface="Times New Roman"/>
                        <a:ea typeface="宋体"/>
                      </a:endParaRPr>
                    </a:p>
                  </a:txBody>
                  <a:tcPr marL="45947" marR="45947"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kern="1200" dirty="0"/>
                        <a:t> </a:t>
                      </a:r>
                      <a:r>
                        <a:rPr lang="en-US" sz="1200" kern="1200" dirty="0" err="1"/>
                        <a:t>Entrty</a:t>
                      </a:r>
                      <a:r>
                        <a:rPr lang="en-US" sz="1200" kern="1200" dirty="0"/>
                        <a:t> </a:t>
                      </a:r>
                      <a:r>
                        <a:rPr lang="en-US" sz="1200" kern="100" dirty="0">
                          <a:effectLst/>
                        </a:rPr>
                        <a:t>Criterion</a:t>
                      </a:r>
                      <a:endParaRPr lang="zh-CN" altLang="en-US" sz="1200" kern="100" dirty="0">
                        <a:effectLst/>
                        <a:latin typeface="Times New Roman"/>
                        <a:ea typeface="+mn-ea"/>
                      </a:endParaRPr>
                    </a:p>
                  </a:txBody>
                  <a:tcPr marL="45947" marR="45947" marT="0" marB="0" anchor="ctr"/>
                </a:tc>
                <a:extLst>
                  <a:ext uri="{0D108BD9-81ED-4DB2-BD59-A6C34878D82A}">
                    <a16:rowId xmlns:a16="http://schemas.microsoft.com/office/drawing/2014/main" xmlns="" val="10000"/>
                  </a:ext>
                </a:extLst>
              </a:tr>
              <a:tr h="1077530">
                <a:tc>
                  <a:txBody>
                    <a:bodyPr/>
                    <a:lstStyle/>
                    <a:p>
                      <a:pPr marL="0" lvl="0" indent="0" algn="just">
                        <a:lnSpc>
                          <a:spcPct val="100000"/>
                        </a:lnSpc>
                        <a:spcBef>
                          <a:spcPts val="0"/>
                        </a:spcBef>
                        <a:spcAft>
                          <a:spcPts val="0"/>
                        </a:spcAft>
                        <a:buFont typeface="+mj-lt"/>
                        <a:buNone/>
                      </a:pPr>
                      <a:r>
                        <a:rPr lang="en-US" sz="1200" kern="100" dirty="0">
                          <a:effectLst/>
                        </a:rPr>
                        <a:t>1 </a:t>
                      </a:r>
                      <a:endParaRPr lang="zh-CN" sz="1200" b="0" kern="100" dirty="0">
                        <a:effectLst/>
                        <a:latin typeface="Times New Roman"/>
                        <a:ea typeface="宋体"/>
                      </a:endParaRPr>
                    </a:p>
                  </a:txBody>
                  <a:tcPr marL="45947" marR="45947" marT="0" marB="0"/>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200" dirty="0">
                          <a:effectLst/>
                        </a:rPr>
                        <a:t>TTC Check Error Safety Mode</a:t>
                      </a:r>
                      <a:endParaRPr lang="en-US" altLang="zh-CN" sz="1200" b="0" kern="1200" dirty="0">
                        <a:solidFill>
                          <a:schemeClr val="tx1"/>
                        </a:solidFill>
                        <a:effectLst/>
                        <a:latin typeface="+mn-lt"/>
                        <a:ea typeface="+mn-ea"/>
                        <a:cs typeface="+mn-cs"/>
                      </a:endParaRPr>
                    </a:p>
                  </a:txBody>
                  <a:tcPr marL="45947" marR="45947" marT="0" marB="0" anchor="ct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200" kern="100" dirty="0">
                          <a:effectLst/>
                        </a:rPr>
                        <a:t>TTC check error</a:t>
                      </a:r>
                      <a:endParaRPr lang="en-US" sz="1200" b="0" kern="100" dirty="0">
                        <a:effectLst/>
                      </a:endParaRPr>
                    </a:p>
                  </a:txBody>
                  <a:tcPr marL="45947" marR="45947" marT="0" marB="0"/>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a:effectLst/>
                        </a:rPr>
                        <a:t>1) Reinitialize</a:t>
                      </a:r>
                      <a:r>
                        <a:rPr lang="en-US" altLang="zh-CN" sz="1200" kern="100" baseline="0" dirty="0">
                          <a:effectLst/>
                        </a:rPr>
                        <a:t> TTC</a:t>
                      </a:r>
                      <a:endParaRPr lang="en-US" sz="1200" kern="100" dirty="0">
                        <a:effectLst/>
                      </a:endParaRPr>
                    </a:p>
                    <a:p>
                      <a:pPr algn="just">
                        <a:lnSpc>
                          <a:spcPct val="100000"/>
                        </a:lnSpc>
                        <a:spcBef>
                          <a:spcPts val="0"/>
                        </a:spcBef>
                        <a:spcAft>
                          <a:spcPts val="0"/>
                        </a:spcAft>
                      </a:pPr>
                      <a:r>
                        <a:rPr lang="en-US" sz="1200" kern="100" dirty="0">
                          <a:effectLst/>
                        </a:rPr>
                        <a:t>2) Run RTTC group 13 to send payload power off command sequence.</a:t>
                      </a:r>
                      <a:endParaRPr lang="zh-CN" altLang="en-US" sz="1200" kern="100" dirty="0">
                        <a:effectLst/>
                      </a:endParaRPr>
                    </a:p>
                    <a:p>
                      <a:pPr marL="0" marR="0" indent="0" algn="just" defTabSz="914400" rtl="0" eaLnBrk="1" fontAlgn="auto" latinLnBrk="0" hangingPunct="1">
                        <a:lnSpc>
                          <a:spcPct val="100000"/>
                        </a:lnSpc>
                        <a:spcBef>
                          <a:spcPts val="0"/>
                        </a:spcBef>
                        <a:spcAft>
                          <a:spcPts val="0"/>
                        </a:spcAft>
                        <a:buClrTx/>
                        <a:buSzTx/>
                        <a:buFontTx/>
                        <a:buNone/>
                        <a:tabLst/>
                        <a:defRPr/>
                      </a:pPr>
                      <a:r>
                        <a:rPr lang="en-US" sz="1200" kern="100" dirty="0">
                          <a:effectLst/>
                        </a:rPr>
                        <a:t>3) Set the sign to “</a:t>
                      </a:r>
                      <a:r>
                        <a:rPr lang="en-US" altLang="zh-CN" sz="1200" kern="1200" dirty="0">
                          <a:effectLst/>
                        </a:rPr>
                        <a:t>TTC Check Error Safety Mode</a:t>
                      </a:r>
                      <a:r>
                        <a:rPr lang="en-US" sz="1200" kern="100" dirty="0">
                          <a:effectLst/>
                        </a:rPr>
                        <a:t>”</a:t>
                      </a:r>
                      <a:endParaRPr lang="en-US" sz="1200" b="0" kern="100" dirty="0">
                        <a:effectLst/>
                      </a:endParaRPr>
                    </a:p>
                  </a:txBody>
                  <a:tcPr marL="45947" marR="45947" marT="0" marB="0"/>
                </a:tc>
                <a:tc>
                  <a:txBody>
                    <a:bodyPr/>
                    <a:lstStyle/>
                    <a:p>
                      <a:pPr algn="just">
                        <a:lnSpc>
                          <a:spcPct val="100000"/>
                        </a:lnSpc>
                        <a:spcBef>
                          <a:spcPts val="0"/>
                        </a:spcBef>
                        <a:spcAft>
                          <a:spcPts val="0"/>
                        </a:spcAft>
                      </a:pPr>
                      <a:r>
                        <a:rPr lang="en-US" sz="1200" b="0" kern="1200" dirty="0"/>
                        <a:t>XH164</a:t>
                      </a:r>
                      <a:r>
                        <a:rPr lang="en-US" sz="1200" b="0" kern="1200" baseline="0" dirty="0"/>
                        <a:t> (</a:t>
                      </a:r>
                      <a:r>
                        <a:rPr lang="en-US" sz="1200" b="0" kern="1200" dirty="0"/>
                        <a:t>TTC Check Error Safety Mode COUNTER)</a:t>
                      </a:r>
                      <a:r>
                        <a:rPr lang="en-US" sz="1200" b="0" kern="1200" baseline="0" dirty="0"/>
                        <a:t> change</a:t>
                      </a:r>
                      <a:endParaRPr lang="en-US" sz="1200" b="0" kern="100" dirty="0">
                        <a:effectLst/>
                      </a:endParaRPr>
                    </a:p>
                  </a:txBody>
                  <a:tcPr marL="45947" marR="45947" marT="0" marB="0"/>
                </a:tc>
                <a:extLst>
                  <a:ext uri="{0D108BD9-81ED-4DB2-BD59-A6C34878D82A}">
                    <a16:rowId xmlns:a16="http://schemas.microsoft.com/office/drawing/2014/main" xmlns="" val="10001"/>
                  </a:ext>
                </a:extLst>
              </a:tr>
              <a:tr h="1077530">
                <a:tc>
                  <a:txBody>
                    <a:bodyPr/>
                    <a:lstStyle/>
                    <a:p>
                      <a:pPr marL="0" lvl="0" indent="0" algn="just">
                        <a:lnSpc>
                          <a:spcPct val="100000"/>
                        </a:lnSpc>
                        <a:spcBef>
                          <a:spcPts val="0"/>
                        </a:spcBef>
                        <a:spcAft>
                          <a:spcPts val="0"/>
                        </a:spcAft>
                        <a:buFont typeface="+mj-lt"/>
                        <a:buNone/>
                      </a:pPr>
                      <a:r>
                        <a:rPr lang="en-US" sz="1200" kern="100" dirty="0">
                          <a:effectLst/>
                        </a:rPr>
                        <a:t>2 </a:t>
                      </a:r>
                      <a:endParaRPr lang="zh-CN" sz="1200" b="0" kern="100" dirty="0">
                        <a:effectLst/>
                        <a:latin typeface="Times New Roman"/>
                        <a:ea typeface="宋体"/>
                      </a:endParaRPr>
                    </a:p>
                  </a:txBody>
                  <a:tcPr marL="45947" marR="45947" marT="0" marB="0"/>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b="0" kern="1200" dirty="0">
                          <a:effectLst/>
                        </a:rPr>
                        <a:t>TTD Check Error Safety Mode</a:t>
                      </a:r>
                      <a:endParaRPr lang="en-US" altLang="zh-CN" sz="1200" b="0" kern="1200" dirty="0">
                        <a:solidFill>
                          <a:schemeClr val="tx1"/>
                        </a:solidFill>
                        <a:effectLst/>
                        <a:latin typeface="+mn-lt"/>
                        <a:ea typeface="+mn-ea"/>
                        <a:cs typeface="+mn-cs"/>
                      </a:endParaRPr>
                    </a:p>
                  </a:txBody>
                  <a:tcPr marL="45947" marR="45947" marT="0" marB="0" anchor="ct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200" b="0" kern="100" dirty="0">
                          <a:effectLst/>
                        </a:rPr>
                        <a:t>TTD check error</a:t>
                      </a:r>
                      <a:endParaRPr lang="zh-CN" altLang="en-US" sz="1200" b="0" kern="100" dirty="0">
                        <a:effectLst/>
                        <a:latin typeface="Times New Roman"/>
                        <a:ea typeface="+mn-ea"/>
                      </a:endParaRPr>
                    </a:p>
                  </a:txBody>
                  <a:tcPr marL="45947" marR="45947" marT="0" marB="0"/>
                </a:tc>
                <a:tc>
                  <a:txBody>
                    <a:bodyPr/>
                    <a:lstStyle/>
                    <a:p>
                      <a:pPr algn="just">
                        <a:lnSpc>
                          <a:spcPct val="100000"/>
                        </a:lnSpc>
                        <a:spcBef>
                          <a:spcPts val="0"/>
                        </a:spcBef>
                        <a:spcAft>
                          <a:spcPts val="0"/>
                        </a:spcAft>
                      </a:pPr>
                      <a:r>
                        <a:rPr lang="en-US" sz="1200" b="0" kern="100" dirty="0">
                          <a:effectLst/>
                        </a:rPr>
                        <a:t>1) Reinitialize</a:t>
                      </a:r>
                      <a:r>
                        <a:rPr lang="en-US" sz="1200" b="0" kern="100" baseline="0" dirty="0">
                          <a:effectLst/>
                        </a:rPr>
                        <a:t> TTD</a:t>
                      </a:r>
                      <a:endParaRPr lang="en-US" sz="1200" b="0" kern="100" dirty="0">
                        <a:effectLst/>
                      </a:endParaRPr>
                    </a:p>
                    <a:p>
                      <a:pPr algn="just">
                        <a:lnSpc>
                          <a:spcPct val="100000"/>
                        </a:lnSpc>
                        <a:spcBef>
                          <a:spcPts val="0"/>
                        </a:spcBef>
                        <a:spcAft>
                          <a:spcPts val="0"/>
                        </a:spcAft>
                      </a:pPr>
                      <a:r>
                        <a:rPr lang="en-US" sz="1200" b="0" kern="100" dirty="0">
                          <a:effectLst/>
                        </a:rPr>
                        <a:t>2) Run RTTC group 13 to send payload power off command sequence.</a:t>
                      </a:r>
                      <a:endParaRPr lang="zh-CN" altLang="en-US" sz="1200" b="0" kern="100" dirty="0">
                        <a:effectLst/>
                      </a:endParaRPr>
                    </a:p>
                    <a:p>
                      <a:pPr marL="0" marR="0" indent="0" algn="just" defTabSz="914400" rtl="0" eaLnBrk="1" fontAlgn="auto" latinLnBrk="0" hangingPunct="1">
                        <a:lnSpc>
                          <a:spcPct val="100000"/>
                        </a:lnSpc>
                        <a:spcBef>
                          <a:spcPts val="0"/>
                        </a:spcBef>
                        <a:spcAft>
                          <a:spcPts val="0"/>
                        </a:spcAft>
                        <a:buClrTx/>
                        <a:buSzTx/>
                        <a:buFontTx/>
                        <a:buNone/>
                        <a:tabLst/>
                        <a:defRPr/>
                      </a:pPr>
                      <a:r>
                        <a:rPr lang="en-US" sz="1200" b="0" kern="100" dirty="0">
                          <a:effectLst/>
                        </a:rPr>
                        <a:t>3)Set the sign to “</a:t>
                      </a:r>
                      <a:r>
                        <a:rPr lang="en-US" altLang="zh-CN" sz="1200" b="0" kern="1200" dirty="0">
                          <a:effectLst/>
                        </a:rPr>
                        <a:t>TTD Check Error Safety Mode</a:t>
                      </a:r>
                      <a:r>
                        <a:rPr lang="en-US" sz="1200" b="0" kern="100" dirty="0">
                          <a:effectLst/>
                        </a:rPr>
                        <a:t>”</a:t>
                      </a:r>
                      <a:endParaRPr lang="zh-CN" altLang="en-US" sz="1200" b="0" kern="100" dirty="0">
                        <a:effectLst/>
                        <a:latin typeface="Times New Roman"/>
                        <a:ea typeface="+mn-ea"/>
                      </a:endParaRPr>
                    </a:p>
                  </a:txBody>
                  <a:tcPr marL="45947" marR="45947" marT="0" marB="0"/>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b="0" kern="1200" dirty="0"/>
                        <a:t>XH165 </a:t>
                      </a:r>
                      <a:r>
                        <a:rPr lang="en-US" sz="1200" b="0" kern="1200" baseline="0" dirty="0"/>
                        <a:t>(</a:t>
                      </a:r>
                      <a:r>
                        <a:rPr lang="en-US" sz="1200" b="0" kern="1200" dirty="0"/>
                        <a:t>TTD Check Error Safety Mode COUNTER</a:t>
                      </a:r>
                      <a:r>
                        <a:rPr lang="en-US" sz="1200" b="0" kern="1200" baseline="0" dirty="0"/>
                        <a:t>) change</a:t>
                      </a:r>
                      <a:endParaRPr lang="zh-CN" altLang="en-US" sz="1200" b="0" kern="100" dirty="0">
                        <a:effectLst/>
                        <a:latin typeface="Times New Roman"/>
                        <a:ea typeface="+mn-ea"/>
                      </a:endParaRPr>
                    </a:p>
                  </a:txBody>
                  <a:tcPr marL="45947" marR="45947" marT="0" marB="0"/>
                </a:tc>
                <a:extLst>
                  <a:ext uri="{0D108BD9-81ED-4DB2-BD59-A6C34878D82A}">
                    <a16:rowId xmlns:a16="http://schemas.microsoft.com/office/drawing/2014/main" xmlns="" val="10002"/>
                  </a:ext>
                </a:extLst>
              </a:tr>
            </a:tbl>
          </a:graphicData>
        </a:graphic>
      </p:graphicFrame>
    </p:spTree>
    <p:extLst>
      <p:ext uri="{BB962C8B-B14F-4D97-AF65-F5344CB8AC3E}">
        <p14:creationId xmlns:p14="http://schemas.microsoft.com/office/powerpoint/2010/main" val="258899729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8: Safe Mode </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85</a:t>
            </a:fld>
            <a:r>
              <a:rPr lang="zh-CN" altLang="en-US"/>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1115654"/>
            <a:ext cx="8255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r>
              <a:rPr lang="zh-CN" altLang="zh-CN" sz="2400" dirty="0"/>
              <a:t>Safety mode implemented by </a:t>
            </a:r>
            <a:r>
              <a:rPr lang="en-US" altLang="zh-CN" sz="2400" dirty="0"/>
              <a:t>OBC</a:t>
            </a:r>
            <a:endParaRPr lang="zh-CN" altLang="zh-CN" sz="2400" dirty="0"/>
          </a:p>
        </p:txBody>
      </p:sp>
      <p:graphicFrame>
        <p:nvGraphicFramePr>
          <p:cNvPr id="7" name="表格 6"/>
          <p:cNvGraphicFramePr>
            <a:graphicFrameLocks noGrp="1"/>
          </p:cNvGraphicFramePr>
          <p:nvPr>
            <p:extLst>
              <p:ext uri="{D42A27DB-BD31-4B8C-83A1-F6EECF244321}">
                <p14:modId xmlns:p14="http://schemas.microsoft.com/office/powerpoint/2010/main" val="2713112776"/>
              </p:ext>
            </p:extLst>
          </p:nvPr>
        </p:nvGraphicFramePr>
        <p:xfrm>
          <a:off x="457203" y="1499035"/>
          <a:ext cx="8277225" cy="2472305"/>
        </p:xfrm>
        <a:graphic>
          <a:graphicData uri="http://schemas.openxmlformats.org/drawingml/2006/table">
            <a:tbl>
              <a:tblPr firstRow="1" firstCol="1" lastRow="1" lastCol="1" bandRow="1" bandCol="1">
                <a:tableStyleId>{BC89EF96-8CEA-46FF-86C4-4CE0E7609802}</a:tableStyleId>
              </a:tblPr>
              <a:tblGrid>
                <a:gridCol w="370384">
                  <a:extLst>
                    <a:ext uri="{9D8B030D-6E8A-4147-A177-3AD203B41FA5}">
                      <a16:colId xmlns:a16="http://schemas.microsoft.com/office/drawing/2014/main" xmlns="" val="20000"/>
                    </a:ext>
                  </a:extLst>
                </a:gridCol>
                <a:gridCol w="1225010">
                  <a:extLst>
                    <a:ext uri="{9D8B030D-6E8A-4147-A177-3AD203B41FA5}">
                      <a16:colId xmlns:a16="http://schemas.microsoft.com/office/drawing/2014/main" xmlns="" val="20001"/>
                    </a:ext>
                  </a:extLst>
                </a:gridCol>
                <a:gridCol w="2008201">
                  <a:extLst>
                    <a:ext uri="{9D8B030D-6E8A-4147-A177-3AD203B41FA5}">
                      <a16:colId xmlns:a16="http://schemas.microsoft.com/office/drawing/2014/main" xmlns="" val="20002"/>
                    </a:ext>
                  </a:extLst>
                </a:gridCol>
                <a:gridCol w="3103583">
                  <a:extLst>
                    <a:ext uri="{9D8B030D-6E8A-4147-A177-3AD203B41FA5}">
                      <a16:colId xmlns:a16="http://schemas.microsoft.com/office/drawing/2014/main" xmlns="" val="20003"/>
                    </a:ext>
                  </a:extLst>
                </a:gridCol>
                <a:gridCol w="1570047">
                  <a:extLst>
                    <a:ext uri="{9D8B030D-6E8A-4147-A177-3AD203B41FA5}">
                      <a16:colId xmlns:a16="http://schemas.microsoft.com/office/drawing/2014/main" xmlns="" val="20004"/>
                    </a:ext>
                  </a:extLst>
                </a:gridCol>
              </a:tblGrid>
              <a:tr h="643505">
                <a:tc>
                  <a:txBody>
                    <a:bodyPr/>
                    <a:lstStyle/>
                    <a:p>
                      <a:pPr algn="ctr">
                        <a:lnSpc>
                          <a:spcPct val="150000"/>
                        </a:lnSpc>
                        <a:spcAft>
                          <a:spcPts val="0"/>
                        </a:spcAft>
                      </a:pPr>
                      <a:r>
                        <a:rPr lang="en-US" sz="1200" kern="100" dirty="0">
                          <a:effectLst/>
                        </a:rPr>
                        <a:t>NO</a:t>
                      </a:r>
                      <a:endParaRPr lang="zh-CN" sz="1200" kern="100" dirty="0">
                        <a:effectLst/>
                        <a:latin typeface="Times New Roman"/>
                        <a:ea typeface="宋体"/>
                      </a:endParaRPr>
                    </a:p>
                  </a:txBody>
                  <a:tcPr marL="45947" marR="45947" marT="0" marB="0" anchor="ctr"/>
                </a:tc>
                <a:tc>
                  <a:txBody>
                    <a:bodyPr/>
                    <a:lstStyle/>
                    <a:p>
                      <a:pPr algn="ctr">
                        <a:lnSpc>
                          <a:spcPct val="150000"/>
                        </a:lnSpc>
                        <a:spcAft>
                          <a:spcPts val="0"/>
                        </a:spcAft>
                      </a:pPr>
                      <a:r>
                        <a:rPr lang="en-US" sz="1200" kern="100" dirty="0">
                          <a:effectLst/>
                        </a:rPr>
                        <a:t>Safety Mode</a:t>
                      </a:r>
                      <a:endParaRPr lang="zh-CN" sz="1200" kern="100" dirty="0">
                        <a:effectLst/>
                        <a:latin typeface="Times New Roman"/>
                        <a:ea typeface="宋体"/>
                      </a:endParaRPr>
                    </a:p>
                  </a:txBody>
                  <a:tcPr marL="45947" marR="45947" marT="0" marB="0" anchor="ctr"/>
                </a:tc>
                <a:tc>
                  <a:txBody>
                    <a:bodyPr/>
                    <a:lstStyle/>
                    <a:p>
                      <a:pPr algn="ctr">
                        <a:spcAft>
                          <a:spcPts val="0"/>
                        </a:spcAft>
                      </a:pPr>
                      <a:r>
                        <a:rPr lang="en-US" sz="1200" kern="100" dirty="0">
                          <a:effectLst/>
                        </a:rPr>
                        <a:t>Abnormal</a:t>
                      </a:r>
                      <a:endParaRPr lang="zh-CN" sz="1200" kern="100" dirty="0">
                        <a:effectLst/>
                        <a:latin typeface="Times New Roman"/>
                        <a:ea typeface="宋体"/>
                      </a:endParaRPr>
                    </a:p>
                  </a:txBody>
                  <a:tcPr marL="45947" marR="45947" marT="0" marB="0" anchor="ctr"/>
                </a:tc>
                <a:tc>
                  <a:txBody>
                    <a:bodyPr/>
                    <a:lstStyle/>
                    <a:p>
                      <a:pPr algn="ctr">
                        <a:spcAft>
                          <a:spcPts val="0"/>
                        </a:spcAft>
                      </a:pPr>
                      <a:r>
                        <a:rPr lang="en-US" sz="1200" kern="100" dirty="0">
                          <a:effectLst/>
                        </a:rPr>
                        <a:t>Safety measure and safety TM</a:t>
                      </a:r>
                      <a:endParaRPr lang="zh-CN" sz="1200" kern="100" dirty="0">
                        <a:effectLst/>
                        <a:latin typeface="Times New Roman"/>
                        <a:ea typeface="宋体"/>
                      </a:endParaRPr>
                    </a:p>
                  </a:txBody>
                  <a:tcPr marL="45947" marR="45947"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kern="1200" dirty="0"/>
                        <a:t> </a:t>
                      </a:r>
                      <a:r>
                        <a:rPr lang="en-US" sz="1200" kern="1200" dirty="0" err="1"/>
                        <a:t>Entrty</a:t>
                      </a:r>
                      <a:r>
                        <a:rPr lang="en-US" sz="1200" kern="1200" dirty="0"/>
                        <a:t> </a:t>
                      </a:r>
                      <a:r>
                        <a:rPr lang="en-US" sz="1200" kern="100" dirty="0">
                          <a:effectLst/>
                        </a:rPr>
                        <a:t>Criterion</a:t>
                      </a:r>
                      <a:endParaRPr lang="zh-CN" altLang="en-US" sz="1200" kern="100" dirty="0">
                        <a:effectLst/>
                        <a:latin typeface="Times New Roman"/>
                        <a:ea typeface="+mn-ea"/>
                      </a:endParaRPr>
                    </a:p>
                  </a:txBody>
                  <a:tcPr marL="45947" marR="45947" marT="0" marB="0" anchor="ctr"/>
                </a:tc>
                <a:extLst>
                  <a:ext uri="{0D108BD9-81ED-4DB2-BD59-A6C34878D82A}">
                    <a16:rowId xmlns:a16="http://schemas.microsoft.com/office/drawing/2014/main" xmlns="" val="10000"/>
                  </a:ext>
                </a:extLst>
              </a:tr>
              <a:tr h="914400">
                <a:tc>
                  <a:txBody>
                    <a:bodyPr/>
                    <a:lstStyle/>
                    <a:p>
                      <a:pPr marL="0" lvl="0" indent="0" algn="just">
                        <a:lnSpc>
                          <a:spcPct val="100000"/>
                        </a:lnSpc>
                        <a:spcBef>
                          <a:spcPts val="0"/>
                        </a:spcBef>
                        <a:spcAft>
                          <a:spcPts val="0"/>
                        </a:spcAft>
                        <a:buFont typeface="+mj-lt"/>
                        <a:buNone/>
                      </a:pPr>
                      <a:r>
                        <a:rPr lang="en-US" sz="1200" kern="100" dirty="0">
                          <a:effectLst/>
                        </a:rPr>
                        <a:t>3</a:t>
                      </a:r>
                      <a:endParaRPr lang="zh-CN" sz="1200" b="0" kern="100" dirty="0">
                        <a:effectLst/>
                        <a:latin typeface="Times New Roman"/>
                        <a:ea typeface="宋体"/>
                      </a:endParaRPr>
                    </a:p>
                  </a:txBody>
                  <a:tcPr marL="45948" marR="45948" marT="0" marB="0"/>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200" dirty="0">
                          <a:effectLst/>
                        </a:rPr>
                        <a:t>Energy protect Safety Mode( triggered by PCU)</a:t>
                      </a:r>
                    </a:p>
                  </a:txBody>
                  <a:tcPr marL="45948" marR="45948" marT="0" marB="0" anchor="ct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200" dirty="0">
                          <a:effectLst/>
                        </a:rPr>
                        <a:t>P43W8B6B6=11b</a:t>
                      </a:r>
                      <a:r>
                        <a:rPr lang="en-US" altLang="zh-CN" sz="1200" kern="100" baseline="0" dirty="0">
                          <a:effectLst/>
                        </a:rPr>
                        <a:t> </a:t>
                      </a:r>
                      <a:r>
                        <a:rPr lang="en-US" sz="1200" kern="100" dirty="0">
                          <a:effectLst/>
                        </a:rPr>
                        <a:t>for 3 times</a:t>
                      </a:r>
                      <a:endParaRPr lang="en-US" sz="1200" b="0" kern="100" dirty="0">
                        <a:effectLst/>
                      </a:endParaRPr>
                    </a:p>
                  </a:txBody>
                  <a:tcPr marL="45948" marR="45948" marT="0" marB="0"/>
                </a:tc>
                <a:tc>
                  <a:txBody>
                    <a:bodyPr/>
                    <a:lstStyle/>
                    <a:p>
                      <a:pPr algn="just">
                        <a:lnSpc>
                          <a:spcPct val="100000"/>
                        </a:lnSpc>
                        <a:spcBef>
                          <a:spcPts val="0"/>
                        </a:spcBef>
                        <a:spcAft>
                          <a:spcPts val="0"/>
                        </a:spcAft>
                      </a:pPr>
                      <a:r>
                        <a:rPr lang="en-US" sz="1200" b="0" kern="100" dirty="0">
                          <a:effectLst/>
                        </a:rPr>
                        <a:t>1) Run RTTC group 10 to send payload power off command sequence.</a:t>
                      </a:r>
                      <a:endParaRPr lang="zh-CN" altLang="en-US" sz="1200" b="0" kern="100" dirty="0">
                        <a:effectLst/>
                      </a:endParaRPr>
                    </a:p>
                    <a:p>
                      <a:pPr marL="0" marR="0" indent="0" algn="just" defTabSz="914400" rtl="0" eaLnBrk="1" fontAlgn="auto" latinLnBrk="0" hangingPunct="1">
                        <a:lnSpc>
                          <a:spcPct val="100000"/>
                        </a:lnSpc>
                        <a:spcBef>
                          <a:spcPts val="0"/>
                        </a:spcBef>
                        <a:spcAft>
                          <a:spcPts val="0"/>
                        </a:spcAft>
                        <a:buClrTx/>
                        <a:buSzTx/>
                        <a:buFontTx/>
                        <a:buNone/>
                        <a:tabLst/>
                        <a:defRPr/>
                      </a:pPr>
                      <a:r>
                        <a:rPr lang="en-US" sz="1200" b="0" kern="100" dirty="0">
                          <a:effectLst/>
                        </a:rPr>
                        <a:t>2) Set the sign to “</a:t>
                      </a:r>
                      <a:r>
                        <a:rPr lang="en-US" altLang="zh-CN" sz="1200" b="0" kern="1200" dirty="0">
                          <a:effectLst/>
                        </a:rPr>
                        <a:t>Energy protect Safety Mode( triggered by PCU)</a:t>
                      </a:r>
                      <a:r>
                        <a:rPr lang="en-US" sz="1200" b="0" kern="100" dirty="0">
                          <a:effectLst/>
                        </a:rPr>
                        <a:t>”</a:t>
                      </a:r>
                    </a:p>
                  </a:txBody>
                  <a:tcPr marL="45948" marR="45948" marT="0" marB="0"/>
                </a:tc>
                <a:tc>
                  <a:txBody>
                    <a:bodyPr/>
                    <a:lstStyle/>
                    <a:p>
                      <a:pPr algn="just">
                        <a:lnSpc>
                          <a:spcPct val="100000"/>
                        </a:lnSpc>
                        <a:spcBef>
                          <a:spcPts val="0"/>
                        </a:spcBef>
                        <a:spcAft>
                          <a:spcPts val="0"/>
                        </a:spcAft>
                      </a:pPr>
                      <a:r>
                        <a:rPr lang="en-US" sz="1200" b="0" kern="1200" dirty="0"/>
                        <a:t>XH166(Energy protect Safety Mode triggered by PCU COUNTER</a:t>
                      </a:r>
                    </a:p>
                    <a:p>
                      <a:pPr algn="just">
                        <a:lnSpc>
                          <a:spcPct val="100000"/>
                        </a:lnSpc>
                        <a:spcBef>
                          <a:spcPts val="0"/>
                        </a:spcBef>
                        <a:spcAft>
                          <a:spcPts val="0"/>
                        </a:spcAft>
                      </a:pPr>
                      <a:r>
                        <a:rPr lang="en-US" sz="1200" b="0" kern="1200" dirty="0"/>
                        <a:t>)</a:t>
                      </a:r>
                      <a:r>
                        <a:rPr lang="en-US" sz="1200" b="0" kern="1200" baseline="0" dirty="0"/>
                        <a:t>  change</a:t>
                      </a:r>
                      <a:endParaRPr lang="en-US" sz="1200" b="0" kern="100" dirty="0">
                        <a:effectLst/>
                      </a:endParaRPr>
                    </a:p>
                  </a:txBody>
                  <a:tcPr marL="45948" marR="45948" marT="0" marB="0"/>
                </a:tc>
                <a:extLst>
                  <a:ext uri="{0D108BD9-81ED-4DB2-BD59-A6C34878D82A}">
                    <a16:rowId xmlns:a16="http://schemas.microsoft.com/office/drawing/2014/main" xmlns="" val="10001"/>
                  </a:ext>
                </a:extLst>
              </a:tr>
              <a:tr h="914400">
                <a:tc>
                  <a:txBody>
                    <a:bodyPr/>
                    <a:lstStyle/>
                    <a:p>
                      <a:pPr marL="0" lvl="0" indent="0" algn="just">
                        <a:lnSpc>
                          <a:spcPct val="100000"/>
                        </a:lnSpc>
                        <a:spcBef>
                          <a:spcPts val="0"/>
                        </a:spcBef>
                        <a:spcAft>
                          <a:spcPts val="0"/>
                        </a:spcAft>
                        <a:buFont typeface="+mj-lt"/>
                        <a:buNone/>
                      </a:pPr>
                      <a:r>
                        <a:rPr lang="en-US" sz="1200" kern="100" dirty="0">
                          <a:effectLst/>
                        </a:rPr>
                        <a:t>4 </a:t>
                      </a:r>
                      <a:endParaRPr lang="zh-CN" sz="1200" b="0" kern="100" dirty="0">
                        <a:effectLst/>
                        <a:latin typeface="Times New Roman"/>
                        <a:ea typeface="宋体"/>
                      </a:endParaRPr>
                    </a:p>
                  </a:txBody>
                  <a:tcPr marL="45948" marR="45948" marT="0" marB="0"/>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b="0" kern="1200" dirty="0">
                          <a:effectLst/>
                        </a:rPr>
                        <a:t>AOCS Global Attitude Acquisition Safety Mode COUNTER</a:t>
                      </a:r>
                    </a:p>
                  </a:txBody>
                  <a:tcPr marL="45948" marR="45948" marT="0" marB="0" anchor="ct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b="0" kern="1200" dirty="0">
                          <a:effectLst/>
                        </a:rPr>
                        <a:t>P24W4B7~B4</a:t>
                      </a:r>
                      <a:r>
                        <a:rPr lang="en-US" altLang="zh-CN" sz="1200" b="0" kern="1200" baseline="0" dirty="0">
                          <a:effectLst/>
                        </a:rPr>
                        <a:t> = 02H </a:t>
                      </a:r>
                      <a:r>
                        <a:rPr lang="en-US" altLang="zh-CN" sz="1200" b="0" kern="1200" dirty="0">
                          <a:effectLst/>
                        </a:rPr>
                        <a:t>for 10 times</a:t>
                      </a:r>
                      <a:endParaRPr lang="zh-CN" altLang="en-US" sz="1200" b="0" kern="100" dirty="0">
                        <a:effectLst/>
                        <a:latin typeface="Times New Roman"/>
                        <a:ea typeface="+mn-ea"/>
                      </a:endParaRPr>
                    </a:p>
                  </a:txBody>
                  <a:tcPr marL="45948" marR="45948" marT="0" marB="0"/>
                </a:tc>
                <a:tc>
                  <a:txBody>
                    <a:bodyPr/>
                    <a:lstStyle/>
                    <a:p>
                      <a:pPr algn="just">
                        <a:lnSpc>
                          <a:spcPct val="100000"/>
                        </a:lnSpc>
                        <a:spcBef>
                          <a:spcPts val="0"/>
                        </a:spcBef>
                        <a:spcAft>
                          <a:spcPts val="0"/>
                        </a:spcAft>
                      </a:pPr>
                      <a:r>
                        <a:rPr lang="en-US" sz="1200" b="0" kern="100" dirty="0">
                          <a:effectLst/>
                        </a:rPr>
                        <a:t>1) Run RTTC group 8 to send payload power off command sequence.</a:t>
                      </a:r>
                      <a:endParaRPr lang="zh-CN" altLang="en-US" sz="1200" b="0" kern="100" dirty="0">
                        <a:effectLst/>
                      </a:endParaRPr>
                    </a:p>
                    <a:p>
                      <a:pPr marL="0" marR="0" indent="0" algn="just" defTabSz="914400" rtl="0" eaLnBrk="1" fontAlgn="auto" latinLnBrk="0" hangingPunct="1">
                        <a:lnSpc>
                          <a:spcPct val="100000"/>
                        </a:lnSpc>
                        <a:spcBef>
                          <a:spcPts val="0"/>
                        </a:spcBef>
                        <a:spcAft>
                          <a:spcPts val="0"/>
                        </a:spcAft>
                        <a:buClrTx/>
                        <a:buSzTx/>
                        <a:buFontTx/>
                        <a:buNone/>
                        <a:tabLst/>
                        <a:defRPr/>
                      </a:pPr>
                      <a:r>
                        <a:rPr lang="en-US" sz="1200" b="0" kern="100" dirty="0">
                          <a:effectLst/>
                        </a:rPr>
                        <a:t>2)Set the sign to “</a:t>
                      </a:r>
                      <a:r>
                        <a:rPr lang="en-US" altLang="zh-CN" sz="1200" b="0" kern="1200" dirty="0">
                          <a:effectLst/>
                        </a:rPr>
                        <a:t>AOCS Global Attitude Acquisition Safety Mode </a:t>
                      </a:r>
                      <a:r>
                        <a:rPr lang="en-US" sz="1200" b="0" kern="100" dirty="0">
                          <a:effectLst/>
                        </a:rPr>
                        <a:t>”</a:t>
                      </a:r>
                      <a:endParaRPr lang="zh-CN" altLang="en-US" sz="1200" b="0" kern="100" dirty="0">
                        <a:effectLst/>
                        <a:latin typeface="Times New Roman"/>
                        <a:ea typeface="+mn-ea"/>
                      </a:endParaRPr>
                    </a:p>
                  </a:txBody>
                  <a:tcPr marL="45948" marR="45948" marT="0" marB="0"/>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b="0" kern="1200" dirty="0"/>
                        <a:t>XH167</a:t>
                      </a:r>
                      <a:r>
                        <a:rPr lang="en-US" sz="1200" b="0" kern="1200" dirty="0"/>
                        <a:t>(AOCS Global Attitude Acquisition Safety Mode COUNTER)</a:t>
                      </a:r>
                      <a:r>
                        <a:rPr lang="en-US" sz="1200" b="0" kern="1200" baseline="0" dirty="0"/>
                        <a:t> change</a:t>
                      </a:r>
                      <a:endParaRPr lang="zh-CN" altLang="en-US" sz="1200" b="0" kern="100" dirty="0">
                        <a:effectLst/>
                        <a:latin typeface="Times New Roman"/>
                        <a:ea typeface="+mn-ea"/>
                      </a:endParaRPr>
                    </a:p>
                  </a:txBody>
                  <a:tcPr marL="45948" marR="45948" marT="0" marB="0"/>
                </a:tc>
                <a:extLst>
                  <a:ext uri="{0D108BD9-81ED-4DB2-BD59-A6C34878D82A}">
                    <a16:rowId xmlns:a16="http://schemas.microsoft.com/office/drawing/2014/main" xmlns="" val="10002"/>
                  </a:ext>
                </a:extLst>
              </a:tr>
            </a:tbl>
          </a:graphicData>
        </a:graphic>
      </p:graphicFrame>
    </p:spTree>
    <p:extLst>
      <p:ext uri="{BB962C8B-B14F-4D97-AF65-F5344CB8AC3E}">
        <p14:creationId xmlns:p14="http://schemas.microsoft.com/office/powerpoint/2010/main" val="258899729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8: Safe Mode </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86</a:t>
            </a:fld>
            <a:r>
              <a:rPr lang="zh-CN" altLang="en-US"/>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816770"/>
            <a:ext cx="8255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r>
              <a:rPr lang="zh-CN" altLang="zh-CN" sz="2400" dirty="0"/>
              <a:t>Safety mode implemented by </a:t>
            </a:r>
            <a:r>
              <a:rPr lang="en-US" altLang="zh-CN" sz="2400" dirty="0"/>
              <a:t>OBC</a:t>
            </a:r>
            <a:endParaRPr lang="zh-CN" altLang="zh-CN" sz="2400" dirty="0"/>
          </a:p>
        </p:txBody>
      </p:sp>
      <p:graphicFrame>
        <p:nvGraphicFramePr>
          <p:cNvPr id="7" name="表格 6"/>
          <p:cNvGraphicFramePr>
            <a:graphicFrameLocks noGrp="1"/>
          </p:cNvGraphicFramePr>
          <p:nvPr>
            <p:extLst>
              <p:ext uri="{D42A27DB-BD31-4B8C-83A1-F6EECF244321}">
                <p14:modId xmlns:p14="http://schemas.microsoft.com/office/powerpoint/2010/main" val="8934382"/>
              </p:ext>
            </p:extLst>
          </p:nvPr>
        </p:nvGraphicFramePr>
        <p:xfrm>
          <a:off x="457200" y="1200150"/>
          <a:ext cx="8240712" cy="3620934"/>
        </p:xfrm>
        <a:graphic>
          <a:graphicData uri="http://schemas.openxmlformats.org/drawingml/2006/table">
            <a:tbl>
              <a:tblPr firstRow="1" firstCol="1" lastRow="1" lastCol="1" bandRow="1" bandCol="1">
                <a:tableStyleId>{BC89EF96-8CEA-46FF-86C4-4CE0E7609802}</a:tableStyleId>
              </a:tblPr>
              <a:tblGrid>
                <a:gridCol w="378818">
                  <a:extLst>
                    <a:ext uri="{9D8B030D-6E8A-4147-A177-3AD203B41FA5}">
                      <a16:colId xmlns:a16="http://schemas.microsoft.com/office/drawing/2014/main" xmlns="" val="20000"/>
                    </a:ext>
                  </a:extLst>
                </a:gridCol>
                <a:gridCol w="1910318">
                  <a:extLst>
                    <a:ext uri="{9D8B030D-6E8A-4147-A177-3AD203B41FA5}">
                      <a16:colId xmlns:a16="http://schemas.microsoft.com/office/drawing/2014/main" xmlns="" val="20001"/>
                    </a:ext>
                  </a:extLst>
                </a:gridCol>
                <a:gridCol w="1314459">
                  <a:extLst>
                    <a:ext uri="{9D8B030D-6E8A-4147-A177-3AD203B41FA5}">
                      <a16:colId xmlns:a16="http://schemas.microsoft.com/office/drawing/2014/main" xmlns="" val="20002"/>
                    </a:ext>
                  </a:extLst>
                </a:gridCol>
                <a:gridCol w="3833838">
                  <a:extLst>
                    <a:ext uri="{9D8B030D-6E8A-4147-A177-3AD203B41FA5}">
                      <a16:colId xmlns:a16="http://schemas.microsoft.com/office/drawing/2014/main" xmlns="" val="20003"/>
                    </a:ext>
                  </a:extLst>
                </a:gridCol>
                <a:gridCol w="803279">
                  <a:extLst>
                    <a:ext uri="{9D8B030D-6E8A-4147-A177-3AD203B41FA5}">
                      <a16:colId xmlns:a16="http://schemas.microsoft.com/office/drawing/2014/main" xmlns="" val="20004"/>
                    </a:ext>
                  </a:extLst>
                </a:gridCol>
              </a:tblGrid>
              <a:tr h="914400">
                <a:tc>
                  <a:txBody>
                    <a:bodyPr/>
                    <a:lstStyle/>
                    <a:p>
                      <a:pPr marL="0" lvl="0" indent="0" algn="just">
                        <a:lnSpc>
                          <a:spcPct val="150000"/>
                        </a:lnSpc>
                        <a:spcAft>
                          <a:spcPts val="0"/>
                        </a:spcAft>
                        <a:buFont typeface="+mj-lt"/>
                        <a:buNone/>
                      </a:pPr>
                      <a:r>
                        <a:rPr lang="en-US" altLang="zh-CN" sz="1200" kern="100" dirty="0">
                          <a:effectLst/>
                        </a:rPr>
                        <a:t>5</a:t>
                      </a:r>
                      <a:endParaRPr lang="zh-CN" sz="1200" b="0" kern="100" dirty="0">
                        <a:effectLst/>
                        <a:latin typeface="Times New Roman"/>
                        <a:ea typeface="宋体"/>
                      </a:endParaRPr>
                    </a:p>
                  </a:txBody>
                  <a:tcPr marL="45948" marR="45948" marT="0" marB="0"/>
                </a:tc>
                <a:tc>
                  <a:txBody>
                    <a:bodyPr/>
                    <a:lstStyle/>
                    <a:p>
                      <a:pPr marL="0" marR="0" indent="0" algn="just" defTabSz="914400" rtl="0" eaLnBrk="1" fontAlgn="auto" latinLnBrk="0" hangingPunct="1">
                        <a:lnSpc>
                          <a:spcPct val="150000"/>
                        </a:lnSpc>
                        <a:spcBef>
                          <a:spcPts val="0"/>
                        </a:spcBef>
                        <a:spcAft>
                          <a:spcPts val="0"/>
                        </a:spcAft>
                        <a:buClrTx/>
                        <a:buSzTx/>
                        <a:buFontTx/>
                        <a:buNone/>
                        <a:tabLst/>
                        <a:defRPr/>
                      </a:pPr>
                      <a:r>
                        <a:rPr lang="en-US" altLang="zh-CN" sz="1200" b="0" kern="1200" dirty="0">
                          <a:effectLst/>
                        </a:rPr>
                        <a:t>AOCS Stop Control Safety Mode</a:t>
                      </a:r>
                    </a:p>
                  </a:txBody>
                  <a:tcPr marL="45948" marR="45948" marT="0" marB="0" anchor="ct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b="0" kern="1200" dirty="0">
                          <a:effectLst/>
                        </a:rPr>
                        <a:t>P24W4B7~B4</a:t>
                      </a:r>
                      <a:r>
                        <a:rPr lang="en-US" altLang="zh-CN" sz="1200" b="0" kern="1200" baseline="0" dirty="0">
                          <a:effectLst/>
                        </a:rPr>
                        <a:t> = 0CH </a:t>
                      </a:r>
                      <a:r>
                        <a:rPr lang="en-US" altLang="zh-CN" sz="1200" b="0" kern="1200" dirty="0">
                          <a:effectLst/>
                        </a:rPr>
                        <a:t>for 10 times</a:t>
                      </a:r>
                      <a:endParaRPr lang="zh-CN" altLang="en-US" sz="1200" b="0" kern="100" dirty="0">
                        <a:effectLst/>
                        <a:latin typeface="Times New Roman"/>
                        <a:ea typeface="+mn-ea"/>
                      </a:endParaRPr>
                    </a:p>
                  </a:txBody>
                  <a:tcPr marL="45948" marR="45948" marT="0" marB="0"/>
                </a:tc>
                <a:tc>
                  <a:txBody>
                    <a:bodyPr/>
                    <a:lstStyle/>
                    <a:p>
                      <a:pPr algn="just">
                        <a:spcAft>
                          <a:spcPts val="0"/>
                        </a:spcAft>
                      </a:pPr>
                      <a:r>
                        <a:rPr lang="en-US" sz="1200" b="0" kern="100" dirty="0">
                          <a:effectLst/>
                        </a:rPr>
                        <a:t>1) Run RTTC group 9 to send payload power off command sequence.</a:t>
                      </a:r>
                      <a:endParaRPr lang="zh-CN" sz="1200" b="0" kern="100" dirty="0">
                        <a:effectLst/>
                      </a:endParaRPr>
                    </a:p>
                    <a:p>
                      <a:pPr marL="0" marR="0" indent="0" algn="just" defTabSz="914400" rtl="0" eaLnBrk="1" fontAlgn="auto" latinLnBrk="0" hangingPunct="1">
                        <a:lnSpc>
                          <a:spcPct val="150000"/>
                        </a:lnSpc>
                        <a:spcBef>
                          <a:spcPts val="0"/>
                        </a:spcBef>
                        <a:spcAft>
                          <a:spcPts val="0"/>
                        </a:spcAft>
                        <a:buClrTx/>
                        <a:buSzTx/>
                        <a:buFontTx/>
                        <a:buNone/>
                        <a:tabLst/>
                        <a:defRPr/>
                      </a:pPr>
                      <a:r>
                        <a:rPr lang="en-US" sz="1200" b="0" kern="100" dirty="0">
                          <a:effectLst/>
                        </a:rPr>
                        <a:t>2) Set the sign to “</a:t>
                      </a:r>
                      <a:r>
                        <a:rPr lang="en-US" altLang="zh-CN" sz="1200" b="0" kern="1200" dirty="0">
                          <a:effectLst/>
                        </a:rPr>
                        <a:t>AOCS Stop Control Safety Mode</a:t>
                      </a:r>
                      <a:r>
                        <a:rPr lang="en-US" sz="1200" b="0" kern="100" dirty="0">
                          <a:effectLst/>
                        </a:rPr>
                        <a:t>”</a:t>
                      </a:r>
                      <a:endParaRPr lang="zh-CN" sz="1200" b="0" kern="100" dirty="0">
                        <a:effectLst/>
                        <a:latin typeface="Times New Roman"/>
                        <a:ea typeface="宋体"/>
                      </a:endParaRPr>
                    </a:p>
                  </a:txBody>
                  <a:tcPr marL="45948" marR="45948" marT="0" marB="0"/>
                </a:tc>
                <a:tc>
                  <a:txBody>
                    <a:bodyPr/>
                    <a:lstStyle/>
                    <a:p>
                      <a:pPr marL="0" marR="0" indent="0" algn="just" defTabSz="914400" rtl="0" eaLnBrk="1" fontAlgn="auto" latinLnBrk="0" hangingPunct="1">
                        <a:lnSpc>
                          <a:spcPct val="150000"/>
                        </a:lnSpc>
                        <a:spcBef>
                          <a:spcPts val="0"/>
                        </a:spcBef>
                        <a:spcAft>
                          <a:spcPts val="0"/>
                        </a:spcAft>
                        <a:buClrTx/>
                        <a:buSzTx/>
                        <a:buFontTx/>
                        <a:buNone/>
                        <a:tabLst/>
                        <a:defRPr/>
                      </a:pPr>
                      <a:r>
                        <a:rPr lang="en-US" sz="1200" b="0" kern="1200" dirty="0"/>
                        <a:t>XH168 </a:t>
                      </a:r>
                      <a:r>
                        <a:rPr lang="en-US" sz="1200" b="0" kern="1200" baseline="0" dirty="0"/>
                        <a:t>change</a:t>
                      </a:r>
                      <a:endParaRPr lang="zh-CN" sz="1200" b="0" kern="100" dirty="0">
                        <a:effectLst/>
                        <a:latin typeface="Times New Roman"/>
                        <a:ea typeface="宋体"/>
                      </a:endParaRPr>
                    </a:p>
                  </a:txBody>
                  <a:tcPr marL="45948" marR="45948" marT="0" marB="0"/>
                </a:tc>
                <a:extLst>
                  <a:ext uri="{0D108BD9-81ED-4DB2-BD59-A6C34878D82A}">
                    <a16:rowId xmlns:a16="http://schemas.microsoft.com/office/drawing/2014/main" xmlns="" val="10000"/>
                  </a:ext>
                </a:extLst>
              </a:tr>
              <a:tr h="914400">
                <a:tc>
                  <a:txBody>
                    <a:bodyPr/>
                    <a:lstStyle/>
                    <a:p>
                      <a:pPr marL="0" lvl="0" indent="0" algn="just">
                        <a:lnSpc>
                          <a:spcPct val="150000"/>
                        </a:lnSpc>
                        <a:spcAft>
                          <a:spcPts val="0"/>
                        </a:spcAft>
                        <a:buFont typeface="+mj-lt"/>
                        <a:buNone/>
                      </a:pPr>
                      <a:r>
                        <a:rPr lang="en-US" sz="1200" kern="100" dirty="0">
                          <a:effectLst/>
                        </a:rPr>
                        <a:t>6</a:t>
                      </a:r>
                      <a:endParaRPr lang="zh-CN" sz="1200" b="0" kern="100" dirty="0">
                        <a:effectLst/>
                        <a:latin typeface="Times New Roman"/>
                        <a:ea typeface="宋体"/>
                      </a:endParaRPr>
                    </a:p>
                  </a:txBody>
                  <a:tcPr marL="45948" marR="45948" marT="0" marB="0"/>
                </a:tc>
                <a:tc>
                  <a:txBody>
                    <a:bodyPr/>
                    <a:lstStyle/>
                    <a:p>
                      <a:pPr algn="just">
                        <a:lnSpc>
                          <a:spcPct val="150000"/>
                        </a:lnSpc>
                        <a:spcAft>
                          <a:spcPts val="0"/>
                        </a:spcAft>
                      </a:pPr>
                      <a:r>
                        <a:rPr lang="en-US" altLang="zh-CN" sz="1200" b="0" kern="1200" dirty="0">
                          <a:effectLst/>
                        </a:rPr>
                        <a:t>Energy warning Safety Mode 1</a:t>
                      </a:r>
                    </a:p>
                  </a:txBody>
                  <a:tcPr marL="45948" marR="45948" marT="0" marB="0" anchor="ctr"/>
                </a:tc>
                <a:tc>
                  <a:txBody>
                    <a:bodyPr/>
                    <a:lstStyle/>
                    <a:p>
                      <a:pPr algn="just">
                        <a:lnSpc>
                          <a:spcPct val="150000"/>
                        </a:lnSpc>
                        <a:spcAft>
                          <a:spcPts val="0"/>
                        </a:spcAft>
                      </a:pPr>
                      <a:r>
                        <a:rPr lang="en-US" altLang="zh-CN" sz="1200" b="0" kern="1200" dirty="0">
                          <a:effectLst/>
                        </a:rPr>
                        <a:t>P43W8B5B1 </a:t>
                      </a:r>
                      <a:r>
                        <a:rPr lang="en-US" sz="1200" b="0" kern="100" dirty="0">
                          <a:effectLst/>
                        </a:rPr>
                        <a:t>= 11b for 3 times</a:t>
                      </a:r>
                      <a:endParaRPr lang="zh-CN" sz="1200" b="0" kern="100" dirty="0">
                        <a:effectLst/>
                        <a:latin typeface="Times New Roman"/>
                        <a:ea typeface="宋体"/>
                      </a:endParaRPr>
                    </a:p>
                  </a:txBody>
                  <a:tcPr marL="45948" marR="45948" marT="0" marB="0"/>
                </a:tc>
                <a:tc>
                  <a:txBody>
                    <a:bodyPr/>
                    <a:lstStyle/>
                    <a:p>
                      <a:pPr algn="just">
                        <a:spcAft>
                          <a:spcPts val="0"/>
                        </a:spcAft>
                      </a:pPr>
                      <a:r>
                        <a:rPr lang="en-US" sz="1200" b="0" kern="100" dirty="0">
                          <a:effectLst/>
                        </a:rPr>
                        <a:t>1) Run RTTC group 10 to send payload power off command sequence.</a:t>
                      </a:r>
                      <a:endParaRPr lang="zh-CN" sz="1200" b="0" kern="100" dirty="0">
                        <a:effectLst/>
                      </a:endParaRPr>
                    </a:p>
                    <a:p>
                      <a:pPr marL="0" marR="0" indent="0" algn="just" defTabSz="914400" rtl="0" eaLnBrk="1" fontAlgn="auto" latinLnBrk="0" hangingPunct="1">
                        <a:lnSpc>
                          <a:spcPct val="150000"/>
                        </a:lnSpc>
                        <a:spcBef>
                          <a:spcPts val="0"/>
                        </a:spcBef>
                        <a:spcAft>
                          <a:spcPts val="0"/>
                        </a:spcAft>
                        <a:buClrTx/>
                        <a:buSzTx/>
                        <a:buFontTx/>
                        <a:buNone/>
                        <a:tabLst/>
                        <a:defRPr/>
                      </a:pPr>
                      <a:r>
                        <a:rPr lang="en-US" sz="1200" b="0" kern="100" dirty="0">
                          <a:effectLst/>
                        </a:rPr>
                        <a:t>2)Set the sign to “</a:t>
                      </a:r>
                      <a:r>
                        <a:rPr lang="en-US" altLang="zh-CN" sz="1200" b="0" kern="1200" dirty="0">
                          <a:effectLst/>
                        </a:rPr>
                        <a:t>Energy warning Safety Mode 1</a:t>
                      </a:r>
                      <a:r>
                        <a:rPr lang="en-US" sz="1200" b="0" kern="100" dirty="0">
                          <a:effectLst/>
                        </a:rPr>
                        <a:t>”</a:t>
                      </a:r>
                      <a:endParaRPr lang="zh-CN" sz="1200" b="0" kern="100" dirty="0">
                        <a:effectLst/>
                        <a:latin typeface="Times New Roman"/>
                        <a:ea typeface="宋体"/>
                      </a:endParaRPr>
                    </a:p>
                  </a:txBody>
                  <a:tcPr marL="45948" marR="45948" marT="0" marB="0"/>
                </a:tc>
                <a:tc>
                  <a:txBody>
                    <a:bodyPr/>
                    <a:lstStyle/>
                    <a:p>
                      <a:pPr marL="0" marR="0" indent="0" algn="just" defTabSz="914400" rtl="0" eaLnBrk="1" fontAlgn="auto" latinLnBrk="0" hangingPunct="1">
                        <a:lnSpc>
                          <a:spcPct val="150000"/>
                        </a:lnSpc>
                        <a:spcBef>
                          <a:spcPts val="0"/>
                        </a:spcBef>
                        <a:spcAft>
                          <a:spcPts val="0"/>
                        </a:spcAft>
                        <a:buClrTx/>
                        <a:buSzTx/>
                        <a:buFontTx/>
                        <a:buNone/>
                        <a:tabLst/>
                        <a:defRPr/>
                      </a:pPr>
                      <a:r>
                        <a:rPr lang="en-US" sz="1200" b="0" kern="1200" dirty="0"/>
                        <a:t>XH169 </a:t>
                      </a:r>
                      <a:r>
                        <a:rPr lang="en-US" sz="1200" b="0" kern="1200" baseline="0" dirty="0"/>
                        <a:t>change</a:t>
                      </a:r>
                      <a:endParaRPr lang="zh-CN" sz="1200" b="0" kern="100" dirty="0">
                        <a:effectLst/>
                        <a:latin typeface="Times New Roman"/>
                        <a:ea typeface="宋体"/>
                      </a:endParaRPr>
                    </a:p>
                  </a:txBody>
                  <a:tcPr marL="45948" marR="45948" marT="0" marB="0"/>
                </a:tc>
                <a:extLst>
                  <a:ext uri="{0D108BD9-81ED-4DB2-BD59-A6C34878D82A}">
                    <a16:rowId xmlns:a16="http://schemas.microsoft.com/office/drawing/2014/main" xmlns="" val="10001"/>
                  </a:ext>
                </a:extLst>
              </a:tr>
              <a:tr h="896067">
                <a:tc>
                  <a:txBody>
                    <a:bodyPr/>
                    <a:lstStyle/>
                    <a:p>
                      <a:pPr marL="0" lvl="0" indent="0" algn="just">
                        <a:lnSpc>
                          <a:spcPct val="100000"/>
                        </a:lnSpc>
                        <a:spcBef>
                          <a:spcPts val="600"/>
                        </a:spcBef>
                        <a:spcAft>
                          <a:spcPts val="600"/>
                        </a:spcAft>
                        <a:buFont typeface="+mj-lt"/>
                        <a:buNone/>
                      </a:pPr>
                      <a:r>
                        <a:rPr lang="en-US" sz="1200" kern="100" dirty="0">
                          <a:effectLst/>
                        </a:rPr>
                        <a:t>7 </a:t>
                      </a:r>
                      <a:endParaRPr lang="zh-CN" sz="1200" b="0" kern="100" dirty="0">
                        <a:effectLst/>
                        <a:latin typeface="Times New Roman"/>
                        <a:ea typeface="宋体"/>
                      </a:endParaRPr>
                    </a:p>
                  </a:txBody>
                  <a:tcPr marL="45948" marR="45948" marT="0" marB="0"/>
                </a:tc>
                <a:tc>
                  <a:txBody>
                    <a:bodyPr/>
                    <a:lstStyle/>
                    <a:p>
                      <a:pPr indent="0" algn="just">
                        <a:lnSpc>
                          <a:spcPct val="100000"/>
                        </a:lnSpc>
                        <a:spcBef>
                          <a:spcPts val="600"/>
                        </a:spcBef>
                        <a:spcAft>
                          <a:spcPts val="600"/>
                        </a:spcAft>
                      </a:pPr>
                      <a:r>
                        <a:rPr lang="en-US" altLang="zh-CN" sz="1200" b="0" kern="1200" dirty="0">
                          <a:effectLst/>
                        </a:rPr>
                        <a:t>Energy warning Safety Mode 2</a:t>
                      </a:r>
                    </a:p>
                  </a:txBody>
                  <a:tcPr marL="45948" marR="45948" marT="0" marB="0" anchor="ctr"/>
                </a:tc>
                <a:tc>
                  <a:txBody>
                    <a:bodyPr/>
                    <a:lstStyle/>
                    <a:p>
                      <a:pPr algn="just">
                        <a:lnSpc>
                          <a:spcPct val="150000"/>
                        </a:lnSpc>
                        <a:spcAft>
                          <a:spcPts val="0"/>
                        </a:spcAft>
                      </a:pPr>
                      <a:r>
                        <a:rPr lang="en-US" altLang="zh-CN" sz="1200" b="0" kern="1200" dirty="0">
                          <a:effectLst/>
                        </a:rPr>
                        <a:t>P43W8B4B0 </a:t>
                      </a:r>
                      <a:r>
                        <a:rPr lang="en-US" altLang="zh-CN" sz="1200" b="0" kern="100" dirty="0">
                          <a:effectLst/>
                        </a:rPr>
                        <a:t>= 11b for 3 times</a:t>
                      </a:r>
                      <a:endParaRPr lang="zh-CN" altLang="zh-CN" sz="1200" b="0" kern="100" dirty="0">
                        <a:effectLst/>
                        <a:latin typeface="Times New Roman"/>
                        <a:ea typeface="+mn-ea"/>
                      </a:endParaRPr>
                    </a:p>
                  </a:txBody>
                  <a:tcPr marL="45948" marR="45948" marT="0" marB="0"/>
                </a:tc>
                <a:tc>
                  <a:txBody>
                    <a:bodyPr/>
                    <a:lstStyle/>
                    <a:p>
                      <a:pPr indent="0" algn="just">
                        <a:lnSpc>
                          <a:spcPct val="100000"/>
                        </a:lnSpc>
                        <a:spcBef>
                          <a:spcPts val="600"/>
                        </a:spcBef>
                        <a:spcAft>
                          <a:spcPts val="600"/>
                        </a:spcAft>
                      </a:pPr>
                      <a:r>
                        <a:rPr lang="en-US" sz="1200" b="0" kern="100" dirty="0">
                          <a:effectLst/>
                        </a:rPr>
                        <a:t>1) Run RTTC group 10 to send payload power off command sequence.</a:t>
                      </a:r>
                      <a:endParaRPr lang="zh-CN" sz="1200" b="0" kern="100" dirty="0">
                        <a:effectLst/>
                      </a:endParaRPr>
                    </a:p>
                    <a:p>
                      <a:pPr marL="0" marR="0" indent="0" algn="just" defTabSz="914400" rtl="0" eaLnBrk="1" fontAlgn="auto" latinLnBrk="0" hangingPunct="1">
                        <a:lnSpc>
                          <a:spcPct val="100000"/>
                        </a:lnSpc>
                        <a:spcBef>
                          <a:spcPts val="600"/>
                        </a:spcBef>
                        <a:spcAft>
                          <a:spcPts val="600"/>
                        </a:spcAft>
                        <a:buClrTx/>
                        <a:buSzTx/>
                        <a:buFontTx/>
                        <a:buNone/>
                        <a:tabLst/>
                        <a:defRPr/>
                      </a:pPr>
                      <a:r>
                        <a:rPr lang="en-US" sz="1200" b="0" kern="100" dirty="0">
                          <a:effectLst/>
                        </a:rPr>
                        <a:t>2) Set the sign to “</a:t>
                      </a:r>
                      <a:r>
                        <a:rPr lang="en-US" altLang="zh-CN" sz="1200" b="0" kern="1200" dirty="0">
                          <a:effectLst/>
                        </a:rPr>
                        <a:t>Energy warning Safety Mode 2</a:t>
                      </a:r>
                      <a:r>
                        <a:rPr lang="en-US" sz="1200" b="0" kern="100" dirty="0">
                          <a:effectLst/>
                        </a:rPr>
                        <a:t>”</a:t>
                      </a:r>
                      <a:endParaRPr lang="zh-CN" sz="1200" b="0" kern="100" dirty="0">
                        <a:effectLst/>
                        <a:latin typeface="Times New Roman"/>
                        <a:ea typeface="宋体"/>
                      </a:endParaRPr>
                    </a:p>
                  </a:txBody>
                  <a:tcPr marL="45948" marR="45948" marT="0" marB="0"/>
                </a:tc>
                <a:tc>
                  <a:txBody>
                    <a:bodyPr/>
                    <a:lstStyle/>
                    <a:p>
                      <a:pPr marL="0" marR="0" indent="0" algn="just" defTabSz="914400" rtl="0" eaLnBrk="1" fontAlgn="auto" latinLnBrk="0" hangingPunct="1">
                        <a:lnSpc>
                          <a:spcPct val="100000"/>
                        </a:lnSpc>
                        <a:spcBef>
                          <a:spcPts val="600"/>
                        </a:spcBef>
                        <a:spcAft>
                          <a:spcPts val="600"/>
                        </a:spcAft>
                        <a:buClrTx/>
                        <a:buSzTx/>
                        <a:buFontTx/>
                        <a:buNone/>
                        <a:tabLst/>
                        <a:defRPr/>
                      </a:pPr>
                      <a:r>
                        <a:rPr lang="en-US" sz="1200" b="0" kern="1200" dirty="0"/>
                        <a:t>XH170 </a:t>
                      </a:r>
                      <a:r>
                        <a:rPr lang="en-US" sz="1200" b="0" kern="1200" baseline="0" dirty="0"/>
                        <a:t>change</a:t>
                      </a:r>
                      <a:endParaRPr lang="zh-CN" sz="1200" b="0" kern="100" dirty="0">
                        <a:effectLst/>
                        <a:latin typeface="Times New Roman"/>
                        <a:ea typeface="宋体"/>
                      </a:endParaRPr>
                    </a:p>
                  </a:txBody>
                  <a:tcPr marL="45948" marR="45948" marT="0" marB="0"/>
                </a:tc>
                <a:extLst>
                  <a:ext uri="{0D108BD9-81ED-4DB2-BD59-A6C34878D82A}">
                    <a16:rowId xmlns:a16="http://schemas.microsoft.com/office/drawing/2014/main" xmlns="" val="10002"/>
                  </a:ext>
                </a:extLst>
              </a:tr>
              <a:tr h="896067">
                <a:tc>
                  <a:txBody>
                    <a:bodyPr/>
                    <a:lstStyle/>
                    <a:p>
                      <a:pPr marL="0" lvl="0" indent="0" algn="just">
                        <a:lnSpc>
                          <a:spcPct val="100000"/>
                        </a:lnSpc>
                        <a:spcBef>
                          <a:spcPts val="600"/>
                        </a:spcBef>
                        <a:spcAft>
                          <a:spcPts val="600"/>
                        </a:spcAft>
                        <a:buFont typeface="+mj-lt"/>
                        <a:buNone/>
                      </a:pPr>
                      <a:r>
                        <a:rPr lang="en-US" sz="1200" kern="100" dirty="0">
                          <a:effectLst/>
                        </a:rPr>
                        <a:t>8 </a:t>
                      </a:r>
                      <a:endParaRPr lang="zh-CN" sz="1200" b="0" kern="100" dirty="0">
                        <a:effectLst/>
                        <a:latin typeface="Times New Roman"/>
                        <a:ea typeface="宋体"/>
                      </a:endParaRPr>
                    </a:p>
                  </a:txBody>
                  <a:tcPr marL="45948" marR="45948" marT="0" marB="0"/>
                </a:tc>
                <a:tc>
                  <a:txBody>
                    <a:bodyPr/>
                    <a:lstStyle/>
                    <a:p>
                      <a:pPr indent="0" algn="just">
                        <a:lnSpc>
                          <a:spcPct val="100000"/>
                        </a:lnSpc>
                        <a:spcBef>
                          <a:spcPts val="600"/>
                        </a:spcBef>
                        <a:spcAft>
                          <a:spcPts val="600"/>
                        </a:spcAft>
                      </a:pPr>
                      <a:r>
                        <a:rPr lang="en-US" altLang="zh-CN" sz="1200" b="0" kern="1200" dirty="0">
                          <a:effectLst/>
                        </a:rPr>
                        <a:t>CCD temperature Safety Mode</a:t>
                      </a:r>
                    </a:p>
                  </a:txBody>
                  <a:tcPr marL="45948" marR="45948" marT="0" marB="0" anchor="ctr"/>
                </a:tc>
                <a:tc>
                  <a:txBody>
                    <a:bodyPr/>
                    <a:lstStyle/>
                    <a:p>
                      <a:pPr indent="0" algn="just">
                        <a:lnSpc>
                          <a:spcPct val="100000"/>
                        </a:lnSpc>
                        <a:spcBef>
                          <a:spcPts val="600"/>
                        </a:spcBef>
                        <a:spcAft>
                          <a:spcPts val="600"/>
                        </a:spcAft>
                      </a:pPr>
                      <a:r>
                        <a:rPr lang="en-US" altLang="zh-CN" sz="1200" b="0" kern="1200" dirty="0">
                          <a:effectLst/>
                        </a:rPr>
                        <a:t>P47W40~W42B11~B0</a:t>
                      </a:r>
                      <a:r>
                        <a:rPr lang="en-US" altLang="zh-CN" sz="1200" b="0" kern="100" dirty="0">
                          <a:effectLst/>
                        </a:rPr>
                        <a:t>&lt;Limit Temperature for 3 times</a:t>
                      </a:r>
                      <a:endParaRPr lang="zh-CN" altLang="zh-CN" sz="1200" b="0" kern="100" dirty="0">
                        <a:effectLst/>
                        <a:latin typeface="Times New Roman"/>
                        <a:ea typeface="+mn-ea"/>
                      </a:endParaRPr>
                    </a:p>
                  </a:txBody>
                  <a:tcPr marL="45948" marR="45948" marT="0" marB="0"/>
                </a:tc>
                <a:tc>
                  <a:txBody>
                    <a:bodyPr/>
                    <a:lstStyle/>
                    <a:p>
                      <a:pPr indent="0" algn="just">
                        <a:lnSpc>
                          <a:spcPct val="100000"/>
                        </a:lnSpc>
                        <a:spcBef>
                          <a:spcPts val="600"/>
                        </a:spcBef>
                        <a:spcAft>
                          <a:spcPts val="600"/>
                        </a:spcAft>
                      </a:pPr>
                      <a:r>
                        <a:rPr lang="en-US" sz="1200" b="0" kern="100" dirty="0">
                          <a:effectLst/>
                        </a:rPr>
                        <a:t>1) Run RTTC group 11 to send payload power off command sequence.</a:t>
                      </a:r>
                      <a:endParaRPr lang="zh-CN" sz="1200" b="0" kern="100" dirty="0">
                        <a:effectLst/>
                      </a:endParaRPr>
                    </a:p>
                    <a:p>
                      <a:pPr marL="0" marR="0" indent="0" algn="just" defTabSz="914400" rtl="0" eaLnBrk="1" fontAlgn="auto" latinLnBrk="0" hangingPunct="1">
                        <a:lnSpc>
                          <a:spcPct val="100000"/>
                        </a:lnSpc>
                        <a:spcBef>
                          <a:spcPts val="600"/>
                        </a:spcBef>
                        <a:spcAft>
                          <a:spcPts val="600"/>
                        </a:spcAft>
                        <a:buClrTx/>
                        <a:buSzTx/>
                        <a:buFontTx/>
                        <a:buNone/>
                        <a:tabLst/>
                        <a:defRPr/>
                      </a:pPr>
                      <a:r>
                        <a:rPr lang="en-US" sz="1200" b="0" kern="100" dirty="0">
                          <a:effectLst/>
                        </a:rPr>
                        <a:t>2)Set the sign to “</a:t>
                      </a:r>
                      <a:r>
                        <a:rPr lang="en-US" altLang="zh-CN" sz="1200" b="0" kern="1200" dirty="0">
                          <a:effectLst/>
                        </a:rPr>
                        <a:t>CCD temperature Safety Mode</a:t>
                      </a:r>
                      <a:r>
                        <a:rPr lang="en-US" sz="1200" b="0" kern="100" dirty="0">
                          <a:effectLst/>
                        </a:rPr>
                        <a:t>”</a:t>
                      </a:r>
                      <a:endParaRPr lang="zh-CN" sz="1200" b="0" kern="100" dirty="0">
                        <a:effectLst/>
                        <a:latin typeface="Times New Roman"/>
                        <a:ea typeface="宋体"/>
                      </a:endParaRPr>
                    </a:p>
                  </a:txBody>
                  <a:tcPr marL="45948" marR="45948" marT="0" marB="0"/>
                </a:tc>
                <a:tc>
                  <a:txBody>
                    <a:bodyPr/>
                    <a:lstStyle/>
                    <a:p>
                      <a:pPr marL="0" marR="0" indent="0" algn="just" defTabSz="914400" rtl="0" eaLnBrk="1" fontAlgn="auto" latinLnBrk="0" hangingPunct="1">
                        <a:lnSpc>
                          <a:spcPct val="100000"/>
                        </a:lnSpc>
                        <a:spcBef>
                          <a:spcPts val="600"/>
                        </a:spcBef>
                        <a:spcAft>
                          <a:spcPts val="600"/>
                        </a:spcAft>
                        <a:buClrTx/>
                        <a:buSzTx/>
                        <a:buFontTx/>
                        <a:buNone/>
                        <a:tabLst/>
                        <a:defRPr/>
                      </a:pPr>
                      <a:r>
                        <a:rPr lang="en-US" sz="1200" b="0" kern="1200" dirty="0"/>
                        <a:t>XH171 </a:t>
                      </a:r>
                      <a:r>
                        <a:rPr lang="en-US" sz="1200" b="0" kern="1200" baseline="0" dirty="0"/>
                        <a:t>change</a:t>
                      </a:r>
                      <a:endParaRPr lang="zh-CN" sz="1200" b="0" kern="100" dirty="0">
                        <a:effectLst/>
                        <a:latin typeface="Times New Roman"/>
                        <a:ea typeface="宋体"/>
                      </a:endParaRPr>
                    </a:p>
                  </a:txBody>
                  <a:tcPr marL="45948" marR="45948" marT="0" marB="0"/>
                </a:tc>
                <a:extLst>
                  <a:ext uri="{0D108BD9-81ED-4DB2-BD59-A6C34878D82A}">
                    <a16:rowId xmlns:a16="http://schemas.microsoft.com/office/drawing/2014/main" xmlns="" val="10003"/>
                  </a:ext>
                </a:extLst>
              </a:tr>
            </a:tbl>
          </a:graphicData>
        </a:graphic>
      </p:graphicFrame>
    </p:spTree>
    <p:extLst>
      <p:ext uri="{BB962C8B-B14F-4D97-AF65-F5344CB8AC3E}">
        <p14:creationId xmlns:p14="http://schemas.microsoft.com/office/powerpoint/2010/main" val="258899729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8: Safe Mode </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87</a:t>
            </a:fld>
            <a:r>
              <a:rPr lang="zh-CN" altLang="en-US"/>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929897"/>
            <a:ext cx="8255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r>
              <a:rPr lang="zh-CN" altLang="zh-CN" sz="2400" dirty="0"/>
              <a:t>Safety mode implemented by </a:t>
            </a:r>
            <a:r>
              <a:rPr lang="en-US" altLang="zh-CN" sz="2400" dirty="0"/>
              <a:t>OBC</a:t>
            </a:r>
            <a:endParaRPr lang="zh-CN" altLang="zh-CN" sz="2400" dirty="0"/>
          </a:p>
        </p:txBody>
      </p:sp>
      <p:graphicFrame>
        <p:nvGraphicFramePr>
          <p:cNvPr id="7" name="表格 6"/>
          <p:cNvGraphicFramePr>
            <a:graphicFrameLocks noGrp="1"/>
          </p:cNvGraphicFramePr>
          <p:nvPr>
            <p:extLst>
              <p:ext uri="{D42A27DB-BD31-4B8C-83A1-F6EECF244321}">
                <p14:modId xmlns:p14="http://schemas.microsoft.com/office/powerpoint/2010/main" val="348477863"/>
              </p:ext>
            </p:extLst>
          </p:nvPr>
        </p:nvGraphicFramePr>
        <p:xfrm>
          <a:off x="457203" y="1313278"/>
          <a:ext cx="8131175" cy="2712720"/>
        </p:xfrm>
        <a:graphic>
          <a:graphicData uri="http://schemas.openxmlformats.org/drawingml/2006/table">
            <a:tbl>
              <a:tblPr firstRow="1" firstCol="1" lastRow="1" lastCol="1" bandRow="1" bandCol="1">
                <a:tableStyleId>{BC89EF96-8CEA-46FF-86C4-4CE0E7609802}</a:tableStyleId>
              </a:tblPr>
              <a:tblGrid>
                <a:gridCol w="317446">
                  <a:extLst>
                    <a:ext uri="{9D8B030D-6E8A-4147-A177-3AD203B41FA5}">
                      <a16:colId xmlns:a16="http://schemas.microsoft.com/office/drawing/2014/main" xmlns="" val="20000"/>
                    </a:ext>
                  </a:extLst>
                </a:gridCol>
                <a:gridCol w="1862150">
                  <a:extLst>
                    <a:ext uri="{9D8B030D-6E8A-4147-A177-3AD203B41FA5}">
                      <a16:colId xmlns:a16="http://schemas.microsoft.com/office/drawing/2014/main" xmlns="" val="20001"/>
                    </a:ext>
                  </a:extLst>
                </a:gridCol>
                <a:gridCol w="1204921">
                  <a:extLst>
                    <a:ext uri="{9D8B030D-6E8A-4147-A177-3AD203B41FA5}">
                      <a16:colId xmlns:a16="http://schemas.microsoft.com/office/drawing/2014/main" xmlns="" val="20002"/>
                    </a:ext>
                  </a:extLst>
                </a:gridCol>
                <a:gridCol w="3943377">
                  <a:extLst>
                    <a:ext uri="{9D8B030D-6E8A-4147-A177-3AD203B41FA5}">
                      <a16:colId xmlns:a16="http://schemas.microsoft.com/office/drawing/2014/main" xmlns="" val="20003"/>
                    </a:ext>
                  </a:extLst>
                </a:gridCol>
                <a:gridCol w="803281">
                  <a:extLst>
                    <a:ext uri="{9D8B030D-6E8A-4147-A177-3AD203B41FA5}">
                      <a16:colId xmlns:a16="http://schemas.microsoft.com/office/drawing/2014/main" xmlns="" val="20004"/>
                    </a:ext>
                  </a:extLst>
                </a:gridCol>
              </a:tblGrid>
              <a:tr h="914400">
                <a:tc>
                  <a:txBody>
                    <a:bodyPr/>
                    <a:lstStyle/>
                    <a:p>
                      <a:pPr marL="0" lvl="0" indent="0" algn="just">
                        <a:lnSpc>
                          <a:spcPct val="100000"/>
                        </a:lnSpc>
                        <a:spcBef>
                          <a:spcPts val="600"/>
                        </a:spcBef>
                        <a:spcAft>
                          <a:spcPts val="600"/>
                        </a:spcAft>
                        <a:buFont typeface="+mj-lt"/>
                        <a:buNone/>
                      </a:pPr>
                      <a:r>
                        <a:rPr lang="en-US" altLang="zh-CN" sz="1200" kern="100" dirty="0">
                          <a:effectLst/>
                        </a:rPr>
                        <a:t>9</a:t>
                      </a:r>
                      <a:endParaRPr lang="zh-CN" sz="1200" b="0" kern="100" dirty="0">
                        <a:effectLst/>
                        <a:latin typeface="Times New Roman"/>
                        <a:ea typeface="宋体"/>
                      </a:endParaRPr>
                    </a:p>
                  </a:txBody>
                  <a:tcPr marL="45948" marR="45948" marT="0" marB="0"/>
                </a:tc>
                <a:tc>
                  <a:txBody>
                    <a:bodyPr/>
                    <a:lstStyle/>
                    <a:p>
                      <a:pPr indent="0" algn="just">
                        <a:lnSpc>
                          <a:spcPct val="100000"/>
                        </a:lnSpc>
                        <a:spcBef>
                          <a:spcPts val="600"/>
                        </a:spcBef>
                        <a:spcAft>
                          <a:spcPts val="600"/>
                        </a:spcAft>
                      </a:pPr>
                      <a:r>
                        <a:rPr lang="en-US" altLang="zh-CN" sz="1200" b="0" kern="1200" dirty="0">
                          <a:effectLst/>
                        </a:rPr>
                        <a:t>Phased array antenna temperature Safety Mode</a:t>
                      </a:r>
                    </a:p>
                  </a:txBody>
                  <a:tcPr marL="45948" marR="45948" marT="0" marB="0" anchor="ctr"/>
                </a:tc>
                <a:tc>
                  <a:txBody>
                    <a:bodyPr/>
                    <a:lstStyle/>
                    <a:p>
                      <a:pPr indent="0" algn="just">
                        <a:lnSpc>
                          <a:spcPct val="100000"/>
                        </a:lnSpc>
                        <a:spcBef>
                          <a:spcPts val="600"/>
                        </a:spcBef>
                        <a:spcAft>
                          <a:spcPts val="600"/>
                        </a:spcAft>
                      </a:pPr>
                      <a:r>
                        <a:rPr lang="en-US" altLang="zh-CN" sz="1200" b="0" kern="1200" dirty="0">
                          <a:effectLst/>
                        </a:rPr>
                        <a:t>P47W13~W15B23~B12&lt;Limit Temperature for 3 times</a:t>
                      </a:r>
                      <a:endParaRPr lang="zh-CN" altLang="zh-CN" sz="1200" b="0" kern="100" dirty="0">
                        <a:effectLst/>
                        <a:latin typeface="Times New Roman"/>
                        <a:ea typeface="+mn-ea"/>
                      </a:endParaRPr>
                    </a:p>
                  </a:txBody>
                  <a:tcPr marL="45948" marR="45948" marT="0" marB="0"/>
                </a:tc>
                <a:tc>
                  <a:txBody>
                    <a:bodyPr/>
                    <a:lstStyle/>
                    <a:p>
                      <a:pPr indent="0" algn="just">
                        <a:lnSpc>
                          <a:spcPct val="100000"/>
                        </a:lnSpc>
                        <a:spcBef>
                          <a:spcPts val="600"/>
                        </a:spcBef>
                        <a:spcAft>
                          <a:spcPts val="600"/>
                        </a:spcAft>
                      </a:pPr>
                      <a:r>
                        <a:rPr lang="en-US" sz="1200" b="0" kern="100" dirty="0">
                          <a:effectLst/>
                        </a:rPr>
                        <a:t>1) </a:t>
                      </a:r>
                      <a:r>
                        <a:rPr lang="en-US" altLang="zh-CN" sz="1200" b="0" kern="100" dirty="0">
                          <a:effectLst/>
                        </a:rPr>
                        <a:t>Run RTTC group 12 to send </a:t>
                      </a:r>
                      <a:r>
                        <a:rPr lang="en-US" altLang="zh-CN" sz="1200" b="0" kern="1200" dirty="0">
                          <a:effectLst/>
                        </a:rPr>
                        <a:t>Phased array antenna</a:t>
                      </a:r>
                      <a:r>
                        <a:rPr lang="en-US" altLang="zh-CN" sz="1200" b="0" kern="100" dirty="0">
                          <a:effectLst/>
                        </a:rPr>
                        <a:t> power off command sequence.</a:t>
                      </a:r>
                      <a:endParaRPr lang="zh-CN" altLang="zh-CN" sz="1200" b="0" kern="100" dirty="0">
                        <a:effectLst/>
                      </a:endParaRPr>
                    </a:p>
                    <a:p>
                      <a:pPr marL="0" marR="0" indent="0" algn="just" defTabSz="914400" rtl="0" eaLnBrk="1" fontAlgn="auto" latinLnBrk="0" hangingPunct="1">
                        <a:lnSpc>
                          <a:spcPct val="100000"/>
                        </a:lnSpc>
                        <a:spcBef>
                          <a:spcPts val="600"/>
                        </a:spcBef>
                        <a:spcAft>
                          <a:spcPts val="600"/>
                        </a:spcAft>
                        <a:buClrTx/>
                        <a:buSzTx/>
                        <a:buFontTx/>
                        <a:buNone/>
                        <a:tabLst/>
                        <a:defRPr/>
                      </a:pPr>
                      <a:r>
                        <a:rPr lang="en-US" sz="1200" b="0" kern="100" dirty="0">
                          <a:effectLst/>
                        </a:rPr>
                        <a:t>2) Set the sign to “</a:t>
                      </a:r>
                      <a:r>
                        <a:rPr lang="en-US" altLang="zh-CN" sz="1200" b="0" kern="1200" dirty="0">
                          <a:effectLst/>
                        </a:rPr>
                        <a:t>Phased array antenna temperature Safety Mode</a:t>
                      </a:r>
                      <a:r>
                        <a:rPr lang="en-US" sz="1200" b="0" kern="100" dirty="0">
                          <a:effectLst/>
                        </a:rPr>
                        <a:t>”</a:t>
                      </a:r>
                      <a:endParaRPr lang="zh-CN" sz="1200" b="0" kern="100" dirty="0">
                        <a:effectLst/>
                        <a:latin typeface="Times New Roman"/>
                        <a:ea typeface="宋体"/>
                      </a:endParaRPr>
                    </a:p>
                  </a:txBody>
                  <a:tcPr marL="45948" marR="45948" marT="0" marB="0"/>
                </a:tc>
                <a:tc>
                  <a:txBody>
                    <a:bodyPr/>
                    <a:lstStyle/>
                    <a:p>
                      <a:pPr marL="0" marR="0" indent="0" algn="just" defTabSz="914400" rtl="0" eaLnBrk="1" fontAlgn="auto" latinLnBrk="0" hangingPunct="1">
                        <a:lnSpc>
                          <a:spcPct val="100000"/>
                        </a:lnSpc>
                        <a:spcBef>
                          <a:spcPts val="600"/>
                        </a:spcBef>
                        <a:spcAft>
                          <a:spcPts val="600"/>
                        </a:spcAft>
                        <a:buClrTx/>
                        <a:buSzTx/>
                        <a:buFontTx/>
                        <a:buNone/>
                        <a:tabLst/>
                        <a:defRPr/>
                      </a:pPr>
                      <a:r>
                        <a:rPr lang="en-US" sz="1200" b="0" kern="1200" dirty="0"/>
                        <a:t>XH172 </a:t>
                      </a:r>
                      <a:r>
                        <a:rPr lang="en-US" sz="1200" b="0" kern="1200" baseline="0" dirty="0"/>
                        <a:t>change</a:t>
                      </a:r>
                      <a:endParaRPr lang="zh-CN" sz="1200" b="0" kern="100" dirty="0">
                        <a:effectLst/>
                        <a:latin typeface="Times New Roman"/>
                        <a:ea typeface="宋体"/>
                      </a:endParaRPr>
                    </a:p>
                  </a:txBody>
                  <a:tcPr marL="45948" marR="45948" marT="0" marB="0"/>
                </a:tc>
                <a:extLst>
                  <a:ext uri="{0D108BD9-81ED-4DB2-BD59-A6C34878D82A}">
                    <a16:rowId xmlns:a16="http://schemas.microsoft.com/office/drawing/2014/main" xmlns="" val="10000"/>
                  </a:ext>
                </a:extLst>
              </a:tr>
              <a:tr h="883920">
                <a:tc>
                  <a:txBody>
                    <a:bodyPr/>
                    <a:lstStyle/>
                    <a:p>
                      <a:pPr marL="0" lvl="0" indent="0" algn="just">
                        <a:lnSpc>
                          <a:spcPct val="100000"/>
                        </a:lnSpc>
                        <a:spcBef>
                          <a:spcPts val="600"/>
                        </a:spcBef>
                        <a:spcAft>
                          <a:spcPts val="600"/>
                        </a:spcAft>
                        <a:buFont typeface="+mj-lt"/>
                        <a:buNone/>
                      </a:pPr>
                      <a:r>
                        <a:rPr lang="en-US" sz="1200" kern="100" dirty="0">
                          <a:effectLst/>
                        </a:rPr>
                        <a:t>10</a:t>
                      </a:r>
                      <a:endParaRPr lang="zh-CN" sz="1200" b="0" kern="100" dirty="0">
                        <a:effectLst/>
                        <a:latin typeface="Times New Roman"/>
                        <a:ea typeface="宋体"/>
                      </a:endParaRPr>
                    </a:p>
                  </a:txBody>
                  <a:tcPr marL="45948" marR="45948" marT="0" marB="0"/>
                </a:tc>
                <a:tc>
                  <a:txBody>
                    <a:bodyPr/>
                    <a:lstStyle/>
                    <a:p>
                      <a:pPr indent="0" algn="just">
                        <a:lnSpc>
                          <a:spcPct val="100000"/>
                        </a:lnSpc>
                        <a:spcBef>
                          <a:spcPts val="600"/>
                        </a:spcBef>
                        <a:spcAft>
                          <a:spcPts val="600"/>
                        </a:spcAft>
                      </a:pPr>
                      <a:r>
                        <a:rPr lang="en-US" altLang="zh-CN" sz="1200" b="0" kern="1200" dirty="0">
                          <a:effectLst/>
                        </a:rPr>
                        <a:t>Phased array antenna working timeout Safety Mode</a:t>
                      </a:r>
                    </a:p>
                  </a:txBody>
                  <a:tcPr marL="45948" marR="45948" marT="0" marB="0" anchor="ctr"/>
                </a:tc>
                <a:tc>
                  <a:txBody>
                    <a:bodyPr/>
                    <a:lstStyle/>
                    <a:p>
                      <a:pPr indent="0" algn="just">
                        <a:lnSpc>
                          <a:spcPct val="100000"/>
                        </a:lnSpc>
                        <a:spcBef>
                          <a:spcPts val="600"/>
                        </a:spcBef>
                        <a:spcAft>
                          <a:spcPts val="600"/>
                        </a:spcAft>
                      </a:pPr>
                      <a:r>
                        <a:rPr lang="en-US" altLang="zh-CN" sz="1200" b="0" kern="1200" dirty="0">
                          <a:effectLst/>
                        </a:rPr>
                        <a:t>P27W6~W8B11~B0&gt;Limit Value for 600s</a:t>
                      </a:r>
                      <a:endParaRPr lang="zh-CN" altLang="zh-CN" sz="1200" b="0" kern="100" dirty="0">
                        <a:effectLst/>
                        <a:latin typeface="Times New Roman"/>
                        <a:ea typeface="+mn-ea"/>
                      </a:endParaRPr>
                    </a:p>
                  </a:txBody>
                  <a:tcPr marL="45948" marR="45948" marT="0" marB="0"/>
                </a:tc>
                <a:tc>
                  <a:txBody>
                    <a:bodyPr/>
                    <a:lstStyle/>
                    <a:p>
                      <a:pPr indent="0" algn="just">
                        <a:lnSpc>
                          <a:spcPct val="100000"/>
                        </a:lnSpc>
                        <a:spcBef>
                          <a:spcPts val="600"/>
                        </a:spcBef>
                        <a:spcAft>
                          <a:spcPts val="600"/>
                        </a:spcAft>
                      </a:pPr>
                      <a:r>
                        <a:rPr lang="en-US" sz="1200" b="0" kern="100" dirty="0">
                          <a:effectLst/>
                        </a:rPr>
                        <a:t>1) </a:t>
                      </a:r>
                      <a:r>
                        <a:rPr lang="en-US" altLang="zh-CN" sz="1200" b="0" kern="100" dirty="0">
                          <a:effectLst/>
                        </a:rPr>
                        <a:t>Run RTTC group 12 to send </a:t>
                      </a:r>
                      <a:r>
                        <a:rPr lang="en-US" altLang="zh-CN" sz="1200" b="0" kern="1200" dirty="0">
                          <a:effectLst/>
                        </a:rPr>
                        <a:t>Phased array antenna</a:t>
                      </a:r>
                      <a:r>
                        <a:rPr lang="en-US" altLang="zh-CN" sz="1200" b="0" kern="100" dirty="0">
                          <a:effectLst/>
                        </a:rPr>
                        <a:t> power off command sequence.</a:t>
                      </a:r>
                      <a:endParaRPr lang="zh-CN" altLang="zh-CN" sz="1200" b="0" kern="100" dirty="0">
                        <a:effectLst/>
                      </a:endParaRPr>
                    </a:p>
                    <a:p>
                      <a:pPr marL="0" marR="0" indent="0" algn="just" defTabSz="914400" rtl="0" eaLnBrk="1" fontAlgn="auto" latinLnBrk="0" hangingPunct="1">
                        <a:lnSpc>
                          <a:spcPct val="100000"/>
                        </a:lnSpc>
                        <a:spcBef>
                          <a:spcPts val="600"/>
                        </a:spcBef>
                        <a:spcAft>
                          <a:spcPts val="600"/>
                        </a:spcAft>
                        <a:buClrTx/>
                        <a:buSzTx/>
                        <a:buFontTx/>
                        <a:buNone/>
                        <a:tabLst/>
                        <a:defRPr/>
                      </a:pPr>
                      <a:r>
                        <a:rPr lang="en-US" sz="1200" b="0" kern="100" dirty="0">
                          <a:effectLst/>
                        </a:rPr>
                        <a:t>2)Set the sign to “</a:t>
                      </a:r>
                      <a:r>
                        <a:rPr lang="en-US" altLang="zh-CN" sz="1200" b="0" kern="1200" dirty="0">
                          <a:effectLst/>
                        </a:rPr>
                        <a:t>Phased array antenna working timeout Safety Mode</a:t>
                      </a:r>
                      <a:r>
                        <a:rPr lang="en-US" sz="1200" b="0" kern="100" dirty="0">
                          <a:effectLst/>
                        </a:rPr>
                        <a:t>”</a:t>
                      </a:r>
                      <a:endParaRPr lang="zh-CN" sz="1200" b="0" kern="100" dirty="0">
                        <a:effectLst/>
                        <a:latin typeface="Times New Roman"/>
                        <a:ea typeface="宋体"/>
                      </a:endParaRPr>
                    </a:p>
                  </a:txBody>
                  <a:tcPr marL="45948" marR="45948" marT="0" marB="0"/>
                </a:tc>
                <a:tc>
                  <a:txBody>
                    <a:bodyPr/>
                    <a:lstStyle/>
                    <a:p>
                      <a:pPr marL="0" marR="0" indent="0" algn="just" defTabSz="914400" rtl="0" eaLnBrk="1" fontAlgn="auto" latinLnBrk="0" hangingPunct="1">
                        <a:lnSpc>
                          <a:spcPct val="100000"/>
                        </a:lnSpc>
                        <a:spcBef>
                          <a:spcPts val="600"/>
                        </a:spcBef>
                        <a:spcAft>
                          <a:spcPts val="600"/>
                        </a:spcAft>
                        <a:buClrTx/>
                        <a:buSzTx/>
                        <a:buFontTx/>
                        <a:buNone/>
                        <a:tabLst/>
                        <a:defRPr/>
                      </a:pPr>
                      <a:r>
                        <a:rPr lang="en-US" sz="1200" b="0" kern="1200" dirty="0"/>
                        <a:t>XH173 </a:t>
                      </a:r>
                      <a:r>
                        <a:rPr lang="en-US" sz="1200" b="0" kern="1200" baseline="0" dirty="0"/>
                        <a:t>change</a:t>
                      </a:r>
                      <a:endParaRPr lang="zh-CN" sz="1200" b="0" kern="100" dirty="0">
                        <a:effectLst/>
                        <a:latin typeface="Times New Roman"/>
                        <a:ea typeface="宋体"/>
                      </a:endParaRPr>
                    </a:p>
                  </a:txBody>
                  <a:tcPr marL="45948" marR="45948" marT="0" marB="0"/>
                </a:tc>
                <a:extLst>
                  <a:ext uri="{0D108BD9-81ED-4DB2-BD59-A6C34878D82A}">
                    <a16:rowId xmlns:a16="http://schemas.microsoft.com/office/drawing/2014/main" xmlns="" val="10001"/>
                  </a:ext>
                </a:extLst>
              </a:tr>
              <a:tr h="914400">
                <a:tc>
                  <a:txBody>
                    <a:bodyPr/>
                    <a:lstStyle/>
                    <a:p>
                      <a:pPr marL="0" lvl="0" indent="0" algn="just">
                        <a:lnSpc>
                          <a:spcPct val="100000"/>
                        </a:lnSpc>
                        <a:spcBef>
                          <a:spcPts val="0"/>
                        </a:spcBef>
                        <a:spcAft>
                          <a:spcPts val="0"/>
                        </a:spcAft>
                        <a:buFont typeface="+mj-lt"/>
                        <a:buNone/>
                      </a:pPr>
                      <a:r>
                        <a:rPr lang="en-US" sz="1200" kern="100" dirty="0">
                          <a:effectLst/>
                        </a:rPr>
                        <a:t>11 </a:t>
                      </a:r>
                      <a:endParaRPr lang="zh-CN" sz="1200" b="0" kern="100" dirty="0">
                        <a:effectLst/>
                        <a:latin typeface="Times New Roman"/>
                        <a:ea typeface="宋体"/>
                      </a:endParaRPr>
                    </a:p>
                  </a:txBody>
                  <a:tcPr marL="45948" marR="45948" marT="0" marB="0"/>
                </a:tc>
                <a:tc>
                  <a:txBody>
                    <a:bodyPr/>
                    <a:lstStyle/>
                    <a:p>
                      <a:pPr indent="0" algn="just">
                        <a:lnSpc>
                          <a:spcPct val="100000"/>
                        </a:lnSpc>
                        <a:spcBef>
                          <a:spcPts val="0"/>
                        </a:spcBef>
                        <a:spcAft>
                          <a:spcPts val="0"/>
                        </a:spcAft>
                      </a:pPr>
                      <a:r>
                        <a:rPr lang="en-US" altLang="zh-CN" sz="1200" b="0" kern="1200" dirty="0">
                          <a:effectLst/>
                        </a:rPr>
                        <a:t>TC monitor Timeout Safety Mode</a:t>
                      </a:r>
                    </a:p>
                  </a:txBody>
                  <a:tcPr marL="45948" marR="45948" marT="0" marB="0" anchor="ctr"/>
                </a:tc>
                <a:tc>
                  <a:txBody>
                    <a:bodyPr/>
                    <a:lstStyle/>
                    <a:p>
                      <a:pPr indent="0" algn="just">
                        <a:lnSpc>
                          <a:spcPct val="100000"/>
                        </a:lnSpc>
                        <a:spcBef>
                          <a:spcPts val="0"/>
                        </a:spcBef>
                        <a:spcAft>
                          <a:spcPts val="0"/>
                        </a:spcAft>
                      </a:pPr>
                      <a:r>
                        <a:rPr lang="en-US" altLang="zh-CN" sz="1200" b="0" kern="1200" dirty="0">
                          <a:effectLst/>
                        </a:rPr>
                        <a:t>KSM35-01  is not received </a:t>
                      </a:r>
                      <a:r>
                        <a:rPr lang="en-US" altLang="zh-CN" sz="1200" b="0" kern="1200" baseline="0" dirty="0">
                          <a:effectLst/>
                        </a:rPr>
                        <a:t>for 72 hours</a:t>
                      </a:r>
                      <a:endParaRPr lang="zh-CN" sz="1200" b="0" kern="100" dirty="0">
                        <a:effectLst/>
                        <a:latin typeface="Times New Roman"/>
                        <a:ea typeface="宋体"/>
                      </a:endParaRPr>
                    </a:p>
                  </a:txBody>
                  <a:tcPr marL="45948" marR="45948" marT="0" marB="0"/>
                </a:tc>
                <a:tc>
                  <a:txBody>
                    <a:bodyPr/>
                    <a:lstStyle/>
                    <a:p>
                      <a:pPr indent="0" algn="just">
                        <a:lnSpc>
                          <a:spcPct val="100000"/>
                        </a:lnSpc>
                        <a:spcBef>
                          <a:spcPts val="0"/>
                        </a:spcBef>
                        <a:spcAft>
                          <a:spcPts val="0"/>
                        </a:spcAft>
                      </a:pPr>
                      <a:r>
                        <a:rPr lang="en-US" sz="1200" b="0" kern="100" dirty="0">
                          <a:effectLst/>
                        </a:rPr>
                        <a:t>1) </a:t>
                      </a:r>
                      <a:r>
                        <a:rPr lang="en-US" altLang="zh-CN" sz="1200" b="0" kern="100" dirty="0">
                          <a:effectLst/>
                        </a:rPr>
                        <a:t>Run RTTC group 14 to send reset Transponder A and Transponder B command sequence.</a:t>
                      </a:r>
                      <a:endParaRPr lang="zh-CN" altLang="zh-CN" sz="1200" b="0" kern="100" dirty="0">
                        <a:effectLst/>
                      </a:endParaRPr>
                    </a:p>
                    <a:p>
                      <a:pPr marL="0" marR="0" indent="0" algn="just" defTabSz="914400" rtl="0" eaLnBrk="1" fontAlgn="auto" latinLnBrk="0" hangingPunct="1">
                        <a:lnSpc>
                          <a:spcPct val="100000"/>
                        </a:lnSpc>
                        <a:spcBef>
                          <a:spcPts val="0"/>
                        </a:spcBef>
                        <a:spcAft>
                          <a:spcPts val="0"/>
                        </a:spcAft>
                        <a:buClrTx/>
                        <a:buSzTx/>
                        <a:buFontTx/>
                        <a:buNone/>
                        <a:tabLst/>
                        <a:defRPr/>
                      </a:pPr>
                      <a:r>
                        <a:rPr lang="en-US" sz="1200" b="0" kern="100" dirty="0">
                          <a:effectLst/>
                        </a:rPr>
                        <a:t>2) Set the sign to “</a:t>
                      </a:r>
                      <a:r>
                        <a:rPr lang="en-US" altLang="zh-CN" sz="1200" b="0" kern="1200" dirty="0">
                          <a:effectLst/>
                        </a:rPr>
                        <a:t>TC monitor Timeout Safety Mode</a:t>
                      </a:r>
                      <a:r>
                        <a:rPr lang="en-US" sz="1200" b="0" kern="100" dirty="0">
                          <a:effectLst/>
                        </a:rPr>
                        <a:t>”</a:t>
                      </a:r>
                      <a:endParaRPr lang="zh-CN" sz="1200" b="0" kern="100" dirty="0">
                        <a:effectLst/>
                        <a:latin typeface="Times New Roman"/>
                        <a:ea typeface="宋体"/>
                      </a:endParaRPr>
                    </a:p>
                  </a:txBody>
                  <a:tcPr marL="45948" marR="45948" marT="0" marB="0"/>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200" b="0" kern="1200" dirty="0"/>
                        <a:t>XH175 </a:t>
                      </a:r>
                      <a:r>
                        <a:rPr lang="en-US" sz="1200" b="0" kern="1200" baseline="0" dirty="0"/>
                        <a:t>change</a:t>
                      </a:r>
                      <a:endParaRPr lang="zh-CN" sz="1200" b="0" kern="100" dirty="0">
                        <a:effectLst/>
                        <a:latin typeface="Times New Roman"/>
                        <a:ea typeface="宋体"/>
                      </a:endParaRPr>
                    </a:p>
                  </a:txBody>
                  <a:tcPr marL="45948" marR="45948" marT="0" marB="0"/>
                </a:tc>
                <a:extLst>
                  <a:ext uri="{0D108BD9-81ED-4DB2-BD59-A6C34878D82A}">
                    <a16:rowId xmlns:a16="http://schemas.microsoft.com/office/drawing/2014/main" xmlns="" val="10002"/>
                  </a:ext>
                </a:extLst>
              </a:tr>
            </a:tbl>
          </a:graphicData>
        </a:graphic>
      </p:graphicFrame>
    </p:spTree>
    <p:extLst>
      <p:ext uri="{BB962C8B-B14F-4D97-AF65-F5344CB8AC3E}">
        <p14:creationId xmlns:p14="http://schemas.microsoft.com/office/powerpoint/2010/main" val="258899729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8: Safe Mode </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88</a:t>
            </a:fld>
            <a:r>
              <a:rPr lang="zh-CN" altLang="en-US"/>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926047"/>
            <a:ext cx="8255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r>
              <a:rPr lang="en-US" altLang="zh-CN" sz="2400" dirty="0"/>
              <a:t>Communication </a:t>
            </a:r>
            <a:r>
              <a:rPr lang="zh-CN" altLang="zh-CN" sz="2400" dirty="0"/>
              <a:t>Safety mode implemented by </a:t>
            </a:r>
            <a:r>
              <a:rPr lang="en-US" altLang="zh-CN" sz="2400" dirty="0"/>
              <a:t>OBC</a:t>
            </a:r>
            <a:endParaRPr lang="zh-CN" altLang="zh-CN" sz="2400" dirty="0"/>
          </a:p>
        </p:txBody>
      </p:sp>
      <p:graphicFrame>
        <p:nvGraphicFramePr>
          <p:cNvPr id="7" name="表格 6"/>
          <p:cNvGraphicFramePr>
            <a:graphicFrameLocks noGrp="1"/>
          </p:cNvGraphicFramePr>
          <p:nvPr>
            <p:extLst>
              <p:ext uri="{D42A27DB-BD31-4B8C-83A1-F6EECF244321}">
                <p14:modId xmlns:p14="http://schemas.microsoft.com/office/powerpoint/2010/main" val="1851844202"/>
              </p:ext>
            </p:extLst>
          </p:nvPr>
        </p:nvGraphicFramePr>
        <p:xfrm>
          <a:off x="300041" y="1448730"/>
          <a:ext cx="8434387" cy="3017520"/>
        </p:xfrm>
        <a:graphic>
          <a:graphicData uri="http://schemas.openxmlformats.org/drawingml/2006/table">
            <a:tbl>
              <a:tblPr firstRow="1" firstCol="1" lastRow="1" lastCol="1" bandRow="1" bandCol="1">
                <a:tableStyleId>{BC89EF96-8CEA-46FF-86C4-4CE0E7609802}</a:tableStyleId>
              </a:tblPr>
              <a:tblGrid>
                <a:gridCol w="420173">
                  <a:extLst>
                    <a:ext uri="{9D8B030D-6E8A-4147-A177-3AD203B41FA5}">
                      <a16:colId xmlns:a16="http://schemas.microsoft.com/office/drawing/2014/main" xmlns="" val="20000"/>
                    </a:ext>
                  </a:extLst>
                </a:gridCol>
                <a:gridCol w="1989652">
                  <a:extLst>
                    <a:ext uri="{9D8B030D-6E8A-4147-A177-3AD203B41FA5}">
                      <a16:colId xmlns:a16="http://schemas.microsoft.com/office/drawing/2014/main" xmlns="" val="20001"/>
                    </a:ext>
                  </a:extLst>
                </a:gridCol>
                <a:gridCol w="1497012">
                  <a:extLst>
                    <a:ext uri="{9D8B030D-6E8A-4147-A177-3AD203B41FA5}">
                      <a16:colId xmlns:a16="http://schemas.microsoft.com/office/drawing/2014/main" xmlns="" val="20002"/>
                    </a:ext>
                  </a:extLst>
                </a:gridCol>
                <a:gridCol w="3665368">
                  <a:extLst>
                    <a:ext uri="{9D8B030D-6E8A-4147-A177-3AD203B41FA5}">
                      <a16:colId xmlns:a16="http://schemas.microsoft.com/office/drawing/2014/main" xmlns="" val="20003"/>
                    </a:ext>
                  </a:extLst>
                </a:gridCol>
                <a:gridCol w="862182">
                  <a:extLst>
                    <a:ext uri="{9D8B030D-6E8A-4147-A177-3AD203B41FA5}">
                      <a16:colId xmlns:a16="http://schemas.microsoft.com/office/drawing/2014/main" xmlns="" val="20004"/>
                    </a:ext>
                  </a:extLst>
                </a:gridCol>
              </a:tblGrid>
              <a:tr h="731520">
                <a:tc>
                  <a:txBody>
                    <a:bodyPr/>
                    <a:lstStyle/>
                    <a:p>
                      <a:pPr marL="0" lvl="0" indent="0" algn="just">
                        <a:lnSpc>
                          <a:spcPct val="100000"/>
                        </a:lnSpc>
                        <a:spcBef>
                          <a:spcPts val="0"/>
                        </a:spcBef>
                        <a:spcAft>
                          <a:spcPts val="0"/>
                        </a:spcAft>
                        <a:buFont typeface="+mj-lt"/>
                        <a:buNone/>
                      </a:pPr>
                      <a:r>
                        <a:rPr lang="en-US" sz="1200" kern="100" dirty="0">
                          <a:effectLst/>
                        </a:rPr>
                        <a:t>1</a:t>
                      </a:r>
                      <a:endParaRPr lang="zh-CN" sz="1200" b="0" kern="100" dirty="0">
                        <a:effectLst/>
                        <a:latin typeface="Times New Roman"/>
                        <a:ea typeface="宋体"/>
                      </a:endParaRPr>
                    </a:p>
                  </a:txBody>
                  <a:tcPr marL="45947" marR="45947" marT="0" marB="0"/>
                </a:tc>
                <a:tc>
                  <a:txBody>
                    <a:bodyPr/>
                    <a:lstStyle/>
                    <a:p>
                      <a:pPr algn="just">
                        <a:lnSpc>
                          <a:spcPct val="100000"/>
                        </a:lnSpc>
                        <a:spcBef>
                          <a:spcPts val="0"/>
                        </a:spcBef>
                        <a:spcAft>
                          <a:spcPts val="0"/>
                        </a:spcAft>
                      </a:pPr>
                      <a:r>
                        <a:rPr lang="en-US" altLang="zh-CN" sz="1200" b="0" kern="100" dirty="0">
                          <a:effectLst/>
                        </a:rPr>
                        <a:t>Transponder A Communication Safety Mode</a:t>
                      </a:r>
                      <a:endParaRPr lang="zh-CN" altLang="zh-CN" sz="1200" b="0" kern="100" dirty="0">
                        <a:effectLst/>
                        <a:latin typeface="Times New Roman"/>
                        <a:ea typeface="+mn-ea"/>
                      </a:endParaRPr>
                    </a:p>
                  </a:txBody>
                  <a:tcPr marL="45947" marR="45947" marT="0" marB="0" anchor="ctr"/>
                </a:tc>
                <a:tc>
                  <a:txBody>
                    <a:bodyPr/>
                    <a:lstStyle/>
                    <a:p>
                      <a:pPr algn="just">
                        <a:lnSpc>
                          <a:spcPct val="100000"/>
                        </a:lnSpc>
                        <a:spcBef>
                          <a:spcPts val="0"/>
                        </a:spcBef>
                        <a:spcAft>
                          <a:spcPts val="0"/>
                        </a:spcAft>
                      </a:pPr>
                      <a:r>
                        <a:rPr lang="en-US" sz="1200" b="0" kern="100" dirty="0">
                          <a:effectLst/>
                        </a:rPr>
                        <a:t>100 times abnormal communication</a:t>
                      </a:r>
                      <a:endParaRPr lang="zh-CN" sz="1200" b="0" kern="100" dirty="0">
                        <a:effectLst/>
                        <a:latin typeface="Times New Roman"/>
                        <a:ea typeface="宋体"/>
                      </a:endParaRPr>
                    </a:p>
                  </a:txBody>
                  <a:tcPr marL="45947" marR="45947" marT="0" marB="0"/>
                </a:tc>
                <a:tc>
                  <a:txBody>
                    <a:bodyPr/>
                    <a:lstStyle/>
                    <a:p>
                      <a:pPr algn="just">
                        <a:lnSpc>
                          <a:spcPct val="100000"/>
                        </a:lnSpc>
                        <a:spcBef>
                          <a:spcPts val="0"/>
                        </a:spcBef>
                        <a:spcAft>
                          <a:spcPts val="0"/>
                        </a:spcAft>
                      </a:pPr>
                      <a:r>
                        <a:rPr lang="en-US" sz="1200" b="0" kern="100" dirty="0">
                          <a:effectLst/>
                        </a:rPr>
                        <a:t>1) </a:t>
                      </a:r>
                      <a:r>
                        <a:rPr lang="en-US" altLang="zh-CN" sz="1200" b="0" kern="100" dirty="0">
                          <a:effectLst/>
                        </a:rPr>
                        <a:t>Run RTTC group 1 to send Transponder A power</a:t>
                      </a:r>
                      <a:r>
                        <a:rPr lang="en-US" altLang="zh-CN" sz="1200" b="0" kern="100" baseline="0" dirty="0">
                          <a:effectLst/>
                        </a:rPr>
                        <a:t> off</a:t>
                      </a:r>
                      <a:r>
                        <a:rPr lang="en-US" altLang="zh-CN" sz="1200" b="0" kern="100" dirty="0">
                          <a:effectLst/>
                        </a:rPr>
                        <a:t>, and then power on.</a:t>
                      </a:r>
                      <a:endParaRPr lang="zh-CN" altLang="zh-CN" sz="1200" b="0" kern="100" dirty="0">
                        <a:effectLst/>
                      </a:endParaRPr>
                    </a:p>
                    <a:p>
                      <a:pPr marL="0" marR="0" indent="0" algn="just" defTabSz="914400" rtl="0" eaLnBrk="1" fontAlgn="auto" latinLnBrk="0" hangingPunct="1">
                        <a:lnSpc>
                          <a:spcPct val="100000"/>
                        </a:lnSpc>
                        <a:spcBef>
                          <a:spcPts val="0"/>
                        </a:spcBef>
                        <a:spcAft>
                          <a:spcPts val="0"/>
                        </a:spcAft>
                        <a:buClrTx/>
                        <a:buSzTx/>
                        <a:buFontTx/>
                        <a:buNone/>
                        <a:tabLst/>
                        <a:defRPr/>
                      </a:pPr>
                      <a:r>
                        <a:rPr lang="en-US" sz="1200" b="0" kern="100" dirty="0">
                          <a:effectLst/>
                        </a:rPr>
                        <a:t>2) Set the sign to “</a:t>
                      </a:r>
                      <a:r>
                        <a:rPr lang="en-US" altLang="zh-CN" sz="1200" b="0" kern="100" dirty="0">
                          <a:effectLst/>
                        </a:rPr>
                        <a:t>Transponder A Communication Safety Mode</a:t>
                      </a:r>
                      <a:r>
                        <a:rPr lang="en-US" sz="1200" b="0" kern="100" dirty="0">
                          <a:effectLst/>
                        </a:rPr>
                        <a:t>”</a:t>
                      </a:r>
                      <a:endParaRPr lang="zh-CN" sz="1200" b="0" kern="100" dirty="0">
                        <a:effectLst/>
                        <a:latin typeface="Times New Roman"/>
                        <a:ea typeface="宋体"/>
                      </a:endParaRPr>
                    </a:p>
                  </a:txBody>
                  <a:tcPr marL="45947" marR="45947" marT="0" marB="0"/>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200" b="0" kern="1200" dirty="0"/>
                        <a:t>XH032 </a:t>
                      </a:r>
                      <a:r>
                        <a:rPr lang="en-US" sz="1200" b="0" kern="1200" baseline="0" dirty="0"/>
                        <a:t>change</a:t>
                      </a:r>
                      <a:endParaRPr lang="zh-CN" sz="1200" b="0" kern="100" dirty="0">
                        <a:effectLst/>
                        <a:latin typeface="Times New Roman"/>
                        <a:ea typeface="宋体"/>
                      </a:endParaRPr>
                    </a:p>
                  </a:txBody>
                  <a:tcPr marL="45947" marR="45947" marT="0" marB="0"/>
                </a:tc>
                <a:extLst>
                  <a:ext uri="{0D108BD9-81ED-4DB2-BD59-A6C34878D82A}">
                    <a16:rowId xmlns:a16="http://schemas.microsoft.com/office/drawing/2014/main" xmlns="" val="10000"/>
                  </a:ext>
                </a:extLst>
              </a:tr>
              <a:tr h="731520">
                <a:tc>
                  <a:txBody>
                    <a:bodyPr/>
                    <a:lstStyle/>
                    <a:p>
                      <a:pPr marL="0" lvl="0" indent="0" algn="just">
                        <a:lnSpc>
                          <a:spcPct val="100000"/>
                        </a:lnSpc>
                        <a:spcBef>
                          <a:spcPts val="0"/>
                        </a:spcBef>
                        <a:spcAft>
                          <a:spcPts val="0"/>
                        </a:spcAft>
                        <a:buFont typeface="+mj-lt"/>
                        <a:buNone/>
                      </a:pPr>
                      <a:r>
                        <a:rPr lang="en-US" sz="1200" kern="100" dirty="0">
                          <a:effectLst/>
                        </a:rPr>
                        <a:t>2</a:t>
                      </a:r>
                      <a:endParaRPr lang="zh-CN" sz="1200" b="0" kern="100" dirty="0">
                        <a:effectLst/>
                        <a:latin typeface="Times New Roman"/>
                        <a:ea typeface="宋体"/>
                      </a:endParaRPr>
                    </a:p>
                  </a:txBody>
                  <a:tcPr marL="45947" marR="45947" marT="0" marB="0"/>
                </a:tc>
                <a:tc>
                  <a:txBody>
                    <a:bodyPr/>
                    <a:lstStyle/>
                    <a:p>
                      <a:pPr algn="just">
                        <a:lnSpc>
                          <a:spcPct val="100000"/>
                        </a:lnSpc>
                        <a:spcBef>
                          <a:spcPts val="0"/>
                        </a:spcBef>
                        <a:spcAft>
                          <a:spcPts val="0"/>
                        </a:spcAft>
                      </a:pPr>
                      <a:r>
                        <a:rPr lang="en-US" altLang="zh-CN" sz="1200" b="0" kern="100" dirty="0">
                          <a:effectLst/>
                          <a:latin typeface="Times New Roman"/>
                          <a:ea typeface="+mn-ea"/>
                        </a:rPr>
                        <a:t>PCU Communication Safety Mode</a:t>
                      </a:r>
                      <a:endParaRPr lang="zh-CN" sz="1200" b="0" kern="100" dirty="0">
                        <a:effectLst/>
                        <a:latin typeface="Times New Roman"/>
                        <a:ea typeface="宋体"/>
                      </a:endParaRPr>
                    </a:p>
                  </a:txBody>
                  <a:tcPr marL="45947" marR="45947" marT="0" marB="0" anchor="ctr"/>
                </a:tc>
                <a:tc>
                  <a:txBody>
                    <a:bodyPr/>
                    <a:lstStyle/>
                    <a:p>
                      <a:pPr algn="just">
                        <a:lnSpc>
                          <a:spcPct val="100000"/>
                        </a:lnSpc>
                        <a:spcBef>
                          <a:spcPts val="0"/>
                        </a:spcBef>
                        <a:spcAft>
                          <a:spcPts val="0"/>
                        </a:spcAft>
                      </a:pPr>
                      <a:r>
                        <a:rPr lang="en-US" sz="1200" b="0" kern="100" dirty="0">
                          <a:effectLst/>
                        </a:rPr>
                        <a:t>100 times abnormal communication</a:t>
                      </a:r>
                      <a:endParaRPr lang="zh-CN" sz="1200" b="0" kern="100" dirty="0">
                        <a:effectLst/>
                        <a:latin typeface="Times New Roman"/>
                        <a:ea typeface="宋体"/>
                      </a:endParaRPr>
                    </a:p>
                  </a:txBody>
                  <a:tcPr marL="45947" marR="45947" marT="0" marB="0"/>
                </a:tc>
                <a:tc>
                  <a:txBody>
                    <a:bodyPr/>
                    <a:lstStyle/>
                    <a:p>
                      <a:pPr algn="just">
                        <a:lnSpc>
                          <a:spcPct val="100000"/>
                        </a:lnSpc>
                        <a:spcBef>
                          <a:spcPts val="0"/>
                        </a:spcBef>
                        <a:spcAft>
                          <a:spcPts val="0"/>
                        </a:spcAft>
                      </a:pPr>
                      <a:r>
                        <a:rPr lang="en-US" altLang="zh-CN" sz="1200" b="0" kern="100" dirty="0">
                          <a:effectLst/>
                        </a:rPr>
                        <a:t>1) Run RTTC group 2 to send PCU Sub-computer B on/A off.</a:t>
                      </a:r>
                      <a:endParaRPr lang="zh-CN" altLang="zh-CN" sz="1200" b="0" kern="100" dirty="0">
                        <a:effectLst/>
                      </a:endParaRPr>
                    </a:p>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b="0" kern="100" dirty="0">
                          <a:effectLst/>
                        </a:rPr>
                        <a:t>2) Set the sign to “</a:t>
                      </a:r>
                      <a:r>
                        <a:rPr lang="en-US" altLang="zh-CN" sz="1200" b="0" kern="100" dirty="0">
                          <a:effectLst/>
                          <a:latin typeface="Times New Roman"/>
                          <a:ea typeface="+mn-ea"/>
                        </a:rPr>
                        <a:t>PCU </a:t>
                      </a:r>
                      <a:r>
                        <a:rPr lang="en-US" altLang="zh-CN" sz="1200" b="0" kern="100" dirty="0">
                          <a:effectLst/>
                        </a:rPr>
                        <a:t>Communication Safety Mode”</a:t>
                      </a:r>
                      <a:endParaRPr lang="zh-CN" altLang="zh-CN" sz="1200" b="0" kern="100" dirty="0">
                        <a:effectLst/>
                        <a:latin typeface="Times New Roman"/>
                        <a:ea typeface="+mn-ea"/>
                      </a:endParaRPr>
                    </a:p>
                  </a:txBody>
                  <a:tcPr marL="45947" marR="45947" marT="0" marB="0"/>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200" b="0" kern="1200" dirty="0"/>
                        <a:t>XH033 </a:t>
                      </a:r>
                      <a:r>
                        <a:rPr lang="en-US" sz="1200" b="0" kern="1200" baseline="0" dirty="0"/>
                        <a:t>change</a:t>
                      </a:r>
                      <a:endParaRPr lang="zh-CN" sz="1200" b="0" kern="100" dirty="0">
                        <a:effectLst/>
                        <a:latin typeface="Times New Roman"/>
                        <a:ea typeface="宋体"/>
                      </a:endParaRPr>
                    </a:p>
                  </a:txBody>
                  <a:tcPr marL="45947" marR="45947" marT="0" marB="0"/>
                </a:tc>
                <a:extLst>
                  <a:ext uri="{0D108BD9-81ED-4DB2-BD59-A6C34878D82A}">
                    <a16:rowId xmlns:a16="http://schemas.microsoft.com/office/drawing/2014/main" xmlns="" val="10001"/>
                  </a:ext>
                </a:extLst>
              </a:tr>
              <a:tr h="822960">
                <a:tc>
                  <a:txBody>
                    <a:bodyPr/>
                    <a:lstStyle/>
                    <a:p>
                      <a:pPr marL="0" lvl="0" indent="0" algn="just">
                        <a:lnSpc>
                          <a:spcPct val="150000"/>
                        </a:lnSpc>
                        <a:spcAft>
                          <a:spcPts val="0"/>
                        </a:spcAft>
                        <a:buFont typeface="+mj-lt"/>
                        <a:buNone/>
                      </a:pPr>
                      <a:r>
                        <a:rPr lang="en-US" sz="1200" kern="100" dirty="0">
                          <a:effectLst/>
                        </a:rPr>
                        <a:t>3</a:t>
                      </a:r>
                      <a:endParaRPr lang="zh-CN" sz="1200" b="0" kern="100" dirty="0">
                        <a:effectLst/>
                        <a:latin typeface="Times New Roman"/>
                        <a:ea typeface="宋体"/>
                      </a:endParaRPr>
                    </a:p>
                  </a:txBody>
                  <a:tcPr marL="45947" marR="45947" marT="0" marB="0"/>
                </a:tc>
                <a:tc>
                  <a:txBody>
                    <a:bodyPr/>
                    <a:lstStyle/>
                    <a:p>
                      <a:pPr algn="just">
                        <a:lnSpc>
                          <a:spcPct val="150000"/>
                        </a:lnSpc>
                        <a:spcAft>
                          <a:spcPts val="0"/>
                        </a:spcAft>
                      </a:pPr>
                      <a:r>
                        <a:rPr lang="en-US" sz="1200" b="0" kern="100" dirty="0">
                          <a:effectLst/>
                        </a:rPr>
                        <a:t>Responder B Communication Safety Mode</a:t>
                      </a:r>
                    </a:p>
                  </a:txBody>
                  <a:tcPr marL="45947" marR="45947" marT="0" marB="0" anchor="ctr"/>
                </a:tc>
                <a:tc>
                  <a:txBody>
                    <a:bodyPr/>
                    <a:lstStyle/>
                    <a:p>
                      <a:pPr algn="just">
                        <a:spcAft>
                          <a:spcPts val="0"/>
                        </a:spcAft>
                      </a:pPr>
                      <a:r>
                        <a:rPr lang="en-US" sz="1200" b="0" kern="100" dirty="0">
                          <a:effectLst/>
                        </a:rPr>
                        <a:t>100 times abnormal communication</a:t>
                      </a:r>
                      <a:endParaRPr lang="zh-CN" sz="1200" b="0" kern="100" dirty="0">
                        <a:effectLst/>
                        <a:latin typeface="Times New Roman"/>
                        <a:ea typeface="宋体"/>
                      </a:endParaRPr>
                    </a:p>
                  </a:txBody>
                  <a:tcPr marL="45947" marR="45947" marT="0" marB="0"/>
                </a:tc>
                <a:tc>
                  <a:txBody>
                    <a:bodyPr/>
                    <a:lstStyle/>
                    <a:p>
                      <a:pPr algn="just">
                        <a:lnSpc>
                          <a:spcPct val="100000"/>
                        </a:lnSpc>
                        <a:spcBef>
                          <a:spcPts val="0"/>
                        </a:spcBef>
                        <a:spcAft>
                          <a:spcPts val="0"/>
                        </a:spcAft>
                      </a:pPr>
                      <a:r>
                        <a:rPr lang="en-US" altLang="zh-CN" sz="1200" b="0" kern="100" dirty="0">
                          <a:effectLst/>
                        </a:rPr>
                        <a:t>1) Run RTTC group 4 to send Transponder b power</a:t>
                      </a:r>
                      <a:r>
                        <a:rPr lang="en-US" altLang="zh-CN" sz="1200" b="0" kern="100" baseline="0" dirty="0">
                          <a:effectLst/>
                        </a:rPr>
                        <a:t> off</a:t>
                      </a:r>
                      <a:r>
                        <a:rPr lang="en-US" altLang="zh-CN" sz="1200" b="0" kern="100" dirty="0">
                          <a:effectLst/>
                        </a:rPr>
                        <a:t>, and then power on.</a:t>
                      </a:r>
                      <a:endParaRPr lang="zh-CN" altLang="zh-CN" sz="1200" b="0" kern="100" dirty="0">
                        <a:effectLst/>
                      </a:endParaRPr>
                    </a:p>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b="0" kern="100" dirty="0">
                          <a:effectLst/>
                        </a:rPr>
                        <a:t>2) Set the sign to “Transponder b Communication Safety Mode”</a:t>
                      </a:r>
                      <a:endParaRPr lang="zh-CN" altLang="zh-CN" sz="1200" b="0" kern="100" dirty="0">
                        <a:effectLst/>
                        <a:latin typeface="Times New Roman"/>
                        <a:ea typeface="+mn-ea"/>
                      </a:endParaRPr>
                    </a:p>
                  </a:txBody>
                  <a:tcPr marL="45947" marR="45947" marT="0" marB="0"/>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200" b="0" kern="1200" dirty="0"/>
                        <a:t>XH035 </a:t>
                      </a:r>
                      <a:r>
                        <a:rPr lang="en-US" sz="1200" b="0" kern="1200" baseline="0" dirty="0"/>
                        <a:t>change</a:t>
                      </a:r>
                      <a:endParaRPr lang="zh-CN" sz="1200" b="0" kern="100" dirty="0">
                        <a:effectLst/>
                        <a:latin typeface="Times New Roman"/>
                        <a:ea typeface="宋体"/>
                      </a:endParaRPr>
                    </a:p>
                  </a:txBody>
                  <a:tcPr marL="45947" marR="45947" marT="0" marB="0"/>
                </a:tc>
                <a:extLst>
                  <a:ext uri="{0D108BD9-81ED-4DB2-BD59-A6C34878D82A}">
                    <a16:rowId xmlns:a16="http://schemas.microsoft.com/office/drawing/2014/main" xmlns="" val="10002"/>
                  </a:ext>
                </a:extLst>
              </a:tr>
              <a:tr h="731520">
                <a:tc>
                  <a:txBody>
                    <a:bodyPr/>
                    <a:lstStyle/>
                    <a:p>
                      <a:pPr marL="0" lvl="0" indent="0" algn="just">
                        <a:lnSpc>
                          <a:spcPct val="150000"/>
                        </a:lnSpc>
                        <a:spcAft>
                          <a:spcPts val="0"/>
                        </a:spcAft>
                        <a:buFont typeface="+mj-lt"/>
                        <a:buNone/>
                      </a:pPr>
                      <a:r>
                        <a:rPr lang="en-US" altLang="zh-CN" sz="1200" kern="100" dirty="0">
                          <a:effectLst/>
                        </a:rPr>
                        <a:t>4</a:t>
                      </a:r>
                      <a:endParaRPr lang="zh-CN" sz="1200" b="0" kern="100" dirty="0">
                        <a:effectLst/>
                        <a:latin typeface="Times New Roman"/>
                        <a:ea typeface="宋体"/>
                      </a:endParaRPr>
                    </a:p>
                  </a:txBody>
                  <a:tcPr marL="45947" marR="45947" marT="0" marB="0"/>
                </a:tc>
                <a:tc>
                  <a:txBody>
                    <a:bodyPr/>
                    <a:lstStyle/>
                    <a:p>
                      <a:pPr algn="just">
                        <a:lnSpc>
                          <a:spcPct val="150000"/>
                        </a:lnSpc>
                        <a:spcAft>
                          <a:spcPts val="0"/>
                        </a:spcAft>
                      </a:pPr>
                      <a:r>
                        <a:rPr lang="en-US" sz="1200" b="0" kern="100" dirty="0">
                          <a:effectLst/>
                        </a:rPr>
                        <a:t>TCU</a:t>
                      </a:r>
                      <a:r>
                        <a:rPr lang="en-US" sz="1200" b="0" kern="100" baseline="0" dirty="0">
                          <a:effectLst/>
                        </a:rPr>
                        <a:t> </a:t>
                      </a:r>
                      <a:r>
                        <a:rPr lang="en-US" sz="1200" b="0" kern="100" dirty="0">
                          <a:effectLst/>
                        </a:rPr>
                        <a:t>Communication Safety Mode</a:t>
                      </a:r>
                      <a:endParaRPr lang="zh-CN" sz="1200" b="0" kern="100" dirty="0">
                        <a:effectLst/>
                        <a:latin typeface="Times New Roman"/>
                        <a:ea typeface="宋体"/>
                      </a:endParaRPr>
                    </a:p>
                  </a:txBody>
                  <a:tcPr marL="45947" marR="45947" marT="0" marB="0" anchor="ctr"/>
                </a:tc>
                <a:tc>
                  <a:txBody>
                    <a:bodyPr/>
                    <a:lstStyle/>
                    <a:p>
                      <a:pPr algn="just">
                        <a:spcAft>
                          <a:spcPts val="0"/>
                        </a:spcAft>
                      </a:pPr>
                      <a:r>
                        <a:rPr lang="en-US" sz="1200" b="0" kern="100" dirty="0">
                          <a:effectLst/>
                        </a:rPr>
                        <a:t>100 times abnormal communication</a:t>
                      </a:r>
                      <a:endParaRPr lang="zh-CN" sz="1200" b="0" kern="100" dirty="0">
                        <a:effectLst/>
                        <a:latin typeface="Times New Roman"/>
                        <a:ea typeface="宋体"/>
                      </a:endParaRPr>
                    </a:p>
                  </a:txBody>
                  <a:tcPr marL="45947" marR="45947" marT="0" marB="0"/>
                </a:tc>
                <a:tc>
                  <a:txBody>
                    <a:bodyPr/>
                    <a:lstStyle/>
                    <a:p>
                      <a:pPr algn="just">
                        <a:spcAft>
                          <a:spcPts val="0"/>
                        </a:spcAft>
                      </a:pPr>
                      <a:r>
                        <a:rPr lang="en-US" sz="1200" b="0" kern="100" dirty="0">
                          <a:effectLst/>
                        </a:rPr>
                        <a:t>1) </a:t>
                      </a:r>
                      <a:r>
                        <a:rPr lang="en-US" altLang="zh-CN" sz="1200" b="0" kern="100" dirty="0">
                          <a:effectLst/>
                        </a:rPr>
                        <a:t>Run RTTC group 5 to s</a:t>
                      </a:r>
                      <a:r>
                        <a:rPr lang="en-US" sz="1200" b="0" kern="100" dirty="0">
                          <a:effectLst/>
                        </a:rPr>
                        <a:t>end TCU Sub-computer A off, and</a:t>
                      </a:r>
                      <a:r>
                        <a:rPr lang="en-US" sz="1200" b="0" kern="100" baseline="0" dirty="0">
                          <a:effectLst/>
                        </a:rPr>
                        <a:t> then </a:t>
                      </a:r>
                      <a:r>
                        <a:rPr lang="en-US" altLang="zh-CN" sz="1200" b="0" kern="100" dirty="0">
                          <a:effectLst/>
                        </a:rPr>
                        <a:t>B on</a:t>
                      </a:r>
                      <a:endParaRPr lang="zh-CN" sz="1200" b="0" kern="100" dirty="0">
                        <a:effectLst/>
                      </a:endParaRPr>
                    </a:p>
                    <a:p>
                      <a:pPr algn="just">
                        <a:spcAft>
                          <a:spcPts val="0"/>
                        </a:spcAft>
                      </a:pPr>
                      <a:r>
                        <a:rPr lang="en-US" sz="1200" b="0" kern="100" dirty="0">
                          <a:effectLst/>
                        </a:rPr>
                        <a:t>2) Set the sign to “TCU Sub-computer communication Safety Mode”</a:t>
                      </a:r>
                      <a:endParaRPr lang="zh-CN" sz="1200" b="0" kern="100" dirty="0">
                        <a:effectLst/>
                        <a:latin typeface="Times New Roman"/>
                        <a:ea typeface="宋体"/>
                      </a:endParaRPr>
                    </a:p>
                  </a:txBody>
                  <a:tcPr marL="45947" marR="45947" marT="0" marB="0"/>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200" b="0" kern="1200" dirty="0"/>
                        <a:t>XH036 </a:t>
                      </a:r>
                      <a:r>
                        <a:rPr lang="en-US" sz="1200" b="0" kern="1200" baseline="0" dirty="0"/>
                        <a:t>change</a:t>
                      </a:r>
                      <a:endParaRPr lang="zh-CN" sz="1200" b="0" kern="100" dirty="0">
                        <a:effectLst/>
                        <a:latin typeface="Times New Roman"/>
                        <a:ea typeface="宋体"/>
                      </a:endParaRPr>
                    </a:p>
                  </a:txBody>
                  <a:tcPr marL="45947" marR="45947" marT="0" marB="0"/>
                </a:tc>
                <a:extLst>
                  <a:ext uri="{0D108BD9-81ED-4DB2-BD59-A6C34878D82A}">
                    <a16:rowId xmlns:a16="http://schemas.microsoft.com/office/drawing/2014/main" xmlns="" val="10003"/>
                  </a:ext>
                </a:extLst>
              </a:tr>
            </a:tbl>
          </a:graphicData>
        </a:graphic>
      </p:graphicFrame>
    </p:spTree>
    <p:extLst>
      <p:ext uri="{BB962C8B-B14F-4D97-AF65-F5344CB8AC3E}">
        <p14:creationId xmlns:p14="http://schemas.microsoft.com/office/powerpoint/2010/main" val="258899729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8: Safe Mode </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89</a:t>
            </a:fld>
            <a:r>
              <a:rPr lang="zh-CN" altLang="en-US"/>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903098"/>
            <a:ext cx="8255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r>
              <a:rPr lang="zh-CN" altLang="zh-CN" sz="2400" dirty="0"/>
              <a:t>Safety mode implemented by </a:t>
            </a:r>
            <a:r>
              <a:rPr lang="en-US" altLang="zh-CN" sz="2400" dirty="0"/>
              <a:t>OBC</a:t>
            </a:r>
            <a:endParaRPr lang="zh-CN" altLang="zh-CN" sz="2400" dirty="0"/>
          </a:p>
        </p:txBody>
      </p:sp>
      <p:graphicFrame>
        <p:nvGraphicFramePr>
          <p:cNvPr id="7" name="表格 6"/>
          <p:cNvGraphicFramePr>
            <a:graphicFrameLocks noGrp="1"/>
          </p:cNvGraphicFramePr>
          <p:nvPr>
            <p:extLst>
              <p:ext uri="{D42A27DB-BD31-4B8C-83A1-F6EECF244321}">
                <p14:modId xmlns:p14="http://schemas.microsoft.com/office/powerpoint/2010/main" val="1200479263"/>
              </p:ext>
            </p:extLst>
          </p:nvPr>
        </p:nvGraphicFramePr>
        <p:xfrm>
          <a:off x="457203" y="1286478"/>
          <a:ext cx="7948613" cy="1737360"/>
        </p:xfrm>
        <a:graphic>
          <a:graphicData uri="http://schemas.openxmlformats.org/drawingml/2006/table">
            <a:tbl>
              <a:tblPr firstRow="1" firstCol="1" lastRow="1" lastCol="1" bandRow="1" bandCol="1">
                <a:tableStyleId>{BC89EF96-8CEA-46FF-86C4-4CE0E7609802}</a:tableStyleId>
              </a:tblPr>
              <a:tblGrid>
                <a:gridCol w="426984">
                  <a:extLst>
                    <a:ext uri="{9D8B030D-6E8A-4147-A177-3AD203B41FA5}">
                      <a16:colId xmlns:a16="http://schemas.microsoft.com/office/drawing/2014/main" xmlns="" val="20000"/>
                    </a:ext>
                  </a:extLst>
                </a:gridCol>
                <a:gridCol w="1752612">
                  <a:extLst>
                    <a:ext uri="{9D8B030D-6E8A-4147-A177-3AD203B41FA5}">
                      <a16:colId xmlns:a16="http://schemas.microsoft.com/office/drawing/2014/main" xmlns="" val="20001"/>
                    </a:ext>
                  </a:extLst>
                </a:gridCol>
                <a:gridCol w="1679587">
                  <a:extLst>
                    <a:ext uri="{9D8B030D-6E8A-4147-A177-3AD203B41FA5}">
                      <a16:colId xmlns:a16="http://schemas.microsoft.com/office/drawing/2014/main" xmlns="" val="20002"/>
                    </a:ext>
                  </a:extLst>
                </a:gridCol>
                <a:gridCol w="3286148">
                  <a:extLst>
                    <a:ext uri="{9D8B030D-6E8A-4147-A177-3AD203B41FA5}">
                      <a16:colId xmlns:a16="http://schemas.microsoft.com/office/drawing/2014/main" xmlns="" val="20003"/>
                    </a:ext>
                  </a:extLst>
                </a:gridCol>
                <a:gridCol w="803282">
                  <a:extLst>
                    <a:ext uri="{9D8B030D-6E8A-4147-A177-3AD203B41FA5}">
                      <a16:colId xmlns:a16="http://schemas.microsoft.com/office/drawing/2014/main" xmlns="" val="20004"/>
                    </a:ext>
                  </a:extLst>
                </a:gridCol>
              </a:tblGrid>
              <a:tr h="914400">
                <a:tc>
                  <a:txBody>
                    <a:bodyPr/>
                    <a:lstStyle/>
                    <a:p>
                      <a:pPr marL="0" lvl="0" indent="0" algn="just">
                        <a:lnSpc>
                          <a:spcPct val="150000"/>
                        </a:lnSpc>
                        <a:spcAft>
                          <a:spcPts val="0"/>
                        </a:spcAft>
                        <a:buFont typeface="+mj-lt"/>
                        <a:buNone/>
                      </a:pPr>
                      <a:r>
                        <a:rPr lang="en-US" sz="1200" kern="100" dirty="0">
                          <a:effectLst/>
                        </a:rPr>
                        <a:t>5</a:t>
                      </a:r>
                      <a:endParaRPr lang="zh-CN" sz="1200" b="0" kern="100" dirty="0">
                        <a:effectLst/>
                        <a:latin typeface="Times New Roman"/>
                        <a:ea typeface="宋体"/>
                      </a:endParaRPr>
                    </a:p>
                  </a:txBody>
                  <a:tcPr marL="45948" marR="45948" marT="0" marB="0"/>
                </a:tc>
                <a:tc>
                  <a:txBody>
                    <a:bodyPr/>
                    <a:lstStyle/>
                    <a:p>
                      <a:pPr algn="just">
                        <a:lnSpc>
                          <a:spcPct val="150000"/>
                        </a:lnSpc>
                        <a:spcAft>
                          <a:spcPts val="0"/>
                        </a:spcAft>
                      </a:pPr>
                      <a:r>
                        <a:rPr lang="en-US" sz="1200" b="0" kern="100" dirty="0">
                          <a:effectLst/>
                        </a:rPr>
                        <a:t>BMU Communication Safety Mode</a:t>
                      </a:r>
                      <a:endParaRPr lang="zh-CN" sz="1200" b="0" kern="100" dirty="0">
                        <a:effectLst/>
                        <a:latin typeface="Times New Roman"/>
                        <a:ea typeface="宋体"/>
                      </a:endParaRPr>
                    </a:p>
                  </a:txBody>
                  <a:tcPr marL="45948" marR="45948" marT="0" marB="0" anchor="ctr"/>
                </a:tc>
                <a:tc>
                  <a:txBody>
                    <a:bodyPr/>
                    <a:lstStyle/>
                    <a:p>
                      <a:pPr algn="just">
                        <a:spcAft>
                          <a:spcPts val="0"/>
                        </a:spcAft>
                      </a:pPr>
                      <a:r>
                        <a:rPr lang="en-US" sz="1200" b="0" kern="100" dirty="0">
                          <a:effectLst/>
                        </a:rPr>
                        <a:t>100 times abnormal communication</a:t>
                      </a:r>
                      <a:endParaRPr lang="zh-CN" sz="1200" b="0" kern="100" dirty="0">
                        <a:effectLst/>
                        <a:latin typeface="Times New Roman"/>
                        <a:ea typeface="宋体"/>
                      </a:endParaRPr>
                    </a:p>
                  </a:txBody>
                  <a:tcPr marL="45948" marR="45948" marT="0" marB="0"/>
                </a:tc>
                <a:tc>
                  <a:txBody>
                    <a:bodyPr/>
                    <a:lstStyle/>
                    <a:p>
                      <a:pPr algn="just">
                        <a:spcAft>
                          <a:spcPts val="0"/>
                        </a:spcAft>
                      </a:pPr>
                      <a:r>
                        <a:rPr lang="en-US" sz="1200" b="0" kern="100" dirty="0">
                          <a:effectLst/>
                        </a:rPr>
                        <a:t>1)</a:t>
                      </a:r>
                      <a:r>
                        <a:rPr lang="en-US" altLang="zh-CN" sz="1200" b="0" kern="100" dirty="0">
                          <a:effectLst/>
                        </a:rPr>
                        <a:t> Run RTTC group 6 to</a:t>
                      </a:r>
                      <a:r>
                        <a:rPr lang="en-US" sz="1200" b="0" kern="100" dirty="0">
                          <a:effectLst/>
                        </a:rPr>
                        <a:t> s</a:t>
                      </a:r>
                      <a:r>
                        <a:rPr lang="en-US" altLang="zh-CN" sz="1200" b="0" kern="100" dirty="0">
                          <a:effectLst/>
                        </a:rPr>
                        <a:t>end BMU Sub-computer power off, and then power on</a:t>
                      </a:r>
                      <a:endParaRPr lang="zh-CN" altLang="zh-CN" sz="1200" b="0" kern="100" dirty="0">
                        <a:effectLst/>
                      </a:endParaRPr>
                    </a:p>
                    <a:p>
                      <a:pPr marL="0" marR="0" indent="0" algn="just" defTabSz="914400" rtl="0" eaLnBrk="1" fontAlgn="auto" latinLnBrk="0" hangingPunct="1">
                        <a:lnSpc>
                          <a:spcPct val="100000"/>
                        </a:lnSpc>
                        <a:spcBef>
                          <a:spcPts val="0"/>
                        </a:spcBef>
                        <a:spcAft>
                          <a:spcPts val="0"/>
                        </a:spcAft>
                        <a:buClrTx/>
                        <a:buSzTx/>
                        <a:buFontTx/>
                        <a:buNone/>
                        <a:tabLst/>
                        <a:defRPr/>
                      </a:pPr>
                      <a:r>
                        <a:rPr lang="en-US" sz="1200" b="0" kern="100" dirty="0">
                          <a:effectLst/>
                        </a:rPr>
                        <a:t>2) Set the sign to “</a:t>
                      </a:r>
                      <a:r>
                        <a:rPr lang="en-US" altLang="zh-CN" sz="1200" b="0" kern="100" dirty="0">
                          <a:effectLst/>
                        </a:rPr>
                        <a:t>BMU Communication Safety Mode</a:t>
                      </a:r>
                      <a:r>
                        <a:rPr lang="en-US" sz="1200" b="0" kern="100" dirty="0">
                          <a:effectLst/>
                        </a:rPr>
                        <a:t>”</a:t>
                      </a:r>
                      <a:endParaRPr lang="zh-CN" sz="1200" b="0" kern="100" dirty="0">
                        <a:effectLst/>
                        <a:latin typeface="Times New Roman"/>
                        <a:ea typeface="宋体"/>
                      </a:endParaRPr>
                    </a:p>
                  </a:txBody>
                  <a:tcPr marL="45948" marR="45948" marT="0" marB="0"/>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200" b="0" kern="1200" baseline="0" dirty="0"/>
                        <a:t>XH037 change</a:t>
                      </a:r>
                      <a:endParaRPr lang="zh-CN" sz="1200" b="0" kern="100" dirty="0">
                        <a:effectLst/>
                        <a:latin typeface="Times New Roman"/>
                        <a:ea typeface="宋体"/>
                      </a:endParaRPr>
                    </a:p>
                  </a:txBody>
                  <a:tcPr marL="45948" marR="45948" marT="0" marB="0"/>
                </a:tc>
                <a:extLst>
                  <a:ext uri="{0D108BD9-81ED-4DB2-BD59-A6C34878D82A}">
                    <a16:rowId xmlns:a16="http://schemas.microsoft.com/office/drawing/2014/main" xmlns="" val="10000"/>
                  </a:ext>
                </a:extLst>
              </a:tr>
              <a:tr h="822960">
                <a:tc>
                  <a:txBody>
                    <a:bodyPr/>
                    <a:lstStyle/>
                    <a:p>
                      <a:pPr marL="0" lvl="0" indent="0" algn="just">
                        <a:lnSpc>
                          <a:spcPct val="150000"/>
                        </a:lnSpc>
                        <a:spcAft>
                          <a:spcPts val="0"/>
                        </a:spcAft>
                        <a:buFont typeface="+mj-lt"/>
                        <a:buNone/>
                      </a:pPr>
                      <a:r>
                        <a:rPr lang="en-US" sz="1200" kern="100" dirty="0">
                          <a:effectLst/>
                        </a:rPr>
                        <a:t>6</a:t>
                      </a:r>
                      <a:endParaRPr lang="zh-CN" sz="1200" b="0" kern="100" dirty="0">
                        <a:effectLst/>
                        <a:latin typeface="Times New Roman"/>
                        <a:ea typeface="宋体"/>
                      </a:endParaRPr>
                    </a:p>
                  </a:txBody>
                  <a:tcPr marL="45948" marR="45948" marT="0" marB="0"/>
                </a:tc>
                <a:tc>
                  <a:txBody>
                    <a:bodyPr/>
                    <a:lstStyle/>
                    <a:p>
                      <a:pPr algn="just">
                        <a:lnSpc>
                          <a:spcPct val="150000"/>
                        </a:lnSpc>
                        <a:spcAft>
                          <a:spcPts val="0"/>
                        </a:spcAft>
                      </a:pPr>
                      <a:r>
                        <a:rPr lang="en-US" sz="1200" b="0" kern="100" dirty="0">
                          <a:effectLst/>
                        </a:rPr>
                        <a:t>GPS</a:t>
                      </a:r>
                      <a:r>
                        <a:rPr lang="en-US" sz="1200" b="0" kern="100" baseline="0" dirty="0">
                          <a:effectLst/>
                        </a:rPr>
                        <a:t> </a:t>
                      </a:r>
                      <a:r>
                        <a:rPr lang="en-US" sz="1200" b="0" kern="100" dirty="0">
                          <a:effectLst/>
                        </a:rPr>
                        <a:t>Communication Safety Mode</a:t>
                      </a:r>
                      <a:endParaRPr lang="zh-CN" sz="1200" b="0" kern="100" dirty="0">
                        <a:effectLst/>
                        <a:latin typeface="Times New Roman"/>
                        <a:ea typeface="宋体"/>
                      </a:endParaRPr>
                    </a:p>
                  </a:txBody>
                  <a:tcPr marL="45948" marR="45948" marT="0" marB="0" anchor="ctr"/>
                </a:tc>
                <a:tc>
                  <a:txBody>
                    <a:bodyPr/>
                    <a:lstStyle/>
                    <a:p>
                      <a:pPr algn="just">
                        <a:spcAft>
                          <a:spcPts val="0"/>
                        </a:spcAft>
                      </a:pPr>
                      <a:r>
                        <a:rPr lang="en-US" sz="1200" b="0" kern="100" dirty="0">
                          <a:effectLst/>
                        </a:rPr>
                        <a:t>100 times abnormal communication</a:t>
                      </a:r>
                      <a:endParaRPr lang="zh-CN" sz="1200" b="0" kern="100" dirty="0">
                        <a:effectLst/>
                        <a:latin typeface="Times New Roman"/>
                        <a:ea typeface="宋体"/>
                      </a:endParaRPr>
                    </a:p>
                  </a:txBody>
                  <a:tcPr marL="45948" marR="45948" marT="0" marB="0"/>
                </a:tc>
                <a:tc>
                  <a:txBody>
                    <a:bodyPr/>
                    <a:lstStyle/>
                    <a:p>
                      <a:pPr algn="just">
                        <a:lnSpc>
                          <a:spcPct val="100000"/>
                        </a:lnSpc>
                        <a:spcBef>
                          <a:spcPts val="0"/>
                        </a:spcBef>
                        <a:spcAft>
                          <a:spcPts val="0"/>
                        </a:spcAft>
                      </a:pPr>
                      <a:r>
                        <a:rPr lang="en-US" altLang="zh-CN" sz="1200" b="0" kern="100" dirty="0">
                          <a:effectLst/>
                        </a:rPr>
                        <a:t>1) Run RTTC group 2 to send GPS receiver A off, B off, and then GPS B on.</a:t>
                      </a:r>
                      <a:endParaRPr lang="zh-CN" altLang="zh-CN" sz="1200" b="0" kern="100" dirty="0">
                        <a:effectLst/>
                      </a:endParaRPr>
                    </a:p>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b="0" kern="100" dirty="0">
                          <a:effectLst/>
                        </a:rPr>
                        <a:t>2) Set the sign to “GPS Communication Safety Mode”</a:t>
                      </a:r>
                      <a:endParaRPr lang="zh-CN" altLang="zh-CN" sz="1200" b="0" kern="100" dirty="0">
                        <a:effectLst/>
                        <a:latin typeface="Times New Roman"/>
                        <a:ea typeface="+mn-ea"/>
                      </a:endParaRPr>
                    </a:p>
                  </a:txBody>
                  <a:tcPr marL="45948" marR="45948" marT="0" marB="0"/>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200" b="0" kern="1200" dirty="0"/>
                        <a:t>XH038 </a:t>
                      </a:r>
                      <a:r>
                        <a:rPr lang="en-US" sz="1200" b="0" kern="1200" baseline="0" dirty="0"/>
                        <a:t>change</a:t>
                      </a:r>
                      <a:endParaRPr lang="zh-CN" sz="1200" b="0" kern="100" dirty="0">
                        <a:effectLst/>
                        <a:latin typeface="Times New Roman"/>
                        <a:ea typeface="宋体"/>
                      </a:endParaRPr>
                    </a:p>
                  </a:txBody>
                  <a:tcPr marL="45948" marR="45948" marT="0" marB="0"/>
                </a:tc>
                <a:extLst>
                  <a:ext uri="{0D108BD9-81ED-4DB2-BD59-A6C34878D82A}">
                    <a16:rowId xmlns:a16="http://schemas.microsoft.com/office/drawing/2014/main" xmlns="" val="10001"/>
                  </a:ext>
                </a:extLst>
              </a:tr>
            </a:tbl>
          </a:graphicData>
        </a:graphic>
      </p:graphicFrame>
    </p:spTree>
    <p:extLst>
      <p:ext uri="{BB962C8B-B14F-4D97-AF65-F5344CB8AC3E}">
        <p14:creationId xmlns:p14="http://schemas.microsoft.com/office/powerpoint/2010/main" val="258899729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9: OBDH Critical TM</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90</a:t>
            </a:fld>
            <a:r>
              <a:rPr lang="zh-CN" altLang="en-US"/>
              <a:t> </a:t>
            </a:r>
            <a:endParaRPr lang="zh-CN" altLang="en-US" dirty="0">
              <a:latin typeface="微软雅黑" pitchFamily="34" charset="-122"/>
              <a:ea typeface="微软雅黑" pitchFamily="34" charset="-122"/>
            </a:endParaRPr>
          </a:p>
        </p:txBody>
      </p:sp>
      <p:graphicFrame>
        <p:nvGraphicFramePr>
          <p:cNvPr id="7" name="表格 6"/>
          <p:cNvGraphicFramePr>
            <a:graphicFrameLocks noGrp="1"/>
          </p:cNvGraphicFramePr>
          <p:nvPr>
            <p:extLst>
              <p:ext uri="{D42A27DB-BD31-4B8C-83A1-F6EECF244321}">
                <p14:modId xmlns:p14="http://schemas.microsoft.com/office/powerpoint/2010/main" val="3235642868"/>
              </p:ext>
            </p:extLst>
          </p:nvPr>
        </p:nvGraphicFramePr>
        <p:xfrm>
          <a:off x="395536" y="1437625"/>
          <a:ext cx="7886700" cy="3125153"/>
        </p:xfrm>
        <a:graphic>
          <a:graphicData uri="http://schemas.openxmlformats.org/drawingml/2006/table">
            <a:tbl>
              <a:tblPr/>
              <a:tblGrid>
                <a:gridCol w="474663">
                  <a:extLst>
                    <a:ext uri="{9D8B030D-6E8A-4147-A177-3AD203B41FA5}">
                      <a16:colId xmlns:a16="http://schemas.microsoft.com/office/drawing/2014/main" xmlns="" val="20000"/>
                    </a:ext>
                  </a:extLst>
                </a:gridCol>
                <a:gridCol w="2054225">
                  <a:extLst>
                    <a:ext uri="{9D8B030D-6E8A-4147-A177-3AD203B41FA5}">
                      <a16:colId xmlns:a16="http://schemas.microsoft.com/office/drawing/2014/main" xmlns="" val="20001"/>
                    </a:ext>
                  </a:extLst>
                </a:gridCol>
                <a:gridCol w="850900">
                  <a:extLst>
                    <a:ext uri="{9D8B030D-6E8A-4147-A177-3AD203B41FA5}">
                      <a16:colId xmlns:a16="http://schemas.microsoft.com/office/drawing/2014/main" xmlns="" val="20002"/>
                    </a:ext>
                  </a:extLst>
                </a:gridCol>
                <a:gridCol w="1374775">
                  <a:extLst>
                    <a:ext uri="{9D8B030D-6E8A-4147-A177-3AD203B41FA5}">
                      <a16:colId xmlns:a16="http://schemas.microsoft.com/office/drawing/2014/main" xmlns="" val="20003"/>
                    </a:ext>
                  </a:extLst>
                </a:gridCol>
                <a:gridCol w="1282700">
                  <a:extLst>
                    <a:ext uri="{9D8B030D-6E8A-4147-A177-3AD203B41FA5}">
                      <a16:colId xmlns:a16="http://schemas.microsoft.com/office/drawing/2014/main" xmlns="" val="20004"/>
                    </a:ext>
                  </a:extLst>
                </a:gridCol>
                <a:gridCol w="827087">
                  <a:extLst>
                    <a:ext uri="{9D8B030D-6E8A-4147-A177-3AD203B41FA5}">
                      <a16:colId xmlns:a16="http://schemas.microsoft.com/office/drawing/2014/main" xmlns="" val="20005"/>
                    </a:ext>
                  </a:extLst>
                </a:gridCol>
                <a:gridCol w="1022350">
                  <a:extLst>
                    <a:ext uri="{9D8B030D-6E8A-4147-A177-3AD203B41FA5}">
                      <a16:colId xmlns:a16="http://schemas.microsoft.com/office/drawing/2014/main" xmlns="" val="20006"/>
                    </a:ext>
                  </a:extLst>
                </a:gridCol>
              </a:tblGrid>
              <a:tr h="36576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dirty="0">
                          <a:ln>
                            <a:noFill/>
                          </a:ln>
                          <a:solidFill>
                            <a:srgbClr val="000000"/>
                          </a:solidFill>
                          <a:effectLst/>
                          <a:latin typeface="Times New Roman" pitchFamily="18" charset="0"/>
                          <a:ea typeface="宋体" pitchFamily="2" charset="-122"/>
                        </a:rPr>
                        <a:t>NO</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TM Name</a:t>
                      </a:r>
                      <a:endParaRPr kumimoji="0" lang="zh-CN" altLang="zh-CN" sz="12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Packet I D</a:t>
                      </a:r>
                      <a:endParaRPr kumimoji="0" lang="zh-CN" altLang="zh-CN" sz="12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Packet length (bytes)</a:t>
                      </a:r>
                      <a:endParaRPr kumimoji="0" lang="zh-CN" altLang="zh-CN" sz="12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000000"/>
                          </a:solidFill>
                          <a:effectLst/>
                          <a:latin typeface="Times New Roman" pitchFamily="18" charset="0"/>
                          <a:ea typeface="宋体" pitchFamily="2" charset="-122"/>
                        </a:rPr>
                        <a:t>Data</a:t>
                      </a:r>
                      <a:r>
                        <a:rPr kumimoji="0" lang="en-US" altLang="zh-CN" sz="12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 length (bytes) </a:t>
                      </a:r>
                      <a:endParaRPr kumimoji="0" lang="zh-CN" altLang="zh-CN" sz="12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Period </a:t>
                      </a:r>
                      <a:endParaRPr kumimoji="0" lang="zh-CN" altLang="zh-CN" sz="12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Delay Pack</a:t>
                      </a:r>
                      <a:r>
                        <a:rPr kumimoji="0" lang="en-US" altLang="zh-CN" sz="1200" b="1" i="0" u="none" strike="noStrike" cap="none" normalizeH="0" baseline="0">
                          <a:ln>
                            <a:noFill/>
                          </a:ln>
                          <a:solidFill>
                            <a:srgbClr val="000000"/>
                          </a:solidFill>
                          <a:effectLst/>
                          <a:latin typeface="Times New Roman" pitchFamily="18" charset="0"/>
                          <a:ea typeface="宋体" pitchFamily="2" charset="-122"/>
                        </a:rPr>
                        <a:t>et</a:t>
                      </a:r>
                      <a:r>
                        <a:rPr kumimoji="0" lang="en-US" altLang="zh-CN" sz="12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 ID</a:t>
                      </a:r>
                      <a:endParaRPr kumimoji="0" lang="zh-CN" altLang="zh-CN" sz="12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274320">
                <a:tc rowSpan="10">
                  <a:txBody>
                    <a:bodyPr/>
                    <a:lstStyle/>
                    <a:p>
                      <a:pPr marL="342900" marR="0" lvl="0" indent="-342900" algn="ctr" defTabSz="914400" rtl="0" eaLnBrk="1" fontAlgn="base" latinLnBrk="0" hangingPunct="1">
                        <a:lnSpc>
                          <a:spcPct val="150000"/>
                        </a:lnSpc>
                        <a:spcBef>
                          <a:spcPct val="0"/>
                        </a:spcBef>
                        <a:spcAft>
                          <a:spcPct val="0"/>
                        </a:spcAft>
                        <a:buClrTx/>
                        <a:buSzTx/>
                        <a:buFont typeface="+mj-lt"/>
                        <a:buNone/>
                        <a:tabLst/>
                      </a:pPr>
                      <a:r>
                        <a:rPr kumimoji="0" lang="en-US" altLang="zh-CN" sz="1200" b="0" i="0" u="none" strike="noStrike" cap="none" normalizeH="0" baseline="0">
                          <a:ln>
                            <a:noFill/>
                          </a:ln>
                          <a:solidFill>
                            <a:srgbClr val="000000"/>
                          </a:solidFill>
                          <a:effectLst/>
                          <a:latin typeface="Times New Roman" pitchFamily="18" charset="0"/>
                          <a:ea typeface="宋体" pitchFamily="2" charset="-122"/>
                        </a:rPr>
                        <a:t>1</a:t>
                      </a: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OBC fast</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20H</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sz="1200" b="0" i="0" u="none" strike="noStrike" kern="1200" cap="none" normalizeH="0" baseline="0" dirty="0">
                          <a:ln>
                            <a:noFill/>
                          </a:ln>
                          <a:solidFill>
                            <a:srgbClr val="000000"/>
                          </a:solidFill>
                          <a:effectLst/>
                          <a:latin typeface="Times New Roman" pitchFamily="18" charset="0"/>
                          <a:ea typeface="宋体" pitchFamily="2" charset="-122"/>
                          <a:cs typeface="+mn-cs"/>
                        </a:rPr>
                        <a:t>49</a:t>
                      </a:r>
                      <a:endParaRPr kumimoji="0" lang="zh-CN" sz="1200" b="0" i="0" u="none" strike="noStrike" kern="1200" cap="none" normalizeH="0" baseline="0" dirty="0">
                        <a:ln>
                          <a:noFill/>
                        </a:ln>
                        <a:solidFill>
                          <a:srgbClr val="000000"/>
                        </a:solidFill>
                        <a:effectLst/>
                        <a:latin typeface="Times New Roman" pitchFamily="18" charset="0"/>
                        <a:ea typeface="宋体" pitchFamily="2" charset="-122"/>
                        <a:cs typeface="+mn-cs"/>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sz="1200" b="0" i="0" u="none" strike="noStrike" kern="1200" cap="none" normalizeH="0" baseline="0" dirty="0">
                          <a:ln>
                            <a:noFill/>
                          </a:ln>
                          <a:solidFill>
                            <a:srgbClr val="000000"/>
                          </a:solidFill>
                          <a:effectLst/>
                          <a:latin typeface="Times New Roman" pitchFamily="18" charset="0"/>
                          <a:ea typeface="宋体" pitchFamily="2" charset="-122"/>
                          <a:cs typeface="+mn-cs"/>
                        </a:rPr>
                        <a:t>50</a:t>
                      </a:r>
                      <a:endParaRPr kumimoji="0" lang="zh-CN" sz="1200" b="0" i="0" u="none" strike="noStrike" kern="1200" cap="none" normalizeH="0" baseline="0" dirty="0">
                        <a:ln>
                          <a:noFill/>
                        </a:ln>
                        <a:solidFill>
                          <a:srgbClr val="000000"/>
                        </a:solidFill>
                        <a:effectLst/>
                        <a:latin typeface="Times New Roman" pitchFamily="18" charset="0"/>
                        <a:ea typeface="宋体" pitchFamily="2" charset="-122"/>
                        <a:cs typeface="+mn-cs"/>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1</a:t>
                      </a:r>
                      <a:endParaRPr kumimoji="0" lang="zh-CN" altLang="zh-CN" sz="12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420H</a:t>
                      </a:r>
                      <a:endParaRPr kumimoji="0" lang="zh-CN" altLang="zh-CN" sz="12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274320">
                <a:tc vMerge="1">
                  <a:txBody>
                    <a:bodyPr/>
                    <a:lstStyle/>
                    <a:p>
                      <a:endParaRPr lang="zh-CN" altLang="en-US"/>
                    </a:p>
                  </a:txBody>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OBC fixed format TM</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30H</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rgbClr val="000000"/>
                          </a:solidFill>
                          <a:effectLst/>
                          <a:latin typeface="Times New Roman" pitchFamily="18" charset="0"/>
                          <a:ea typeface="宋体" pitchFamily="2" charset="-122"/>
                        </a:rPr>
                        <a:t>23</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rgbClr val="000000"/>
                          </a:solidFill>
                          <a:effectLst/>
                          <a:latin typeface="Times New Roman" pitchFamily="18" charset="0"/>
                          <a:ea typeface="宋体" pitchFamily="2" charset="-122"/>
                        </a:rPr>
                        <a:t>24</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1</a:t>
                      </a:r>
                      <a:endParaRPr kumimoji="0" lang="zh-CN" altLang="zh-CN" sz="12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430H</a:t>
                      </a:r>
                      <a:endParaRPr kumimoji="0" lang="zh-CN" altLang="zh-CN" sz="12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274320">
                <a:tc vMerge="1">
                  <a:txBody>
                    <a:bodyPr/>
                    <a:lstStyle/>
                    <a:p>
                      <a:endParaRPr lang="zh-CN" altLang="en-US"/>
                    </a:p>
                  </a:txBody>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OBC Slow</a:t>
                      </a:r>
                      <a:endParaRPr kumimoji="0" lang="zh-CN" altLang="zh-CN" sz="12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40H</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Times New Roman" pitchFamily="18" charset="0"/>
                          <a:ea typeface="宋体" pitchFamily="2" charset="-122"/>
                        </a:rPr>
                        <a:t>63</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Times New Roman" pitchFamily="18" charset="0"/>
                          <a:ea typeface="宋体" pitchFamily="2" charset="-122"/>
                        </a:rPr>
                        <a:t>64</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16</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440H</a:t>
                      </a:r>
                      <a:endParaRPr kumimoji="0" lang="zh-CN" altLang="zh-CN" sz="12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274320">
                <a:tc vMerge="1">
                  <a:txBody>
                    <a:bodyPr/>
                    <a:lstStyle/>
                    <a:p>
                      <a:endParaRPr lang="zh-CN" altLang="en-US"/>
                    </a:p>
                  </a:txBody>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OBC RTT</a:t>
                      </a:r>
                      <a:r>
                        <a:rPr kumimoji="0" lang="en-US" altLang="zh-CN" sz="1200" b="0" i="0" u="none" strike="noStrike" cap="none" normalizeH="0" baseline="0" dirty="0">
                          <a:ln>
                            <a:noFill/>
                          </a:ln>
                          <a:solidFill>
                            <a:schemeClr val="tx1"/>
                          </a:solidFill>
                          <a:effectLst/>
                          <a:latin typeface="Times New Roman" pitchFamily="18" charset="0"/>
                          <a:ea typeface="宋体" pitchFamily="2" charset="-122"/>
                        </a:rPr>
                        <a:t>C</a:t>
                      </a:r>
                      <a:r>
                        <a:rPr kumimoji="0"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 counter</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70H</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Times New Roman" pitchFamily="18" charset="0"/>
                          <a:ea typeface="宋体" pitchFamily="2" charset="-122"/>
                        </a:rPr>
                        <a:t>95</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Times New Roman" pitchFamily="18" charset="0"/>
                          <a:ea typeface="宋体" pitchFamily="2" charset="-122"/>
                        </a:rPr>
                        <a:t>96</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32</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470H</a:t>
                      </a:r>
                      <a:endParaRPr kumimoji="0" lang="zh-CN" altLang="zh-CN" sz="12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r h="274320">
                <a:tc vMerge="1">
                  <a:txBody>
                    <a:bodyPr/>
                    <a:lstStyle/>
                    <a:p>
                      <a:endParaRPr lang="zh-CN" altLang="en-US"/>
                    </a:p>
                  </a:txBody>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OBC TTC </a:t>
                      </a:r>
                      <a:endParaRPr kumimoji="0" lang="zh-CN" altLang="zh-CN" sz="12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90H</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Times New Roman" pitchFamily="18" charset="0"/>
                          <a:ea typeface="宋体" pitchFamily="2" charset="-122"/>
                        </a:rPr>
                        <a:t>61</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Times New Roman" pitchFamily="18" charset="0"/>
                          <a:ea typeface="宋体" pitchFamily="2" charset="-122"/>
                        </a:rPr>
                        <a:t>62</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32</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490H</a:t>
                      </a:r>
                      <a:endParaRPr kumimoji="0" lang="zh-CN" altLang="zh-CN" sz="12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274320">
                <a:tc vMerge="1">
                  <a:txBody>
                    <a:bodyPr/>
                    <a:lstStyle/>
                    <a:p>
                      <a:endParaRPr lang="zh-CN" altLang="en-US"/>
                    </a:p>
                  </a:txBody>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OBC bus counter</a:t>
                      </a:r>
                      <a:endParaRPr kumimoji="0" lang="zh-CN" altLang="zh-CN" sz="12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A0H</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Times New Roman" pitchFamily="18" charset="0"/>
                          <a:ea typeface="宋体" pitchFamily="2" charset="-122"/>
                        </a:rPr>
                        <a:t>57</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Times New Roman" pitchFamily="18" charset="0"/>
                          <a:ea typeface="宋体" pitchFamily="2" charset="-122"/>
                        </a:rPr>
                        <a:t>58</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16</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4A0H</a:t>
                      </a:r>
                      <a:endParaRPr kumimoji="0" lang="zh-CN" altLang="zh-CN" sz="12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6"/>
                  </a:ext>
                </a:extLst>
              </a:tr>
              <a:tr h="274320">
                <a:tc vMerge="1">
                  <a:txBody>
                    <a:bodyPr/>
                    <a:lstStyle/>
                    <a:p>
                      <a:endParaRPr lang="zh-CN" altLang="en-US"/>
                    </a:p>
                  </a:txBody>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OBC uplink data block</a:t>
                      </a:r>
                      <a:endParaRPr kumimoji="0" lang="zh-CN" altLang="zh-CN" sz="12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B0H</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Times New Roman" pitchFamily="18" charset="0"/>
                          <a:ea typeface="宋体" pitchFamily="2" charset="-122"/>
                        </a:rPr>
                        <a:t>VARIABLE</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Times New Roman" pitchFamily="18" charset="0"/>
                          <a:ea typeface="宋体" pitchFamily="2" charset="-122"/>
                        </a:rPr>
                        <a:t>VARIABLE</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32</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Times New Roman" pitchFamily="18" charset="0"/>
                          <a:ea typeface="宋体" pitchFamily="2" charset="-122"/>
                        </a:rPr>
                        <a:t>/</a:t>
                      </a: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r h="274320">
                <a:tc vMerge="1">
                  <a:txBody>
                    <a:bodyPr/>
                    <a:lstStyle/>
                    <a:p>
                      <a:endParaRPr lang="zh-CN" altLang="en-US"/>
                    </a:p>
                  </a:txBody>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Times New Roman" pitchFamily="18" charset="0"/>
                          <a:ea typeface="宋体" pitchFamily="2" charset="-122"/>
                        </a:rPr>
                        <a:t>OBC SRAM downlink</a:t>
                      </a:r>
                      <a:endParaRPr kumimoji="0" lang="zh-CN" altLang="zh-CN" sz="12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rgbClr val="000000"/>
                          </a:solidFill>
                          <a:effectLst/>
                          <a:latin typeface="Times New Roman" pitchFamily="18" charset="0"/>
                          <a:ea typeface="宋体" pitchFamily="2" charset="-122"/>
                        </a:rPr>
                        <a:t>C0H</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Times New Roman" pitchFamily="18" charset="0"/>
                          <a:ea typeface="宋体" pitchFamily="2" charset="-122"/>
                        </a:rPr>
                        <a:t>57</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Times New Roman" pitchFamily="18" charset="0"/>
                          <a:ea typeface="宋体" pitchFamily="2" charset="-122"/>
                        </a:rPr>
                        <a:t>68</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rgbClr val="000000"/>
                          </a:solidFill>
                          <a:effectLst/>
                          <a:latin typeface="Times New Roman" pitchFamily="18" charset="0"/>
                          <a:ea typeface="宋体" pitchFamily="2" charset="-122"/>
                        </a:rPr>
                        <a:t>1</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a:t>
                      </a: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8"/>
                  </a:ext>
                </a:extLst>
              </a:tr>
              <a:tr h="290513">
                <a:tc vMerge="1">
                  <a:txBody>
                    <a:bodyPr/>
                    <a:lstStyle/>
                    <a:p>
                      <a:endParaRPr lang="zh-CN" altLang="en-US"/>
                    </a:p>
                  </a:txBody>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OBC data block</a:t>
                      </a:r>
                      <a:endParaRPr kumimoji="0" lang="zh-CN" altLang="zh-CN" sz="12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E0H</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Times New Roman" pitchFamily="18" charset="0"/>
                          <a:ea typeface="宋体" pitchFamily="2" charset="-122"/>
                        </a:rPr>
                        <a:t>65</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Times New Roman" pitchFamily="18" charset="0"/>
                          <a:ea typeface="宋体" pitchFamily="2" charset="-122"/>
                        </a:rPr>
                        <a:t>66</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32</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4E0H</a:t>
                      </a:r>
                      <a:endParaRPr kumimoji="0" lang="zh-CN" altLang="zh-CN" sz="12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9"/>
                  </a:ext>
                </a:extLst>
              </a:tr>
              <a:tr h="274320">
                <a:tc vMerge="1">
                  <a:txBody>
                    <a:bodyPr/>
                    <a:lstStyle/>
                    <a:p>
                      <a:endParaRPr lang="zh-CN" altLang="en-US"/>
                    </a:p>
                  </a:txBody>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OBC RTTC</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F0H</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Times New Roman" pitchFamily="18" charset="0"/>
                          <a:ea typeface="宋体" pitchFamily="2" charset="-122"/>
                        </a:rPr>
                        <a:t>255</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Times New Roman" pitchFamily="18" charset="0"/>
                          <a:ea typeface="宋体" pitchFamily="2" charset="-122"/>
                        </a:rPr>
                        <a:t>256</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32</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a:t>
                      </a: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10"/>
                  </a:ext>
                </a:extLst>
              </a:tr>
            </a:tbl>
          </a:graphicData>
        </a:graphic>
      </p:graphicFrame>
      <p:sp>
        <p:nvSpPr>
          <p:cNvPr id="3" name="TextBox 2"/>
          <p:cNvSpPr txBox="1"/>
          <p:nvPr/>
        </p:nvSpPr>
        <p:spPr>
          <a:xfrm>
            <a:off x="395536" y="1113588"/>
            <a:ext cx="4727576" cy="369332"/>
          </a:xfrm>
          <a:prstGeom prst="rect">
            <a:avLst/>
          </a:prstGeom>
          <a:noFill/>
        </p:spPr>
        <p:txBody>
          <a:bodyPr wrap="none" rtlCol="0">
            <a:spAutoFit/>
          </a:bodyPr>
          <a:lstStyle/>
          <a:p>
            <a:r>
              <a:rPr lang="en-US" altLang="zh-CN" dirty="0"/>
              <a:t>All the TM packets of OBC are showed as follows</a:t>
            </a:r>
            <a:endParaRPr lang="zh-CN" altLang="en-US" dirty="0"/>
          </a:p>
        </p:txBody>
      </p:sp>
    </p:spTree>
    <p:extLst>
      <p:ext uri="{BB962C8B-B14F-4D97-AF65-F5344CB8AC3E}">
        <p14:creationId xmlns:p14="http://schemas.microsoft.com/office/powerpoint/2010/main" val="358471663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9: OBDH Critical TM</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91</a:t>
            </a:fld>
            <a:r>
              <a:rPr lang="zh-CN" altLang="en-US"/>
              <a:t> </a:t>
            </a:r>
            <a:endParaRPr lang="zh-CN" altLang="en-US" dirty="0">
              <a:latin typeface="微软雅黑" pitchFamily="34" charset="-122"/>
              <a:ea typeface="微软雅黑" pitchFamily="34" charset="-122"/>
            </a:endParaRPr>
          </a:p>
        </p:txBody>
      </p:sp>
      <p:sp>
        <p:nvSpPr>
          <p:cNvPr id="8" name="矩形 1"/>
          <p:cNvSpPr>
            <a:spLocks noChangeArrowheads="1"/>
          </p:cNvSpPr>
          <p:nvPr/>
        </p:nvSpPr>
        <p:spPr bwMode="auto">
          <a:xfrm>
            <a:off x="431345" y="1599644"/>
            <a:ext cx="825500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457200" algn="just">
              <a:lnSpc>
                <a:spcPct val="125000"/>
              </a:lnSpc>
            </a:pPr>
            <a:r>
              <a:rPr lang="en-US" altLang="zh-CN" sz="2400" dirty="0"/>
              <a:t>Packet 20H and packet 40H contain most of the OBDH Critical information In-orbit</a:t>
            </a:r>
            <a:r>
              <a:rPr lang="en-US" altLang="zh-CN" sz="2400" b="0" dirty="0">
                <a:solidFill>
                  <a:schemeClr val="tx1"/>
                </a:solidFill>
              </a:rPr>
              <a:t>. </a:t>
            </a:r>
            <a:endParaRPr lang="zh-CN" altLang="zh-CN" sz="2400" b="0" dirty="0">
              <a:solidFill>
                <a:schemeClr val="tx1"/>
              </a:solidFill>
            </a:endParaRPr>
          </a:p>
        </p:txBody>
      </p:sp>
      <p:graphicFrame>
        <p:nvGraphicFramePr>
          <p:cNvPr id="9" name="表格 8"/>
          <p:cNvGraphicFramePr>
            <a:graphicFrameLocks noGrp="1"/>
          </p:cNvGraphicFramePr>
          <p:nvPr>
            <p:extLst>
              <p:ext uri="{D42A27DB-BD31-4B8C-83A1-F6EECF244321}">
                <p14:modId xmlns:p14="http://schemas.microsoft.com/office/powerpoint/2010/main" val="2052115147"/>
              </p:ext>
            </p:extLst>
          </p:nvPr>
        </p:nvGraphicFramePr>
        <p:xfrm>
          <a:off x="615495" y="2679762"/>
          <a:ext cx="7886700" cy="914400"/>
        </p:xfrm>
        <a:graphic>
          <a:graphicData uri="http://schemas.openxmlformats.org/drawingml/2006/table">
            <a:tbl>
              <a:tblPr/>
              <a:tblGrid>
                <a:gridCol w="474663">
                  <a:extLst>
                    <a:ext uri="{9D8B030D-6E8A-4147-A177-3AD203B41FA5}">
                      <a16:colId xmlns:a16="http://schemas.microsoft.com/office/drawing/2014/main" xmlns="" val="20000"/>
                    </a:ext>
                  </a:extLst>
                </a:gridCol>
                <a:gridCol w="2054225">
                  <a:extLst>
                    <a:ext uri="{9D8B030D-6E8A-4147-A177-3AD203B41FA5}">
                      <a16:colId xmlns:a16="http://schemas.microsoft.com/office/drawing/2014/main" xmlns="" val="20001"/>
                    </a:ext>
                  </a:extLst>
                </a:gridCol>
                <a:gridCol w="850900">
                  <a:extLst>
                    <a:ext uri="{9D8B030D-6E8A-4147-A177-3AD203B41FA5}">
                      <a16:colId xmlns:a16="http://schemas.microsoft.com/office/drawing/2014/main" xmlns="" val="20002"/>
                    </a:ext>
                  </a:extLst>
                </a:gridCol>
                <a:gridCol w="1374775">
                  <a:extLst>
                    <a:ext uri="{9D8B030D-6E8A-4147-A177-3AD203B41FA5}">
                      <a16:colId xmlns:a16="http://schemas.microsoft.com/office/drawing/2014/main" xmlns="" val="20003"/>
                    </a:ext>
                  </a:extLst>
                </a:gridCol>
                <a:gridCol w="1282700">
                  <a:extLst>
                    <a:ext uri="{9D8B030D-6E8A-4147-A177-3AD203B41FA5}">
                      <a16:colId xmlns:a16="http://schemas.microsoft.com/office/drawing/2014/main" xmlns="" val="20004"/>
                    </a:ext>
                  </a:extLst>
                </a:gridCol>
                <a:gridCol w="827087">
                  <a:extLst>
                    <a:ext uri="{9D8B030D-6E8A-4147-A177-3AD203B41FA5}">
                      <a16:colId xmlns:a16="http://schemas.microsoft.com/office/drawing/2014/main" xmlns="" val="20005"/>
                    </a:ext>
                  </a:extLst>
                </a:gridCol>
                <a:gridCol w="1022350">
                  <a:extLst>
                    <a:ext uri="{9D8B030D-6E8A-4147-A177-3AD203B41FA5}">
                      <a16:colId xmlns:a16="http://schemas.microsoft.com/office/drawing/2014/main" xmlns="" val="20006"/>
                    </a:ext>
                  </a:extLst>
                </a:gridCol>
              </a:tblGrid>
              <a:tr h="36576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dirty="0">
                          <a:ln>
                            <a:noFill/>
                          </a:ln>
                          <a:solidFill>
                            <a:srgbClr val="000000"/>
                          </a:solidFill>
                          <a:effectLst/>
                          <a:latin typeface="Times New Roman" pitchFamily="18" charset="0"/>
                          <a:ea typeface="宋体" pitchFamily="2" charset="-122"/>
                        </a:rPr>
                        <a:t>NO</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TM Name</a:t>
                      </a:r>
                      <a:endParaRPr kumimoji="0" lang="zh-CN" altLang="zh-CN" sz="12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Packet I D</a:t>
                      </a:r>
                      <a:endParaRPr kumimoji="0" lang="zh-CN" altLang="zh-CN" sz="12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Packet length (bytes)</a:t>
                      </a:r>
                      <a:endParaRPr kumimoji="0" lang="zh-CN" altLang="zh-CN" sz="12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000000"/>
                          </a:solidFill>
                          <a:effectLst/>
                          <a:latin typeface="Times New Roman" pitchFamily="18" charset="0"/>
                          <a:ea typeface="宋体" pitchFamily="2" charset="-122"/>
                        </a:rPr>
                        <a:t>Data</a:t>
                      </a:r>
                      <a:r>
                        <a:rPr kumimoji="0" lang="en-US" altLang="zh-CN" sz="12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 length (bytes) </a:t>
                      </a:r>
                      <a:endParaRPr kumimoji="0" lang="zh-CN" altLang="zh-CN" sz="12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Period </a:t>
                      </a:r>
                      <a:endParaRPr kumimoji="0" lang="zh-CN" altLang="zh-CN" sz="12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Delay Pack</a:t>
                      </a:r>
                      <a:r>
                        <a:rPr kumimoji="0" lang="en-US" altLang="zh-CN" sz="1200" b="1" i="0" u="none" strike="noStrike" cap="none" normalizeH="0" baseline="0">
                          <a:ln>
                            <a:noFill/>
                          </a:ln>
                          <a:solidFill>
                            <a:srgbClr val="000000"/>
                          </a:solidFill>
                          <a:effectLst/>
                          <a:latin typeface="Times New Roman" pitchFamily="18" charset="0"/>
                          <a:ea typeface="宋体" pitchFamily="2" charset="-122"/>
                        </a:rPr>
                        <a:t>et</a:t>
                      </a:r>
                      <a:r>
                        <a:rPr kumimoji="0" lang="en-US" altLang="zh-CN" sz="1200" b="1" i="0" u="none" strike="noStrike" cap="none" normalizeH="0" baseline="0">
                          <a:ln>
                            <a:noFill/>
                          </a:ln>
                          <a:solidFill>
                            <a:srgbClr val="000000"/>
                          </a:solidFill>
                          <a:effectLst/>
                          <a:latin typeface="Times New Roman" pitchFamily="18" charset="0"/>
                          <a:ea typeface="宋体" pitchFamily="2" charset="-122"/>
                          <a:cs typeface="Times New Roman" pitchFamily="18" charset="0"/>
                        </a:rPr>
                        <a:t> ID</a:t>
                      </a:r>
                      <a:endParaRPr kumimoji="0" lang="zh-CN" altLang="zh-CN" sz="12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274320">
                <a:tc rowSpan="2">
                  <a:txBody>
                    <a:bodyPr/>
                    <a:lstStyle/>
                    <a:p>
                      <a:pPr marL="342900" marR="0" lvl="0" indent="-342900" algn="ctr" defTabSz="914400" rtl="0" eaLnBrk="1" fontAlgn="base" latinLnBrk="0" hangingPunct="1">
                        <a:lnSpc>
                          <a:spcPct val="150000"/>
                        </a:lnSpc>
                        <a:spcBef>
                          <a:spcPct val="0"/>
                        </a:spcBef>
                        <a:spcAft>
                          <a:spcPct val="0"/>
                        </a:spcAft>
                        <a:buClrTx/>
                        <a:buSzTx/>
                        <a:buFont typeface="+mj-lt"/>
                        <a:buNone/>
                        <a:tabLst/>
                      </a:pPr>
                      <a:r>
                        <a:rPr kumimoji="0" lang="en-US" altLang="zh-CN" sz="1200" b="0" i="0" u="none" strike="noStrike" cap="none" normalizeH="0" baseline="0" dirty="0">
                          <a:ln>
                            <a:noFill/>
                          </a:ln>
                          <a:solidFill>
                            <a:srgbClr val="000000"/>
                          </a:solidFill>
                          <a:effectLst/>
                          <a:latin typeface="Times New Roman" pitchFamily="18" charset="0"/>
                          <a:ea typeface="宋体" pitchFamily="2" charset="-122"/>
                        </a:rPr>
                        <a:t>1</a:t>
                      </a: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OBC fast</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20H</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sz="1200" b="0" i="0" u="none" strike="noStrike" kern="1200" cap="none" normalizeH="0" baseline="0" dirty="0">
                          <a:ln>
                            <a:noFill/>
                          </a:ln>
                          <a:solidFill>
                            <a:srgbClr val="000000"/>
                          </a:solidFill>
                          <a:effectLst/>
                          <a:latin typeface="Times New Roman" pitchFamily="18" charset="0"/>
                          <a:ea typeface="宋体" pitchFamily="2" charset="-122"/>
                          <a:cs typeface="+mn-cs"/>
                        </a:rPr>
                        <a:t>49</a:t>
                      </a:r>
                      <a:endParaRPr kumimoji="0" lang="zh-CN" sz="1200" b="0" i="0" u="none" strike="noStrike" kern="1200" cap="none" normalizeH="0" baseline="0" dirty="0">
                        <a:ln>
                          <a:noFill/>
                        </a:ln>
                        <a:solidFill>
                          <a:srgbClr val="000000"/>
                        </a:solidFill>
                        <a:effectLst/>
                        <a:latin typeface="Times New Roman" pitchFamily="18" charset="0"/>
                        <a:ea typeface="宋体" pitchFamily="2" charset="-122"/>
                        <a:cs typeface="+mn-cs"/>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sz="1200" b="0" i="0" u="none" strike="noStrike" kern="1200" cap="none" normalizeH="0" baseline="0" dirty="0">
                          <a:ln>
                            <a:noFill/>
                          </a:ln>
                          <a:solidFill>
                            <a:srgbClr val="000000"/>
                          </a:solidFill>
                          <a:effectLst/>
                          <a:latin typeface="Times New Roman" pitchFamily="18" charset="0"/>
                          <a:ea typeface="宋体" pitchFamily="2" charset="-122"/>
                          <a:cs typeface="+mn-cs"/>
                        </a:rPr>
                        <a:t>50</a:t>
                      </a:r>
                      <a:endParaRPr kumimoji="0" lang="zh-CN" sz="1200" b="0" i="0" u="none" strike="noStrike" kern="1200" cap="none" normalizeH="0" baseline="0" dirty="0">
                        <a:ln>
                          <a:noFill/>
                        </a:ln>
                        <a:solidFill>
                          <a:srgbClr val="000000"/>
                        </a:solidFill>
                        <a:effectLst/>
                        <a:latin typeface="Times New Roman" pitchFamily="18" charset="0"/>
                        <a:ea typeface="宋体" pitchFamily="2" charset="-122"/>
                        <a:cs typeface="+mn-cs"/>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1</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420H</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274320">
                <a:tc vMerge="1">
                  <a:txBody>
                    <a:bodyPr/>
                    <a:lstStyle/>
                    <a:p>
                      <a:endParaRPr lang="zh-CN" altLang="en-US"/>
                    </a:p>
                  </a:txBody>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a:ln>
                            <a:noFill/>
                          </a:ln>
                          <a:solidFill>
                            <a:srgbClr val="000000"/>
                          </a:solidFill>
                          <a:effectLst/>
                          <a:latin typeface="Times New Roman" pitchFamily="18" charset="0"/>
                          <a:ea typeface="宋体" pitchFamily="2" charset="-122"/>
                          <a:cs typeface="Times New Roman" pitchFamily="18" charset="0"/>
                        </a:rPr>
                        <a:t>OBC Slow</a:t>
                      </a:r>
                      <a:endParaRPr kumimoji="0" lang="zh-CN" altLang="zh-CN" sz="1200" b="0" i="0" u="none" strike="noStrike" cap="none" normalizeH="0" baseline="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40H</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Times New Roman" pitchFamily="18" charset="0"/>
                          <a:ea typeface="宋体" pitchFamily="2" charset="-122"/>
                        </a:rPr>
                        <a:t>63</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Times New Roman" pitchFamily="18" charset="0"/>
                          <a:ea typeface="宋体" pitchFamily="2" charset="-122"/>
                        </a:rPr>
                        <a:t>64</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16</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a:ln>
                            <a:noFill/>
                          </a:ln>
                          <a:solidFill>
                            <a:srgbClr val="000000"/>
                          </a:solidFill>
                          <a:effectLst/>
                          <a:latin typeface="Times New Roman" pitchFamily="18" charset="0"/>
                          <a:ea typeface="宋体" pitchFamily="2" charset="-122"/>
                          <a:cs typeface="Times New Roman" pitchFamily="18" charset="0"/>
                        </a:rPr>
                        <a:t>440H</a:t>
                      </a:r>
                      <a:endParaRPr kumimoji="0" lang="zh-CN" altLang="zh-CN" sz="1200" b="0" i="0" u="none" strike="noStrike" cap="none" normalizeH="0" baseline="0" dirty="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bl>
          </a:graphicData>
        </a:graphic>
      </p:graphicFrame>
    </p:spTree>
    <p:extLst>
      <p:ext uri="{BB962C8B-B14F-4D97-AF65-F5344CB8AC3E}">
        <p14:creationId xmlns:p14="http://schemas.microsoft.com/office/powerpoint/2010/main" val="19861495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9: OBDH Critical TM</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92</a:t>
            </a:fld>
            <a:r>
              <a:rPr lang="zh-CN" altLang="en-US"/>
              <a:t> </a:t>
            </a:r>
            <a:endParaRPr lang="zh-CN" altLang="en-US" dirty="0">
              <a:latin typeface="微软雅黑" pitchFamily="34" charset="-122"/>
              <a:ea typeface="微软雅黑" pitchFamily="34" charset="-122"/>
            </a:endParaRPr>
          </a:p>
        </p:txBody>
      </p:sp>
      <p:graphicFrame>
        <p:nvGraphicFramePr>
          <p:cNvPr id="3" name="表格 2"/>
          <p:cNvGraphicFramePr>
            <a:graphicFrameLocks noGrp="1"/>
          </p:cNvGraphicFramePr>
          <p:nvPr>
            <p:extLst>
              <p:ext uri="{D42A27DB-BD31-4B8C-83A1-F6EECF244321}">
                <p14:modId xmlns:p14="http://schemas.microsoft.com/office/powerpoint/2010/main" val="2231434328"/>
              </p:ext>
            </p:extLst>
          </p:nvPr>
        </p:nvGraphicFramePr>
        <p:xfrm>
          <a:off x="467544" y="1503402"/>
          <a:ext cx="8229600" cy="2796540"/>
        </p:xfrm>
        <a:graphic>
          <a:graphicData uri="http://schemas.openxmlformats.org/drawingml/2006/table">
            <a:tbl>
              <a:tblPr firstRow="1" firstCol="1" bandRow="1" bandCol="1">
                <a:tableStyleId>{5C22544A-7EE6-4342-B048-85BDC9FD1C3A}</a:tableStyleId>
              </a:tblPr>
              <a:tblGrid>
                <a:gridCol w="1152128">
                  <a:extLst>
                    <a:ext uri="{9D8B030D-6E8A-4147-A177-3AD203B41FA5}">
                      <a16:colId xmlns:a16="http://schemas.microsoft.com/office/drawing/2014/main" xmlns="" val="20000"/>
                    </a:ext>
                  </a:extLst>
                </a:gridCol>
                <a:gridCol w="3744416">
                  <a:extLst>
                    <a:ext uri="{9D8B030D-6E8A-4147-A177-3AD203B41FA5}">
                      <a16:colId xmlns:a16="http://schemas.microsoft.com/office/drawing/2014/main" xmlns="" val="20001"/>
                    </a:ext>
                  </a:extLst>
                </a:gridCol>
                <a:gridCol w="1512168">
                  <a:extLst>
                    <a:ext uri="{9D8B030D-6E8A-4147-A177-3AD203B41FA5}">
                      <a16:colId xmlns:a16="http://schemas.microsoft.com/office/drawing/2014/main" xmlns="" val="20002"/>
                    </a:ext>
                  </a:extLst>
                </a:gridCol>
                <a:gridCol w="1820888">
                  <a:extLst>
                    <a:ext uri="{9D8B030D-6E8A-4147-A177-3AD203B41FA5}">
                      <a16:colId xmlns:a16="http://schemas.microsoft.com/office/drawing/2014/main" xmlns="" val="20003"/>
                    </a:ext>
                  </a:extLst>
                </a:gridCol>
              </a:tblGrid>
              <a:tr h="342900">
                <a:tc>
                  <a:txBody>
                    <a:bodyPr/>
                    <a:lstStyle/>
                    <a:p>
                      <a:pPr algn="ctr">
                        <a:spcAft>
                          <a:spcPts val="0"/>
                        </a:spcAft>
                      </a:pPr>
                      <a:r>
                        <a:rPr lang="en-US" altLang="zh-CN" sz="1100" kern="100" dirty="0">
                          <a:effectLst/>
                          <a:latin typeface="Times New Roman"/>
                          <a:ea typeface="+mn-ea"/>
                        </a:rPr>
                        <a:t>Parameter Number</a:t>
                      </a:r>
                      <a:endParaRPr lang="zh-CN" sz="1100" kern="100" dirty="0">
                        <a:effectLst/>
                        <a:latin typeface="Times New Roman"/>
                        <a:ea typeface="宋体"/>
                      </a:endParaRPr>
                    </a:p>
                  </a:txBody>
                  <a:tcPr marL="68580" marR="68580"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100" kern="100" dirty="0">
                          <a:effectLst/>
                          <a:latin typeface="Times New Roman"/>
                          <a:ea typeface="+mn-ea"/>
                        </a:rPr>
                        <a:t>Parameter Name</a:t>
                      </a:r>
                      <a:endParaRPr lang="zh-CN" altLang="zh-CN" sz="1100" kern="100" dirty="0">
                        <a:effectLst/>
                        <a:latin typeface="Times New Roman"/>
                        <a:ea typeface="+mn-ea"/>
                      </a:endParaRPr>
                    </a:p>
                  </a:txBody>
                  <a:tcPr marL="68580" marR="68580"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100" kern="100" dirty="0">
                          <a:effectLst/>
                          <a:latin typeface="Times New Roman"/>
                          <a:ea typeface="+mn-ea"/>
                        </a:rPr>
                        <a:t>Work  Range</a:t>
                      </a:r>
                      <a:endParaRPr lang="zh-CN" altLang="zh-CN" sz="1100" kern="100" dirty="0">
                        <a:effectLst/>
                        <a:latin typeface="Times New Roman"/>
                        <a:ea typeface="+mn-ea"/>
                      </a:endParaRPr>
                    </a:p>
                  </a:txBody>
                  <a:tcPr marL="68580" marR="68580"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100" kern="100" dirty="0">
                          <a:effectLst/>
                          <a:latin typeface="Times New Roman"/>
                          <a:ea typeface="+mn-ea"/>
                        </a:rPr>
                        <a:t>Description</a:t>
                      </a:r>
                      <a:endParaRPr lang="zh-CN" altLang="zh-CN" sz="1100" kern="100" dirty="0">
                        <a:effectLst/>
                        <a:latin typeface="Times New Roman"/>
                        <a:ea typeface="+mn-ea"/>
                      </a:endParaRPr>
                    </a:p>
                  </a:txBody>
                  <a:tcPr marL="68580" marR="68580" marT="0" marB="0" anchor="ctr"/>
                </a:tc>
                <a:extLst>
                  <a:ext uri="{0D108BD9-81ED-4DB2-BD59-A6C34878D82A}">
                    <a16:rowId xmlns:a16="http://schemas.microsoft.com/office/drawing/2014/main" xmlns="" val="10000"/>
                  </a:ext>
                </a:extLst>
              </a:tr>
              <a:tr h="342900">
                <a:tc>
                  <a:txBody>
                    <a:bodyPr/>
                    <a:lstStyle/>
                    <a:p>
                      <a:pPr algn="ctr">
                        <a:spcAft>
                          <a:spcPts val="0"/>
                        </a:spcAft>
                      </a:pPr>
                      <a:r>
                        <a:rPr lang="en-US" sz="1100" kern="100" dirty="0">
                          <a:effectLst/>
                        </a:rPr>
                        <a:t>XS001</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sz="1100" kern="100" dirty="0">
                          <a:effectLst/>
                        </a:rPr>
                        <a:t>TC_COUNTER</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altLang="zh-CN" sz="1100" kern="1200" dirty="0">
                          <a:solidFill>
                            <a:schemeClr val="dk1"/>
                          </a:solidFill>
                          <a:effectLst/>
                          <a:latin typeface="+mn-lt"/>
                          <a:ea typeface="+mn-ea"/>
                          <a:cs typeface="+mn-cs"/>
                        </a:rPr>
                        <a:t>0~0xFFFF</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altLang="zh-CN" sz="1100" kern="1200" dirty="0">
                          <a:solidFill>
                            <a:schemeClr val="dk1"/>
                          </a:solidFill>
                          <a:effectLst/>
                          <a:latin typeface="+mn-lt"/>
                          <a:ea typeface="+mn-ea"/>
                          <a:cs typeface="+mn-cs"/>
                        </a:rPr>
                        <a:t>+1/ (Indirect TC, Data block)</a:t>
                      </a:r>
                      <a:endParaRPr lang="zh-CN" sz="1100" kern="100" dirty="0">
                        <a:effectLst/>
                        <a:latin typeface="Times New Roman"/>
                        <a:ea typeface="宋体"/>
                      </a:endParaRPr>
                    </a:p>
                  </a:txBody>
                  <a:tcPr marL="68580" marR="68580" marT="0" marB="0" anchor="ctr"/>
                </a:tc>
                <a:extLst>
                  <a:ext uri="{0D108BD9-81ED-4DB2-BD59-A6C34878D82A}">
                    <a16:rowId xmlns:a16="http://schemas.microsoft.com/office/drawing/2014/main" xmlns="" val="10001"/>
                  </a:ext>
                </a:extLst>
              </a:tr>
              <a:tr h="171450">
                <a:tc>
                  <a:txBody>
                    <a:bodyPr/>
                    <a:lstStyle/>
                    <a:p>
                      <a:pPr algn="ctr">
                        <a:spcAft>
                          <a:spcPts val="0"/>
                        </a:spcAft>
                      </a:pPr>
                      <a:r>
                        <a:rPr lang="en-US" sz="1100" kern="100" dirty="0">
                          <a:effectLst/>
                          <a:latin typeface="Times New Roman"/>
                          <a:ea typeface="宋体"/>
                        </a:rPr>
                        <a:t>XS027</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sz="1100" kern="100" dirty="0" err="1">
                          <a:effectLst/>
                          <a:latin typeface="Times New Roman"/>
                          <a:ea typeface="宋体"/>
                        </a:rPr>
                        <a:t>TTC_Task_Permission_Status</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altLang="zh-CN" sz="1100" kern="100" dirty="0">
                          <a:effectLst/>
                          <a:latin typeface="Times New Roman"/>
                          <a:ea typeface="+mn-ea"/>
                        </a:rPr>
                        <a:t>1:Enabled</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altLang="zh-CN" sz="1100" kern="100" dirty="0">
                          <a:effectLst/>
                          <a:latin typeface="Times New Roman"/>
                          <a:ea typeface="宋体"/>
                        </a:rPr>
                        <a:t>Should be Enabled in normal mode. Please check whether safety mode is triggered when this TM becomes Disabled</a:t>
                      </a:r>
                      <a:endParaRPr lang="zh-CN" sz="1100" kern="100" dirty="0">
                        <a:effectLst/>
                        <a:latin typeface="Times New Roman"/>
                        <a:ea typeface="宋体"/>
                      </a:endParaRPr>
                    </a:p>
                  </a:txBody>
                  <a:tcPr marL="68580" marR="68580" marT="0" marB="0" anchor="ctr"/>
                </a:tc>
                <a:extLst>
                  <a:ext uri="{0D108BD9-81ED-4DB2-BD59-A6C34878D82A}">
                    <a16:rowId xmlns:a16="http://schemas.microsoft.com/office/drawing/2014/main" xmlns="" val="10002"/>
                  </a:ext>
                </a:extLst>
              </a:tr>
              <a:tr h="217170">
                <a:tc>
                  <a:txBody>
                    <a:bodyPr/>
                    <a:lstStyle/>
                    <a:p>
                      <a:pPr marL="0" algn="ctr" defTabSz="914400" rtl="0" eaLnBrk="1" latinLnBrk="0" hangingPunct="1">
                        <a:spcAft>
                          <a:spcPts val="0"/>
                        </a:spcAft>
                      </a:pPr>
                      <a:r>
                        <a:rPr lang="en-US" sz="1100" b="1" kern="100" dirty="0">
                          <a:solidFill>
                            <a:schemeClr val="lt1"/>
                          </a:solidFill>
                          <a:effectLst/>
                          <a:latin typeface="Times New Roman"/>
                          <a:ea typeface="宋体"/>
                          <a:cs typeface="+mn-cs"/>
                        </a:rPr>
                        <a:t>XS029</a:t>
                      </a:r>
                      <a:endParaRPr lang="zh-CN" sz="1100" b="1" kern="100" dirty="0">
                        <a:solidFill>
                          <a:schemeClr val="lt1"/>
                        </a:solidFill>
                        <a:effectLst/>
                        <a:latin typeface="Times New Roman"/>
                        <a:ea typeface="宋体"/>
                        <a:cs typeface="+mn-cs"/>
                      </a:endParaRPr>
                    </a:p>
                  </a:txBody>
                  <a:tcPr marL="68580" marR="68580" marT="0" marB="0" anchor="ctr"/>
                </a:tc>
                <a:tc>
                  <a:txBody>
                    <a:bodyPr/>
                    <a:lstStyle/>
                    <a:p>
                      <a:pPr marL="0" algn="ctr" defTabSz="914400" rtl="0" eaLnBrk="1" latinLnBrk="0" hangingPunct="1">
                        <a:spcAft>
                          <a:spcPts val="0"/>
                        </a:spcAft>
                      </a:pPr>
                      <a:r>
                        <a:rPr lang="en-US" sz="1100" kern="100" dirty="0" err="1">
                          <a:solidFill>
                            <a:schemeClr val="dk1"/>
                          </a:solidFill>
                          <a:effectLst/>
                          <a:latin typeface="Times New Roman"/>
                          <a:ea typeface="+mn-ea"/>
                          <a:cs typeface="+mn-cs"/>
                        </a:rPr>
                        <a:t>TTC_Check_Status</a:t>
                      </a:r>
                      <a:endParaRPr lang="zh-CN" sz="1100" kern="100" dirty="0">
                        <a:solidFill>
                          <a:schemeClr val="dk1"/>
                        </a:solidFill>
                        <a:effectLst/>
                        <a:latin typeface="Times New Roman"/>
                        <a:ea typeface="+mn-ea"/>
                        <a:cs typeface="+mn-cs"/>
                      </a:endParaRPr>
                    </a:p>
                  </a:txBody>
                  <a:tcPr marL="68580" marR="68580" marT="0" marB="0" anchor="ctr"/>
                </a:tc>
                <a:tc>
                  <a:txBody>
                    <a:bodyPr/>
                    <a:lstStyle/>
                    <a:p>
                      <a:pPr marL="0" algn="ctr" defTabSz="914400" rtl="0" eaLnBrk="1" latinLnBrk="0" hangingPunct="1">
                        <a:spcAft>
                          <a:spcPts val="0"/>
                        </a:spcAft>
                      </a:pPr>
                      <a:r>
                        <a:rPr lang="en-US" altLang="zh-CN" sz="1100" kern="100" dirty="0">
                          <a:solidFill>
                            <a:schemeClr val="dk1"/>
                          </a:solidFill>
                          <a:effectLst/>
                          <a:latin typeface="Times New Roman"/>
                          <a:ea typeface="+mn-ea"/>
                          <a:cs typeface="+mn-cs"/>
                        </a:rPr>
                        <a:t>0:normal</a:t>
                      </a:r>
                      <a:endParaRPr lang="zh-CN" sz="1100" kern="100" dirty="0">
                        <a:solidFill>
                          <a:schemeClr val="dk1"/>
                        </a:solidFill>
                        <a:effectLst/>
                        <a:latin typeface="Times New Roman"/>
                        <a:ea typeface="+mn-ea"/>
                        <a:cs typeface="+mn-cs"/>
                      </a:endParaRPr>
                    </a:p>
                  </a:txBody>
                  <a:tcPr marL="68580" marR="68580" marT="0" marB="0" anchor="ctr"/>
                </a:tc>
                <a:tc>
                  <a:txBody>
                    <a:bodyPr/>
                    <a:lstStyle/>
                    <a:p>
                      <a:pPr algn="ctr">
                        <a:spcAft>
                          <a:spcPts val="0"/>
                        </a:spcAft>
                      </a:pPr>
                      <a:r>
                        <a:rPr lang="en-US" altLang="zh-CN" sz="1100" kern="100" dirty="0">
                          <a:effectLst/>
                          <a:latin typeface="Times New Roman"/>
                          <a:ea typeface="宋体"/>
                        </a:rPr>
                        <a:t>Maybe become error status caused by SEU(small probability event)</a:t>
                      </a:r>
                      <a:endParaRPr lang="zh-CN" sz="1100" kern="100" dirty="0">
                        <a:effectLst/>
                        <a:latin typeface="Times New Roman"/>
                        <a:ea typeface="宋体"/>
                      </a:endParaRPr>
                    </a:p>
                  </a:txBody>
                  <a:tcPr marL="68580" marR="68580" marT="0" marB="0" anchor="ctr"/>
                </a:tc>
                <a:extLst>
                  <a:ext uri="{0D108BD9-81ED-4DB2-BD59-A6C34878D82A}">
                    <a16:rowId xmlns:a16="http://schemas.microsoft.com/office/drawing/2014/main" xmlns="" val="10003"/>
                  </a:ext>
                </a:extLst>
              </a:tr>
              <a:tr h="217170">
                <a:tc>
                  <a:txBody>
                    <a:bodyPr/>
                    <a:lstStyle/>
                    <a:p>
                      <a:pPr algn="ctr">
                        <a:spcAft>
                          <a:spcPts val="0"/>
                        </a:spcAft>
                      </a:pPr>
                      <a:r>
                        <a:rPr lang="en-US" sz="1100" kern="100" dirty="0">
                          <a:effectLst/>
                          <a:latin typeface="Times New Roman"/>
                          <a:ea typeface="宋体"/>
                        </a:rPr>
                        <a:t>XS033</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sz="1100" kern="100" dirty="0" err="1">
                          <a:effectLst/>
                          <a:latin typeface="Times New Roman"/>
                          <a:ea typeface="宋体"/>
                        </a:rPr>
                        <a:t>TTD_Check_Status</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altLang="zh-CN" sz="1100" kern="1200" dirty="0">
                          <a:solidFill>
                            <a:schemeClr val="dk1"/>
                          </a:solidFill>
                          <a:effectLst/>
                          <a:latin typeface="+mn-lt"/>
                          <a:ea typeface="+mn-ea"/>
                          <a:cs typeface="+mn-cs"/>
                        </a:rPr>
                        <a:t>0:normal</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altLang="zh-CN" sz="1100" kern="100" dirty="0">
                          <a:effectLst/>
                          <a:latin typeface="Times New Roman"/>
                          <a:ea typeface="宋体"/>
                        </a:rPr>
                        <a:t>Maybe become error status caused by SEU(small probability event)</a:t>
                      </a:r>
                      <a:endParaRPr lang="zh-CN" altLang="zh-CN" sz="1100" kern="100" dirty="0">
                        <a:effectLst/>
                        <a:latin typeface="Times New Roman"/>
                        <a:ea typeface="宋体"/>
                      </a:endParaRPr>
                    </a:p>
                  </a:txBody>
                  <a:tcPr marL="68580" marR="68580" marT="0" marB="0" anchor="ctr"/>
                </a:tc>
                <a:extLst>
                  <a:ext uri="{0D108BD9-81ED-4DB2-BD59-A6C34878D82A}">
                    <a16:rowId xmlns:a16="http://schemas.microsoft.com/office/drawing/2014/main" xmlns="" val="10004"/>
                  </a:ext>
                </a:extLst>
              </a:tr>
              <a:tr h="217170">
                <a:tc>
                  <a:txBody>
                    <a:bodyPr/>
                    <a:lstStyle/>
                    <a:p>
                      <a:pPr algn="ctr">
                        <a:spcAft>
                          <a:spcPts val="0"/>
                        </a:spcAft>
                      </a:pPr>
                      <a:r>
                        <a:rPr lang="en-US" sz="1100" kern="100" dirty="0">
                          <a:effectLst/>
                          <a:latin typeface="Times New Roman"/>
                          <a:ea typeface="宋体"/>
                        </a:rPr>
                        <a:t>XS038</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sz="1100" kern="100" dirty="0" err="1">
                          <a:effectLst/>
                          <a:latin typeface="Times New Roman"/>
                          <a:ea typeface="宋体"/>
                        </a:rPr>
                        <a:t>TTC_Insert_Status</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altLang="zh-CN" sz="1100" kern="1200" dirty="0">
                          <a:solidFill>
                            <a:schemeClr val="dk1"/>
                          </a:solidFill>
                          <a:effectLst/>
                          <a:latin typeface="+mn-lt"/>
                          <a:ea typeface="+mn-ea"/>
                          <a:cs typeface="+mn-cs"/>
                        </a:rPr>
                        <a:t>0x66:Normal</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altLang="zh-CN" sz="1100" kern="100" dirty="0">
                          <a:effectLst/>
                          <a:latin typeface="Times New Roman"/>
                          <a:ea typeface="宋体"/>
                        </a:rPr>
                        <a:t>Reference Part 10</a:t>
                      </a:r>
                      <a:endParaRPr lang="zh-CN" sz="1100" kern="100" dirty="0">
                        <a:effectLst/>
                        <a:latin typeface="Times New Roman"/>
                        <a:ea typeface="宋体"/>
                      </a:endParaRPr>
                    </a:p>
                  </a:txBody>
                  <a:tcPr marL="68580" marR="68580" marT="0" marB="0" anchor="ctr"/>
                </a:tc>
                <a:extLst>
                  <a:ext uri="{0D108BD9-81ED-4DB2-BD59-A6C34878D82A}">
                    <a16:rowId xmlns:a16="http://schemas.microsoft.com/office/drawing/2014/main" xmlns="" val="10005"/>
                  </a:ext>
                </a:extLst>
              </a:tr>
              <a:tr h="217170">
                <a:tc>
                  <a:txBody>
                    <a:bodyPr/>
                    <a:lstStyle/>
                    <a:p>
                      <a:pPr algn="ctr">
                        <a:spcAft>
                          <a:spcPts val="0"/>
                        </a:spcAft>
                      </a:pPr>
                      <a:r>
                        <a:rPr lang="en-US" sz="1100" kern="100">
                          <a:effectLst/>
                          <a:latin typeface="Times New Roman"/>
                          <a:ea typeface="宋体"/>
                        </a:rPr>
                        <a:t>XS042</a:t>
                      </a:r>
                      <a:endParaRPr lang="zh-CN" sz="1100" kern="100">
                        <a:effectLst/>
                        <a:latin typeface="Times New Roman"/>
                        <a:ea typeface="宋体"/>
                      </a:endParaRPr>
                    </a:p>
                  </a:txBody>
                  <a:tcPr marL="68580" marR="68580" marT="0" marB="0" anchor="ctr"/>
                </a:tc>
                <a:tc>
                  <a:txBody>
                    <a:bodyPr/>
                    <a:lstStyle/>
                    <a:p>
                      <a:pPr algn="ctr">
                        <a:spcAft>
                          <a:spcPts val="0"/>
                        </a:spcAft>
                      </a:pPr>
                      <a:r>
                        <a:rPr lang="en-US" sz="1100" kern="100" dirty="0" err="1">
                          <a:effectLst/>
                          <a:latin typeface="Times New Roman"/>
                          <a:ea typeface="宋体"/>
                        </a:rPr>
                        <a:t>TTD_Insert_Status</a:t>
                      </a:r>
                      <a:endParaRPr lang="zh-CN" sz="1100" kern="100" dirty="0">
                        <a:effectLst/>
                        <a:latin typeface="Times New Roman"/>
                        <a:ea typeface="宋体"/>
                      </a:endParaRPr>
                    </a:p>
                  </a:txBody>
                  <a:tcPr marL="68580" marR="68580"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100" kern="1200" dirty="0">
                          <a:solidFill>
                            <a:schemeClr val="dk1"/>
                          </a:solidFill>
                          <a:effectLst/>
                          <a:latin typeface="+mn-lt"/>
                          <a:ea typeface="+mn-ea"/>
                          <a:cs typeface="+mn-cs"/>
                        </a:rPr>
                        <a:t>0x66:Normal</a:t>
                      </a:r>
                      <a:endParaRPr lang="zh-CN" altLang="zh-CN" sz="1100" kern="100" dirty="0">
                        <a:effectLst/>
                        <a:latin typeface="Times New Roman"/>
                        <a:ea typeface="+mn-ea"/>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kern="100" dirty="0">
                          <a:effectLst/>
                          <a:latin typeface="Times New Roman"/>
                          <a:ea typeface="宋体"/>
                        </a:rPr>
                        <a:t>Reference Part 10</a:t>
                      </a:r>
                      <a:endParaRPr lang="zh-CN" altLang="zh-CN" sz="1100" kern="100" dirty="0">
                        <a:effectLst/>
                        <a:latin typeface="Times New Roman"/>
                        <a:ea typeface="宋体"/>
                      </a:endParaRPr>
                    </a:p>
                  </a:txBody>
                  <a:tcPr marL="68580" marR="68580" marT="0" marB="0" anchor="ctr"/>
                </a:tc>
                <a:extLst>
                  <a:ext uri="{0D108BD9-81ED-4DB2-BD59-A6C34878D82A}">
                    <a16:rowId xmlns:a16="http://schemas.microsoft.com/office/drawing/2014/main" xmlns="" val="10006"/>
                  </a:ext>
                </a:extLst>
              </a:tr>
            </a:tbl>
          </a:graphicData>
        </a:graphic>
      </p:graphicFrame>
      <p:sp>
        <p:nvSpPr>
          <p:cNvPr id="10" name="矩形 1"/>
          <p:cNvSpPr>
            <a:spLocks noChangeArrowheads="1"/>
          </p:cNvSpPr>
          <p:nvPr/>
        </p:nvSpPr>
        <p:spPr bwMode="auto">
          <a:xfrm>
            <a:off x="-108520" y="827792"/>
            <a:ext cx="2016224" cy="519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indent="457200" algn="just">
              <a:lnSpc>
                <a:spcPct val="125000"/>
              </a:lnSpc>
            </a:pPr>
            <a:r>
              <a:rPr lang="en-US" altLang="zh-CN" sz="2400" dirty="0"/>
              <a:t>Packet 20H</a:t>
            </a:r>
            <a:endParaRPr lang="zh-CN" altLang="zh-CN" sz="2400" b="0" dirty="0">
              <a:solidFill>
                <a:schemeClr val="tx1"/>
              </a:solidFill>
            </a:endParaRPr>
          </a:p>
        </p:txBody>
      </p:sp>
    </p:spTree>
    <p:extLst>
      <p:ext uri="{BB962C8B-B14F-4D97-AF65-F5344CB8AC3E}">
        <p14:creationId xmlns:p14="http://schemas.microsoft.com/office/powerpoint/2010/main" val="174225067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9: OBDH Critical TM</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93</a:t>
            </a:fld>
            <a:r>
              <a:rPr lang="zh-CN" altLang="en-US"/>
              <a:t> </a:t>
            </a:r>
            <a:endParaRPr lang="zh-CN" altLang="en-US" dirty="0">
              <a:latin typeface="微软雅黑" pitchFamily="34" charset="-122"/>
              <a:ea typeface="微软雅黑" pitchFamily="34" charset="-122"/>
            </a:endParaRPr>
          </a:p>
        </p:txBody>
      </p:sp>
      <p:graphicFrame>
        <p:nvGraphicFramePr>
          <p:cNvPr id="3" name="表格 2"/>
          <p:cNvGraphicFramePr>
            <a:graphicFrameLocks noGrp="1"/>
          </p:cNvGraphicFramePr>
          <p:nvPr>
            <p:extLst>
              <p:ext uri="{D42A27DB-BD31-4B8C-83A1-F6EECF244321}">
                <p14:modId xmlns:p14="http://schemas.microsoft.com/office/powerpoint/2010/main" val="3275699042"/>
              </p:ext>
            </p:extLst>
          </p:nvPr>
        </p:nvGraphicFramePr>
        <p:xfrm>
          <a:off x="467544" y="1628760"/>
          <a:ext cx="8229600" cy="2023110"/>
        </p:xfrm>
        <a:graphic>
          <a:graphicData uri="http://schemas.openxmlformats.org/drawingml/2006/table">
            <a:tbl>
              <a:tblPr firstRow="1" firstCol="1" bandRow="1" bandCol="1">
                <a:tableStyleId>{5C22544A-7EE6-4342-B048-85BDC9FD1C3A}</a:tableStyleId>
              </a:tblPr>
              <a:tblGrid>
                <a:gridCol w="1152128">
                  <a:extLst>
                    <a:ext uri="{9D8B030D-6E8A-4147-A177-3AD203B41FA5}">
                      <a16:colId xmlns:a16="http://schemas.microsoft.com/office/drawing/2014/main" xmlns="" val="20000"/>
                    </a:ext>
                  </a:extLst>
                </a:gridCol>
                <a:gridCol w="3744416">
                  <a:extLst>
                    <a:ext uri="{9D8B030D-6E8A-4147-A177-3AD203B41FA5}">
                      <a16:colId xmlns:a16="http://schemas.microsoft.com/office/drawing/2014/main" xmlns="" val="20001"/>
                    </a:ext>
                  </a:extLst>
                </a:gridCol>
                <a:gridCol w="1512168">
                  <a:extLst>
                    <a:ext uri="{9D8B030D-6E8A-4147-A177-3AD203B41FA5}">
                      <a16:colId xmlns:a16="http://schemas.microsoft.com/office/drawing/2014/main" xmlns="" val="20002"/>
                    </a:ext>
                  </a:extLst>
                </a:gridCol>
                <a:gridCol w="1820888">
                  <a:extLst>
                    <a:ext uri="{9D8B030D-6E8A-4147-A177-3AD203B41FA5}">
                      <a16:colId xmlns:a16="http://schemas.microsoft.com/office/drawing/2014/main" xmlns="" val="20003"/>
                    </a:ext>
                  </a:extLst>
                </a:gridCol>
              </a:tblGrid>
              <a:tr h="342900">
                <a:tc>
                  <a:txBody>
                    <a:bodyPr/>
                    <a:lstStyle/>
                    <a:p>
                      <a:pPr algn="ctr">
                        <a:spcAft>
                          <a:spcPts val="0"/>
                        </a:spcAft>
                      </a:pPr>
                      <a:r>
                        <a:rPr lang="en-US" altLang="zh-CN" sz="1100" kern="100" dirty="0">
                          <a:effectLst/>
                          <a:latin typeface="Times New Roman"/>
                          <a:ea typeface="+mn-ea"/>
                        </a:rPr>
                        <a:t>Parameter Number</a:t>
                      </a:r>
                      <a:endParaRPr lang="zh-CN" sz="1100" kern="100" dirty="0">
                        <a:effectLst/>
                        <a:latin typeface="Times New Roman"/>
                        <a:ea typeface="宋体"/>
                      </a:endParaRPr>
                    </a:p>
                  </a:txBody>
                  <a:tcPr marL="68580" marR="68580"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100" kern="100" dirty="0">
                          <a:effectLst/>
                          <a:latin typeface="Times New Roman"/>
                          <a:ea typeface="+mn-ea"/>
                        </a:rPr>
                        <a:t>Parameter Name</a:t>
                      </a:r>
                      <a:endParaRPr lang="zh-CN" altLang="zh-CN" sz="1100" kern="100" dirty="0">
                        <a:effectLst/>
                        <a:latin typeface="Times New Roman"/>
                        <a:ea typeface="+mn-ea"/>
                      </a:endParaRPr>
                    </a:p>
                  </a:txBody>
                  <a:tcPr marL="68580" marR="68580"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100" kern="100" dirty="0">
                          <a:effectLst/>
                          <a:latin typeface="Times New Roman"/>
                          <a:ea typeface="+mn-ea"/>
                        </a:rPr>
                        <a:t>Work  Range</a:t>
                      </a:r>
                      <a:endParaRPr lang="zh-CN" altLang="zh-CN" sz="1100" kern="100" dirty="0">
                        <a:effectLst/>
                        <a:latin typeface="Times New Roman"/>
                        <a:ea typeface="+mn-ea"/>
                      </a:endParaRPr>
                    </a:p>
                  </a:txBody>
                  <a:tcPr marL="68580" marR="68580"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100" kern="100" dirty="0">
                          <a:effectLst/>
                          <a:latin typeface="Times New Roman"/>
                          <a:ea typeface="+mn-ea"/>
                        </a:rPr>
                        <a:t>Description</a:t>
                      </a:r>
                      <a:endParaRPr lang="zh-CN" altLang="zh-CN" sz="1100" kern="100" dirty="0">
                        <a:effectLst/>
                        <a:latin typeface="Times New Roman"/>
                        <a:ea typeface="+mn-ea"/>
                      </a:endParaRPr>
                    </a:p>
                  </a:txBody>
                  <a:tcPr marL="68580" marR="68580" marT="0" marB="0" anchor="ctr"/>
                </a:tc>
                <a:extLst>
                  <a:ext uri="{0D108BD9-81ED-4DB2-BD59-A6C34878D82A}">
                    <a16:rowId xmlns:a16="http://schemas.microsoft.com/office/drawing/2014/main" xmlns="" val="10000"/>
                  </a:ext>
                </a:extLst>
              </a:tr>
              <a:tr h="217170">
                <a:tc>
                  <a:txBody>
                    <a:bodyPr/>
                    <a:lstStyle/>
                    <a:p>
                      <a:pPr algn="ctr">
                        <a:spcAft>
                          <a:spcPts val="0"/>
                        </a:spcAft>
                      </a:pPr>
                      <a:r>
                        <a:rPr lang="en-US" sz="1100" kern="100" dirty="0">
                          <a:effectLst/>
                          <a:latin typeface="Times New Roman"/>
                          <a:ea typeface="宋体"/>
                        </a:rPr>
                        <a:t>XS110</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sz="1100" kern="100" dirty="0" err="1">
                          <a:effectLst/>
                          <a:latin typeface="Times New Roman"/>
                          <a:ea typeface="宋体"/>
                        </a:rPr>
                        <a:t>GPS_Communication_Safety_Mode_Status</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altLang="zh-CN" sz="1100" kern="1200" dirty="0">
                          <a:solidFill>
                            <a:schemeClr val="dk1"/>
                          </a:solidFill>
                          <a:effectLst/>
                          <a:latin typeface="+mn-lt"/>
                          <a:ea typeface="+mn-ea"/>
                          <a:cs typeface="+mn-cs"/>
                        </a:rPr>
                        <a:t>0:Normal</a:t>
                      </a:r>
                      <a:endParaRPr lang="zh-CN" sz="1100" kern="100" dirty="0">
                        <a:effectLst/>
                        <a:latin typeface="Times New Roman"/>
                        <a:ea typeface="宋体"/>
                      </a:endParaRPr>
                    </a:p>
                  </a:txBody>
                  <a:tcPr marL="68580" marR="68580" marT="0" marB="0" anchor="ctr"/>
                </a:tc>
                <a:tc>
                  <a:txBody>
                    <a:bodyPr/>
                    <a:lstStyle/>
                    <a:p>
                      <a:pPr algn="ctr">
                        <a:spcAft>
                          <a:spcPts val="0"/>
                        </a:spcAft>
                      </a:pPr>
                      <a:endParaRPr lang="zh-CN" sz="1400" kern="100" dirty="0">
                        <a:effectLst/>
                        <a:latin typeface="Times New Roman"/>
                        <a:ea typeface="宋体"/>
                      </a:endParaRPr>
                    </a:p>
                  </a:txBody>
                  <a:tcPr marL="68580" marR="68580" marT="0" marB="0" anchor="ctr"/>
                </a:tc>
                <a:extLst>
                  <a:ext uri="{0D108BD9-81ED-4DB2-BD59-A6C34878D82A}">
                    <a16:rowId xmlns:a16="http://schemas.microsoft.com/office/drawing/2014/main" xmlns="" val="10007"/>
                  </a:ext>
                </a:extLst>
              </a:tr>
              <a:tr h="342900">
                <a:tc>
                  <a:txBody>
                    <a:bodyPr/>
                    <a:lstStyle/>
                    <a:p>
                      <a:pPr algn="ctr">
                        <a:spcAft>
                          <a:spcPts val="0"/>
                        </a:spcAft>
                      </a:pPr>
                      <a:r>
                        <a:rPr lang="en-US" sz="1100" kern="100" dirty="0">
                          <a:effectLst/>
                          <a:latin typeface="Times New Roman"/>
                          <a:ea typeface="宋体"/>
                        </a:rPr>
                        <a:t>XS111</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sz="1100" kern="100" dirty="0" err="1">
                          <a:effectLst/>
                          <a:latin typeface="Times New Roman"/>
                          <a:ea typeface="宋体"/>
                        </a:rPr>
                        <a:t>Battery_Subcomputer_Communication_Safety_Mode_Status</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altLang="zh-CN" sz="1100" kern="1200" dirty="0">
                          <a:solidFill>
                            <a:schemeClr val="dk1"/>
                          </a:solidFill>
                          <a:effectLst/>
                          <a:latin typeface="+mn-lt"/>
                          <a:ea typeface="+mn-ea"/>
                          <a:cs typeface="+mn-cs"/>
                        </a:rPr>
                        <a:t>0:Normal</a:t>
                      </a:r>
                      <a:endParaRPr lang="zh-CN" altLang="zh-CN" sz="1100" kern="100" dirty="0">
                        <a:effectLst/>
                        <a:latin typeface="Times New Roman"/>
                        <a:ea typeface="宋体"/>
                      </a:endParaRPr>
                    </a:p>
                  </a:txBody>
                  <a:tcPr marL="68580" marR="68580" marT="0" marB="0" anchor="ctr"/>
                </a:tc>
                <a:tc>
                  <a:txBody>
                    <a:bodyPr/>
                    <a:lstStyle/>
                    <a:p>
                      <a:pPr algn="ctr">
                        <a:spcAft>
                          <a:spcPts val="0"/>
                        </a:spcAft>
                      </a:pPr>
                      <a:endParaRPr lang="zh-CN" sz="1400" kern="100" dirty="0">
                        <a:effectLst/>
                        <a:latin typeface="Times New Roman"/>
                        <a:ea typeface="宋体"/>
                      </a:endParaRPr>
                    </a:p>
                  </a:txBody>
                  <a:tcPr marL="68580" marR="68580" marT="0" marB="0" anchor="ctr"/>
                </a:tc>
                <a:extLst>
                  <a:ext uri="{0D108BD9-81ED-4DB2-BD59-A6C34878D82A}">
                    <a16:rowId xmlns:a16="http://schemas.microsoft.com/office/drawing/2014/main" xmlns="" val="10008"/>
                  </a:ext>
                </a:extLst>
              </a:tr>
              <a:tr h="217170">
                <a:tc>
                  <a:txBody>
                    <a:bodyPr/>
                    <a:lstStyle/>
                    <a:p>
                      <a:pPr algn="ctr">
                        <a:spcAft>
                          <a:spcPts val="0"/>
                        </a:spcAft>
                      </a:pPr>
                      <a:r>
                        <a:rPr lang="en-US" sz="1100" kern="100" dirty="0">
                          <a:effectLst/>
                          <a:latin typeface="Times New Roman"/>
                          <a:ea typeface="宋体"/>
                        </a:rPr>
                        <a:t>XS112</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sz="1100" kern="100" dirty="0" err="1">
                          <a:effectLst/>
                          <a:latin typeface="Times New Roman"/>
                          <a:ea typeface="宋体"/>
                        </a:rPr>
                        <a:t>TCU_Communication_Safety_Mode_Status</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altLang="zh-CN" sz="1100" kern="1200" dirty="0">
                          <a:solidFill>
                            <a:schemeClr val="dk1"/>
                          </a:solidFill>
                          <a:effectLst/>
                          <a:latin typeface="+mn-lt"/>
                          <a:ea typeface="+mn-ea"/>
                          <a:cs typeface="+mn-cs"/>
                        </a:rPr>
                        <a:t>0:Normal</a:t>
                      </a:r>
                      <a:endParaRPr lang="zh-CN" altLang="zh-CN" sz="1100" kern="100" dirty="0">
                        <a:effectLst/>
                        <a:latin typeface="Times New Roman"/>
                        <a:ea typeface="宋体"/>
                      </a:endParaRPr>
                    </a:p>
                  </a:txBody>
                  <a:tcPr marL="68580" marR="68580" marT="0" marB="0" anchor="ctr"/>
                </a:tc>
                <a:tc>
                  <a:txBody>
                    <a:bodyPr/>
                    <a:lstStyle/>
                    <a:p>
                      <a:pPr algn="ctr">
                        <a:spcAft>
                          <a:spcPts val="0"/>
                        </a:spcAft>
                      </a:pPr>
                      <a:endParaRPr lang="zh-CN" sz="1400" kern="100" dirty="0">
                        <a:effectLst/>
                        <a:latin typeface="Times New Roman"/>
                        <a:ea typeface="宋体"/>
                      </a:endParaRPr>
                    </a:p>
                  </a:txBody>
                  <a:tcPr marL="68580" marR="68580" marT="0" marB="0" anchor="ctr"/>
                </a:tc>
                <a:extLst>
                  <a:ext uri="{0D108BD9-81ED-4DB2-BD59-A6C34878D82A}">
                    <a16:rowId xmlns:a16="http://schemas.microsoft.com/office/drawing/2014/main" xmlns="" val="10009"/>
                  </a:ext>
                </a:extLst>
              </a:tr>
              <a:tr h="342900">
                <a:tc>
                  <a:txBody>
                    <a:bodyPr/>
                    <a:lstStyle/>
                    <a:p>
                      <a:pPr algn="ctr">
                        <a:spcAft>
                          <a:spcPts val="0"/>
                        </a:spcAft>
                      </a:pPr>
                      <a:r>
                        <a:rPr lang="en-US" sz="1100" kern="100">
                          <a:effectLst/>
                          <a:latin typeface="Times New Roman"/>
                          <a:ea typeface="宋体"/>
                        </a:rPr>
                        <a:t>XS113</a:t>
                      </a:r>
                      <a:endParaRPr lang="zh-CN" sz="1100" kern="100">
                        <a:effectLst/>
                        <a:latin typeface="Times New Roman"/>
                        <a:ea typeface="宋体"/>
                      </a:endParaRPr>
                    </a:p>
                  </a:txBody>
                  <a:tcPr marL="68580" marR="68580" marT="0" marB="0" anchor="ctr"/>
                </a:tc>
                <a:tc>
                  <a:txBody>
                    <a:bodyPr/>
                    <a:lstStyle/>
                    <a:p>
                      <a:pPr algn="ctr">
                        <a:spcAft>
                          <a:spcPts val="0"/>
                        </a:spcAft>
                      </a:pPr>
                      <a:r>
                        <a:rPr lang="en-US" sz="1100" kern="100" dirty="0" err="1">
                          <a:effectLst/>
                          <a:latin typeface="Times New Roman"/>
                          <a:ea typeface="宋体"/>
                        </a:rPr>
                        <a:t>Transponder_B_Communication_Safety_Mode_Status</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altLang="zh-CN" sz="1100" kern="1200" dirty="0">
                          <a:solidFill>
                            <a:schemeClr val="dk1"/>
                          </a:solidFill>
                          <a:effectLst/>
                          <a:latin typeface="+mn-lt"/>
                          <a:ea typeface="+mn-ea"/>
                          <a:cs typeface="+mn-cs"/>
                        </a:rPr>
                        <a:t>0:Normal</a:t>
                      </a:r>
                      <a:endParaRPr lang="zh-CN" altLang="zh-CN" sz="1100" kern="100" dirty="0">
                        <a:effectLst/>
                        <a:latin typeface="Times New Roman"/>
                        <a:ea typeface="宋体"/>
                      </a:endParaRPr>
                    </a:p>
                  </a:txBody>
                  <a:tcPr marL="68580" marR="68580" marT="0" marB="0" anchor="ctr"/>
                </a:tc>
                <a:tc>
                  <a:txBody>
                    <a:bodyPr/>
                    <a:lstStyle/>
                    <a:p>
                      <a:pPr algn="ctr">
                        <a:spcAft>
                          <a:spcPts val="0"/>
                        </a:spcAft>
                      </a:pPr>
                      <a:endParaRPr lang="zh-CN" sz="1400" kern="100" dirty="0">
                        <a:effectLst/>
                        <a:latin typeface="Times New Roman"/>
                        <a:ea typeface="宋体"/>
                      </a:endParaRPr>
                    </a:p>
                  </a:txBody>
                  <a:tcPr marL="68580" marR="68580" marT="0" marB="0" anchor="ctr"/>
                </a:tc>
                <a:extLst>
                  <a:ext uri="{0D108BD9-81ED-4DB2-BD59-A6C34878D82A}">
                    <a16:rowId xmlns:a16="http://schemas.microsoft.com/office/drawing/2014/main" xmlns="" val="10010"/>
                  </a:ext>
                </a:extLst>
              </a:tr>
              <a:tr h="217170">
                <a:tc>
                  <a:txBody>
                    <a:bodyPr/>
                    <a:lstStyle/>
                    <a:p>
                      <a:pPr algn="ctr">
                        <a:spcAft>
                          <a:spcPts val="0"/>
                        </a:spcAft>
                      </a:pPr>
                      <a:r>
                        <a:rPr lang="en-US" sz="1100" kern="100" dirty="0">
                          <a:effectLst/>
                          <a:latin typeface="Times New Roman"/>
                          <a:ea typeface="宋体"/>
                        </a:rPr>
                        <a:t>XS115</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sz="1100" kern="100" dirty="0" err="1">
                          <a:effectLst/>
                          <a:latin typeface="Times New Roman"/>
                          <a:ea typeface="宋体"/>
                        </a:rPr>
                        <a:t>PCU_Communication_Safety_Mode_Status</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altLang="zh-CN" sz="1100" kern="1200" dirty="0">
                          <a:solidFill>
                            <a:schemeClr val="dk1"/>
                          </a:solidFill>
                          <a:effectLst/>
                          <a:latin typeface="+mn-lt"/>
                          <a:ea typeface="+mn-ea"/>
                          <a:cs typeface="+mn-cs"/>
                        </a:rPr>
                        <a:t>0:Normal</a:t>
                      </a:r>
                      <a:endParaRPr lang="zh-CN" altLang="zh-CN" sz="1100" kern="100" dirty="0">
                        <a:effectLst/>
                        <a:latin typeface="Times New Roman"/>
                        <a:ea typeface="宋体"/>
                      </a:endParaRPr>
                    </a:p>
                  </a:txBody>
                  <a:tcPr marL="68580" marR="68580" marT="0" marB="0" anchor="ctr"/>
                </a:tc>
                <a:tc>
                  <a:txBody>
                    <a:bodyPr/>
                    <a:lstStyle/>
                    <a:p>
                      <a:pPr algn="ctr">
                        <a:spcAft>
                          <a:spcPts val="0"/>
                        </a:spcAft>
                      </a:pPr>
                      <a:endParaRPr lang="zh-CN" sz="1400" kern="100" dirty="0">
                        <a:effectLst/>
                        <a:latin typeface="Times New Roman"/>
                        <a:ea typeface="宋体"/>
                      </a:endParaRPr>
                    </a:p>
                  </a:txBody>
                  <a:tcPr marL="68580" marR="68580" marT="0" marB="0" anchor="ctr"/>
                </a:tc>
                <a:extLst>
                  <a:ext uri="{0D108BD9-81ED-4DB2-BD59-A6C34878D82A}">
                    <a16:rowId xmlns:a16="http://schemas.microsoft.com/office/drawing/2014/main" xmlns="" val="10011"/>
                  </a:ext>
                </a:extLst>
              </a:tr>
              <a:tr h="342900">
                <a:tc>
                  <a:txBody>
                    <a:bodyPr/>
                    <a:lstStyle/>
                    <a:p>
                      <a:pPr algn="ctr">
                        <a:spcAft>
                          <a:spcPts val="0"/>
                        </a:spcAft>
                      </a:pPr>
                      <a:r>
                        <a:rPr lang="en-US" sz="1100" kern="100">
                          <a:effectLst/>
                          <a:latin typeface="Times New Roman"/>
                          <a:ea typeface="宋体"/>
                        </a:rPr>
                        <a:t>XS116</a:t>
                      </a:r>
                      <a:endParaRPr lang="zh-CN" sz="1100" kern="100">
                        <a:effectLst/>
                        <a:latin typeface="Times New Roman"/>
                        <a:ea typeface="宋体"/>
                      </a:endParaRPr>
                    </a:p>
                  </a:txBody>
                  <a:tcPr marL="68580" marR="68580" marT="0" marB="0" anchor="ctr"/>
                </a:tc>
                <a:tc>
                  <a:txBody>
                    <a:bodyPr/>
                    <a:lstStyle/>
                    <a:p>
                      <a:pPr algn="ctr">
                        <a:spcAft>
                          <a:spcPts val="0"/>
                        </a:spcAft>
                      </a:pPr>
                      <a:r>
                        <a:rPr lang="en-US" sz="1100" kern="100" dirty="0" err="1">
                          <a:effectLst/>
                          <a:latin typeface="Times New Roman"/>
                          <a:ea typeface="宋体"/>
                        </a:rPr>
                        <a:t>Transponder_A_Communication_Safety_Mode_Status</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altLang="zh-CN" sz="1100" kern="1200" dirty="0">
                          <a:solidFill>
                            <a:schemeClr val="dk1"/>
                          </a:solidFill>
                          <a:effectLst/>
                          <a:latin typeface="+mn-lt"/>
                          <a:ea typeface="+mn-ea"/>
                          <a:cs typeface="+mn-cs"/>
                        </a:rPr>
                        <a:t>0:Normal</a:t>
                      </a:r>
                      <a:endParaRPr lang="zh-CN" altLang="zh-CN" sz="1100" kern="100" dirty="0">
                        <a:effectLst/>
                        <a:latin typeface="Times New Roman"/>
                        <a:ea typeface="宋体"/>
                      </a:endParaRPr>
                    </a:p>
                  </a:txBody>
                  <a:tcPr marL="68580" marR="68580" marT="0" marB="0" anchor="ctr"/>
                </a:tc>
                <a:tc>
                  <a:txBody>
                    <a:bodyPr/>
                    <a:lstStyle/>
                    <a:p>
                      <a:pPr algn="ctr">
                        <a:spcAft>
                          <a:spcPts val="0"/>
                        </a:spcAft>
                      </a:pPr>
                      <a:endParaRPr lang="zh-CN" sz="1400" kern="100" dirty="0">
                        <a:effectLst/>
                        <a:latin typeface="Times New Roman"/>
                        <a:ea typeface="宋体"/>
                      </a:endParaRPr>
                    </a:p>
                  </a:txBody>
                  <a:tcPr marL="68580" marR="68580" marT="0" marB="0" anchor="ctr"/>
                </a:tc>
                <a:extLst>
                  <a:ext uri="{0D108BD9-81ED-4DB2-BD59-A6C34878D82A}">
                    <a16:rowId xmlns:a16="http://schemas.microsoft.com/office/drawing/2014/main" xmlns="" val="10012"/>
                  </a:ext>
                </a:extLst>
              </a:tr>
            </a:tbl>
          </a:graphicData>
        </a:graphic>
      </p:graphicFrame>
      <p:sp>
        <p:nvSpPr>
          <p:cNvPr id="10" name="矩形 1"/>
          <p:cNvSpPr>
            <a:spLocks noChangeArrowheads="1"/>
          </p:cNvSpPr>
          <p:nvPr/>
        </p:nvSpPr>
        <p:spPr bwMode="auto">
          <a:xfrm>
            <a:off x="-108520" y="827792"/>
            <a:ext cx="2016224" cy="519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indent="457200" algn="just">
              <a:lnSpc>
                <a:spcPct val="125000"/>
              </a:lnSpc>
            </a:pPr>
            <a:r>
              <a:rPr lang="en-US" altLang="zh-CN" sz="2400" dirty="0"/>
              <a:t>Packet 20H</a:t>
            </a:r>
            <a:endParaRPr lang="zh-CN" altLang="zh-CN" sz="2400" b="0" dirty="0">
              <a:solidFill>
                <a:schemeClr val="tx1"/>
              </a:solidFill>
            </a:endParaRPr>
          </a:p>
        </p:txBody>
      </p:sp>
    </p:spTree>
    <p:extLst>
      <p:ext uri="{BB962C8B-B14F-4D97-AF65-F5344CB8AC3E}">
        <p14:creationId xmlns:p14="http://schemas.microsoft.com/office/powerpoint/2010/main" val="313764962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9: OBDH Critical TM</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94</a:t>
            </a:fld>
            <a:r>
              <a:rPr lang="zh-CN" altLang="en-US"/>
              <a:t> </a:t>
            </a:r>
            <a:endParaRPr lang="zh-CN" altLang="en-US" dirty="0">
              <a:latin typeface="微软雅黑" pitchFamily="34" charset="-122"/>
              <a:ea typeface="微软雅黑" pitchFamily="34" charset="-122"/>
            </a:endParaRPr>
          </a:p>
        </p:txBody>
      </p:sp>
      <p:graphicFrame>
        <p:nvGraphicFramePr>
          <p:cNvPr id="3" name="表格 2"/>
          <p:cNvGraphicFramePr>
            <a:graphicFrameLocks noGrp="1"/>
          </p:cNvGraphicFramePr>
          <p:nvPr>
            <p:extLst>
              <p:ext uri="{D42A27DB-BD31-4B8C-83A1-F6EECF244321}">
                <p14:modId xmlns:p14="http://schemas.microsoft.com/office/powerpoint/2010/main" val="3628227496"/>
              </p:ext>
            </p:extLst>
          </p:nvPr>
        </p:nvGraphicFramePr>
        <p:xfrm>
          <a:off x="467544" y="1303622"/>
          <a:ext cx="8229600" cy="3200400"/>
        </p:xfrm>
        <a:graphic>
          <a:graphicData uri="http://schemas.openxmlformats.org/drawingml/2006/table">
            <a:tbl>
              <a:tblPr firstRow="1" firstCol="1" bandRow="1" bandCol="1">
                <a:tableStyleId>{5C22544A-7EE6-4342-B048-85BDC9FD1C3A}</a:tableStyleId>
              </a:tblPr>
              <a:tblGrid>
                <a:gridCol w="1152128">
                  <a:extLst>
                    <a:ext uri="{9D8B030D-6E8A-4147-A177-3AD203B41FA5}">
                      <a16:colId xmlns:a16="http://schemas.microsoft.com/office/drawing/2014/main" xmlns="" val="20000"/>
                    </a:ext>
                  </a:extLst>
                </a:gridCol>
                <a:gridCol w="4680520">
                  <a:extLst>
                    <a:ext uri="{9D8B030D-6E8A-4147-A177-3AD203B41FA5}">
                      <a16:colId xmlns:a16="http://schemas.microsoft.com/office/drawing/2014/main" xmlns="" val="20001"/>
                    </a:ext>
                  </a:extLst>
                </a:gridCol>
                <a:gridCol w="1080120">
                  <a:extLst>
                    <a:ext uri="{9D8B030D-6E8A-4147-A177-3AD203B41FA5}">
                      <a16:colId xmlns:a16="http://schemas.microsoft.com/office/drawing/2014/main" xmlns="" val="20002"/>
                    </a:ext>
                  </a:extLst>
                </a:gridCol>
                <a:gridCol w="1316832">
                  <a:extLst>
                    <a:ext uri="{9D8B030D-6E8A-4147-A177-3AD203B41FA5}">
                      <a16:colId xmlns:a16="http://schemas.microsoft.com/office/drawing/2014/main" xmlns="" val="20003"/>
                    </a:ext>
                  </a:extLst>
                </a:gridCol>
              </a:tblGrid>
              <a:tr h="342900">
                <a:tc>
                  <a:txBody>
                    <a:bodyPr/>
                    <a:lstStyle/>
                    <a:p>
                      <a:pPr algn="ctr">
                        <a:spcAft>
                          <a:spcPts val="0"/>
                        </a:spcAft>
                      </a:pPr>
                      <a:r>
                        <a:rPr lang="en-US" altLang="zh-CN" sz="1100" kern="100" dirty="0">
                          <a:effectLst/>
                          <a:latin typeface="Times New Roman"/>
                          <a:ea typeface="+mn-ea"/>
                        </a:rPr>
                        <a:t>Parameter Number</a:t>
                      </a:r>
                      <a:endParaRPr lang="zh-CN" sz="1100" kern="100" dirty="0">
                        <a:effectLst/>
                        <a:latin typeface="Times New Roman"/>
                        <a:ea typeface="宋体"/>
                      </a:endParaRPr>
                    </a:p>
                  </a:txBody>
                  <a:tcPr marL="68580" marR="68580"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100" kern="100" dirty="0">
                          <a:effectLst/>
                          <a:latin typeface="Times New Roman"/>
                          <a:ea typeface="+mn-ea"/>
                        </a:rPr>
                        <a:t>Parameter Name</a:t>
                      </a:r>
                      <a:endParaRPr lang="zh-CN" altLang="zh-CN" sz="1100" kern="100" dirty="0">
                        <a:effectLst/>
                        <a:latin typeface="Times New Roman"/>
                        <a:ea typeface="+mn-ea"/>
                      </a:endParaRPr>
                    </a:p>
                  </a:txBody>
                  <a:tcPr marL="68580" marR="68580"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100" kern="100" dirty="0">
                          <a:effectLst/>
                          <a:latin typeface="Times New Roman"/>
                          <a:ea typeface="+mn-ea"/>
                        </a:rPr>
                        <a:t>Work  Range</a:t>
                      </a:r>
                      <a:endParaRPr lang="zh-CN" altLang="zh-CN" sz="1100" kern="100" dirty="0">
                        <a:effectLst/>
                        <a:latin typeface="Times New Roman"/>
                        <a:ea typeface="+mn-ea"/>
                      </a:endParaRPr>
                    </a:p>
                  </a:txBody>
                  <a:tcPr marL="68580" marR="68580"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100" kern="100" dirty="0">
                          <a:effectLst/>
                          <a:latin typeface="Times New Roman"/>
                          <a:ea typeface="+mn-ea"/>
                        </a:rPr>
                        <a:t>Description</a:t>
                      </a:r>
                      <a:endParaRPr lang="zh-CN" altLang="zh-CN" sz="1100" kern="100" dirty="0">
                        <a:effectLst/>
                        <a:latin typeface="Times New Roman"/>
                        <a:ea typeface="+mn-ea"/>
                      </a:endParaRPr>
                    </a:p>
                  </a:txBody>
                  <a:tcPr marL="68580" marR="68580" marT="0" marB="0" anchor="ctr"/>
                </a:tc>
                <a:extLst>
                  <a:ext uri="{0D108BD9-81ED-4DB2-BD59-A6C34878D82A}">
                    <a16:rowId xmlns:a16="http://schemas.microsoft.com/office/drawing/2014/main" xmlns="" val="10000"/>
                  </a:ext>
                </a:extLst>
              </a:tr>
              <a:tr h="342900">
                <a:tc>
                  <a:txBody>
                    <a:bodyPr/>
                    <a:lstStyle/>
                    <a:p>
                      <a:pPr algn="ctr">
                        <a:spcAft>
                          <a:spcPts val="0"/>
                        </a:spcAft>
                      </a:pPr>
                      <a:r>
                        <a:rPr lang="en-US" sz="1100" kern="100" dirty="0">
                          <a:effectLst/>
                          <a:latin typeface="Times New Roman"/>
                          <a:ea typeface="宋体"/>
                        </a:rPr>
                        <a:t>XS119</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sz="1100" kern="100" dirty="0" err="1">
                          <a:effectLst/>
                          <a:latin typeface="Times New Roman"/>
                          <a:ea typeface="宋体"/>
                        </a:rPr>
                        <a:t>Phased_array_antenna_working_timeout_Safety_Mode_Status</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altLang="zh-CN" sz="1100" kern="1200" dirty="0">
                          <a:solidFill>
                            <a:schemeClr val="dk1"/>
                          </a:solidFill>
                          <a:effectLst/>
                          <a:latin typeface="+mn-lt"/>
                          <a:ea typeface="+mn-ea"/>
                          <a:cs typeface="+mn-cs"/>
                        </a:rPr>
                        <a:t>0:Normal</a:t>
                      </a:r>
                      <a:endParaRPr lang="zh-CN" altLang="zh-CN" sz="1100" kern="100" dirty="0">
                        <a:effectLst/>
                        <a:latin typeface="Times New Roman"/>
                        <a:ea typeface="宋体"/>
                      </a:endParaRPr>
                    </a:p>
                  </a:txBody>
                  <a:tcPr marL="68580" marR="68580" marT="0" marB="0" anchor="ctr"/>
                </a:tc>
                <a:tc>
                  <a:txBody>
                    <a:bodyPr/>
                    <a:lstStyle/>
                    <a:p>
                      <a:pPr algn="ctr">
                        <a:spcAft>
                          <a:spcPts val="0"/>
                        </a:spcAft>
                      </a:pPr>
                      <a:endParaRPr lang="zh-CN" sz="1400" kern="100" dirty="0">
                        <a:effectLst/>
                        <a:latin typeface="Times New Roman"/>
                        <a:ea typeface="宋体"/>
                      </a:endParaRPr>
                    </a:p>
                  </a:txBody>
                  <a:tcPr marL="68580" marR="68580" marT="0" marB="0" anchor="ctr"/>
                </a:tc>
                <a:extLst>
                  <a:ext uri="{0D108BD9-81ED-4DB2-BD59-A6C34878D82A}">
                    <a16:rowId xmlns:a16="http://schemas.microsoft.com/office/drawing/2014/main" xmlns="" val="10001"/>
                  </a:ext>
                </a:extLst>
              </a:tr>
              <a:tr h="217170">
                <a:tc>
                  <a:txBody>
                    <a:bodyPr/>
                    <a:lstStyle/>
                    <a:p>
                      <a:pPr algn="ctr">
                        <a:spcAft>
                          <a:spcPts val="0"/>
                        </a:spcAft>
                      </a:pPr>
                      <a:r>
                        <a:rPr lang="en-US" sz="1100" kern="100">
                          <a:effectLst/>
                          <a:latin typeface="Times New Roman"/>
                          <a:ea typeface="宋体"/>
                        </a:rPr>
                        <a:t>XS120</a:t>
                      </a:r>
                      <a:endParaRPr lang="zh-CN" sz="1100" kern="100">
                        <a:effectLst/>
                        <a:latin typeface="Times New Roman"/>
                        <a:ea typeface="宋体"/>
                      </a:endParaRPr>
                    </a:p>
                  </a:txBody>
                  <a:tcPr marL="68580" marR="68580" marT="0" marB="0" anchor="ctr"/>
                </a:tc>
                <a:tc>
                  <a:txBody>
                    <a:bodyPr/>
                    <a:lstStyle/>
                    <a:p>
                      <a:pPr algn="ctr">
                        <a:spcAft>
                          <a:spcPts val="0"/>
                        </a:spcAft>
                      </a:pPr>
                      <a:r>
                        <a:rPr lang="en-US" sz="1100" kern="100" dirty="0" err="1">
                          <a:effectLst/>
                          <a:latin typeface="Times New Roman"/>
                          <a:ea typeface="宋体"/>
                        </a:rPr>
                        <a:t>Phased_array_antenna_temperature_Safety_Mode_Status</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altLang="zh-CN" sz="1100" kern="1200" dirty="0">
                          <a:solidFill>
                            <a:schemeClr val="dk1"/>
                          </a:solidFill>
                          <a:effectLst/>
                          <a:latin typeface="+mn-lt"/>
                          <a:ea typeface="+mn-ea"/>
                          <a:cs typeface="+mn-cs"/>
                        </a:rPr>
                        <a:t>0:Normal</a:t>
                      </a:r>
                      <a:endParaRPr lang="zh-CN" altLang="zh-CN" sz="1100" kern="100" dirty="0">
                        <a:effectLst/>
                        <a:latin typeface="Times New Roman"/>
                        <a:ea typeface="宋体"/>
                      </a:endParaRPr>
                    </a:p>
                  </a:txBody>
                  <a:tcPr marL="68580" marR="68580" marT="0" marB="0" anchor="ctr"/>
                </a:tc>
                <a:tc>
                  <a:txBody>
                    <a:bodyPr/>
                    <a:lstStyle/>
                    <a:p>
                      <a:pPr algn="ctr">
                        <a:spcAft>
                          <a:spcPts val="0"/>
                        </a:spcAft>
                      </a:pPr>
                      <a:endParaRPr lang="zh-CN" sz="1400" kern="100" dirty="0">
                        <a:effectLst/>
                        <a:latin typeface="Times New Roman"/>
                        <a:ea typeface="宋体"/>
                      </a:endParaRPr>
                    </a:p>
                  </a:txBody>
                  <a:tcPr marL="68580" marR="68580" marT="0" marB="0" anchor="ctr"/>
                </a:tc>
                <a:extLst>
                  <a:ext uri="{0D108BD9-81ED-4DB2-BD59-A6C34878D82A}">
                    <a16:rowId xmlns:a16="http://schemas.microsoft.com/office/drawing/2014/main" xmlns="" val="10002"/>
                  </a:ext>
                </a:extLst>
              </a:tr>
              <a:tr h="217170">
                <a:tc>
                  <a:txBody>
                    <a:bodyPr/>
                    <a:lstStyle/>
                    <a:p>
                      <a:pPr algn="ctr">
                        <a:spcAft>
                          <a:spcPts val="0"/>
                        </a:spcAft>
                      </a:pPr>
                      <a:r>
                        <a:rPr lang="en-US" sz="1100" kern="100">
                          <a:effectLst/>
                          <a:latin typeface="Times New Roman"/>
                          <a:ea typeface="宋体"/>
                        </a:rPr>
                        <a:t>XS121</a:t>
                      </a:r>
                      <a:endParaRPr lang="zh-CN" sz="1100" kern="100">
                        <a:effectLst/>
                        <a:latin typeface="Times New Roman"/>
                        <a:ea typeface="宋体"/>
                      </a:endParaRPr>
                    </a:p>
                  </a:txBody>
                  <a:tcPr marL="68580" marR="68580" marT="0" marB="0" anchor="ctr"/>
                </a:tc>
                <a:tc>
                  <a:txBody>
                    <a:bodyPr/>
                    <a:lstStyle/>
                    <a:p>
                      <a:pPr algn="ctr">
                        <a:spcAft>
                          <a:spcPts val="0"/>
                        </a:spcAft>
                      </a:pPr>
                      <a:r>
                        <a:rPr lang="en-US" sz="1100" kern="100" dirty="0" err="1">
                          <a:effectLst/>
                          <a:latin typeface="Times New Roman"/>
                          <a:ea typeface="宋体"/>
                        </a:rPr>
                        <a:t>CCD_temperature_Safety_Mode_Status</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altLang="zh-CN" sz="1100" kern="1200" dirty="0">
                          <a:solidFill>
                            <a:schemeClr val="dk1"/>
                          </a:solidFill>
                          <a:effectLst/>
                          <a:latin typeface="+mn-lt"/>
                          <a:ea typeface="+mn-ea"/>
                          <a:cs typeface="+mn-cs"/>
                        </a:rPr>
                        <a:t>0:Normal</a:t>
                      </a:r>
                      <a:endParaRPr lang="zh-CN" altLang="zh-CN" sz="1100" kern="100" dirty="0">
                        <a:effectLst/>
                        <a:latin typeface="Times New Roman"/>
                        <a:ea typeface="宋体"/>
                      </a:endParaRPr>
                    </a:p>
                  </a:txBody>
                  <a:tcPr marL="68580" marR="68580" marT="0" marB="0" anchor="ctr"/>
                </a:tc>
                <a:tc>
                  <a:txBody>
                    <a:bodyPr/>
                    <a:lstStyle/>
                    <a:p>
                      <a:pPr algn="ctr">
                        <a:spcAft>
                          <a:spcPts val="0"/>
                        </a:spcAft>
                      </a:pPr>
                      <a:endParaRPr lang="zh-CN" sz="1400" kern="100" dirty="0">
                        <a:effectLst/>
                        <a:latin typeface="Times New Roman"/>
                        <a:ea typeface="宋体"/>
                      </a:endParaRPr>
                    </a:p>
                  </a:txBody>
                  <a:tcPr marL="68580" marR="68580" marT="0" marB="0" anchor="ctr"/>
                </a:tc>
                <a:extLst>
                  <a:ext uri="{0D108BD9-81ED-4DB2-BD59-A6C34878D82A}">
                    <a16:rowId xmlns:a16="http://schemas.microsoft.com/office/drawing/2014/main" xmlns="" val="10003"/>
                  </a:ext>
                </a:extLst>
              </a:tr>
              <a:tr h="217170">
                <a:tc>
                  <a:txBody>
                    <a:bodyPr/>
                    <a:lstStyle/>
                    <a:p>
                      <a:pPr algn="ctr">
                        <a:spcAft>
                          <a:spcPts val="0"/>
                        </a:spcAft>
                      </a:pPr>
                      <a:r>
                        <a:rPr lang="en-US" sz="1100" kern="100">
                          <a:effectLst/>
                          <a:latin typeface="Times New Roman"/>
                          <a:ea typeface="宋体"/>
                        </a:rPr>
                        <a:t>XS122</a:t>
                      </a:r>
                      <a:endParaRPr lang="zh-CN" sz="1100" kern="100">
                        <a:effectLst/>
                        <a:latin typeface="Times New Roman"/>
                        <a:ea typeface="宋体"/>
                      </a:endParaRPr>
                    </a:p>
                  </a:txBody>
                  <a:tcPr marL="68580" marR="68580" marT="0" marB="0" anchor="ctr"/>
                </a:tc>
                <a:tc>
                  <a:txBody>
                    <a:bodyPr/>
                    <a:lstStyle/>
                    <a:p>
                      <a:pPr algn="ctr">
                        <a:spcAft>
                          <a:spcPts val="0"/>
                        </a:spcAft>
                      </a:pPr>
                      <a:r>
                        <a:rPr lang="en-US" sz="1100" kern="100" dirty="0" err="1">
                          <a:effectLst/>
                          <a:latin typeface="Times New Roman"/>
                          <a:ea typeface="宋体"/>
                        </a:rPr>
                        <a:t>Energy_protect_Safety_Mode</a:t>
                      </a:r>
                      <a:r>
                        <a:rPr lang="en-US" sz="1100" kern="100" dirty="0">
                          <a:effectLst/>
                          <a:latin typeface="Times New Roman"/>
                          <a:ea typeface="宋体"/>
                        </a:rPr>
                        <a:t>(</a:t>
                      </a:r>
                      <a:r>
                        <a:rPr lang="en-US" sz="1100" kern="100" dirty="0" err="1">
                          <a:effectLst/>
                          <a:latin typeface="Times New Roman"/>
                          <a:ea typeface="宋体"/>
                        </a:rPr>
                        <a:t>triggered_by_TCU</a:t>
                      </a:r>
                      <a:r>
                        <a:rPr lang="en-US" sz="1100" kern="100" dirty="0">
                          <a:effectLst/>
                          <a:latin typeface="Times New Roman"/>
                          <a:ea typeface="宋体"/>
                        </a:rPr>
                        <a:t>)_Status</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altLang="zh-CN" sz="1100" kern="1200" dirty="0">
                          <a:solidFill>
                            <a:schemeClr val="dk1"/>
                          </a:solidFill>
                          <a:effectLst/>
                          <a:latin typeface="+mn-lt"/>
                          <a:ea typeface="+mn-ea"/>
                          <a:cs typeface="+mn-cs"/>
                        </a:rPr>
                        <a:t>0:Normal</a:t>
                      </a:r>
                      <a:endParaRPr lang="zh-CN" altLang="zh-CN" sz="1100" kern="100" dirty="0">
                        <a:effectLst/>
                        <a:latin typeface="Times New Roman"/>
                        <a:ea typeface="宋体"/>
                      </a:endParaRPr>
                    </a:p>
                  </a:txBody>
                  <a:tcPr marL="68580" marR="68580" marT="0" marB="0" anchor="ctr"/>
                </a:tc>
                <a:tc>
                  <a:txBody>
                    <a:bodyPr/>
                    <a:lstStyle/>
                    <a:p>
                      <a:pPr algn="ctr">
                        <a:spcAft>
                          <a:spcPts val="0"/>
                        </a:spcAft>
                      </a:pPr>
                      <a:endParaRPr lang="zh-CN" sz="1400" kern="100" dirty="0">
                        <a:effectLst/>
                        <a:latin typeface="Times New Roman"/>
                        <a:ea typeface="宋体"/>
                      </a:endParaRPr>
                    </a:p>
                  </a:txBody>
                  <a:tcPr marL="68580" marR="68580" marT="0" marB="0" anchor="ctr"/>
                </a:tc>
                <a:extLst>
                  <a:ext uri="{0D108BD9-81ED-4DB2-BD59-A6C34878D82A}">
                    <a16:rowId xmlns:a16="http://schemas.microsoft.com/office/drawing/2014/main" xmlns="" val="10004"/>
                  </a:ext>
                </a:extLst>
              </a:tr>
              <a:tr h="217170">
                <a:tc>
                  <a:txBody>
                    <a:bodyPr/>
                    <a:lstStyle/>
                    <a:p>
                      <a:pPr algn="ctr">
                        <a:spcAft>
                          <a:spcPts val="0"/>
                        </a:spcAft>
                      </a:pPr>
                      <a:r>
                        <a:rPr lang="en-US" sz="1100" kern="100">
                          <a:effectLst/>
                          <a:latin typeface="Times New Roman"/>
                          <a:ea typeface="宋体"/>
                        </a:rPr>
                        <a:t>XS123</a:t>
                      </a:r>
                      <a:endParaRPr lang="zh-CN" sz="1100" kern="100">
                        <a:effectLst/>
                        <a:latin typeface="Times New Roman"/>
                        <a:ea typeface="宋体"/>
                      </a:endParaRPr>
                    </a:p>
                  </a:txBody>
                  <a:tcPr marL="68580" marR="68580" marT="0" marB="0" anchor="ctr"/>
                </a:tc>
                <a:tc>
                  <a:txBody>
                    <a:bodyPr/>
                    <a:lstStyle/>
                    <a:p>
                      <a:pPr algn="ctr">
                        <a:spcAft>
                          <a:spcPts val="0"/>
                        </a:spcAft>
                      </a:pPr>
                      <a:r>
                        <a:rPr lang="en-US" sz="1100" kern="100" dirty="0">
                          <a:effectLst/>
                          <a:latin typeface="Times New Roman"/>
                          <a:ea typeface="宋体"/>
                        </a:rPr>
                        <a:t>Energy_warning_Safety_Mode_2_Status</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altLang="zh-CN" sz="1100" kern="1200" dirty="0">
                          <a:solidFill>
                            <a:schemeClr val="dk1"/>
                          </a:solidFill>
                          <a:effectLst/>
                          <a:latin typeface="+mn-lt"/>
                          <a:ea typeface="+mn-ea"/>
                          <a:cs typeface="+mn-cs"/>
                        </a:rPr>
                        <a:t>0:Normal</a:t>
                      </a:r>
                      <a:endParaRPr lang="zh-CN" altLang="zh-CN" sz="1100" kern="100" dirty="0">
                        <a:effectLst/>
                        <a:latin typeface="Times New Roman"/>
                        <a:ea typeface="宋体"/>
                      </a:endParaRPr>
                    </a:p>
                  </a:txBody>
                  <a:tcPr marL="68580" marR="68580" marT="0" marB="0" anchor="ctr"/>
                </a:tc>
                <a:tc>
                  <a:txBody>
                    <a:bodyPr/>
                    <a:lstStyle/>
                    <a:p>
                      <a:pPr algn="ctr">
                        <a:spcAft>
                          <a:spcPts val="0"/>
                        </a:spcAft>
                      </a:pPr>
                      <a:endParaRPr lang="zh-CN" sz="1400" kern="100" dirty="0">
                        <a:effectLst/>
                        <a:latin typeface="Times New Roman"/>
                        <a:ea typeface="宋体"/>
                      </a:endParaRPr>
                    </a:p>
                  </a:txBody>
                  <a:tcPr marL="68580" marR="68580" marT="0" marB="0" anchor="ctr"/>
                </a:tc>
                <a:extLst>
                  <a:ext uri="{0D108BD9-81ED-4DB2-BD59-A6C34878D82A}">
                    <a16:rowId xmlns:a16="http://schemas.microsoft.com/office/drawing/2014/main" xmlns="" val="10005"/>
                  </a:ext>
                </a:extLst>
              </a:tr>
              <a:tr h="217170">
                <a:tc>
                  <a:txBody>
                    <a:bodyPr/>
                    <a:lstStyle/>
                    <a:p>
                      <a:pPr algn="ctr">
                        <a:spcAft>
                          <a:spcPts val="0"/>
                        </a:spcAft>
                      </a:pPr>
                      <a:r>
                        <a:rPr lang="en-US" sz="1100" kern="100">
                          <a:effectLst/>
                          <a:latin typeface="Times New Roman"/>
                          <a:ea typeface="宋体"/>
                        </a:rPr>
                        <a:t>XS124</a:t>
                      </a:r>
                      <a:endParaRPr lang="zh-CN" sz="1100" kern="100">
                        <a:effectLst/>
                        <a:latin typeface="Times New Roman"/>
                        <a:ea typeface="宋体"/>
                      </a:endParaRPr>
                    </a:p>
                  </a:txBody>
                  <a:tcPr marL="68580" marR="68580" marT="0" marB="0" anchor="ctr"/>
                </a:tc>
                <a:tc>
                  <a:txBody>
                    <a:bodyPr/>
                    <a:lstStyle/>
                    <a:p>
                      <a:pPr algn="ctr">
                        <a:spcAft>
                          <a:spcPts val="0"/>
                        </a:spcAft>
                      </a:pPr>
                      <a:r>
                        <a:rPr lang="en-US" sz="1100" kern="100">
                          <a:effectLst/>
                          <a:latin typeface="Times New Roman"/>
                          <a:ea typeface="宋体"/>
                        </a:rPr>
                        <a:t>Energy_warning_Safety_Mode_1_Status</a:t>
                      </a:r>
                      <a:endParaRPr lang="zh-CN" sz="1100" kern="100">
                        <a:effectLst/>
                        <a:latin typeface="Times New Roman"/>
                        <a:ea typeface="宋体"/>
                      </a:endParaRPr>
                    </a:p>
                  </a:txBody>
                  <a:tcPr marL="68580" marR="68580" marT="0" marB="0" anchor="ctr"/>
                </a:tc>
                <a:tc>
                  <a:txBody>
                    <a:bodyPr/>
                    <a:lstStyle/>
                    <a:p>
                      <a:pPr algn="ctr">
                        <a:spcAft>
                          <a:spcPts val="0"/>
                        </a:spcAft>
                      </a:pPr>
                      <a:r>
                        <a:rPr lang="en-US" altLang="zh-CN" sz="1100" kern="1200" dirty="0">
                          <a:solidFill>
                            <a:schemeClr val="dk1"/>
                          </a:solidFill>
                          <a:effectLst/>
                          <a:latin typeface="+mn-lt"/>
                          <a:ea typeface="+mn-ea"/>
                          <a:cs typeface="+mn-cs"/>
                        </a:rPr>
                        <a:t>0:Normal</a:t>
                      </a:r>
                      <a:endParaRPr lang="zh-CN" altLang="zh-CN" sz="1100" kern="100" dirty="0">
                        <a:effectLst/>
                        <a:latin typeface="Times New Roman"/>
                        <a:ea typeface="宋体"/>
                      </a:endParaRPr>
                    </a:p>
                  </a:txBody>
                  <a:tcPr marL="68580" marR="68580" marT="0" marB="0" anchor="ctr"/>
                </a:tc>
                <a:tc>
                  <a:txBody>
                    <a:bodyPr/>
                    <a:lstStyle/>
                    <a:p>
                      <a:pPr algn="ctr">
                        <a:spcAft>
                          <a:spcPts val="0"/>
                        </a:spcAft>
                      </a:pPr>
                      <a:endParaRPr lang="zh-CN" sz="1400" kern="100" dirty="0">
                        <a:effectLst/>
                        <a:latin typeface="Times New Roman"/>
                        <a:ea typeface="宋体"/>
                      </a:endParaRPr>
                    </a:p>
                  </a:txBody>
                  <a:tcPr marL="68580" marR="68580" marT="0" marB="0" anchor="ctr"/>
                </a:tc>
                <a:extLst>
                  <a:ext uri="{0D108BD9-81ED-4DB2-BD59-A6C34878D82A}">
                    <a16:rowId xmlns:a16="http://schemas.microsoft.com/office/drawing/2014/main" xmlns="" val="10006"/>
                  </a:ext>
                </a:extLst>
              </a:tr>
              <a:tr h="217170">
                <a:tc>
                  <a:txBody>
                    <a:bodyPr/>
                    <a:lstStyle/>
                    <a:p>
                      <a:pPr algn="ctr">
                        <a:spcAft>
                          <a:spcPts val="0"/>
                        </a:spcAft>
                      </a:pPr>
                      <a:r>
                        <a:rPr lang="en-US" sz="1100" kern="100">
                          <a:effectLst/>
                          <a:latin typeface="Times New Roman"/>
                          <a:ea typeface="宋体"/>
                        </a:rPr>
                        <a:t>XS125</a:t>
                      </a:r>
                      <a:endParaRPr lang="zh-CN" sz="1100" kern="100">
                        <a:effectLst/>
                        <a:latin typeface="Times New Roman"/>
                        <a:ea typeface="宋体"/>
                      </a:endParaRPr>
                    </a:p>
                  </a:txBody>
                  <a:tcPr marL="68580" marR="68580" marT="0" marB="0" anchor="ctr"/>
                </a:tc>
                <a:tc>
                  <a:txBody>
                    <a:bodyPr/>
                    <a:lstStyle/>
                    <a:p>
                      <a:pPr algn="ctr">
                        <a:spcAft>
                          <a:spcPts val="0"/>
                        </a:spcAft>
                      </a:pPr>
                      <a:r>
                        <a:rPr lang="en-US" sz="1100" kern="100">
                          <a:effectLst/>
                          <a:latin typeface="Times New Roman"/>
                          <a:ea typeface="宋体"/>
                        </a:rPr>
                        <a:t>AOCS_Stop_Control_Safety_Mode_Status</a:t>
                      </a:r>
                      <a:endParaRPr lang="zh-CN" sz="1100" kern="100">
                        <a:effectLst/>
                        <a:latin typeface="Times New Roman"/>
                        <a:ea typeface="宋体"/>
                      </a:endParaRPr>
                    </a:p>
                  </a:txBody>
                  <a:tcPr marL="68580" marR="68580" marT="0" marB="0" anchor="ctr"/>
                </a:tc>
                <a:tc>
                  <a:txBody>
                    <a:bodyPr/>
                    <a:lstStyle/>
                    <a:p>
                      <a:pPr algn="ctr">
                        <a:spcAft>
                          <a:spcPts val="0"/>
                        </a:spcAft>
                      </a:pPr>
                      <a:r>
                        <a:rPr lang="en-US" altLang="zh-CN" sz="1100" kern="1200" dirty="0">
                          <a:solidFill>
                            <a:schemeClr val="dk1"/>
                          </a:solidFill>
                          <a:effectLst/>
                          <a:latin typeface="+mn-lt"/>
                          <a:ea typeface="+mn-ea"/>
                          <a:cs typeface="+mn-cs"/>
                        </a:rPr>
                        <a:t>0:Normal</a:t>
                      </a:r>
                      <a:endParaRPr lang="zh-CN" altLang="zh-CN" sz="1100" kern="100" dirty="0">
                        <a:effectLst/>
                        <a:latin typeface="Times New Roman"/>
                        <a:ea typeface="宋体"/>
                      </a:endParaRPr>
                    </a:p>
                  </a:txBody>
                  <a:tcPr marL="68580" marR="68580" marT="0" marB="0" anchor="ctr"/>
                </a:tc>
                <a:tc>
                  <a:txBody>
                    <a:bodyPr/>
                    <a:lstStyle/>
                    <a:p>
                      <a:pPr algn="ctr">
                        <a:spcAft>
                          <a:spcPts val="0"/>
                        </a:spcAft>
                      </a:pPr>
                      <a:endParaRPr lang="zh-CN" sz="1400" kern="100" dirty="0">
                        <a:effectLst/>
                        <a:latin typeface="Times New Roman"/>
                        <a:ea typeface="宋体"/>
                      </a:endParaRPr>
                    </a:p>
                  </a:txBody>
                  <a:tcPr marL="68580" marR="68580" marT="0" marB="0" anchor="ctr"/>
                </a:tc>
                <a:extLst>
                  <a:ext uri="{0D108BD9-81ED-4DB2-BD59-A6C34878D82A}">
                    <a16:rowId xmlns:a16="http://schemas.microsoft.com/office/drawing/2014/main" xmlns="" val="10007"/>
                  </a:ext>
                </a:extLst>
              </a:tr>
              <a:tr h="217170">
                <a:tc>
                  <a:txBody>
                    <a:bodyPr/>
                    <a:lstStyle/>
                    <a:p>
                      <a:pPr algn="ctr">
                        <a:spcAft>
                          <a:spcPts val="0"/>
                        </a:spcAft>
                      </a:pPr>
                      <a:r>
                        <a:rPr lang="en-US" sz="1100" kern="100">
                          <a:effectLst/>
                          <a:latin typeface="Times New Roman"/>
                          <a:ea typeface="宋体"/>
                        </a:rPr>
                        <a:t>XS126</a:t>
                      </a:r>
                      <a:endParaRPr lang="zh-CN" sz="1100" kern="100">
                        <a:effectLst/>
                        <a:latin typeface="Times New Roman"/>
                        <a:ea typeface="宋体"/>
                      </a:endParaRPr>
                    </a:p>
                  </a:txBody>
                  <a:tcPr marL="68580" marR="68580" marT="0" marB="0" anchor="ctr"/>
                </a:tc>
                <a:tc>
                  <a:txBody>
                    <a:bodyPr/>
                    <a:lstStyle/>
                    <a:p>
                      <a:pPr algn="ctr">
                        <a:spcAft>
                          <a:spcPts val="0"/>
                        </a:spcAft>
                      </a:pPr>
                      <a:r>
                        <a:rPr lang="en-US" sz="1100" kern="100">
                          <a:effectLst/>
                          <a:latin typeface="Times New Roman"/>
                          <a:ea typeface="宋体"/>
                        </a:rPr>
                        <a:t>AOCS_Global_Attitude_Acquisition_Safety_Mode_Status</a:t>
                      </a:r>
                      <a:endParaRPr lang="zh-CN" sz="1100" kern="100">
                        <a:effectLst/>
                        <a:latin typeface="Times New Roman"/>
                        <a:ea typeface="宋体"/>
                      </a:endParaRPr>
                    </a:p>
                  </a:txBody>
                  <a:tcPr marL="68580" marR="68580" marT="0" marB="0" anchor="ctr"/>
                </a:tc>
                <a:tc>
                  <a:txBody>
                    <a:bodyPr/>
                    <a:lstStyle/>
                    <a:p>
                      <a:pPr algn="ctr">
                        <a:spcAft>
                          <a:spcPts val="0"/>
                        </a:spcAft>
                      </a:pPr>
                      <a:r>
                        <a:rPr lang="en-US" altLang="zh-CN" sz="1100" kern="1200" dirty="0">
                          <a:solidFill>
                            <a:schemeClr val="dk1"/>
                          </a:solidFill>
                          <a:effectLst/>
                          <a:latin typeface="+mn-lt"/>
                          <a:ea typeface="+mn-ea"/>
                          <a:cs typeface="+mn-cs"/>
                        </a:rPr>
                        <a:t>0:Normal</a:t>
                      </a:r>
                      <a:endParaRPr lang="zh-CN" altLang="zh-CN" sz="1100" kern="100" dirty="0">
                        <a:effectLst/>
                        <a:latin typeface="Times New Roman"/>
                        <a:ea typeface="宋体"/>
                      </a:endParaRPr>
                    </a:p>
                  </a:txBody>
                  <a:tcPr marL="68580" marR="68580" marT="0" marB="0" anchor="ctr"/>
                </a:tc>
                <a:tc>
                  <a:txBody>
                    <a:bodyPr/>
                    <a:lstStyle/>
                    <a:p>
                      <a:pPr algn="ctr">
                        <a:spcAft>
                          <a:spcPts val="0"/>
                        </a:spcAft>
                      </a:pPr>
                      <a:endParaRPr lang="zh-CN" sz="1400" kern="100" dirty="0">
                        <a:effectLst/>
                        <a:latin typeface="Times New Roman"/>
                        <a:ea typeface="宋体"/>
                      </a:endParaRPr>
                    </a:p>
                  </a:txBody>
                  <a:tcPr marL="68580" marR="68580" marT="0" marB="0" anchor="ctr"/>
                </a:tc>
                <a:extLst>
                  <a:ext uri="{0D108BD9-81ED-4DB2-BD59-A6C34878D82A}">
                    <a16:rowId xmlns:a16="http://schemas.microsoft.com/office/drawing/2014/main" xmlns="" val="10008"/>
                  </a:ext>
                </a:extLst>
              </a:tr>
              <a:tr h="217170">
                <a:tc>
                  <a:txBody>
                    <a:bodyPr/>
                    <a:lstStyle/>
                    <a:p>
                      <a:pPr algn="ctr">
                        <a:spcAft>
                          <a:spcPts val="0"/>
                        </a:spcAft>
                      </a:pPr>
                      <a:r>
                        <a:rPr lang="en-US" sz="1100" kern="100">
                          <a:effectLst/>
                          <a:latin typeface="Times New Roman"/>
                          <a:ea typeface="宋体"/>
                        </a:rPr>
                        <a:t>XS127</a:t>
                      </a:r>
                      <a:endParaRPr lang="zh-CN" sz="1100" kern="100">
                        <a:effectLst/>
                        <a:latin typeface="Times New Roman"/>
                        <a:ea typeface="宋体"/>
                      </a:endParaRPr>
                    </a:p>
                  </a:txBody>
                  <a:tcPr marL="68580" marR="68580" marT="0" marB="0" anchor="ctr"/>
                </a:tc>
                <a:tc>
                  <a:txBody>
                    <a:bodyPr/>
                    <a:lstStyle/>
                    <a:p>
                      <a:pPr algn="ctr">
                        <a:spcAft>
                          <a:spcPts val="0"/>
                        </a:spcAft>
                      </a:pPr>
                      <a:r>
                        <a:rPr lang="en-US" sz="1100" kern="100" dirty="0" err="1">
                          <a:effectLst/>
                          <a:latin typeface="Times New Roman"/>
                          <a:ea typeface="宋体"/>
                        </a:rPr>
                        <a:t>Energy_protect_Safety_Mode</a:t>
                      </a:r>
                      <a:r>
                        <a:rPr lang="en-US" sz="1100" kern="100" dirty="0">
                          <a:effectLst/>
                          <a:latin typeface="Times New Roman"/>
                          <a:ea typeface="宋体"/>
                        </a:rPr>
                        <a:t>(</a:t>
                      </a:r>
                      <a:r>
                        <a:rPr lang="en-US" sz="1100" kern="100" dirty="0" err="1">
                          <a:effectLst/>
                          <a:latin typeface="Times New Roman"/>
                          <a:ea typeface="宋体"/>
                        </a:rPr>
                        <a:t>triggered_by_PCU</a:t>
                      </a:r>
                      <a:r>
                        <a:rPr lang="en-US" sz="1100" kern="100" dirty="0">
                          <a:effectLst/>
                          <a:latin typeface="Times New Roman"/>
                          <a:ea typeface="宋体"/>
                        </a:rPr>
                        <a:t>)_Status</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altLang="zh-CN" sz="1100" kern="1200" dirty="0">
                          <a:solidFill>
                            <a:schemeClr val="dk1"/>
                          </a:solidFill>
                          <a:effectLst/>
                          <a:latin typeface="+mn-lt"/>
                          <a:ea typeface="+mn-ea"/>
                          <a:cs typeface="+mn-cs"/>
                        </a:rPr>
                        <a:t>0:Normal</a:t>
                      </a:r>
                      <a:endParaRPr lang="zh-CN" altLang="zh-CN" sz="1100" kern="100" dirty="0">
                        <a:effectLst/>
                        <a:latin typeface="Times New Roman"/>
                        <a:ea typeface="宋体"/>
                      </a:endParaRPr>
                    </a:p>
                  </a:txBody>
                  <a:tcPr marL="68580" marR="68580" marT="0" marB="0" anchor="ctr"/>
                </a:tc>
                <a:tc>
                  <a:txBody>
                    <a:bodyPr/>
                    <a:lstStyle/>
                    <a:p>
                      <a:pPr algn="ctr">
                        <a:spcAft>
                          <a:spcPts val="0"/>
                        </a:spcAft>
                      </a:pPr>
                      <a:endParaRPr lang="zh-CN" sz="1400" kern="100" dirty="0">
                        <a:effectLst/>
                        <a:latin typeface="Times New Roman"/>
                        <a:ea typeface="宋体"/>
                      </a:endParaRPr>
                    </a:p>
                  </a:txBody>
                  <a:tcPr marL="68580" marR="68580" marT="0" marB="0" anchor="ctr"/>
                </a:tc>
                <a:extLst>
                  <a:ext uri="{0D108BD9-81ED-4DB2-BD59-A6C34878D82A}">
                    <a16:rowId xmlns:a16="http://schemas.microsoft.com/office/drawing/2014/main" xmlns="" val="10009"/>
                  </a:ext>
                </a:extLst>
              </a:tr>
              <a:tr h="217170">
                <a:tc>
                  <a:txBody>
                    <a:bodyPr/>
                    <a:lstStyle/>
                    <a:p>
                      <a:pPr algn="ctr">
                        <a:spcAft>
                          <a:spcPts val="0"/>
                        </a:spcAft>
                      </a:pPr>
                      <a:r>
                        <a:rPr lang="en-US" sz="1100" kern="100">
                          <a:effectLst/>
                          <a:latin typeface="Times New Roman"/>
                          <a:ea typeface="宋体"/>
                        </a:rPr>
                        <a:t>XS128</a:t>
                      </a:r>
                      <a:endParaRPr lang="zh-CN" sz="1100" kern="100">
                        <a:effectLst/>
                        <a:latin typeface="Times New Roman"/>
                        <a:ea typeface="宋体"/>
                      </a:endParaRPr>
                    </a:p>
                  </a:txBody>
                  <a:tcPr marL="68580" marR="68580" marT="0" marB="0" anchor="ctr"/>
                </a:tc>
                <a:tc>
                  <a:txBody>
                    <a:bodyPr/>
                    <a:lstStyle/>
                    <a:p>
                      <a:pPr algn="ctr">
                        <a:spcAft>
                          <a:spcPts val="0"/>
                        </a:spcAft>
                      </a:pPr>
                      <a:r>
                        <a:rPr lang="en-US" sz="1100" kern="100">
                          <a:effectLst/>
                          <a:latin typeface="Times New Roman"/>
                          <a:ea typeface="宋体"/>
                        </a:rPr>
                        <a:t>TTD_Check_Error_Safety_Mode_Status</a:t>
                      </a:r>
                      <a:endParaRPr lang="zh-CN" sz="1100" kern="100">
                        <a:effectLst/>
                        <a:latin typeface="Times New Roman"/>
                        <a:ea typeface="宋体"/>
                      </a:endParaRPr>
                    </a:p>
                  </a:txBody>
                  <a:tcPr marL="68580" marR="68580" marT="0" marB="0" anchor="ctr"/>
                </a:tc>
                <a:tc>
                  <a:txBody>
                    <a:bodyPr/>
                    <a:lstStyle/>
                    <a:p>
                      <a:pPr algn="ctr">
                        <a:spcAft>
                          <a:spcPts val="0"/>
                        </a:spcAft>
                      </a:pPr>
                      <a:r>
                        <a:rPr lang="en-US" altLang="zh-CN" sz="1100" kern="1200" dirty="0">
                          <a:solidFill>
                            <a:schemeClr val="dk1"/>
                          </a:solidFill>
                          <a:effectLst/>
                          <a:latin typeface="+mn-lt"/>
                          <a:ea typeface="+mn-ea"/>
                          <a:cs typeface="+mn-cs"/>
                        </a:rPr>
                        <a:t>0:Normal</a:t>
                      </a:r>
                      <a:endParaRPr lang="zh-CN" altLang="zh-CN" sz="1100" kern="100" dirty="0">
                        <a:effectLst/>
                        <a:latin typeface="Times New Roman"/>
                        <a:ea typeface="宋体"/>
                      </a:endParaRPr>
                    </a:p>
                  </a:txBody>
                  <a:tcPr marL="68580" marR="68580" marT="0" marB="0" anchor="ctr"/>
                </a:tc>
                <a:tc>
                  <a:txBody>
                    <a:bodyPr/>
                    <a:lstStyle/>
                    <a:p>
                      <a:pPr algn="ctr">
                        <a:spcAft>
                          <a:spcPts val="0"/>
                        </a:spcAft>
                      </a:pPr>
                      <a:endParaRPr lang="zh-CN" sz="1400" kern="100" dirty="0">
                        <a:effectLst/>
                        <a:latin typeface="Times New Roman"/>
                        <a:ea typeface="宋体"/>
                      </a:endParaRPr>
                    </a:p>
                  </a:txBody>
                  <a:tcPr marL="68580" marR="68580" marT="0" marB="0" anchor="ctr"/>
                </a:tc>
                <a:extLst>
                  <a:ext uri="{0D108BD9-81ED-4DB2-BD59-A6C34878D82A}">
                    <a16:rowId xmlns:a16="http://schemas.microsoft.com/office/drawing/2014/main" xmlns="" val="10010"/>
                  </a:ext>
                </a:extLst>
              </a:tr>
              <a:tr h="217170">
                <a:tc>
                  <a:txBody>
                    <a:bodyPr/>
                    <a:lstStyle/>
                    <a:p>
                      <a:pPr algn="ctr">
                        <a:spcAft>
                          <a:spcPts val="0"/>
                        </a:spcAft>
                      </a:pPr>
                      <a:r>
                        <a:rPr lang="en-US" sz="1100" kern="100">
                          <a:effectLst/>
                          <a:latin typeface="Times New Roman"/>
                          <a:ea typeface="宋体"/>
                        </a:rPr>
                        <a:t>XS129</a:t>
                      </a:r>
                      <a:endParaRPr lang="zh-CN" sz="1100" kern="100">
                        <a:effectLst/>
                        <a:latin typeface="Times New Roman"/>
                        <a:ea typeface="宋体"/>
                      </a:endParaRPr>
                    </a:p>
                  </a:txBody>
                  <a:tcPr marL="68580" marR="68580" marT="0" marB="0" anchor="ctr"/>
                </a:tc>
                <a:tc>
                  <a:txBody>
                    <a:bodyPr/>
                    <a:lstStyle/>
                    <a:p>
                      <a:pPr algn="ctr">
                        <a:spcAft>
                          <a:spcPts val="0"/>
                        </a:spcAft>
                      </a:pPr>
                      <a:r>
                        <a:rPr lang="en-US" sz="1100" kern="100" dirty="0" err="1">
                          <a:effectLst/>
                          <a:latin typeface="Times New Roman"/>
                          <a:ea typeface="宋体"/>
                        </a:rPr>
                        <a:t>TTC_Check_Error_Safety_Mode_Status</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altLang="zh-CN" sz="1100" kern="1200" dirty="0">
                          <a:solidFill>
                            <a:schemeClr val="dk1"/>
                          </a:solidFill>
                          <a:effectLst/>
                          <a:latin typeface="+mn-lt"/>
                          <a:ea typeface="+mn-ea"/>
                          <a:cs typeface="+mn-cs"/>
                        </a:rPr>
                        <a:t>0:Normal</a:t>
                      </a:r>
                      <a:endParaRPr lang="zh-CN" altLang="zh-CN" sz="1100" kern="100" dirty="0">
                        <a:effectLst/>
                        <a:latin typeface="Times New Roman"/>
                        <a:ea typeface="宋体"/>
                      </a:endParaRPr>
                    </a:p>
                  </a:txBody>
                  <a:tcPr marL="68580" marR="68580" marT="0" marB="0" anchor="ctr"/>
                </a:tc>
                <a:tc>
                  <a:txBody>
                    <a:bodyPr/>
                    <a:lstStyle/>
                    <a:p>
                      <a:pPr algn="ctr">
                        <a:spcAft>
                          <a:spcPts val="0"/>
                        </a:spcAft>
                      </a:pPr>
                      <a:endParaRPr lang="zh-CN" sz="1400" kern="100" dirty="0">
                        <a:effectLst/>
                        <a:latin typeface="Times New Roman"/>
                        <a:ea typeface="宋体"/>
                      </a:endParaRPr>
                    </a:p>
                  </a:txBody>
                  <a:tcPr marL="68580" marR="68580" marT="0" marB="0" anchor="ctr"/>
                </a:tc>
                <a:extLst>
                  <a:ext uri="{0D108BD9-81ED-4DB2-BD59-A6C34878D82A}">
                    <a16:rowId xmlns:a16="http://schemas.microsoft.com/office/drawing/2014/main" xmlns="" val="10011"/>
                  </a:ext>
                </a:extLst>
              </a:tr>
              <a:tr h="342900">
                <a:tc>
                  <a:txBody>
                    <a:bodyPr/>
                    <a:lstStyle/>
                    <a:p>
                      <a:pPr algn="ctr">
                        <a:spcAft>
                          <a:spcPts val="0"/>
                        </a:spcAft>
                      </a:pPr>
                      <a:r>
                        <a:rPr lang="en-US" sz="1100" kern="100" dirty="0">
                          <a:effectLst/>
                          <a:latin typeface="Times New Roman"/>
                          <a:ea typeface="宋体"/>
                        </a:rPr>
                        <a:t>XS154</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sz="1100" kern="100" dirty="0" err="1">
                          <a:effectLst/>
                          <a:latin typeface="Times New Roman"/>
                          <a:ea typeface="宋体"/>
                        </a:rPr>
                        <a:t>Payload_Task_Protect_Safety_Mode_Status</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altLang="zh-CN" sz="1100" kern="1200" dirty="0">
                          <a:solidFill>
                            <a:schemeClr val="dk1"/>
                          </a:solidFill>
                          <a:effectLst/>
                          <a:latin typeface="+mn-lt"/>
                          <a:ea typeface="+mn-ea"/>
                          <a:cs typeface="+mn-cs"/>
                        </a:rPr>
                        <a:t>0:Not_happened</a:t>
                      </a:r>
                      <a:endParaRPr lang="zh-CN" altLang="zh-CN" sz="1100" kern="100" dirty="0">
                        <a:effectLst/>
                        <a:latin typeface="Times New Roman"/>
                        <a:ea typeface="宋体"/>
                      </a:endParaRPr>
                    </a:p>
                  </a:txBody>
                  <a:tcPr marL="68580" marR="68580" marT="0" marB="0" anchor="ctr"/>
                </a:tc>
                <a:tc>
                  <a:txBody>
                    <a:bodyPr/>
                    <a:lstStyle/>
                    <a:p>
                      <a:pPr algn="ctr">
                        <a:spcAft>
                          <a:spcPts val="0"/>
                        </a:spcAft>
                      </a:pPr>
                      <a:endParaRPr lang="zh-CN" sz="1100" kern="100" dirty="0">
                        <a:effectLst/>
                        <a:latin typeface="Times New Roman"/>
                        <a:ea typeface="宋体"/>
                      </a:endParaRPr>
                    </a:p>
                  </a:txBody>
                  <a:tcPr marL="68580" marR="68580" marT="0" marB="0" anchor="ctr"/>
                </a:tc>
                <a:extLst>
                  <a:ext uri="{0D108BD9-81ED-4DB2-BD59-A6C34878D82A}">
                    <a16:rowId xmlns:a16="http://schemas.microsoft.com/office/drawing/2014/main" xmlns="" val="10012"/>
                  </a:ext>
                </a:extLst>
              </a:tr>
            </a:tbl>
          </a:graphicData>
        </a:graphic>
      </p:graphicFrame>
      <p:sp>
        <p:nvSpPr>
          <p:cNvPr id="10" name="矩形 1"/>
          <p:cNvSpPr>
            <a:spLocks noChangeArrowheads="1"/>
          </p:cNvSpPr>
          <p:nvPr/>
        </p:nvSpPr>
        <p:spPr bwMode="auto">
          <a:xfrm>
            <a:off x="251520" y="913756"/>
            <a:ext cx="825500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457200" algn="just">
              <a:lnSpc>
                <a:spcPct val="125000"/>
              </a:lnSpc>
            </a:pPr>
            <a:r>
              <a:rPr lang="en-US" altLang="zh-CN" sz="2400" dirty="0"/>
              <a:t>Packet 20H</a:t>
            </a:r>
            <a:endParaRPr lang="zh-CN" altLang="zh-CN" sz="2400" b="0" dirty="0">
              <a:solidFill>
                <a:schemeClr val="tx1"/>
              </a:solidFill>
            </a:endParaRPr>
          </a:p>
        </p:txBody>
      </p:sp>
    </p:spTree>
    <p:extLst>
      <p:ext uri="{BB962C8B-B14F-4D97-AF65-F5344CB8AC3E}">
        <p14:creationId xmlns:p14="http://schemas.microsoft.com/office/powerpoint/2010/main" val="200331469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9: OBDH Critical TM</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95</a:t>
            </a:fld>
            <a:r>
              <a:rPr lang="zh-CN" altLang="en-US"/>
              <a:t> </a:t>
            </a:r>
            <a:endParaRPr lang="zh-CN" altLang="en-US" dirty="0">
              <a:latin typeface="微软雅黑" pitchFamily="34" charset="-122"/>
              <a:ea typeface="微软雅黑" pitchFamily="34" charset="-122"/>
            </a:endParaRPr>
          </a:p>
        </p:txBody>
      </p:sp>
      <p:graphicFrame>
        <p:nvGraphicFramePr>
          <p:cNvPr id="3" name="表格 2"/>
          <p:cNvGraphicFramePr>
            <a:graphicFrameLocks noGrp="1"/>
          </p:cNvGraphicFramePr>
          <p:nvPr>
            <p:extLst>
              <p:ext uri="{D42A27DB-BD31-4B8C-83A1-F6EECF244321}">
                <p14:modId xmlns:p14="http://schemas.microsoft.com/office/powerpoint/2010/main" val="903903102"/>
              </p:ext>
            </p:extLst>
          </p:nvPr>
        </p:nvGraphicFramePr>
        <p:xfrm>
          <a:off x="467544" y="1303622"/>
          <a:ext cx="8229600" cy="3771900"/>
        </p:xfrm>
        <a:graphic>
          <a:graphicData uri="http://schemas.openxmlformats.org/drawingml/2006/table">
            <a:tbl>
              <a:tblPr firstRow="1" firstCol="1" bandRow="1" bandCol="1">
                <a:tableStyleId>{5C22544A-7EE6-4342-B048-85BDC9FD1C3A}</a:tableStyleId>
              </a:tblPr>
              <a:tblGrid>
                <a:gridCol w="1152128">
                  <a:extLst>
                    <a:ext uri="{9D8B030D-6E8A-4147-A177-3AD203B41FA5}">
                      <a16:colId xmlns:a16="http://schemas.microsoft.com/office/drawing/2014/main" xmlns="" val="20000"/>
                    </a:ext>
                  </a:extLst>
                </a:gridCol>
                <a:gridCol w="4248472">
                  <a:extLst>
                    <a:ext uri="{9D8B030D-6E8A-4147-A177-3AD203B41FA5}">
                      <a16:colId xmlns:a16="http://schemas.microsoft.com/office/drawing/2014/main" xmlns="" val="20001"/>
                    </a:ext>
                  </a:extLst>
                </a:gridCol>
                <a:gridCol w="1152128">
                  <a:extLst>
                    <a:ext uri="{9D8B030D-6E8A-4147-A177-3AD203B41FA5}">
                      <a16:colId xmlns:a16="http://schemas.microsoft.com/office/drawing/2014/main" xmlns="" val="20002"/>
                    </a:ext>
                  </a:extLst>
                </a:gridCol>
                <a:gridCol w="1676872">
                  <a:extLst>
                    <a:ext uri="{9D8B030D-6E8A-4147-A177-3AD203B41FA5}">
                      <a16:colId xmlns:a16="http://schemas.microsoft.com/office/drawing/2014/main" xmlns="" val="20003"/>
                    </a:ext>
                  </a:extLst>
                </a:gridCol>
              </a:tblGrid>
              <a:tr h="342900">
                <a:tc>
                  <a:txBody>
                    <a:bodyPr/>
                    <a:lstStyle/>
                    <a:p>
                      <a:pPr algn="ctr">
                        <a:spcAft>
                          <a:spcPts val="0"/>
                        </a:spcAft>
                      </a:pPr>
                      <a:r>
                        <a:rPr lang="en-US" altLang="zh-CN" sz="1100" kern="100" dirty="0">
                          <a:effectLst/>
                          <a:latin typeface="Times New Roman"/>
                          <a:ea typeface="+mn-ea"/>
                        </a:rPr>
                        <a:t>Parameter Number</a:t>
                      </a:r>
                      <a:endParaRPr lang="zh-CN" sz="1100" kern="100" dirty="0">
                        <a:effectLst/>
                        <a:latin typeface="Times New Roman"/>
                        <a:ea typeface="宋体"/>
                      </a:endParaRPr>
                    </a:p>
                  </a:txBody>
                  <a:tcPr marL="68580" marR="68580"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100" kern="100" dirty="0">
                          <a:effectLst/>
                          <a:latin typeface="Times New Roman"/>
                          <a:ea typeface="+mn-ea"/>
                        </a:rPr>
                        <a:t>Parameter Name</a:t>
                      </a:r>
                      <a:endParaRPr lang="zh-CN" altLang="zh-CN" sz="1100" kern="100" dirty="0">
                        <a:effectLst/>
                        <a:latin typeface="Times New Roman"/>
                        <a:ea typeface="+mn-ea"/>
                      </a:endParaRPr>
                    </a:p>
                  </a:txBody>
                  <a:tcPr marL="68580" marR="68580"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100" kern="100" dirty="0">
                          <a:effectLst/>
                          <a:latin typeface="Times New Roman"/>
                          <a:ea typeface="+mn-ea"/>
                        </a:rPr>
                        <a:t>Work  Range</a:t>
                      </a:r>
                      <a:endParaRPr lang="zh-CN" altLang="zh-CN" sz="1100" kern="100" dirty="0">
                        <a:effectLst/>
                        <a:latin typeface="Times New Roman"/>
                        <a:ea typeface="+mn-ea"/>
                      </a:endParaRPr>
                    </a:p>
                  </a:txBody>
                  <a:tcPr marL="68580" marR="68580"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100" kern="100" dirty="0">
                          <a:effectLst/>
                          <a:latin typeface="Times New Roman"/>
                          <a:ea typeface="+mn-ea"/>
                        </a:rPr>
                        <a:t>Description</a:t>
                      </a:r>
                      <a:endParaRPr lang="zh-CN" altLang="zh-CN" sz="1100" kern="100" dirty="0">
                        <a:effectLst/>
                        <a:latin typeface="Times New Roman"/>
                        <a:ea typeface="+mn-ea"/>
                      </a:endParaRPr>
                    </a:p>
                  </a:txBody>
                  <a:tcPr marL="68580" marR="68580" marT="0" marB="0" anchor="ctr"/>
                </a:tc>
                <a:extLst>
                  <a:ext uri="{0D108BD9-81ED-4DB2-BD59-A6C34878D82A}">
                    <a16:rowId xmlns:a16="http://schemas.microsoft.com/office/drawing/2014/main" xmlns="" val="10000"/>
                  </a:ext>
                </a:extLst>
              </a:tr>
              <a:tr h="171450">
                <a:tc>
                  <a:txBody>
                    <a:bodyPr/>
                    <a:lstStyle/>
                    <a:p>
                      <a:pPr algn="ctr">
                        <a:spcAft>
                          <a:spcPts val="0"/>
                        </a:spcAft>
                      </a:pPr>
                      <a:r>
                        <a:rPr lang="en-US" sz="1100" kern="100" dirty="0">
                          <a:effectLst/>
                          <a:latin typeface="Times New Roman"/>
                          <a:ea typeface="宋体"/>
                        </a:rPr>
                        <a:t>XH140</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sz="1100" kern="100" dirty="0" err="1">
                          <a:effectLst/>
                          <a:latin typeface="Times New Roman"/>
                          <a:ea typeface="宋体"/>
                        </a:rPr>
                        <a:t>Time_calibration_with_GPS_ENABLE</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altLang="zh-CN" sz="1100" kern="1200" dirty="0">
                          <a:solidFill>
                            <a:schemeClr val="dk1"/>
                          </a:solidFill>
                          <a:effectLst/>
                          <a:latin typeface="+mn-lt"/>
                          <a:ea typeface="+mn-ea"/>
                          <a:cs typeface="+mn-cs"/>
                        </a:rPr>
                        <a:t>1:Enabled</a:t>
                      </a:r>
                      <a:endParaRPr lang="zh-CN" altLang="zh-CN" sz="1100" kern="100" dirty="0">
                        <a:effectLst/>
                        <a:latin typeface="Times New Roman"/>
                        <a:ea typeface="宋体"/>
                      </a:endParaRPr>
                    </a:p>
                  </a:txBody>
                  <a:tcPr marL="68580" marR="68580" marT="0" marB="0" anchor="ctr"/>
                </a:tc>
                <a:tc>
                  <a:txBody>
                    <a:bodyPr/>
                    <a:lstStyle/>
                    <a:p>
                      <a:pPr algn="ctr">
                        <a:spcAft>
                          <a:spcPts val="0"/>
                        </a:spcAft>
                      </a:pPr>
                      <a:endParaRPr lang="zh-CN" sz="1100" kern="100" dirty="0">
                        <a:effectLst/>
                        <a:latin typeface="Times New Roman"/>
                        <a:ea typeface="宋体"/>
                      </a:endParaRPr>
                    </a:p>
                  </a:txBody>
                  <a:tcPr marL="68580" marR="68580" marT="0" marB="0" anchor="ctr"/>
                </a:tc>
                <a:extLst>
                  <a:ext uri="{0D108BD9-81ED-4DB2-BD59-A6C34878D82A}">
                    <a16:rowId xmlns:a16="http://schemas.microsoft.com/office/drawing/2014/main" xmlns="" val="10001"/>
                  </a:ext>
                </a:extLst>
              </a:tr>
              <a:tr h="171450">
                <a:tc>
                  <a:txBody>
                    <a:bodyPr/>
                    <a:lstStyle/>
                    <a:p>
                      <a:pPr algn="ctr">
                        <a:spcAft>
                          <a:spcPts val="0"/>
                        </a:spcAft>
                      </a:pPr>
                      <a:r>
                        <a:rPr lang="en-US" sz="1100" kern="100" dirty="0">
                          <a:effectLst/>
                          <a:latin typeface="Times New Roman"/>
                          <a:ea typeface="宋体"/>
                        </a:rPr>
                        <a:t>XH164</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sz="1100" kern="100" dirty="0" err="1">
                          <a:effectLst/>
                          <a:latin typeface="Times New Roman"/>
                          <a:ea typeface="宋体"/>
                        </a:rPr>
                        <a:t>TTC_Check_Error_Safety_Mode_COUNTER</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altLang="zh-CN" sz="1100" kern="1200" dirty="0">
                          <a:solidFill>
                            <a:schemeClr val="dk1"/>
                          </a:solidFill>
                          <a:effectLst/>
                          <a:latin typeface="+mn-lt"/>
                          <a:ea typeface="+mn-ea"/>
                          <a:cs typeface="+mn-cs"/>
                        </a:rPr>
                        <a:t>Don’ t Increase</a:t>
                      </a:r>
                      <a:endParaRPr lang="zh-CN" altLang="zh-CN" sz="1100" kern="100" dirty="0">
                        <a:effectLst/>
                        <a:latin typeface="Times New Roman"/>
                        <a:ea typeface="+mn-ea"/>
                      </a:endParaRPr>
                    </a:p>
                  </a:txBody>
                  <a:tcPr marL="68580" marR="68580" marT="0" marB="0" anchor="ctr"/>
                </a:tc>
                <a:tc>
                  <a:txBody>
                    <a:bodyPr/>
                    <a:lstStyle/>
                    <a:p>
                      <a:pPr algn="ctr">
                        <a:spcAft>
                          <a:spcPts val="0"/>
                        </a:spcAft>
                      </a:pPr>
                      <a:endParaRPr lang="zh-CN" sz="1100" kern="100" dirty="0">
                        <a:effectLst/>
                        <a:latin typeface="Times New Roman"/>
                        <a:ea typeface="宋体"/>
                      </a:endParaRPr>
                    </a:p>
                  </a:txBody>
                  <a:tcPr marL="68580" marR="68580" marT="0" marB="0" anchor="ctr"/>
                </a:tc>
                <a:extLst>
                  <a:ext uri="{0D108BD9-81ED-4DB2-BD59-A6C34878D82A}">
                    <a16:rowId xmlns:a16="http://schemas.microsoft.com/office/drawing/2014/main" xmlns="" val="10002"/>
                  </a:ext>
                </a:extLst>
              </a:tr>
              <a:tr h="171450">
                <a:tc>
                  <a:txBody>
                    <a:bodyPr/>
                    <a:lstStyle/>
                    <a:p>
                      <a:pPr algn="ctr">
                        <a:spcAft>
                          <a:spcPts val="0"/>
                        </a:spcAft>
                      </a:pPr>
                      <a:r>
                        <a:rPr lang="en-US" sz="1100" kern="100">
                          <a:effectLst/>
                          <a:latin typeface="Times New Roman"/>
                          <a:ea typeface="宋体"/>
                        </a:rPr>
                        <a:t>XH165</a:t>
                      </a:r>
                      <a:endParaRPr lang="zh-CN" sz="1100" kern="100">
                        <a:effectLst/>
                        <a:latin typeface="Times New Roman"/>
                        <a:ea typeface="宋体"/>
                      </a:endParaRPr>
                    </a:p>
                  </a:txBody>
                  <a:tcPr marL="68580" marR="68580" marT="0" marB="0" anchor="ctr"/>
                </a:tc>
                <a:tc>
                  <a:txBody>
                    <a:bodyPr/>
                    <a:lstStyle/>
                    <a:p>
                      <a:pPr algn="ctr">
                        <a:spcAft>
                          <a:spcPts val="0"/>
                        </a:spcAft>
                      </a:pPr>
                      <a:r>
                        <a:rPr lang="en-US" sz="1100" kern="100" dirty="0" err="1">
                          <a:effectLst/>
                          <a:latin typeface="Times New Roman"/>
                          <a:ea typeface="宋体"/>
                        </a:rPr>
                        <a:t>TTD_Check_Error_Safety_Mode_COUNTER</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altLang="zh-CN" sz="1100" kern="1200">
                          <a:solidFill>
                            <a:schemeClr val="dk1"/>
                          </a:solidFill>
                          <a:effectLst/>
                          <a:latin typeface="+mn-lt"/>
                          <a:ea typeface="+mn-ea"/>
                          <a:cs typeface="+mn-cs"/>
                        </a:rPr>
                        <a:t>Don’ t Increase</a:t>
                      </a:r>
                      <a:endParaRPr lang="zh-CN" altLang="zh-CN" sz="1100" kern="100" dirty="0">
                        <a:effectLst/>
                        <a:latin typeface="Times New Roman"/>
                        <a:ea typeface="宋体"/>
                      </a:endParaRPr>
                    </a:p>
                  </a:txBody>
                  <a:tcPr marL="68580" marR="68580" marT="0" marB="0" anchor="ctr"/>
                </a:tc>
                <a:tc>
                  <a:txBody>
                    <a:bodyPr/>
                    <a:lstStyle/>
                    <a:p>
                      <a:pPr algn="ctr">
                        <a:spcAft>
                          <a:spcPts val="0"/>
                        </a:spcAft>
                      </a:pPr>
                      <a:endParaRPr lang="zh-CN" sz="1100" kern="100" dirty="0">
                        <a:effectLst/>
                        <a:latin typeface="Times New Roman"/>
                        <a:ea typeface="宋体"/>
                      </a:endParaRPr>
                    </a:p>
                  </a:txBody>
                  <a:tcPr marL="68580" marR="68580" marT="0" marB="0" anchor="ctr"/>
                </a:tc>
                <a:extLst>
                  <a:ext uri="{0D108BD9-81ED-4DB2-BD59-A6C34878D82A}">
                    <a16:rowId xmlns:a16="http://schemas.microsoft.com/office/drawing/2014/main" xmlns="" val="10003"/>
                  </a:ext>
                </a:extLst>
              </a:tr>
              <a:tr h="342900">
                <a:tc>
                  <a:txBody>
                    <a:bodyPr/>
                    <a:lstStyle/>
                    <a:p>
                      <a:pPr algn="ctr">
                        <a:spcAft>
                          <a:spcPts val="0"/>
                        </a:spcAft>
                      </a:pPr>
                      <a:r>
                        <a:rPr lang="en-US" sz="1100" kern="100">
                          <a:effectLst/>
                          <a:latin typeface="Times New Roman"/>
                          <a:ea typeface="宋体"/>
                        </a:rPr>
                        <a:t>XH166</a:t>
                      </a:r>
                      <a:endParaRPr lang="zh-CN" sz="1100" kern="100">
                        <a:effectLst/>
                        <a:latin typeface="Times New Roman"/>
                        <a:ea typeface="宋体"/>
                      </a:endParaRPr>
                    </a:p>
                  </a:txBody>
                  <a:tcPr marL="68580" marR="68580" marT="0" marB="0" anchor="ctr"/>
                </a:tc>
                <a:tc>
                  <a:txBody>
                    <a:bodyPr/>
                    <a:lstStyle/>
                    <a:p>
                      <a:pPr algn="ctr">
                        <a:spcAft>
                          <a:spcPts val="0"/>
                        </a:spcAft>
                      </a:pPr>
                      <a:r>
                        <a:rPr lang="en-US" sz="1100" kern="100" dirty="0" err="1">
                          <a:effectLst/>
                          <a:latin typeface="Times New Roman"/>
                          <a:ea typeface="宋体"/>
                        </a:rPr>
                        <a:t>Energy_protect_Safety_Mode</a:t>
                      </a:r>
                      <a:r>
                        <a:rPr lang="en-US" sz="1100" kern="100" dirty="0">
                          <a:effectLst/>
                          <a:latin typeface="Times New Roman"/>
                          <a:ea typeface="宋体"/>
                        </a:rPr>
                        <a:t>(_</a:t>
                      </a:r>
                      <a:r>
                        <a:rPr lang="en-US" sz="1100" kern="100" dirty="0" err="1">
                          <a:effectLst/>
                          <a:latin typeface="Times New Roman"/>
                          <a:ea typeface="宋体"/>
                        </a:rPr>
                        <a:t>triggered_by_PCU</a:t>
                      </a:r>
                      <a:r>
                        <a:rPr lang="en-US" sz="1100" kern="100" dirty="0">
                          <a:effectLst/>
                          <a:latin typeface="Times New Roman"/>
                          <a:ea typeface="宋体"/>
                        </a:rPr>
                        <a:t>)_COUNTER</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altLang="zh-CN" sz="1100" kern="1200">
                          <a:solidFill>
                            <a:schemeClr val="dk1"/>
                          </a:solidFill>
                          <a:effectLst/>
                          <a:latin typeface="+mn-lt"/>
                          <a:ea typeface="+mn-ea"/>
                          <a:cs typeface="+mn-cs"/>
                        </a:rPr>
                        <a:t>Don’ t Increase</a:t>
                      </a:r>
                      <a:endParaRPr lang="zh-CN" altLang="zh-CN" sz="1100" kern="100" dirty="0">
                        <a:effectLst/>
                        <a:latin typeface="Times New Roman"/>
                        <a:ea typeface="宋体"/>
                      </a:endParaRPr>
                    </a:p>
                  </a:txBody>
                  <a:tcPr marL="68580" marR="68580" marT="0" marB="0" anchor="ctr"/>
                </a:tc>
                <a:tc>
                  <a:txBody>
                    <a:bodyPr/>
                    <a:lstStyle/>
                    <a:p>
                      <a:pPr algn="ctr">
                        <a:spcAft>
                          <a:spcPts val="0"/>
                        </a:spcAft>
                      </a:pPr>
                      <a:endParaRPr lang="zh-CN" sz="1100" kern="100" dirty="0">
                        <a:effectLst/>
                        <a:latin typeface="Times New Roman"/>
                        <a:ea typeface="宋体"/>
                      </a:endParaRPr>
                    </a:p>
                  </a:txBody>
                  <a:tcPr marL="68580" marR="68580" marT="0" marB="0" anchor="ctr"/>
                </a:tc>
                <a:extLst>
                  <a:ext uri="{0D108BD9-81ED-4DB2-BD59-A6C34878D82A}">
                    <a16:rowId xmlns:a16="http://schemas.microsoft.com/office/drawing/2014/main" xmlns="" val="10004"/>
                  </a:ext>
                </a:extLst>
              </a:tr>
              <a:tr h="342900">
                <a:tc>
                  <a:txBody>
                    <a:bodyPr/>
                    <a:lstStyle/>
                    <a:p>
                      <a:pPr algn="ctr">
                        <a:spcAft>
                          <a:spcPts val="0"/>
                        </a:spcAft>
                      </a:pPr>
                      <a:r>
                        <a:rPr lang="en-US" sz="1100" kern="100">
                          <a:effectLst/>
                          <a:latin typeface="Times New Roman"/>
                          <a:ea typeface="宋体"/>
                        </a:rPr>
                        <a:t>XH167</a:t>
                      </a:r>
                      <a:endParaRPr lang="zh-CN" sz="1100" kern="100">
                        <a:effectLst/>
                        <a:latin typeface="Times New Roman"/>
                        <a:ea typeface="宋体"/>
                      </a:endParaRPr>
                    </a:p>
                  </a:txBody>
                  <a:tcPr marL="68580" marR="68580" marT="0" marB="0" anchor="ctr"/>
                </a:tc>
                <a:tc>
                  <a:txBody>
                    <a:bodyPr/>
                    <a:lstStyle/>
                    <a:p>
                      <a:pPr algn="ctr">
                        <a:spcAft>
                          <a:spcPts val="0"/>
                        </a:spcAft>
                      </a:pPr>
                      <a:r>
                        <a:rPr lang="en-US" sz="1100" kern="100" dirty="0" err="1">
                          <a:effectLst/>
                          <a:latin typeface="Times New Roman"/>
                          <a:ea typeface="宋体"/>
                        </a:rPr>
                        <a:t>AOCS_Global_Attitude_Acquisition_Safety_Mode_COUNTER</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altLang="zh-CN" sz="1100" kern="1200">
                          <a:solidFill>
                            <a:schemeClr val="dk1"/>
                          </a:solidFill>
                          <a:effectLst/>
                          <a:latin typeface="+mn-lt"/>
                          <a:ea typeface="+mn-ea"/>
                          <a:cs typeface="+mn-cs"/>
                        </a:rPr>
                        <a:t>Don’ t Increase</a:t>
                      </a:r>
                      <a:endParaRPr lang="zh-CN" altLang="zh-CN" sz="1100" kern="100" dirty="0">
                        <a:effectLst/>
                        <a:latin typeface="Times New Roman"/>
                        <a:ea typeface="宋体"/>
                      </a:endParaRPr>
                    </a:p>
                  </a:txBody>
                  <a:tcPr marL="68580" marR="68580" marT="0" marB="0" anchor="ctr"/>
                </a:tc>
                <a:tc>
                  <a:txBody>
                    <a:bodyPr/>
                    <a:lstStyle/>
                    <a:p>
                      <a:pPr algn="ctr">
                        <a:spcAft>
                          <a:spcPts val="0"/>
                        </a:spcAft>
                      </a:pPr>
                      <a:endParaRPr lang="zh-CN" sz="1100" kern="100" dirty="0">
                        <a:effectLst/>
                        <a:latin typeface="Times New Roman"/>
                        <a:ea typeface="宋体"/>
                      </a:endParaRPr>
                    </a:p>
                  </a:txBody>
                  <a:tcPr marL="68580" marR="68580" marT="0" marB="0" anchor="ctr"/>
                </a:tc>
                <a:extLst>
                  <a:ext uri="{0D108BD9-81ED-4DB2-BD59-A6C34878D82A}">
                    <a16:rowId xmlns:a16="http://schemas.microsoft.com/office/drawing/2014/main" xmlns="" val="10005"/>
                  </a:ext>
                </a:extLst>
              </a:tr>
              <a:tr h="171450">
                <a:tc>
                  <a:txBody>
                    <a:bodyPr/>
                    <a:lstStyle/>
                    <a:p>
                      <a:pPr algn="ctr">
                        <a:spcAft>
                          <a:spcPts val="0"/>
                        </a:spcAft>
                      </a:pPr>
                      <a:r>
                        <a:rPr lang="en-US" sz="1100" kern="100">
                          <a:effectLst/>
                          <a:latin typeface="Times New Roman"/>
                          <a:ea typeface="宋体"/>
                        </a:rPr>
                        <a:t>XH168</a:t>
                      </a:r>
                      <a:endParaRPr lang="zh-CN" sz="1100" kern="100">
                        <a:effectLst/>
                        <a:latin typeface="Times New Roman"/>
                        <a:ea typeface="宋体"/>
                      </a:endParaRPr>
                    </a:p>
                  </a:txBody>
                  <a:tcPr marL="68580" marR="68580" marT="0" marB="0" anchor="ctr"/>
                </a:tc>
                <a:tc>
                  <a:txBody>
                    <a:bodyPr/>
                    <a:lstStyle/>
                    <a:p>
                      <a:pPr algn="ctr">
                        <a:spcAft>
                          <a:spcPts val="0"/>
                        </a:spcAft>
                      </a:pPr>
                      <a:r>
                        <a:rPr lang="en-US" sz="1100" kern="100" dirty="0" err="1">
                          <a:effectLst/>
                          <a:latin typeface="Times New Roman"/>
                          <a:ea typeface="宋体"/>
                        </a:rPr>
                        <a:t>AOCS_Stop_Control_Safety_ModeCOUNTER</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altLang="zh-CN" sz="1100" kern="1200">
                          <a:solidFill>
                            <a:schemeClr val="dk1"/>
                          </a:solidFill>
                          <a:effectLst/>
                          <a:latin typeface="+mn-lt"/>
                          <a:ea typeface="+mn-ea"/>
                          <a:cs typeface="+mn-cs"/>
                        </a:rPr>
                        <a:t>Don’ t Increase</a:t>
                      </a:r>
                      <a:endParaRPr lang="zh-CN" altLang="zh-CN" sz="1100" kern="100" dirty="0">
                        <a:effectLst/>
                        <a:latin typeface="Times New Roman"/>
                        <a:ea typeface="宋体"/>
                      </a:endParaRPr>
                    </a:p>
                  </a:txBody>
                  <a:tcPr marL="68580" marR="68580" marT="0" marB="0" anchor="ctr"/>
                </a:tc>
                <a:tc>
                  <a:txBody>
                    <a:bodyPr/>
                    <a:lstStyle/>
                    <a:p>
                      <a:pPr algn="ctr">
                        <a:spcAft>
                          <a:spcPts val="0"/>
                        </a:spcAft>
                      </a:pPr>
                      <a:endParaRPr lang="zh-CN" sz="1100" kern="100" dirty="0">
                        <a:effectLst/>
                        <a:latin typeface="Times New Roman"/>
                        <a:ea typeface="宋体"/>
                      </a:endParaRPr>
                    </a:p>
                  </a:txBody>
                  <a:tcPr marL="68580" marR="68580" marT="0" marB="0" anchor="ctr"/>
                </a:tc>
                <a:extLst>
                  <a:ext uri="{0D108BD9-81ED-4DB2-BD59-A6C34878D82A}">
                    <a16:rowId xmlns:a16="http://schemas.microsoft.com/office/drawing/2014/main" xmlns="" val="10006"/>
                  </a:ext>
                </a:extLst>
              </a:tr>
              <a:tr h="171450">
                <a:tc>
                  <a:txBody>
                    <a:bodyPr/>
                    <a:lstStyle/>
                    <a:p>
                      <a:pPr algn="ctr">
                        <a:spcAft>
                          <a:spcPts val="0"/>
                        </a:spcAft>
                      </a:pPr>
                      <a:r>
                        <a:rPr lang="en-US" sz="1100" kern="100">
                          <a:effectLst/>
                          <a:latin typeface="Times New Roman"/>
                          <a:ea typeface="宋体"/>
                        </a:rPr>
                        <a:t>XH169</a:t>
                      </a:r>
                      <a:endParaRPr lang="zh-CN" sz="1100" kern="100">
                        <a:effectLst/>
                        <a:latin typeface="Times New Roman"/>
                        <a:ea typeface="宋体"/>
                      </a:endParaRPr>
                    </a:p>
                  </a:txBody>
                  <a:tcPr marL="68580" marR="68580" marT="0" marB="0" anchor="ctr"/>
                </a:tc>
                <a:tc>
                  <a:txBody>
                    <a:bodyPr/>
                    <a:lstStyle/>
                    <a:p>
                      <a:pPr algn="ctr">
                        <a:spcAft>
                          <a:spcPts val="0"/>
                        </a:spcAft>
                      </a:pPr>
                      <a:r>
                        <a:rPr lang="en-US" sz="1100" kern="100">
                          <a:effectLst/>
                          <a:latin typeface="Times New Roman"/>
                          <a:ea typeface="宋体"/>
                        </a:rPr>
                        <a:t>Energy_warning_Safety_Mode_1COUNTER</a:t>
                      </a:r>
                      <a:endParaRPr lang="zh-CN" sz="1100" kern="100">
                        <a:effectLst/>
                        <a:latin typeface="Times New Roman"/>
                        <a:ea typeface="宋体"/>
                      </a:endParaRPr>
                    </a:p>
                  </a:txBody>
                  <a:tcPr marL="68580" marR="68580" marT="0" marB="0" anchor="ctr"/>
                </a:tc>
                <a:tc>
                  <a:txBody>
                    <a:bodyPr/>
                    <a:lstStyle/>
                    <a:p>
                      <a:pPr algn="ctr">
                        <a:spcAft>
                          <a:spcPts val="0"/>
                        </a:spcAft>
                      </a:pPr>
                      <a:r>
                        <a:rPr lang="en-US" altLang="zh-CN" sz="1100" kern="1200">
                          <a:solidFill>
                            <a:schemeClr val="dk1"/>
                          </a:solidFill>
                          <a:effectLst/>
                          <a:latin typeface="+mn-lt"/>
                          <a:ea typeface="+mn-ea"/>
                          <a:cs typeface="+mn-cs"/>
                        </a:rPr>
                        <a:t>Don’ t Increase</a:t>
                      </a:r>
                      <a:endParaRPr lang="zh-CN" altLang="zh-CN" sz="1100" kern="100" dirty="0">
                        <a:effectLst/>
                        <a:latin typeface="Times New Roman"/>
                        <a:ea typeface="宋体"/>
                      </a:endParaRPr>
                    </a:p>
                  </a:txBody>
                  <a:tcPr marL="68580" marR="68580" marT="0" marB="0" anchor="ctr"/>
                </a:tc>
                <a:tc>
                  <a:txBody>
                    <a:bodyPr/>
                    <a:lstStyle/>
                    <a:p>
                      <a:pPr algn="ctr">
                        <a:spcAft>
                          <a:spcPts val="0"/>
                        </a:spcAft>
                      </a:pPr>
                      <a:endParaRPr lang="zh-CN" sz="1100" kern="100" dirty="0">
                        <a:effectLst/>
                        <a:latin typeface="Times New Roman"/>
                        <a:ea typeface="宋体"/>
                      </a:endParaRPr>
                    </a:p>
                  </a:txBody>
                  <a:tcPr marL="68580" marR="68580" marT="0" marB="0" anchor="ctr"/>
                </a:tc>
                <a:extLst>
                  <a:ext uri="{0D108BD9-81ED-4DB2-BD59-A6C34878D82A}">
                    <a16:rowId xmlns:a16="http://schemas.microsoft.com/office/drawing/2014/main" xmlns="" val="10007"/>
                  </a:ext>
                </a:extLst>
              </a:tr>
              <a:tr h="171450">
                <a:tc>
                  <a:txBody>
                    <a:bodyPr/>
                    <a:lstStyle/>
                    <a:p>
                      <a:pPr algn="ctr">
                        <a:spcAft>
                          <a:spcPts val="0"/>
                        </a:spcAft>
                      </a:pPr>
                      <a:r>
                        <a:rPr lang="en-US" sz="1100" kern="100">
                          <a:effectLst/>
                          <a:latin typeface="Times New Roman"/>
                          <a:ea typeface="宋体"/>
                        </a:rPr>
                        <a:t>XH170</a:t>
                      </a:r>
                      <a:endParaRPr lang="zh-CN" sz="1100" kern="100">
                        <a:effectLst/>
                        <a:latin typeface="Times New Roman"/>
                        <a:ea typeface="宋体"/>
                      </a:endParaRPr>
                    </a:p>
                  </a:txBody>
                  <a:tcPr marL="68580" marR="68580" marT="0" marB="0" anchor="ctr"/>
                </a:tc>
                <a:tc>
                  <a:txBody>
                    <a:bodyPr/>
                    <a:lstStyle/>
                    <a:p>
                      <a:pPr algn="ctr">
                        <a:spcAft>
                          <a:spcPts val="0"/>
                        </a:spcAft>
                      </a:pPr>
                      <a:r>
                        <a:rPr lang="en-US" sz="1100" kern="100">
                          <a:effectLst/>
                          <a:latin typeface="Times New Roman"/>
                          <a:ea typeface="宋体"/>
                        </a:rPr>
                        <a:t>Energy_warning_Safety_Mode_2_COUNTER</a:t>
                      </a:r>
                      <a:endParaRPr lang="zh-CN" sz="1100" kern="100">
                        <a:effectLst/>
                        <a:latin typeface="Times New Roman"/>
                        <a:ea typeface="宋体"/>
                      </a:endParaRPr>
                    </a:p>
                  </a:txBody>
                  <a:tcPr marL="68580" marR="68580" marT="0" marB="0" anchor="ctr"/>
                </a:tc>
                <a:tc>
                  <a:txBody>
                    <a:bodyPr/>
                    <a:lstStyle/>
                    <a:p>
                      <a:pPr algn="ctr">
                        <a:spcAft>
                          <a:spcPts val="0"/>
                        </a:spcAft>
                      </a:pPr>
                      <a:r>
                        <a:rPr lang="en-US" altLang="zh-CN" sz="1100" kern="1200">
                          <a:solidFill>
                            <a:schemeClr val="dk1"/>
                          </a:solidFill>
                          <a:effectLst/>
                          <a:latin typeface="+mn-lt"/>
                          <a:ea typeface="+mn-ea"/>
                          <a:cs typeface="+mn-cs"/>
                        </a:rPr>
                        <a:t>Don’ t Increase</a:t>
                      </a:r>
                      <a:endParaRPr lang="zh-CN" altLang="zh-CN" sz="1100" kern="100" dirty="0">
                        <a:effectLst/>
                        <a:latin typeface="Times New Roman"/>
                        <a:ea typeface="宋体"/>
                      </a:endParaRPr>
                    </a:p>
                  </a:txBody>
                  <a:tcPr marL="68580" marR="68580" marT="0" marB="0" anchor="ctr"/>
                </a:tc>
                <a:tc>
                  <a:txBody>
                    <a:bodyPr/>
                    <a:lstStyle/>
                    <a:p>
                      <a:pPr algn="ctr">
                        <a:spcAft>
                          <a:spcPts val="0"/>
                        </a:spcAft>
                      </a:pPr>
                      <a:endParaRPr lang="zh-CN" sz="1100" kern="100" dirty="0">
                        <a:effectLst/>
                        <a:latin typeface="Times New Roman"/>
                        <a:ea typeface="宋体"/>
                      </a:endParaRPr>
                    </a:p>
                  </a:txBody>
                  <a:tcPr marL="68580" marR="68580" marT="0" marB="0" anchor="ctr"/>
                </a:tc>
                <a:extLst>
                  <a:ext uri="{0D108BD9-81ED-4DB2-BD59-A6C34878D82A}">
                    <a16:rowId xmlns:a16="http://schemas.microsoft.com/office/drawing/2014/main" xmlns="" val="10008"/>
                  </a:ext>
                </a:extLst>
              </a:tr>
              <a:tr h="342900">
                <a:tc>
                  <a:txBody>
                    <a:bodyPr/>
                    <a:lstStyle/>
                    <a:p>
                      <a:pPr algn="ctr">
                        <a:spcAft>
                          <a:spcPts val="0"/>
                        </a:spcAft>
                      </a:pPr>
                      <a:r>
                        <a:rPr lang="en-US" sz="1100" kern="100">
                          <a:effectLst/>
                          <a:latin typeface="Times New Roman"/>
                          <a:ea typeface="宋体"/>
                        </a:rPr>
                        <a:t>XH171</a:t>
                      </a:r>
                      <a:endParaRPr lang="zh-CN" sz="1100" kern="100">
                        <a:effectLst/>
                        <a:latin typeface="Times New Roman"/>
                        <a:ea typeface="宋体"/>
                      </a:endParaRPr>
                    </a:p>
                  </a:txBody>
                  <a:tcPr marL="68580" marR="68580" marT="0" marB="0" anchor="ctr"/>
                </a:tc>
                <a:tc>
                  <a:txBody>
                    <a:bodyPr/>
                    <a:lstStyle/>
                    <a:p>
                      <a:pPr algn="ctr">
                        <a:spcAft>
                          <a:spcPts val="0"/>
                        </a:spcAft>
                      </a:pPr>
                      <a:r>
                        <a:rPr lang="en-US" sz="1100" kern="100">
                          <a:effectLst/>
                          <a:latin typeface="Times New Roman"/>
                          <a:ea typeface="宋体"/>
                        </a:rPr>
                        <a:t>Energy_protect_Safety_Mode(_triggered_by_TCU)_COUNTER</a:t>
                      </a:r>
                      <a:endParaRPr lang="zh-CN" sz="1100" kern="100">
                        <a:effectLst/>
                        <a:latin typeface="Times New Roman"/>
                        <a:ea typeface="宋体"/>
                      </a:endParaRPr>
                    </a:p>
                  </a:txBody>
                  <a:tcPr marL="68580" marR="68580" marT="0" marB="0" anchor="ctr"/>
                </a:tc>
                <a:tc>
                  <a:txBody>
                    <a:bodyPr/>
                    <a:lstStyle/>
                    <a:p>
                      <a:pPr algn="ctr">
                        <a:spcAft>
                          <a:spcPts val="0"/>
                        </a:spcAft>
                      </a:pPr>
                      <a:r>
                        <a:rPr lang="en-US" altLang="zh-CN" sz="1100" kern="1200">
                          <a:solidFill>
                            <a:schemeClr val="dk1"/>
                          </a:solidFill>
                          <a:effectLst/>
                          <a:latin typeface="+mn-lt"/>
                          <a:ea typeface="+mn-ea"/>
                          <a:cs typeface="+mn-cs"/>
                        </a:rPr>
                        <a:t>Don’ t Increase</a:t>
                      </a:r>
                      <a:endParaRPr lang="zh-CN" altLang="zh-CN" sz="1100" kern="100" dirty="0">
                        <a:effectLst/>
                        <a:latin typeface="Times New Roman"/>
                        <a:ea typeface="宋体"/>
                      </a:endParaRPr>
                    </a:p>
                  </a:txBody>
                  <a:tcPr marL="68580" marR="68580" marT="0" marB="0" anchor="ctr"/>
                </a:tc>
                <a:tc>
                  <a:txBody>
                    <a:bodyPr/>
                    <a:lstStyle/>
                    <a:p>
                      <a:pPr algn="ctr">
                        <a:spcAft>
                          <a:spcPts val="0"/>
                        </a:spcAft>
                      </a:pPr>
                      <a:endParaRPr lang="zh-CN" sz="1100" kern="100" dirty="0">
                        <a:effectLst/>
                        <a:latin typeface="Times New Roman"/>
                        <a:ea typeface="宋体"/>
                      </a:endParaRPr>
                    </a:p>
                  </a:txBody>
                  <a:tcPr marL="68580" marR="68580" marT="0" marB="0" anchor="ctr"/>
                </a:tc>
                <a:extLst>
                  <a:ext uri="{0D108BD9-81ED-4DB2-BD59-A6C34878D82A}">
                    <a16:rowId xmlns:a16="http://schemas.microsoft.com/office/drawing/2014/main" xmlns="" val="10009"/>
                  </a:ext>
                </a:extLst>
              </a:tr>
              <a:tr h="171450">
                <a:tc>
                  <a:txBody>
                    <a:bodyPr/>
                    <a:lstStyle/>
                    <a:p>
                      <a:pPr algn="ctr">
                        <a:spcAft>
                          <a:spcPts val="0"/>
                        </a:spcAft>
                      </a:pPr>
                      <a:r>
                        <a:rPr lang="en-US" sz="1100" kern="100">
                          <a:effectLst/>
                          <a:latin typeface="Times New Roman"/>
                          <a:ea typeface="宋体"/>
                        </a:rPr>
                        <a:t>XH172</a:t>
                      </a:r>
                      <a:endParaRPr lang="zh-CN" sz="1100" kern="100">
                        <a:effectLst/>
                        <a:latin typeface="Times New Roman"/>
                        <a:ea typeface="宋体"/>
                      </a:endParaRPr>
                    </a:p>
                  </a:txBody>
                  <a:tcPr marL="68580" marR="68580" marT="0" marB="0" anchor="ctr"/>
                </a:tc>
                <a:tc>
                  <a:txBody>
                    <a:bodyPr/>
                    <a:lstStyle/>
                    <a:p>
                      <a:pPr algn="ctr">
                        <a:spcAft>
                          <a:spcPts val="0"/>
                        </a:spcAft>
                      </a:pPr>
                      <a:r>
                        <a:rPr lang="en-US" sz="1100" kern="100">
                          <a:effectLst/>
                          <a:latin typeface="Times New Roman"/>
                          <a:ea typeface="宋体"/>
                        </a:rPr>
                        <a:t>CCD_temperature_Safety_Mode_COUNTER</a:t>
                      </a:r>
                      <a:endParaRPr lang="zh-CN" sz="1100" kern="100">
                        <a:effectLst/>
                        <a:latin typeface="Times New Roman"/>
                        <a:ea typeface="宋体"/>
                      </a:endParaRPr>
                    </a:p>
                  </a:txBody>
                  <a:tcPr marL="68580" marR="68580" marT="0" marB="0" anchor="ctr"/>
                </a:tc>
                <a:tc>
                  <a:txBody>
                    <a:bodyPr/>
                    <a:lstStyle/>
                    <a:p>
                      <a:pPr algn="ctr">
                        <a:spcAft>
                          <a:spcPts val="0"/>
                        </a:spcAft>
                      </a:pPr>
                      <a:r>
                        <a:rPr lang="en-US" altLang="zh-CN" sz="1100" kern="1200">
                          <a:solidFill>
                            <a:schemeClr val="dk1"/>
                          </a:solidFill>
                          <a:effectLst/>
                          <a:latin typeface="+mn-lt"/>
                          <a:ea typeface="+mn-ea"/>
                          <a:cs typeface="+mn-cs"/>
                        </a:rPr>
                        <a:t>Don’ t Increase</a:t>
                      </a:r>
                      <a:endParaRPr lang="zh-CN" altLang="zh-CN" sz="1100" kern="100" dirty="0">
                        <a:effectLst/>
                        <a:latin typeface="Times New Roman"/>
                        <a:ea typeface="宋体"/>
                      </a:endParaRPr>
                    </a:p>
                  </a:txBody>
                  <a:tcPr marL="68580" marR="68580" marT="0" marB="0" anchor="ctr"/>
                </a:tc>
                <a:tc>
                  <a:txBody>
                    <a:bodyPr/>
                    <a:lstStyle/>
                    <a:p>
                      <a:pPr algn="ctr">
                        <a:spcAft>
                          <a:spcPts val="0"/>
                        </a:spcAft>
                      </a:pPr>
                      <a:endParaRPr lang="zh-CN" sz="1100" kern="100" dirty="0">
                        <a:effectLst/>
                        <a:latin typeface="Times New Roman"/>
                        <a:ea typeface="宋体"/>
                      </a:endParaRPr>
                    </a:p>
                  </a:txBody>
                  <a:tcPr marL="68580" marR="68580" marT="0" marB="0" anchor="ctr"/>
                </a:tc>
                <a:extLst>
                  <a:ext uri="{0D108BD9-81ED-4DB2-BD59-A6C34878D82A}">
                    <a16:rowId xmlns:a16="http://schemas.microsoft.com/office/drawing/2014/main" xmlns="" val="10010"/>
                  </a:ext>
                </a:extLst>
              </a:tr>
              <a:tr h="342900">
                <a:tc>
                  <a:txBody>
                    <a:bodyPr/>
                    <a:lstStyle/>
                    <a:p>
                      <a:pPr algn="ctr">
                        <a:spcAft>
                          <a:spcPts val="0"/>
                        </a:spcAft>
                      </a:pPr>
                      <a:r>
                        <a:rPr lang="en-US" sz="1100" kern="100">
                          <a:effectLst/>
                          <a:latin typeface="Times New Roman"/>
                          <a:ea typeface="宋体"/>
                        </a:rPr>
                        <a:t>XH173</a:t>
                      </a:r>
                      <a:endParaRPr lang="zh-CN" sz="1100" kern="100">
                        <a:effectLst/>
                        <a:latin typeface="Times New Roman"/>
                        <a:ea typeface="宋体"/>
                      </a:endParaRPr>
                    </a:p>
                  </a:txBody>
                  <a:tcPr marL="68580" marR="68580" marT="0" marB="0" anchor="ctr"/>
                </a:tc>
                <a:tc>
                  <a:txBody>
                    <a:bodyPr/>
                    <a:lstStyle/>
                    <a:p>
                      <a:pPr algn="ctr">
                        <a:spcAft>
                          <a:spcPts val="0"/>
                        </a:spcAft>
                      </a:pPr>
                      <a:r>
                        <a:rPr lang="en-US" sz="1100" kern="100">
                          <a:effectLst/>
                          <a:latin typeface="Times New Roman"/>
                          <a:ea typeface="宋体"/>
                        </a:rPr>
                        <a:t>Phased_array_antenna_temperature_Safety_Mode_COUNTER</a:t>
                      </a:r>
                      <a:endParaRPr lang="zh-CN" sz="1100" kern="100">
                        <a:effectLst/>
                        <a:latin typeface="Times New Roman"/>
                        <a:ea typeface="宋体"/>
                      </a:endParaRPr>
                    </a:p>
                  </a:txBody>
                  <a:tcPr marL="68580" marR="68580" marT="0" marB="0" anchor="ctr"/>
                </a:tc>
                <a:tc>
                  <a:txBody>
                    <a:bodyPr/>
                    <a:lstStyle/>
                    <a:p>
                      <a:pPr algn="ctr">
                        <a:spcAft>
                          <a:spcPts val="0"/>
                        </a:spcAft>
                      </a:pPr>
                      <a:r>
                        <a:rPr lang="en-US" altLang="zh-CN" sz="1100" kern="1200">
                          <a:solidFill>
                            <a:schemeClr val="dk1"/>
                          </a:solidFill>
                          <a:effectLst/>
                          <a:latin typeface="+mn-lt"/>
                          <a:ea typeface="+mn-ea"/>
                          <a:cs typeface="+mn-cs"/>
                        </a:rPr>
                        <a:t>Don’ t Increase</a:t>
                      </a:r>
                      <a:endParaRPr lang="zh-CN" altLang="zh-CN" sz="1100" kern="100" dirty="0">
                        <a:effectLst/>
                        <a:latin typeface="Times New Roman"/>
                        <a:ea typeface="宋体"/>
                      </a:endParaRPr>
                    </a:p>
                  </a:txBody>
                  <a:tcPr marL="68580" marR="68580" marT="0" marB="0" anchor="ctr"/>
                </a:tc>
                <a:tc>
                  <a:txBody>
                    <a:bodyPr/>
                    <a:lstStyle/>
                    <a:p>
                      <a:pPr algn="ctr">
                        <a:spcAft>
                          <a:spcPts val="0"/>
                        </a:spcAft>
                      </a:pPr>
                      <a:endParaRPr lang="zh-CN" sz="1100" kern="100" dirty="0">
                        <a:effectLst/>
                        <a:latin typeface="Times New Roman"/>
                        <a:ea typeface="宋体"/>
                      </a:endParaRPr>
                    </a:p>
                  </a:txBody>
                  <a:tcPr marL="68580" marR="68580" marT="0" marB="0" anchor="ctr"/>
                </a:tc>
                <a:extLst>
                  <a:ext uri="{0D108BD9-81ED-4DB2-BD59-A6C34878D82A}">
                    <a16:rowId xmlns:a16="http://schemas.microsoft.com/office/drawing/2014/main" xmlns="" val="10011"/>
                  </a:ext>
                </a:extLst>
              </a:tr>
              <a:tr h="342900">
                <a:tc>
                  <a:txBody>
                    <a:bodyPr/>
                    <a:lstStyle/>
                    <a:p>
                      <a:pPr algn="ctr">
                        <a:spcAft>
                          <a:spcPts val="0"/>
                        </a:spcAft>
                      </a:pPr>
                      <a:r>
                        <a:rPr lang="en-US" sz="1100" kern="100">
                          <a:effectLst/>
                          <a:latin typeface="Times New Roman"/>
                          <a:ea typeface="宋体"/>
                        </a:rPr>
                        <a:t>XH174</a:t>
                      </a:r>
                      <a:endParaRPr lang="zh-CN" sz="1100" kern="100">
                        <a:effectLst/>
                        <a:latin typeface="Times New Roman"/>
                        <a:ea typeface="宋体"/>
                      </a:endParaRPr>
                    </a:p>
                  </a:txBody>
                  <a:tcPr marL="68580" marR="68580" marT="0" marB="0" anchor="ctr"/>
                </a:tc>
                <a:tc>
                  <a:txBody>
                    <a:bodyPr/>
                    <a:lstStyle/>
                    <a:p>
                      <a:pPr algn="ctr">
                        <a:spcAft>
                          <a:spcPts val="0"/>
                        </a:spcAft>
                      </a:pPr>
                      <a:r>
                        <a:rPr lang="en-US" sz="1100" kern="100">
                          <a:effectLst/>
                          <a:latin typeface="Times New Roman"/>
                          <a:ea typeface="宋体"/>
                        </a:rPr>
                        <a:t>Phased_array_antenna_working_timeout_Safety_Mode_COUNTER</a:t>
                      </a:r>
                      <a:endParaRPr lang="zh-CN" sz="1100" kern="100">
                        <a:effectLst/>
                        <a:latin typeface="Times New Roman"/>
                        <a:ea typeface="宋体"/>
                      </a:endParaRPr>
                    </a:p>
                  </a:txBody>
                  <a:tcPr marL="68580" marR="68580" marT="0" marB="0" anchor="ctr"/>
                </a:tc>
                <a:tc>
                  <a:txBody>
                    <a:bodyPr/>
                    <a:lstStyle/>
                    <a:p>
                      <a:pPr algn="ctr">
                        <a:spcAft>
                          <a:spcPts val="0"/>
                        </a:spcAft>
                      </a:pPr>
                      <a:r>
                        <a:rPr lang="en-US" altLang="zh-CN" sz="1100" kern="1200">
                          <a:solidFill>
                            <a:schemeClr val="dk1"/>
                          </a:solidFill>
                          <a:effectLst/>
                          <a:latin typeface="+mn-lt"/>
                          <a:ea typeface="+mn-ea"/>
                          <a:cs typeface="+mn-cs"/>
                        </a:rPr>
                        <a:t>Don’ t Increase</a:t>
                      </a:r>
                      <a:endParaRPr lang="zh-CN" altLang="zh-CN" sz="1100" kern="100" dirty="0">
                        <a:effectLst/>
                        <a:latin typeface="Times New Roman"/>
                        <a:ea typeface="宋体"/>
                      </a:endParaRPr>
                    </a:p>
                  </a:txBody>
                  <a:tcPr marL="68580" marR="68580" marT="0" marB="0" anchor="ctr"/>
                </a:tc>
                <a:tc>
                  <a:txBody>
                    <a:bodyPr/>
                    <a:lstStyle/>
                    <a:p>
                      <a:pPr algn="ctr">
                        <a:spcAft>
                          <a:spcPts val="0"/>
                        </a:spcAft>
                      </a:pPr>
                      <a:endParaRPr lang="zh-CN" sz="1100" kern="100" dirty="0">
                        <a:effectLst/>
                        <a:latin typeface="Times New Roman"/>
                        <a:ea typeface="宋体"/>
                      </a:endParaRPr>
                    </a:p>
                  </a:txBody>
                  <a:tcPr marL="68580" marR="68580" marT="0" marB="0" anchor="ctr"/>
                </a:tc>
                <a:extLst>
                  <a:ext uri="{0D108BD9-81ED-4DB2-BD59-A6C34878D82A}">
                    <a16:rowId xmlns:a16="http://schemas.microsoft.com/office/drawing/2014/main" xmlns="" val="10012"/>
                  </a:ext>
                </a:extLst>
              </a:tr>
              <a:tr h="342900">
                <a:tc>
                  <a:txBody>
                    <a:bodyPr/>
                    <a:lstStyle/>
                    <a:p>
                      <a:pPr algn="ctr">
                        <a:spcAft>
                          <a:spcPts val="0"/>
                        </a:spcAft>
                      </a:pPr>
                      <a:r>
                        <a:rPr lang="en-US" sz="1100" kern="100">
                          <a:effectLst/>
                          <a:latin typeface="Times New Roman"/>
                          <a:ea typeface="宋体"/>
                        </a:rPr>
                        <a:t>XH175</a:t>
                      </a:r>
                      <a:endParaRPr lang="zh-CN" sz="1100" kern="100">
                        <a:effectLst/>
                        <a:latin typeface="Times New Roman"/>
                        <a:ea typeface="宋体"/>
                      </a:endParaRPr>
                    </a:p>
                  </a:txBody>
                  <a:tcPr marL="68580" marR="68580" marT="0" marB="0" anchor="ctr"/>
                </a:tc>
                <a:tc>
                  <a:txBody>
                    <a:bodyPr/>
                    <a:lstStyle/>
                    <a:p>
                      <a:pPr algn="ctr">
                        <a:spcAft>
                          <a:spcPts val="0"/>
                        </a:spcAft>
                      </a:pPr>
                      <a:r>
                        <a:rPr lang="en-US" sz="1100" kern="100">
                          <a:effectLst/>
                          <a:latin typeface="Times New Roman"/>
                          <a:ea typeface="宋体"/>
                        </a:rPr>
                        <a:t>S-L_Separation_Switch_Timeout_Safety_Mode_COUNTER</a:t>
                      </a:r>
                      <a:endParaRPr lang="zh-CN" sz="1100" kern="100">
                        <a:effectLst/>
                        <a:latin typeface="Times New Roman"/>
                        <a:ea typeface="宋体"/>
                      </a:endParaRPr>
                    </a:p>
                  </a:txBody>
                  <a:tcPr marL="68580" marR="68580" marT="0" marB="0" anchor="ctr"/>
                </a:tc>
                <a:tc>
                  <a:txBody>
                    <a:bodyPr/>
                    <a:lstStyle/>
                    <a:p>
                      <a:pPr algn="ctr">
                        <a:spcAft>
                          <a:spcPts val="0"/>
                        </a:spcAft>
                      </a:pPr>
                      <a:r>
                        <a:rPr lang="en-US" altLang="zh-CN" sz="1100" kern="1200">
                          <a:solidFill>
                            <a:schemeClr val="dk1"/>
                          </a:solidFill>
                          <a:effectLst/>
                          <a:latin typeface="+mn-lt"/>
                          <a:ea typeface="+mn-ea"/>
                          <a:cs typeface="+mn-cs"/>
                        </a:rPr>
                        <a:t>Don’ t Increase</a:t>
                      </a:r>
                      <a:endParaRPr lang="zh-CN" altLang="zh-CN" sz="1100" kern="100" dirty="0">
                        <a:effectLst/>
                        <a:latin typeface="Times New Roman"/>
                        <a:ea typeface="宋体"/>
                      </a:endParaRPr>
                    </a:p>
                  </a:txBody>
                  <a:tcPr marL="68580" marR="68580" marT="0" marB="0" anchor="ctr"/>
                </a:tc>
                <a:tc>
                  <a:txBody>
                    <a:bodyPr/>
                    <a:lstStyle/>
                    <a:p>
                      <a:pPr algn="ctr">
                        <a:spcAft>
                          <a:spcPts val="0"/>
                        </a:spcAft>
                      </a:pPr>
                      <a:endParaRPr lang="zh-CN" sz="1100" kern="100" dirty="0">
                        <a:effectLst/>
                        <a:latin typeface="Times New Roman"/>
                        <a:ea typeface="宋体"/>
                      </a:endParaRPr>
                    </a:p>
                  </a:txBody>
                  <a:tcPr marL="68580" marR="68580" marT="0" marB="0" anchor="ctr"/>
                </a:tc>
                <a:extLst>
                  <a:ext uri="{0D108BD9-81ED-4DB2-BD59-A6C34878D82A}">
                    <a16:rowId xmlns:a16="http://schemas.microsoft.com/office/drawing/2014/main" xmlns="" val="10013"/>
                  </a:ext>
                </a:extLst>
              </a:tr>
              <a:tr h="171450">
                <a:tc>
                  <a:txBody>
                    <a:bodyPr/>
                    <a:lstStyle/>
                    <a:p>
                      <a:pPr algn="ctr">
                        <a:spcAft>
                          <a:spcPts val="0"/>
                        </a:spcAft>
                      </a:pPr>
                      <a:r>
                        <a:rPr lang="en-US" sz="1100" kern="100">
                          <a:effectLst/>
                          <a:latin typeface="Times New Roman"/>
                          <a:ea typeface="宋体"/>
                        </a:rPr>
                        <a:t>XH176</a:t>
                      </a:r>
                      <a:endParaRPr lang="zh-CN" sz="1100" kern="100">
                        <a:effectLst/>
                        <a:latin typeface="Times New Roman"/>
                        <a:ea typeface="宋体"/>
                      </a:endParaRPr>
                    </a:p>
                  </a:txBody>
                  <a:tcPr marL="68580" marR="68580" marT="0" marB="0" anchor="ctr"/>
                </a:tc>
                <a:tc>
                  <a:txBody>
                    <a:bodyPr/>
                    <a:lstStyle/>
                    <a:p>
                      <a:pPr algn="ctr">
                        <a:spcAft>
                          <a:spcPts val="0"/>
                        </a:spcAft>
                      </a:pPr>
                      <a:r>
                        <a:rPr lang="en-US" sz="1100" kern="100" dirty="0" err="1">
                          <a:effectLst/>
                          <a:latin typeface="Times New Roman"/>
                          <a:ea typeface="宋体"/>
                        </a:rPr>
                        <a:t>TC_monitor_Timeout_Safety_Mode_COUNTER</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altLang="zh-CN" sz="1100" kern="1200" dirty="0">
                          <a:solidFill>
                            <a:schemeClr val="dk1"/>
                          </a:solidFill>
                          <a:effectLst/>
                          <a:latin typeface="+mn-lt"/>
                          <a:ea typeface="+mn-ea"/>
                          <a:cs typeface="+mn-cs"/>
                        </a:rPr>
                        <a:t>Don’ t Increase</a:t>
                      </a:r>
                      <a:endParaRPr lang="zh-CN" altLang="zh-CN" sz="1100" kern="100" dirty="0">
                        <a:effectLst/>
                        <a:latin typeface="Times New Roman"/>
                        <a:ea typeface="宋体"/>
                      </a:endParaRPr>
                    </a:p>
                  </a:txBody>
                  <a:tcPr marL="68580" marR="68580" marT="0" marB="0" anchor="ctr"/>
                </a:tc>
                <a:tc>
                  <a:txBody>
                    <a:bodyPr/>
                    <a:lstStyle/>
                    <a:p>
                      <a:pPr algn="ctr">
                        <a:spcAft>
                          <a:spcPts val="0"/>
                        </a:spcAft>
                      </a:pPr>
                      <a:endParaRPr lang="zh-CN" sz="1100" kern="100" dirty="0">
                        <a:effectLst/>
                        <a:latin typeface="Times New Roman"/>
                        <a:ea typeface="宋体"/>
                      </a:endParaRPr>
                    </a:p>
                  </a:txBody>
                  <a:tcPr marL="68580" marR="68580" marT="0" marB="0" anchor="ctr"/>
                </a:tc>
                <a:extLst>
                  <a:ext uri="{0D108BD9-81ED-4DB2-BD59-A6C34878D82A}">
                    <a16:rowId xmlns:a16="http://schemas.microsoft.com/office/drawing/2014/main" xmlns="" val="10014"/>
                  </a:ext>
                </a:extLst>
              </a:tr>
            </a:tbl>
          </a:graphicData>
        </a:graphic>
      </p:graphicFrame>
      <p:sp>
        <p:nvSpPr>
          <p:cNvPr id="10" name="矩形 1"/>
          <p:cNvSpPr>
            <a:spLocks noChangeArrowheads="1"/>
          </p:cNvSpPr>
          <p:nvPr/>
        </p:nvSpPr>
        <p:spPr bwMode="auto">
          <a:xfrm>
            <a:off x="251520" y="913756"/>
            <a:ext cx="825500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457200" algn="just">
              <a:lnSpc>
                <a:spcPct val="125000"/>
              </a:lnSpc>
            </a:pPr>
            <a:r>
              <a:rPr lang="en-US" altLang="zh-CN" sz="2400" dirty="0"/>
              <a:t>Packet 40H</a:t>
            </a:r>
            <a:endParaRPr lang="zh-CN" altLang="zh-CN" sz="2400" b="0" dirty="0">
              <a:solidFill>
                <a:schemeClr val="tx1"/>
              </a:solidFill>
            </a:endParaRPr>
          </a:p>
        </p:txBody>
      </p:sp>
    </p:spTree>
    <p:extLst>
      <p:ext uri="{BB962C8B-B14F-4D97-AF65-F5344CB8AC3E}">
        <p14:creationId xmlns:p14="http://schemas.microsoft.com/office/powerpoint/2010/main" val="294478415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10: In orbit operation </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96</a:t>
            </a:fld>
            <a:r>
              <a:rPr lang="zh-CN" altLang="en-US"/>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358775" y="1023548"/>
            <a:ext cx="8174038" cy="21698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50000"/>
              </a:lnSpc>
            </a:pPr>
            <a:r>
              <a:rPr lang="en-US" altLang="zh-CN" sz="1800" dirty="0">
                <a:solidFill>
                  <a:schemeClr val="tx1"/>
                </a:solidFill>
              </a:rPr>
              <a:t>Daily operation:</a:t>
            </a:r>
          </a:p>
          <a:p>
            <a:pPr algn="just">
              <a:lnSpc>
                <a:spcPct val="150000"/>
              </a:lnSpc>
            </a:pPr>
            <a:r>
              <a:rPr lang="en-US" altLang="zh-CN" dirty="0"/>
              <a:t>KSM35-01 should be sent every day.</a:t>
            </a:r>
          </a:p>
          <a:p>
            <a:pPr algn="just">
              <a:lnSpc>
                <a:spcPct val="150000"/>
              </a:lnSpc>
            </a:pPr>
            <a:r>
              <a:rPr lang="en-US" altLang="zh-CN" dirty="0"/>
              <a:t>TC monitor Timeout Safety Mode will be triggered out if KSM35-01  is not received for 72 hours</a:t>
            </a:r>
            <a:endParaRPr lang="zh-CN" altLang="zh-CN" kern="100" dirty="0">
              <a:latin typeface="Times New Roman"/>
            </a:endParaRPr>
          </a:p>
          <a:p>
            <a:pPr algn="just">
              <a:lnSpc>
                <a:spcPct val="150000"/>
              </a:lnSpc>
            </a:pPr>
            <a:endParaRPr lang="en-US" altLang="zh-CN" sz="1800" b="0" dirty="0">
              <a:solidFill>
                <a:schemeClr val="tx1"/>
              </a:solidFill>
            </a:endParaRPr>
          </a:p>
        </p:txBody>
      </p:sp>
    </p:spTree>
    <p:extLst>
      <p:ext uri="{BB962C8B-B14F-4D97-AF65-F5344CB8AC3E}">
        <p14:creationId xmlns:p14="http://schemas.microsoft.com/office/powerpoint/2010/main" val="258899729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10: In orbit operation </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97</a:t>
            </a:fld>
            <a:r>
              <a:rPr lang="zh-CN" altLang="en-US"/>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358775" y="1023548"/>
            <a:ext cx="8174038" cy="300082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50000"/>
              </a:lnSpc>
            </a:pPr>
            <a:r>
              <a:rPr lang="en-US" altLang="zh-CN" sz="1800" dirty="0">
                <a:solidFill>
                  <a:schemeClr val="tx1"/>
                </a:solidFill>
              </a:rPr>
              <a:t>Phenomenon:</a:t>
            </a:r>
          </a:p>
          <a:p>
            <a:pPr algn="just">
              <a:lnSpc>
                <a:spcPct val="150000"/>
              </a:lnSpc>
            </a:pPr>
            <a:r>
              <a:rPr lang="en-US" altLang="zh-CN" sz="1800" b="0" dirty="0">
                <a:solidFill>
                  <a:schemeClr val="tx1"/>
                </a:solidFill>
              </a:rPr>
              <a:t>Satellite time be a small value, TTC buffer and TTD buffer is cleared (TTC number and TTD number become 0).</a:t>
            </a:r>
          </a:p>
          <a:p>
            <a:pPr algn="just">
              <a:lnSpc>
                <a:spcPct val="150000"/>
              </a:lnSpc>
            </a:pPr>
            <a:r>
              <a:rPr lang="en-US" altLang="zh-CN" sz="1800" dirty="0">
                <a:solidFill>
                  <a:schemeClr val="tx1"/>
                </a:solidFill>
              </a:rPr>
              <a:t>Possible cause:</a:t>
            </a:r>
          </a:p>
          <a:p>
            <a:pPr algn="just">
              <a:lnSpc>
                <a:spcPct val="150000"/>
              </a:lnSpc>
            </a:pPr>
            <a:r>
              <a:rPr lang="en-US" altLang="zh-CN" sz="1800" b="0" dirty="0">
                <a:solidFill>
                  <a:schemeClr val="tx1"/>
                </a:solidFill>
              </a:rPr>
              <a:t>OBC may reset or  switch to the redundant part and recover data failed </a:t>
            </a:r>
          </a:p>
          <a:p>
            <a:pPr algn="just">
              <a:lnSpc>
                <a:spcPct val="150000"/>
              </a:lnSpc>
            </a:pPr>
            <a:r>
              <a:rPr lang="en-US" altLang="zh-CN" sz="1800" dirty="0">
                <a:solidFill>
                  <a:schemeClr val="tx1"/>
                </a:solidFill>
              </a:rPr>
              <a:t>Action</a:t>
            </a:r>
            <a:r>
              <a:rPr lang="zh-CN" altLang="en-US" sz="1800" dirty="0">
                <a:solidFill>
                  <a:schemeClr val="tx1"/>
                </a:solidFill>
              </a:rPr>
              <a:t>：</a:t>
            </a:r>
            <a:endParaRPr lang="en-US" altLang="zh-CN" sz="1800" dirty="0">
              <a:solidFill>
                <a:schemeClr val="tx1"/>
              </a:solidFill>
            </a:endParaRPr>
          </a:p>
          <a:p>
            <a:pPr algn="just">
              <a:lnSpc>
                <a:spcPct val="150000"/>
              </a:lnSpc>
            </a:pPr>
            <a:r>
              <a:rPr lang="en-US" altLang="zh-CN" sz="1800" b="0" dirty="0">
                <a:solidFill>
                  <a:schemeClr val="tx1"/>
                </a:solidFill>
              </a:rPr>
              <a:t>Report DFH to deal with it</a:t>
            </a:r>
          </a:p>
        </p:txBody>
      </p:sp>
    </p:spTree>
    <p:extLst>
      <p:ext uri="{BB962C8B-B14F-4D97-AF65-F5344CB8AC3E}">
        <p14:creationId xmlns:p14="http://schemas.microsoft.com/office/powerpoint/2010/main" val="313577217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10: In orbit operation </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98</a:t>
            </a:fld>
            <a:r>
              <a:rPr lang="zh-CN" altLang="en-US"/>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358775" y="1047731"/>
            <a:ext cx="8174038" cy="341632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50000"/>
              </a:lnSpc>
            </a:pPr>
            <a:r>
              <a:rPr lang="en-US" altLang="zh-CN" sz="1800" dirty="0">
                <a:solidFill>
                  <a:schemeClr val="tx1"/>
                </a:solidFill>
              </a:rPr>
              <a:t>Phenomenon:</a:t>
            </a:r>
          </a:p>
          <a:p>
            <a:pPr algn="just">
              <a:lnSpc>
                <a:spcPct val="150000"/>
              </a:lnSpc>
            </a:pPr>
            <a:r>
              <a:rPr lang="en-US" altLang="zh-CN" sz="1800" b="0" dirty="0">
                <a:solidFill>
                  <a:schemeClr val="tx1"/>
                </a:solidFill>
              </a:rPr>
              <a:t>Satellite time is normal, </a:t>
            </a:r>
            <a:r>
              <a:rPr lang="en-US" altLang="zh-CN" dirty="0"/>
              <a:t>TTC Task Permission Status change to Disabled</a:t>
            </a:r>
            <a:r>
              <a:rPr lang="en-US" altLang="zh-CN" sz="1800" b="0" dirty="0">
                <a:solidFill>
                  <a:schemeClr val="tx1"/>
                </a:solidFill>
              </a:rPr>
              <a:t>.</a:t>
            </a:r>
          </a:p>
          <a:p>
            <a:pPr algn="just">
              <a:lnSpc>
                <a:spcPct val="150000"/>
              </a:lnSpc>
            </a:pPr>
            <a:endParaRPr lang="en-US" altLang="zh-CN" sz="1800" dirty="0">
              <a:solidFill>
                <a:schemeClr val="tx1"/>
              </a:solidFill>
            </a:endParaRPr>
          </a:p>
          <a:p>
            <a:pPr algn="just">
              <a:lnSpc>
                <a:spcPct val="150000"/>
              </a:lnSpc>
            </a:pPr>
            <a:r>
              <a:rPr lang="en-US" altLang="zh-CN" sz="1800" dirty="0">
                <a:solidFill>
                  <a:schemeClr val="tx1"/>
                </a:solidFill>
              </a:rPr>
              <a:t>Possible cause:</a:t>
            </a:r>
          </a:p>
          <a:p>
            <a:pPr algn="just">
              <a:lnSpc>
                <a:spcPct val="150000"/>
              </a:lnSpc>
            </a:pPr>
            <a:r>
              <a:rPr lang="en-US" altLang="zh-CN" sz="1800" b="0" dirty="0">
                <a:solidFill>
                  <a:schemeClr val="tx1"/>
                </a:solidFill>
              </a:rPr>
              <a:t>Enter certain safe mode</a:t>
            </a:r>
          </a:p>
          <a:p>
            <a:pPr algn="just">
              <a:lnSpc>
                <a:spcPct val="150000"/>
              </a:lnSpc>
            </a:pPr>
            <a:endParaRPr lang="en-US" altLang="zh-CN" sz="1800" dirty="0">
              <a:solidFill>
                <a:schemeClr val="tx1"/>
              </a:solidFill>
            </a:endParaRPr>
          </a:p>
          <a:p>
            <a:pPr algn="just">
              <a:lnSpc>
                <a:spcPct val="150000"/>
              </a:lnSpc>
            </a:pPr>
            <a:r>
              <a:rPr lang="en-US" altLang="zh-CN" sz="1800" dirty="0">
                <a:solidFill>
                  <a:schemeClr val="tx1"/>
                </a:solidFill>
              </a:rPr>
              <a:t>Action</a:t>
            </a:r>
            <a:r>
              <a:rPr lang="zh-CN" altLang="en-US" sz="1800" dirty="0">
                <a:solidFill>
                  <a:schemeClr val="tx1"/>
                </a:solidFill>
              </a:rPr>
              <a:t>：</a:t>
            </a:r>
            <a:endParaRPr lang="en-US" altLang="zh-CN" sz="1800" dirty="0">
              <a:solidFill>
                <a:schemeClr val="tx1"/>
              </a:solidFill>
            </a:endParaRPr>
          </a:p>
          <a:p>
            <a:pPr algn="just">
              <a:lnSpc>
                <a:spcPct val="150000"/>
              </a:lnSpc>
            </a:pPr>
            <a:r>
              <a:rPr lang="en-US" altLang="zh-CN" sz="1800" b="0" dirty="0">
                <a:solidFill>
                  <a:schemeClr val="tx1"/>
                </a:solidFill>
              </a:rPr>
              <a:t>Find which safe mode counter has changed, and report DFH to deal with it</a:t>
            </a:r>
          </a:p>
        </p:txBody>
      </p:sp>
    </p:spTree>
    <p:extLst>
      <p:ext uri="{BB962C8B-B14F-4D97-AF65-F5344CB8AC3E}">
        <p14:creationId xmlns:p14="http://schemas.microsoft.com/office/powerpoint/2010/main" val="258899729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10: In orbit operation </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99</a:t>
            </a:fld>
            <a:r>
              <a:rPr lang="zh-CN" altLang="en-US"/>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358775" y="910624"/>
            <a:ext cx="8174038" cy="355481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en-US" altLang="zh-CN" sz="1400" dirty="0">
                <a:solidFill>
                  <a:schemeClr val="tx1"/>
                </a:solidFill>
              </a:rPr>
              <a:t>Phenomenon:</a:t>
            </a:r>
          </a:p>
          <a:p>
            <a:pPr algn="just">
              <a:spcBef>
                <a:spcPts val="600"/>
              </a:spcBef>
              <a:spcAft>
                <a:spcPts val="600"/>
              </a:spcAft>
            </a:pPr>
            <a:r>
              <a:rPr lang="en-US" altLang="zh-CN" sz="1200" b="0" dirty="0">
                <a:solidFill>
                  <a:schemeClr val="tx1"/>
                </a:solidFill>
              </a:rPr>
              <a:t>The TTC number dose not increase when inject TTC block from GS while XS001 has increased</a:t>
            </a:r>
            <a:r>
              <a:rPr lang="en-US" altLang="zh-CN" sz="1400" b="0" dirty="0">
                <a:solidFill>
                  <a:schemeClr val="tx1"/>
                </a:solidFill>
              </a:rPr>
              <a:t>.</a:t>
            </a:r>
          </a:p>
          <a:p>
            <a:pPr algn="just">
              <a:spcBef>
                <a:spcPts val="600"/>
              </a:spcBef>
              <a:spcAft>
                <a:spcPts val="600"/>
              </a:spcAft>
            </a:pPr>
            <a:r>
              <a:rPr lang="en-US" altLang="zh-CN" sz="1400" dirty="0">
                <a:solidFill>
                  <a:schemeClr val="tx1"/>
                </a:solidFill>
              </a:rPr>
              <a:t>Possible cause:</a:t>
            </a:r>
          </a:p>
          <a:p>
            <a:pPr algn="just">
              <a:spcBef>
                <a:spcPts val="600"/>
              </a:spcBef>
              <a:spcAft>
                <a:spcPts val="600"/>
              </a:spcAft>
            </a:pPr>
            <a:r>
              <a:rPr lang="en-US" altLang="zh-CN" sz="1200" b="0" dirty="0">
                <a:solidFill>
                  <a:schemeClr val="tx1"/>
                </a:solidFill>
              </a:rPr>
              <a:t>The block format is wrong, or the block not satisfy insert rule, the time in the block conflicts with the time already in the satellite (Such as the same TTC block inject twice or more). </a:t>
            </a:r>
          </a:p>
          <a:p>
            <a:pPr algn="just">
              <a:spcBef>
                <a:spcPts val="600"/>
              </a:spcBef>
              <a:spcAft>
                <a:spcPts val="600"/>
              </a:spcAft>
            </a:pPr>
            <a:r>
              <a:rPr lang="en-US" altLang="zh-CN" sz="1200" b="0" dirty="0">
                <a:solidFill>
                  <a:schemeClr val="tx1"/>
                </a:solidFill>
              </a:rPr>
              <a:t>The TTC block is expired.</a:t>
            </a:r>
          </a:p>
          <a:p>
            <a:pPr algn="just">
              <a:spcBef>
                <a:spcPts val="600"/>
              </a:spcBef>
              <a:spcAft>
                <a:spcPts val="600"/>
              </a:spcAft>
            </a:pPr>
            <a:r>
              <a:rPr lang="en-US" altLang="zh-CN" sz="1400" dirty="0">
                <a:solidFill>
                  <a:schemeClr val="tx1"/>
                </a:solidFill>
              </a:rPr>
              <a:t>Action</a:t>
            </a:r>
            <a:r>
              <a:rPr lang="zh-CN" altLang="en-US" sz="1400" dirty="0">
                <a:solidFill>
                  <a:schemeClr val="tx1"/>
                </a:solidFill>
              </a:rPr>
              <a:t>：</a:t>
            </a:r>
            <a:endParaRPr lang="en-US" altLang="zh-CN" sz="1400" dirty="0">
              <a:solidFill>
                <a:schemeClr val="tx1"/>
              </a:solidFill>
            </a:endParaRPr>
          </a:p>
          <a:p>
            <a:pPr algn="just">
              <a:spcBef>
                <a:spcPts val="600"/>
              </a:spcBef>
              <a:spcAft>
                <a:spcPts val="600"/>
              </a:spcAft>
            </a:pPr>
            <a:r>
              <a:rPr lang="en-US" altLang="zh-CN" sz="1200" b="0" dirty="0">
                <a:solidFill>
                  <a:schemeClr val="tx1"/>
                </a:solidFill>
              </a:rPr>
              <a:t>Check XS038 TTC insert status, if error, check which TTC blocks have been injected and their format.</a:t>
            </a:r>
          </a:p>
          <a:p>
            <a:pPr algn="just">
              <a:spcBef>
                <a:spcPts val="600"/>
              </a:spcBef>
              <a:spcAft>
                <a:spcPts val="600"/>
              </a:spcAft>
            </a:pPr>
            <a:r>
              <a:rPr lang="en-US" altLang="zh-CN" sz="1200" b="0" dirty="0">
                <a:solidFill>
                  <a:schemeClr val="tx1"/>
                </a:solidFill>
              </a:rPr>
              <a:t>If </a:t>
            </a:r>
            <a:r>
              <a:rPr lang="en-US" altLang="zh-CN" sz="1200" dirty="0"/>
              <a:t>XS038</a:t>
            </a:r>
            <a:r>
              <a:rPr lang="en-US" altLang="zh-CN" sz="1200" b="0" dirty="0">
                <a:solidFill>
                  <a:schemeClr val="tx1"/>
                </a:solidFill>
              </a:rPr>
              <a:t> no error, Check if the time in the block is smaller than the time inject the block.</a:t>
            </a:r>
          </a:p>
          <a:p>
            <a:pPr algn="just">
              <a:spcBef>
                <a:spcPts val="600"/>
              </a:spcBef>
              <a:spcAft>
                <a:spcPts val="600"/>
              </a:spcAft>
            </a:pPr>
            <a:r>
              <a:rPr lang="en-US" altLang="zh-CN" sz="1200" b="0" dirty="0">
                <a:solidFill>
                  <a:schemeClr val="tx1"/>
                </a:solidFill>
              </a:rPr>
              <a:t>Report DFH, and  DFH deal with it.</a:t>
            </a:r>
          </a:p>
          <a:p>
            <a:pPr algn="just">
              <a:spcBef>
                <a:spcPts val="600"/>
              </a:spcBef>
              <a:spcAft>
                <a:spcPts val="600"/>
              </a:spcAft>
            </a:pPr>
            <a:r>
              <a:rPr lang="en-US" altLang="zh-CN" sz="1200" dirty="0">
                <a:solidFill>
                  <a:srgbClr val="FF0000"/>
                </a:solidFill>
              </a:rPr>
              <a:t>NOTE: XS038 will change from error to right when the right TTC block is injected.</a:t>
            </a:r>
          </a:p>
        </p:txBody>
      </p:sp>
    </p:spTree>
    <p:extLst>
      <p:ext uri="{BB962C8B-B14F-4D97-AF65-F5344CB8AC3E}">
        <p14:creationId xmlns:p14="http://schemas.microsoft.com/office/powerpoint/2010/main" val="258899729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10: In orbit operation </a:t>
            </a:r>
          </a:p>
        </p:txBody>
      </p:sp>
      <p:sp>
        <p:nvSpPr>
          <p:cNvPr id="4" name="页脚占位符 3"/>
          <p:cNvSpPr>
            <a:spLocks noGrp="1"/>
          </p:cNvSpPr>
          <p:nvPr>
            <p:ph type="ftr" sz="quarter" idx="11"/>
          </p:nvPr>
        </p:nvSpPr>
        <p:spPr/>
        <p:txBody>
          <a:bodyPr/>
          <a:lstStyle/>
          <a:p>
            <a:r>
              <a:rPr lang="en-US" altLang="zh-CN"/>
              <a:t>THIS DOCUMENT CONTAINS PROPRIETARY INFORMATION OF CHINA ACADEMY OF SPACE TECHNOLOGY, AND MAY NOT BE REPRODUCED, COPIED, DISCLOSED, UTILIZED, PLACED OR TRANSMITTED ON INTERNET, IN WHOLE OR IN PART, WITHOUT PRIOR WRITTEN AUTHORIZATION.</a:t>
            </a:r>
            <a:endParaRPr lang="en-US" altLang="zh-CN" dirty="0"/>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100</a:t>
            </a:fld>
            <a:r>
              <a:rPr lang="zh-CN" altLang="en-US"/>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358775" y="945802"/>
            <a:ext cx="8174038" cy="353943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50000"/>
              </a:lnSpc>
            </a:pPr>
            <a:r>
              <a:rPr lang="en-US" altLang="zh-CN" sz="1400" dirty="0">
                <a:solidFill>
                  <a:schemeClr val="tx1"/>
                </a:solidFill>
              </a:rPr>
              <a:t>Phenomenon:</a:t>
            </a:r>
          </a:p>
          <a:p>
            <a:pPr algn="just">
              <a:spcBef>
                <a:spcPts val="600"/>
              </a:spcBef>
              <a:spcAft>
                <a:spcPts val="600"/>
              </a:spcAft>
            </a:pPr>
            <a:r>
              <a:rPr lang="en-US" altLang="zh-CN" sz="1200" b="0" dirty="0">
                <a:solidFill>
                  <a:schemeClr val="tx1"/>
                </a:solidFill>
              </a:rPr>
              <a:t>The TTD number dose not increase when inject TTD block from GS while XS001 has increased.</a:t>
            </a:r>
          </a:p>
          <a:p>
            <a:pPr algn="just">
              <a:lnSpc>
                <a:spcPct val="150000"/>
              </a:lnSpc>
            </a:pPr>
            <a:r>
              <a:rPr lang="en-US" altLang="zh-CN" sz="1400" dirty="0">
                <a:solidFill>
                  <a:schemeClr val="tx1"/>
                </a:solidFill>
              </a:rPr>
              <a:t>Possible cause:</a:t>
            </a:r>
          </a:p>
          <a:p>
            <a:pPr algn="just">
              <a:spcBef>
                <a:spcPts val="600"/>
              </a:spcBef>
              <a:spcAft>
                <a:spcPts val="600"/>
              </a:spcAft>
            </a:pPr>
            <a:r>
              <a:rPr lang="en-US" altLang="zh-CN" sz="1200" b="0" dirty="0">
                <a:solidFill>
                  <a:schemeClr val="tx1"/>
                </a:solidFill>
              </a:rPr>
              <a:t>The block format is wrong, or the TTD block not satisfy insert rule, the time in the block is conflict with the time already in the satellite ( Same TTD block inject twice or more often happen). </a:t>
            </a:r>
          </a:p>
          <a:p>
            <a:pPr algn="just">
              <a:spcBef>
                <a:spcPts val="600"/>
              </a:spcBef>
              <a:spcAft>
                <a:spcPts val="600"/>
              </a:spcAft>
            </a:pPr>
            <a:r>
              <a:rPr lang="en-US" altLang="zh-CN" sz="1200" b="0" dirty="0">
                <a:solidFill>
                  <a:schemeClr val="tx1"/>
                </a:solidFill>
              </a:rPr>
              <a:t>The TTD block is expired.</a:t>
            </a:r>
          </a:p>
          <a:p>
            <a:pPr algn="just">
              <a:lnSpc>
                <a:spcPct val="150000"/>
              </a:lnSpc>
            </a:pPr>
            <a:r>
              <a:rPr lang="en-US" altLang="zh-CN" sz="1400" dirty="0">
                <a:solidFill>
                  <a:schemeClr val="tx1"/>
                </a:solidFill>
              </a:rPr>
              <a:t>Action</a:t>
            </a:r>
            <a:r>
              <a:rPr lang="zh-CN" altLang="en-US" sz="1400" dirty="0">
                <a:solidFill>
                  <a:schemeClr val="tx1"/>
                </a:solidFill>
              </a:rPr>
              <a:t>：</a:t>
            </a:r>
            <a:endParaRPr lang="en-US" altLang="zh-CN" sz="1400" dirty="0">
              <a:solidFill>
                <a:schemeClr val="tx1"/>
              </a:solidFill>
            </a:endParaRPr>
          </a:p>
          <a:p>
            <a:pPr algn="just">
              <a:spcBef>
                <a:spcPts val="600"/>
              </a:spcBef>
              <a:spcAft>
                <a:spcPts val="600"/>
              </a:spcAft>
            </a:pPr>
            <a:r>
              <a:rPr lang="en-US" altLang="zh-CN" sz="1200" b="0" dirty="0">
                <a:solidFill>
                  <a:schemeClr val="tx1"/>
                </a:solidFill>
              </a:rPr>
              <a:t>Check </a:t>
            </a:r>
            <a:r>
              <a:rPr lang="en-US" altLang="zh-CN" sz="1200" dirty="0"/>
              <a:t>XS042</a:t>
            </a:r>
            <a:r>
              <a:rPr lang="en-US" altLang="zh-CN" sz="1200" b="0" dirty="0">
                <a:solidFill>
                  <a:schemeClr val="tx1"/>
                </a:solidFill>
              </a:rPr>
              <a:t> TTD update status, if error, check which TTD blocks have been injected and their format.</a:t>
            </a:r>
          </a:p>
          <a:p>
            <a:pPr algn="just">
              <a:spcBef>
                <a:spcPts val="600"/>
              </a:spcBef>
              <a:spcAft>
                <a:spcPts val="600"/>
              </a:spcAft>
            </a:pPr>
            <a:r>
              <a:rPr lang="en-US" altLang="zh-CN" sz="1200" b="0" dirty="0">
                <a:solidFill>
                  <a:schemeClr val="tx1"/>
                </a:solidFill>
              </a:rPr>
              <a:t>If XS042 no error, Check if the time in the block is smaller than the time inject the block.</a:t>
            </a:r>
          </a:p>
          <a:p>
            <a:pPr algn="just">
              <a:spcBef>
                <a:spcPts val="600"/>
              </a:spcBef>
              <a:spcAft>
                <a:spcPts val="600"/>
              </a:spcAft>
            </a:pPr>
            <a:r>
              <a:rPr lang="en-US" altLang="zh-CN" sz="1200" b="0" dirty="0">
                <a:solidFill>
                  <a:schemeClr val="tx1"/>
                </a:solidFill>
              </a:rPr>
              <a:t>Report DFH, and  DFH deal with it.</a:t>
            </a:r>
          </a:p>
          <a:p>
            <a:pPr algn="just">
              <a:spcBef>
                <a:spcPts val="600"/>
              </a:spcBef>
            </a:pPr>
            <a:r>
              <a:rPr lang="en-US" altLang="zh-CN" sz="1200" dirty="0">
                <a:solidFill>
                  <a:srgbClr val="FF0000"/>
                </a:solidFill>
              </a:rPr>
              <a:t>NOTE: XS042 will change from error to right when the right TTD block is injected.</a:t>
            </a:r>
          </a:p>
        </p:txBody>
      </p:sp>
    </p:spTree>
    <p:extLst>
      <p:ext uri="{BB962C8B-B14F-4D97-AF65-F5344CB8AC3E}">
        <p14:creationId xmlns:p14="http://schemas.microsoft.com/office/powerpoint/2010/main" val="258899729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a:latin typeface="微软雅黑" pitchFamily="34" charset="-122"/>
                <a:ea typeface="微软雅黑" pitchFamily="34" charset="-122"/>
              </a:rPr>
              <a:t>PAGE</a:t>
            </a:r>
            <a:r>
              <a:rPr lang="zh-CN" altLang="en-US"/>
              <a:t> </a:t>
            </a:r>
            <a:fld id="{E1EFCB46-C834-4067-A327-0EA79FD50686}" type="slidenum">
              <a:rPr lang="zh-CN" altLang="en-US" smtClean="0"/>
              <a:pPr/>
              <a:t>101</a:t>
            </a:fld>
            <a:r>
              <a:rPr lang="zh-CN" altLang="en-US"/>
              <a:t> </a:t>
            </a:r>
            <a:endParaRPr lang="zh-CN" altLang="en-US" dirty="0">
              <a:latin typeface="微软雅黑" pitchFamily="34" charset="-122"/>
              <a:ea typeface="微软雅黑" pitchFamily="34" charset="-122"/>
            </a:endParaRPr>
          </a:p>
        </p:txBody>
      </p:sp>
      <p:sp>
        <p:nvSpPr>
          <p:cNvPr id="8" name="矩形 7"/>
          <p:cNvSpPr/>
          <p:nvPr/>
        </p:nvSpPr>
        <p:spPr>
          <a:xfrm>
            <a:off x="3470732" y="2625328"/>
            <a:ext cx="2172838" cy="923330"/>
          </a:xfrm>
          <a:prstGeom prst="rect">
            <a:avLst/>
          </a:prstGeom>
          <a:noFill/>
        </p:spPr>
        <p:txBody>
          <a:bodyPr wrap="none" lIns="91440" tIns="45720" rIns="91440" bIns="45720">
            <a:spAutoFit/>
            <a:scene3d>
              <a:camera prst="isometricOffAxis1Right"/>
              <a:lightRig rig="threePt" dir="t"/>
            </a:scene3d>
          </a:bodyPr>
          <a:lstStyle/>
          <a:p>
            <a:pPr algn="ctr"/>
            <a:r>
              <a:rPr lang="en-US" altLang="zh-CN" sz="5400" b="1" cap="all" spc="0"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Q &amp; A?</a:t>
            </a:r>
            <a:endParaRPr lang="zh-CN" altLang="en-US" sz="5400" b="1" cap="all" spc="0"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endParaRPr>
          </a:p>
        </p:txBody>
      </p:sp>
      <p:sp>
        <p:nvSpPr>
          <p:cNvPr id="10" name="矩形 9"/>
          <p:cNvSpPr/>
          <p:nvPr/>
        </p:nvSpPr>
        <p:spPr>
          <a:xfrm>
            <a:off x="1052826" y="1928808"/>
            <a:ext cx="6805325" cy="707886"/>
          </a:xfrm>
          <a:prstGeom prst="rect">
            <a:avLst/>
          </a:prstGeom>
          <a:noFill/>
        </p:spPr>
        <p:txBody>
          <a:bodyPr wrap="none" lIns="91440" tIns="45720" rIns="91440" bIns="45720">
            <a:spAutoFit/>
          </a:bodyPr>
          <a:lstStyle/>
          <a:p>
            <a:pPr algn="ctr"/>
            <a:r>
              <a:rPr lang="en-US" altLang="zh-CN" sz="4000" b="1" cap="all" spc="0"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THANKs FOR Your ATTENTION</a:t>
            </a:r>
            <a:endParaRPr lang="zh-CN" altLang="en-US" sz="4000" b="1" cap="all" spc="0"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endParaRPr>
          </a:p>
        </p:txBody>
      </p:sp>
    </p:spTree>
    <p:extLst>
      <p:ext uri="{BB962C8B-B14F-4D97-AF65-F5344CB8AC3E}">
        <p14:creationId xmlns:p14="http://schemas.microsoft.com/office/powerpoint/2010/main" val="2908404775"/>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oly-red">
  <a:themeElements>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chemeClr val="folHlink"/>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2000" b="1" i="0" u="none" strike="noStrike" cap="none" normalizeH="0" baseline="0" smtClean="0">
            <a:ln>
              <a:noFill/>
            </a:ln>
            <a:solidFill>
              <a:srgbClr val="575F6D"/>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bg1"/>
        </a:solidFill>
        <a:ln w="9525" cap="flat" cmpd="sng" algn="ctr">
          <a:solidFill>
            <a:schemeClr val="folHlink"/>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2000" b="1" i="0" u="none" strike="noStrike" cap="none" normalizeH="0" baseline="0" smtClean="0">
            <a:ln>
              <a:noFill/>
            </a:ln>
            <a:solidFill>
              <a:srgbClr val="575F6D"/>
            </a:solidFill>
            <a:effectLst/>
            <a:latin typeface="Arial" charset="0"/>
            <a:ea typeface="宋体" pitchFamily="2" charset="-122"/>
          </a:defRPr>
        </a:defPPr>
      </a:lstStyle>
    </a:lnDef>
  </a:objectDefaul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3102</TotalTime>
  <Words>12034</Words>
  <Application>Microsoft Office PowerPoint</Application>
  <PresentationFormat>全屏显示(16:9)</PresentationFormat>
  <Paragraphs>2661</Paragraphs>
  <Slides>101</Slides>
  <Notes>10</Notes>
  <HiddenSlides>0</HiddenSlides>
  <MMClips>0</MMClips>
  <ScaleCrop>false</ScaleCrop>
  <HeadingPairs>
    <vt:vector size="6" baseType="variant">
      <vt:variant>
        <vt:lpstr>主题</vt:lpstr>
      </vt:variant>
      <vt:variant>
        <vt:i4>2</vt:i4>
      </vt:variant>
      <vt:variant>
        <vt:lpstr>嵌入 OLE 服务器</vt:lpstr>
      </vt:variant>
      <vt:variant>
        <vt:i4>1</vt:i4>
      </vt:variant>
      <vt:variant>
        <vt:lpstr>幻灯片标题</vt:lpstr>
      </vt:variant>
      <vt:variant>
        <vt:i4>101</vt:i4>
      </vt:variant>
    </vt:vector>
  </HeadingPairs>
  <TitlesOfParts>
    <vt:vector size="104" baseType="lpstr">
      <vt:lpstr>Office 主题</vt:lpstr>
      <vt:lpstr>Poly-red</vt:lpstr>
      <vt:lpstr>Visio</vt:lpstr>
      <vt:lpstr>OBDH In-Orbit Operation Instructions</vt:lpstr>
      <vt:lpstr>Outline</vt:lpstr>
      <vt:lpstr>Acronym list</vt:lpstr>
      <vt:lpstr>Acronym list</vt:lpstr>
      <vt:lpstr>PART 1: OBDH Specification</vt:lpstr>
      <vt:lpstr>PART 1: OBDH Specification </vt:lpstr>
      <vt:lpstr>PART 1: OBDH Specification </vt:lpstr>
      <vt:lpstr>PART 1: OBDH Specification </vt:lpstr>
      <vt:lpstr>PART 1: OBDH Specification </vt:lpstr>
      <vt:lpstr>PART 1: OBDH Specification </vt:lpstr>
      <vt:lpstr>PART 2: Telemetry Management</vt:lpstr>
      <vt:lpstr>PART 2: Telemetry Management</vt:lpstr>
      <vt:lpstr>PART 2: Telemetry Management</vt:lpstr>
      <vt:lpstr>PART 2: Telemetry Management</vt:lpstr>
      <vt:lpstr>PART 2: Telemetry Management</vt:lpstr>
      <vt:lpstr>PART 2: Telemetry Management</vt:lpstr>
      <vt:lpstr>PART 2: Telemetry Management</vt:lpstr>
      <vt:lpstr>PART 2: Telemetry Management</vt:lpstr>
      <vt:lpstr>PART 2: Telemetry Management</vt:lpstr>
      <vt:lpstr>PART 2: Telemetry Management</vt:lpstr>
      <vt:lpstr>PART 2: Telemetry Management</vt:lpstr>
      <vt:lpstr>PART 2: Telemetry Management</vt:lpstr>
      <vt:lpstr>PART 2: Telemetry Management</vt:lpstr>
      <vt:lpstr>PART 2: Telemetry Management</vt:lpstr>
      <vt:lpstr>PART 2: Telemetry Management</vt:lpstr>
      <vt:lpstr>PART 2: Telemetry Management</vt:lpstr>
      <vt:lpstr>PART 2: Telemetry Management</vt:lpstr>
      <vt:lpstr>PART 2: Telemetry Management</vt:lpstr>
      <vt:lpstr>PART 3: Telecommand Format and Execution</vt:lpstr>
      <vt:lpstr>PART 3: Telecommand Format and Execution</vt:lpstr>
      <vt:lpstr>PART 3: Telecommand Format and Execution</vt:lpstr>
      <vt:lpstr>PART 3: Telecommand Format and Execution</vt:lpstr>
      <vt:lpstr>PART 3: Telecommand Format and Execution</vt:lpstr>
      <vt:lpstr>PART 3: Telecommand Format and Execution</vt:lpstr>
      <vt:lpstr>PART 3: Telecommand Format and Execution</vt:lpstr>
      <vt:lpstr>PART 3: Telecommand Format and Execution</vt:lpstr>
      <vt:lpstr>PART 3: Telecommand Format and Execution</vt:lpstr>
      <vt:lpstr>PART 3: Telecommand Format and Execution</vt:lpstr>
      <vt:lpstr>PART 3: Telecommand Format and Execution</vt:lpstr>
      <vt:lpstr>PART 3: Telecommand Format and Execution</vt:lpstr>
      <vt:lpstr>PART 3: Telecommand Format and Execution</vt:lpstr>
      <vt:lpstr>PART 3: Telecommand Format and Execution</vt:lpstr>
      <vt:lpstr>PART 3: Telecommand Format and Execution</vt:lpstr>
      <vt:lpstr>PART 3: Telecommand Format and Execution</vt:lpstr>
      <vt:lpstr>PART 3: Telecommand Format and Execution</vt:lpstr>
      <vt:lpstr>PART 3: Telecommand Format and Execution</vt:lpstr>
      <vt:lpstr>PART 3: Telecommand Format and Execution</vt:lpstr>
      <vt:lpstr>PART 3: Telecommand Format and Execution</vt:lpstr>
      <vt:lpstr>PART 3: Telecommand Format and Execution</vt:lpstr>
      <vt:lpstr>PART 4: Time Calibration</vt:lpstr>
      <vt:lpstr>PART 4: Time Calibration</vt:lpstr>
      <vt:lpstr>PART 4: Time Calibration</vt:lpstr>
      <vt:lpstr>PART 4: Time Calibration</vt:lpstr>
      <vt:lpstr>PART 4: Time Calibration</vt:lpstr>
      <vt:lpstr>PART 4: Time Calibration</vt:lpstr>
      <vt:lpstr>PART 4: Time Calibration</vt:lpstr>
      <vt:lpstr>PART 4: Time Calibration</vt:lpstr>
      <vt:lpstr>PART 4: Time Calibration</vt:lpstr>
      <vt:lpstr>PART 4: Time Calibration</vt:lpstr>
      <vt:lpstr>PART 4: Time Calibration</vt:lpstr>
      <vt:lpstr>PART 4: Time Calibration</vt:lpstr>
      <vt:lpstr>PART 4: Time Calibration</vt:lpstr>
      <vt:lpstr>PART 4: Time Calibration</vt:lpstr>
      <vt:lpstr>PART 4: Time Calibration</vt:lpstr>
      <vt:lpstr>PART 4: Time Calibration</vt:lpstr>
      <vt:lpstr>PART 4: Time Calibration</vt:lpstr>
      <vt:lpstr>PART 4: Time Calibration</vt:lpstr>
      <vt:lpstr>PART 4: Time Calibration</vt:lpstr>
      <vt:lpstr>PART 5: Time-tagged data block</vt:lpstr>
      <vt:lpstr>PART 5: Time-tagged data block</vt:lpstr>
      <vt:lpstr>PART 5: Time-tagged data block</vt:lpstr>
      <vt:lpstr>PART 5: Time-tagged data block</vt:lpstr>
      <vt:lpstr>PART 6: Relative time-tagged telecommand</vt:lpstr>
      <vt:lpstr>PART 6: Relative time-tagged telecommand</vt:lpstr>
      <vt:lpstr>PART 6: Relative time-tagged telecommand</vt:lpstr>
      <vt:lpstr>PART 6: Relative time-tagged telecommand</vt:lpstr>
      <vt:lpstr>PART 6: Relative time-tagged telecommand</vt:lpstr>
      <vt:lpstr>PART 7: Thermal Control block </vt:lpstr>
      <vt:lpstr>PART 7: Thermal Control block </vt:lpstr>
      <vt:lpstr>PART 7: Thermal Control block </vt:lpstr>
      <vt:lpstr>PART 7: Thermal Control block </vt:lpstr>
      <vt:lpstr>PART 8: Safe Mode </vt:lpstr>
      <vt:lpstr>PART 8: Safe Mode </vt:lpstr>
      <vt:lpstr>PART 8: Safe Mode </vt:lpstr>
      <vt:lpstr>PART 8: Safe Mode </vt:lpstr>
      <vt:lpstr>PART 8: Safe Mode </vt:lpstr>
      <vt:lpstr>PART 8: Safe Mode </vt:lpstr>
      <vt:lpstr>PART 8: Safe Mode </vt:lpstr>
      <vt:lpstr>PART 8: Safe Mode </vt:lpstr>
      <vt:lpstr>PART 9: OBDH Critical TM</vt:lpstr>
      <vt:lpstr>PART 9: OBDH Critical TM</vt:lpstr>
      <vt:lpstr>PART 9: OBDH Critical TM</vt:lpstr>
      <vt:lpstr>PART 9: OBDH Critical TM</vt:lpstr>
      <vt:lpstr>PART 9: OBDH Critical TM</vt:lpstr>
      <vt:lpstr>PART 9: OBDH Critical TM</vt:lpstr>
      <vt:lpstr>PART 10: In orbit operation </vt:lpstr>
      <vt:lpstr>PART 10: In orbit operation </vt:lpstr>
      <vt:lpstr>PART 10: In orbit operation </vt:lpstr>
      <vt:lpstr>PART 10: In orbit operation </vt:lpstr>
      <vt:lpstr>PART 10: In orbit operation </vt:lpstr>
      <vt:lpstr>PowerPoint 演示文稿</vt:lpstr>
    </vt:vector>
  </TitlesOfParts>
  <Company>dfh</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李宁</dc:creator>
  <cp:lastModifiedBy>Administrator</cp:lastModifiedBy>
  <cp:revision>222</cp:revision>
  <dcterms:created xsi:type="dcterms:W3CDTF">2013-04-18T01:59:38Z</dcterms:created>
  <dcterms:modified xsi:type="dcterms:W3CDTF">2019-10-06T03:28:53Z</dcterms:modified>
</cp:coreProperties>
</file>