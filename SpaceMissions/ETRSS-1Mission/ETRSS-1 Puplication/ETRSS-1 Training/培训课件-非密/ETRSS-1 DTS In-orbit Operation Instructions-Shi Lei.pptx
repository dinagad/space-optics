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handoutMasterIdLst>
    <p:handoutMasterId r:id="rId48"/>
  </p:handoutMasterIdLst>
  <p:sldIdLst>
    <p:sldId id="275" r:id="rId2"/>
    <p:sldId id="274" r:id="rId3"/>
    <p:sldId id="279" r:id="rId4"/>
    <p:sldId id="276" r:id="rId5"/>
    <p:sldId id="277" r:id="rId6"/>
    <p:sldId id="278" r:id="rId7"/>
    <p:sldId id="308" r:id="rId8"/>
    <p:sldId id="284" r:id="rId9"/>
    <p:sldId id="288" r:id="rId10"/>
    <p:sldId id="309" r:id="rId11"/>
    <p:sldId id="290" r:id="rId12"/>
    <p:sldId id="291" r:id="rId13"/>
    <p:sldId id="310" r:id="rId14"/>
    <p:sldId id="311" r:id="rId15"/>
    <p:sldId id="312" r:id="rId16"/>
    <p:sldId id="313" r:id="rId17"/>
    <p:sldId id="314" r:id="rId18"/>
    <p:sldId id="315" r:id="rId19"/>
    <p:sldId id="316" r:id="rId20"/>
    <p:sldId id="327" r:id="rId21"/>
    <p:sldId id="326" r:id="rId22"/>
    <p:sldId id="317" r:id="rId23"/>
    <p:sldId id="319" r:id="rId24"/>
    <p:sldId id="320" r:id="rId25"/>
    <p:sldId id="345" r:id="rId26"/>
    <p:sldId id="321" r:id="rId27"/>
    <p:sldId id="322" r:id="rId28"/>
    <p:sldId id="323" r:id="rId29"/>
    <p:sldId id="324" r:id="rId30"/>
    <p:sldId id="325" r:id="rId31"/>
    <p:sldId id="331" r:id="rId32"/>
    <p:sldId id="330" r:id="rId33"/>
    <p:sldId id="296" r:id="rId34"/>
    <p:sldId id="332" r:id="rId35"/>
    <p:sldId id="333" r:id="rId36"/>
    <p:sldId id="334" r:id="rId37"/>
    <p:sldId id="335" r:id="rId38"/>
    <p:sldId id="298" r:id="rId39"/>
    <p:sldId id="336" r:id="rId40"/>
    <p:sldId id="337" r:id="rId41"/>
    <p:sldId id="338" r:id="rId42"/>
    <p:sldId id="300" r:id="rId43"/>
    <p:sldId id="340" r:id="rId44"/>
    <p:sldId id="341" r:id="rId45"/>
    <p:sldId id="346" r:id="rId46"/>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5676"/>
    <a:srgbClr val="0983F1"/>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51" autoAdjust="0"/>
    <p:restoredTop sz="99081" autoAdjust="0"/>
  </p:normalViewPr>
  <p:slideViewPr>
    <p:cSldViewPr>
      <p:cViewPr>
        <p:scale>
          <a:sx n="100" d="100"/>
          <a:sy n="100" d="100"/>
        </p:scale>
        <p:origin x="-1398" y="-846"/>
      </p:cViewPr>
      <p:guideLst>
        <p:guide orient="horz" pos="162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2">
            <a:lumMod val="40000"/>
            <a:lumOff val="60000"/>
            <a:alpha val="90000"/>
          </a:schemeClr>
        </a:solidFill>
      </dgm:spPr>
      <dgm:t>
        <a:bodyPr/>
        <a:lstStyle/>
        <a:p>
          <a:r>
            <a:rPr lang="gsw-FR" altLang="zh-CN" dirty="0" smtClean="0"/>
            <a:t>Composition</a:t>
          </a:r>
          <a:r>
            <a:rPr lang="en-US" altLang="zh-CN" dirty="0" smtClean="0"/>
            <a:t> and function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dgm:t>
        <a:bodyPr/>
        <a:lstStyle/>
        <a:p>
          <a:r>
            <a:rPr lang="en-US" altLang="zh-CN" dirty="0" smtClean="0"/>
            <a:t>Sequence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3101C400-6691-4D8B-B1A6-BCC867D89ABC}" srcId="{55C9BC06-27E7-4506-9472-91BB7936D53F}" destId="{0B09DC13-473D-4488-9DFD-D1019D4293D3}" srcOrd="3" destOrd="0" parTransId="{379066A5-28CF-4386-8317-C0A1AAF0305B}" sibTransId="{A03BAD12-1B55-4F4F-BFFB-30C52F582150}"/>
    <dgm:cxn modelId="{4A53A962-8350-483E-A79F-43B50694A5DA}" srcId="{55C9BC06-27E7-4506-9472-91BB7936D53F}" destId="{B6E66D6F-58E7-41FE-9C39-3789866D2ADE}" srcOrd="5" destOrd="0" parTransId="{45DFF80D-70E5-4961-98E6-803E89BF6C69}" sibTransId="{F701EBE9-E03D-47EF-B774-D79FFF1F6318}"/>
    <dgm:cxn modelId="{83EDD32B-8027-40D1-A62F-C1F0145A66AC}" srcId="{55C9BC06-27E7-4506-9472-91BB7936D53F}" destId="{30CE7ABA-6626-478D-82A9-0C6F5A441960}" srcOrd="2" destOrd="0" parTransId="{F01FF562-F0D6-4FB2-878C-11E70070A6AE}" sibTransId="{1BF39F7E-1541-45A1-987F-F0F485FB198C}"/>
    <dgm:cxn modelId="{F85DE6D9-F06E-444A-BBB5-0A786E906FCD}" srcId="{30CE7ABA-6626-478D-82A9-0C6F5A441960}" destId="{A2CD7B22-281A-42AC-B04B-8D96B5DA4912}" srcOrd="0" destOrd="0" parTransId="{77516C5C-6419-4207-84B2-04C2E449C422}" sibTransId="{9AF01A24-E8C4-44CD-AFBA-12D59FB9B15E}"/>
    <dgm:cxn modelId="{9150C67E-E56D-4A13-B756-FAD94845C5A3}" type="presOf" srcId="{25EFCECE-795F-46E2-AEEC-D58F529B723F}" destId="{FCD21A22-F86A-4BAD-AD4E-1381AF126862}" srcOrd="0" destOrd="0" presId="urn:microsoft.com/office/officeart/2005/8/layout/vList5"/>
    <dgm:cxn modelId="{7FE76360-7AA0-45BA-87F9-266DF2886FA2}" type="presOf" srcId="{E9229D8E-C2A5-4E6F-89DF-DC6CBABFD904}" destId="{21337BD4-EAE7-4FC6-8B68-510B5313E295}" srcOrd="0" destOrd="0" presId="urn:microsoft.com/office/officeart/2005/8/layout/vList5"/>
    <dgm:cxn modelId="{146325BD-7648-4EFB-94BE-872CAE6C826F}" srcId="{E9229D8E-C2A5-4E6F-89DF-DC6CBABFD904}" destId="{25EFCECE-795F-46E2-AEEC-D58F529B723F}" srcOrd="0" destOrd="0" parTransId="{7B257960-7809-45BA-9FA1-10809E88E5A3}" sibTransId="{B6A9F054-806F-47F8-8E0C-895742E158A2}"/>
    <dgm:cxn modelId="{25532D7E-2036-46CA-9338-E8350DDC1341}" type="presOf" srcId="{A16277F7-55F5-4900-A577-3C17ADF60620}" destId="{8D471BB1-EE3C-48B2-9A4F-A473204E59F7}" srcOrd="0" destOrd="0" presId="urn:microsoft.com/office/officeart/2005/8/layout/vList5"/>
    <dgm:cxn modelId="{D7BCFB92-96E5-4396-980A-FF587F538ED1}" type="presOf" srcId="{0B09DC13-473D-4488-9DFD-D1019D4293D3}" destId="{47F8267F-713F-4C7A-9053-6A592A3FC3C6}" srcOrd="0" destOrd="0" presId="urn:microsoft.com/office/officeart/2005/8/layout/vList5"/>
    <dgm:cxn modelId="{76BE74A9-36CF-4FA1-8308-9707BA4D2C2A}" srcId="{0B09DC13-473D-4488-9DFD-D1019D4293D3}" destId="{C537F16C-9AE4-49DF-88D9-83D1EA60AF84}" srcOrd="0" destOrd="0" parTransId="{B09C7336-A3E0-46E8-A2C2-9198BDB1C125}" sibTransId="{AAC9993E-110E-4423-BE31-10413F32F3D6}"/>
    <dgm:cxn modelId="{5A85F2BA-3DFD-4266-AA11-B10DEF0ACA01}" type="presOf" srcId="{C537F16C-9AE4-49DF-88D9-83D1EA60AF84}" destId="{899E2C62-6850-483D-B87D-80F915B765B5}" srcOrd="0" destOrd="0" presId="urn:microsoft.com/office/officeart/2005/8/layout/vList5"/>
    <dgm:cxn modelId="{C9291A72-7075-4D58-AC54-C8D462E3E55E}" type="presOf" srcId="{A2CD7B22-281A-42AC-B04B-8D96B5DA4912}" destId="{FB2A164C-6E98-42E2-A967-46CEE9E3ABD3}" srcOrd="0" destOrd="0" presId="urn:microsoft.com/office/officeart/2005/8/layout/vList5"/>
    <dgm:cxn modelId="{F396387E-05D8-4263-99F6-659B36AB30A2}" type="presOf" srcId="{FCB48F7E-A893-4B46-A152-00F0D2CE3D6C}" destId="{876019AC-F2D3-4140-9E13-8C4A1F228582}" srcOrd="0" destOrd="0" presId="urn:microsoft.com/office/officeart/2005/8/layout/vList5"/>
    <dgm:cxn modelId="{3A333A89-4D64-4C6A-B6B9-67DE646FC35C}" srcId="{55C9BC06-27E7-4506-9472-91BB7936D53F}" destId="{A16277F7-55F5-4900-A577-3C17ADF60620}" srcOrd="4" destOrd="0" parTransId="{0A426471-5AE9-457A-BCB7-6A967E1C3098}" sibTransId="{1E2DC076-F51A-468A-94CD-60497E00188B}"/>
    <dgm:cxn modelId="{A2BE0851-34F8-4391-AC14-4AEFBAD3BB41}" type="presOf" srcId="{3D9ED44B-F253-45E4-9F05-3A0F0A362EC2}" destId="{9FA51810-A896-42F0-8549-217654593014}" srcOrd="0" destOrd="0" presId="urn:microsoft.com/office/officeart/2005/8/layout/vList5"/>
    <dgm:cxn modelId="{A6E9DEDD-2EC6-450B-B748-FE164A01AA1A}" type="presOf" srcId="{30CE7ABA-6626-478D-82A9-0C6F5A441960}" destId="{B6BC8131-068C-422E-BD0A-743D184796A9}" srcOrd="0" destOrd="0" presId="urn:microsoft.com/office/officeart/2005/8/layout/vList5"/>
    <dgm:cxn modelId="{42ED4CE6-8C2A-4212-A488-DF2467C147E1}" srcId="{55C9BC06-27E7-4506-9472-91BB7936D53F}" destId="{E9229D8E-C2A5-4E6F-89DF-DC6CBABFD904}" srcOrd="0" destOrd="0" parTransId="{6E3661AD-60B8-4885-BCD4-99865D4EF71F}" sibTransId="{71070190-0D03-460E-866E-F12F077467BF}"/>
    <dgm:cxn modelId="{A0AAE463-372D-4427-8556-0252468C8C8B}" type="presOf" srcId="{55C9BC06-27E7-4506-9472-91BB7936D53F}" destId="{46BEA991-5658-48FC-B01F-DE47F40EE891}" srcOrd="0" destOrd="0" presId="urn:microsoft.com/office/officeart/2005/8/layout/vList5"/>
    <dgm:cxn modelId="{F26F3BA6-3CFF-4BAF-B17F-2D6C126831F1}" type="presOf" srcId="{B6E66D6F-58E7-41FE-9C39-3789866D2ADE}" destId="{F1C0A150-5B65-409D-938A-4B749D41A0C9}" srcOrd="0" destOrd="0" presId="urn:microsoft.com/office/officeart/2005/8/layout/vList5"/>
    <dgm:cxn modelId="{B6326B85-3C03-449D-A95B-3381AF708B92}" srcId="{FCB48F7E-A893-4B46-A152-00F0D2CE3D6C}" destId="{EEA89238-AAB7-4900-A354-12FF59C6B067}" srcOrd="0" destOrd="0" parTransId="{F5D7C2F8-0416-429A-882B-F5A68BCBC2D0}" sibTransId="{C03A2A1A-81AE-4EF6-ACAB-8BDEA2A495A8}"/>
    <dgm:cxn modelId="{3540D398-50DA-47F5-A79C-1BA590C8E9F1}" srcId="{B6E66D6F-58E7-41FE-9C39-3789866D2ADE}" destId="{23FC3643-A601-4369-B27F-46344EE05CAB}" srcOrd="0" destOrd="0" parTransId="{5DE4F113-43EF-4E68-8A6C-58C5499EDF88}" sibTransId="{A1CB317C-73FA-463D-AD06-AA26BB04CE07}"/>
    <dgm:cxn modelId="{FC8304E0-685F-43EA-9BC4-1F4388E97883}" type="presOf" srcId="{23FC3643-A601-4369-B27F-46344EE05CAB}" destId="{8D1B5D78-6BCA-4BFE-A54A-3FBFC91E4964}"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51D5845F-7B21-4379-A0C9-B696E140B391}" srcId="{A16277F7-55F5-4900-A577-3C17ADF60620}" destId="{3D9ED44B-F253-45E4-9F05-3A0F0A362EC2}" srcOrd="0" destOrd="0" parTransId="{E71ECAFA-9DF1-4015-881C-6CF953EC2F69}" sibTransId="{2611CBD1-1827-4BF5-AE0C-48E29B97859D}"/>
    <dgm:cxn modelId="{BB145E59-C8B3-4E69-BC48-4C4CCC6E8D26}" type="presOf" srcId="{EEA89238-AAB7-4900-A354-12FF59C6B067}" destId="{187EE60B-D6ED-4EB5-900F-3927531DD5F8}" srcOrd="0" destOrd="0" presId="urn:microsoft.com/office/officeart/2005/8/layout/vList5"/>
    <dgm:cxn modelId="{A2697A6A-9795-4217-B2E2-84ABF79AC394}" type="presParOf" srcId="{46BEA991-5658-48FC-B01F-DE47F40EE891}" destId="{573CA7B6-2C62-4154-A1DC-DBDF6376DC61}" srcOrd="0" destOrd="0" presId="urn:microsoft.com/office/officeart/2005/8/layout/vList5"/>
    <dgm:cxn modelId="{B5190344-4B3B-41E9-933C-7077BB8109C8}" type="presParOf" srcId="{573CA7B6-2C62-4154-A1DC-DBDF6376DC61}" destId="{21337BD4-EAE7-4FC6-8B68-510B5313E295}" srcOrd="0" destOrd="0" presId="urn:microsoft.com/office/officeart/2005/8/layout/vList5"/>
    <dgm:cxn modelId="{DACCB606-2AF3-41A1-9427-F5AA6CD5F46E}" type="presParOf" srcId="{573CA7B6-2C62-4154-A1DC-DBDF6376DC61}" destId="{FCD21A22-F86A-4BAD-AD4E-1381AF126862}" srcOrd="1" destOrd="0" presId="urn:microsoft.com/office/officeart/2005/8/layout/vList5"/>
    <dgm:cxn modelId="{85DBCF6F-60C3-4090-89D3-E0CB8287A222}" type="presParOf" srcId="{46BEA991-5658-48FC-B01F-DE47F40EE891}" destId="{486E8B6A-812D-474D-BFAE-A24B4FBF7FD7}" srcOrd="1" destOrd="0" presId="urn:microsoft.com/office/officeart/2005/8/layout/vList5"/>
    <dgm:cxn modelId="{E14114D1-753C-498C-B880-A80EBA456CE8}" type="presParOf" srcId="{46BEA991-5658-48FC-B01F-DE47F40EE891}" destId="{CD376536-94F0-4622-BCCC-F50FF21A6330}" srcOrd="2" destOrd="0" presId="urn:microsoft.com/office/officeart/2005/8/layout/vList5"/>
    <dgm:cxn modelId="{AB8CCF11-942C-4DD1-85C2-9FE4F506C52C}" type="presParOf" srcId="{CD376536-94F0-4622-BCCC-F50FF21A6330}" destId="{876019AC-F2D3-4140-9E13-8C4A1F228582}" srcOrd="0" destOrd="0" presId="urn:microsoft.com/office/officeart/2005/8/layout/vList5"/>
    <dgm:cxn modelId="{36B98592-2FC5-46F1-86B4-D2EE3F841CB8}" type="presParOf" srcId="{CD376536-94F0-4622-BCCC-F50FF21A6330}" destId="{187EE60B-D6ED-4EB5-900F-3927531DD5F8}" srcOrd="1" destOrd="0" presId="urn:microsoft.com/office/officeart/2005/8/layout/vList5"/>
    <dgm:cxn modelId="{E33E013C-9132-4490-A7E8-21F11134EB52}" type="presParOf" srcId="{46BEA991-5658-48FC-B01F-DE47F40EE891}" destId="{3C398523-6CAF-43A2-B99D-7F77DD2840A2}" srcOrd="3" destOrd="0" presId="urn:microsoft.com/office/officeart/2005/8/layout/vList5"/>
    <dgm:cxn modelId="{815947A5-6286-4FAE-AB5F-1625DBE7B175}" type="presParOf" srcId="{46BEA991-5658-48FC-B01F-DE47F40EE891}" destId="{FC0A0AFD-DC5C-4BA9-B5C3-8747221866DD}" srcOrd="4" destOrd="0" presId="urn:microsoft.com/office/officeart/2005/8/layout/vList5"/>
    <dgm:cxn modelId="{53243DE2-08F4-4CFA-ADC3-D18F7AEDBAED}" type="presParOf" srcId="{FC0A0AFD-DC5C-4BA9-B5C3-8747221866DD}" destId="{B6BC8131-068C-422E-BD0A-743D184796A9}" srcOrd="0" destOrd="0" presId="urn:microsoft.com/office/officeart/2005/8/layout/vList5"/>
    <dgm:cxn modelId="{15FE10EA-FEF6-4CD4-B2CB-4A1CDF31CDD1}" type="presParOf" srcId="{FC0A0AFD-DC5C-4BA9-B5C3-8747221866DD}" destId="{FB2A164C-6E98-42E2-A967-46CEE9E3ABD3}" srcOrd="1" destOrd="0" presId="urn:microsoft.com/office/officeart/2005/8/layout/vList5"/>
    <dgm:cxn modelId="{45D14C43-E362-4BD2-90AF-A7F073C032B4}" type="presParOf" srcId="{46BEA991-5658-48FC-B01F-DE47F40EE891}" destId="{4EAF4BBB-ACD2-43B0-87FE-CFE4354A1F96}" srcOrd="5" destOrd="0" presId="urn:microsoft.com/office/officeart/2005/8/layout/vList5"/>
    <dgm:cxn modelId="{4ECFC991-042B-4DA0-BE9C-1D7308BBCE93}" type="presParOf" srcId="{46BEA991-5658-48FC-B01F-DE47F40EE891}" destId="{77B8CD79-1759-42CB-B486-E339EBF21246}" srcOrd="6" destOrd="0" presId="urn:microsoft.com/office/officeart/2005/8/layout/vList5"/>
    <dgm:cxn modelId="{2EE9DD49-B9FC-4D68-97A4-84A02FC92394}" type="presParOf" srcId="{77B8CD79-1759-42CB-B486-E339EBF21246}" destId="{47F8267F-713F-4C7A-9053-6A592A3FC3C6}" srcOrd="0" destOrd="0" presId="urn:microsoft.com/office/officeart/2005/8/layout/vList5"/>
    <dgm:cxn modelId="{CB569FC3-6A64-4CC9-9436-4F2D7AC949D9}" type="presParOf" srcId="{77B8CD79-1759-42CB-B486-E339EBF21246}" destId="{899E2C62-6850-483D-B87D-80F915B765B5}" srcOrd="1" destOrd="0" presId="urn:microsoft.com/office/officeart/2005/8/layout/vList5"/>
    <dgm:cxn modelId="{96E8C3E8-91A6-4EED-9256-F940EAC7A46E}" type="presParOf" srcId="{46BEA991-5658-48FC-B01F-DE47F40EE891}" destId="{841A090A-3BD5-4321-A774-D111CAB1FB3E}" srcOrd="7" destOrd="0" presId="urn:microsoft.com/office/officeart/2005/8/layout/vList5"/>
    <dgm:cxn modelId="{5C2AE662-E9BC-4AE2-953B-0487EC617CC9}" type="presParOf" srcId="{46BEA991-5658-48FC-B01F-DE47F40EE891}" destId="{9964F3AB-36EA-4D74-91CB-FC633CB34A3F}" srcOrd="8" destOrd="0" presId="urn:microsoft.com/office/officeart/2005/8/layout/vList5"/>
    <dgm:cxn modelId="{038B624C-8FCD-43F5-927D-86A04AE33A14}" type="presParOf" srcId="{9964F3AB-36EA-4D74-91CB-FC633CB34A3F}" destId="{8D471BB1-EE3C-48B2-9A4F-A473204E59F7}" srcOrd="0" destOrd="0" presId="urn:microsoft.com/office/officeart/2005/8/layout/vList5"/>
    <dgm:cxn modelId="{43B3D57F-7719-4688-BAE3-B267EED09D3B}" type="presParOf" srcId="{9964F3AB-36EA-4D74-91CB-FC633CB34A3F}" destId="{9FA51810-A896-42F0-8549-217654593014}" srcOrd="1" destOrd="0" presId="urn:microsoft.com/office/officeart/2005/8/layout/vList5"/>
    <dgm:cxn modelId="{D371B57B-AC35-47CE-9C64-3A6A26BBB9B1}" type="presParOf" srcId="{46BEA991-5658-48FC-B01F-DE47F40EE891}" destId="{73B3BB89-DC4D-4690-8527-1745292288C2}" srcOrd="9" destOrd="0" presId="urn:microsoft.com/office/officeart/2005/8/layout/vList5"/>
    <dgm:cxn modelId="{DB5BAB58-E602-4F8D-A5D2-9B857EC32E50}" type="presParOf" srcId="{46BEA991-5658-48FC-B01F-DE47F40EE891}" destId="{4B5B66F6-9C2C-4BC5-ACDC-B9EFB9211393}" srcOrd="10" destOrd="0" presId="urn:microsoft.com/office/officeart/2005/8/layout/vList5"/>
    <dgm:cxn modelId="{595CCAAF-584F-44E3-9C5E-25669476F998}" type="presParOf" srcId="{4B5B66F6-9C2C-4BC5-ACDC-B9EFB9211393}" destId="{F1C0A150-5B65-409D-938A-4B749D41A0C9}" srcOrd="0" destOrd="0" presId="urn:microsoft.com/office/officeart/2005/8/layout/vList5"/>
    <dgm:cxn modelId="{70756188-652C-4BE9-994C-081FF12F339F}"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1">
            <a:lumMod val="40000"/>
            <a:lumOff val="60000"/>
            <a:alpha val="90000"/>
          </a:schemeClr>
        </a:solidFill>
      </dgm:spPr>
      <dgm:t>
        <a:bodyPr/>
        <a:lstStyle/>
        <a:p>
          <a:r>
            <a:rPr lang="gsw-FR" altLang="zh-CN" dirty="0" smtClean="0"/>
            <a:t>Composition</a:t>
          </a:r>
          <a:r>
            <a:rPr lang="en-US" altLang="zh-CN" dirty="0" smtClean="0"/>
            <a:t> and status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a:solidFill>
          <a:schemeClr val="accent2">
            <a:lumMod val="40000"/>
            <a:lumOff val="60000"/>
            <a:alpha val="90000"/>
          </a:schemeClr>
        </a:solidFill>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dgm:t>
        <a:bodyPr/>
        <a:lstStyle/>
        <a:p>
          <a:r>
            <a:rPr lang="en-US" altLang="zh-CN" dirty="0" smtClean="0"/>
            <a:t>Sequence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76BE74A9-36CF-4FA1-8308-9707BA4D2C2A}" srcId="{0B09DC13-473D-4488-9DFD-D1019D4293D3}" destId="{C537F16C-9AE4-49DF-88D9-83D1EA60AF84}" srcOrd="0" destOrd="0" parTransId="{B09C7336-A3E0-46E8-A2C2-9198BDB1C125}" sibTransId="{AAC9993E-110E-4423-BE31-10413F32F3D6}"/>
    <dgm:cxn modelId="{F7BECF40-9EE5-41F3-9C05-E5DDD3B0331D}" type="presOf" srcId="{E9229D8E-C2A5-4E6F-89DF-DC6CBABFD904}" destId="{21337BD4-EAE7-4FC6-8B68-510B5313E295}" srcOrd="0" destOrd="0" presId="urn:microsoft.com/office/officeart/2005/8/layout/vList5"/>
    <dgm:cxn modelId="{D1DF47D7-02C2-46C1-93B3-0599C2FECE7D}" type="presOf" srcId="{0B09DC13-473D-4488-9DFD-D1019D4293D3}" destId="{47F8267F-713F-4C7A-9053-6A592A3FC3C6}" srcOrd="0" destOrd="0" presId="urn:microsoft.com/office/officeart/2005/8/layout/vList5"/>
    <dgm:cxn modelId="{42ED4CE6-8C2A-4212-A488-DF2467C147E1}" srcId="{55C9BC06-27E7-4506-9472-91BB7936D53F}" destId="{E9229D8E-C2A5-4E6F-89DF-DC6CBABFD904}" srcOrd="0" destOrd="0" parTransId="{6E3661AD-60B8-4885-BCD4-99865D4EF71F}" sibTransId="{71070190-0D03-460E-866E-F12F077467BF}"/>
    <dgm:cxn modelId="{9BE95E81-E3CD-47B0-8096-CB7004D2F916}" type="presOf" srcId="{FCB48F7E-A893-4B46-A152-00F0D2CE3D6C}" destId="{876019AC-F2D3-4140-9E13-8C4A1F228582}"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66343CB2-534D-442B-8818-666034D9AA7A}" type="presOf" srcId="{C537F16C-9AE4-49DF-88D9-83D1EA60AF84}" destId="{899E2C62-6850-483D-B87D-80F915B765B5}" srcOrd="0" destOrd="0" presId="urn:microsoft.com/office/officeart/2005/8/layout/vList5"/>
    <dgm:cxn modelId="{88A0A2F5-9E79-489D-ABF5-C511646014DA}" type="presOf" srcId="{30CE7ABA-6626-478D-82A9-0C6F5A441960}" destId="{B6BC8131-068C-422E-BD0A-743D184796A9}" srcOrd="0" destOrd="0" presId="urn:microsoft.com/office/officeart/2005/8/layout/vList5"/>
    <dgm:cxn modelId="{83EDD32B-8027-40D1-A62F-C1F0145A66AC}" srcId="{55C9BC06-27E7-4506-9472-91BB7936D53F}" destId="{30CE7ABA-6626-478D-82A9-0C6F5A441960}" srcOrd="2" destOrd="0" parTransId="{F01FF562-F0D6-4FB2-878C-11E70070A6AE}" sibTransId="{1BF39F7E-1541-45A1-987F-F0F485FB198C}"/>
    <dgm:cxn modelId="{1224F53C-C9F5-4EE7-A825-1D099097B227}" type="presOf" srcId="{A16277F7-55F5-4900-A577-3C17ADF60620}" destId="{8D471BB1-EE3C-48B2-9A4F-A473204E59F7}" srcOrd="0" destOrd="0" presId="urn:microsoft.com/office/officeart/2005/8/layout/vList5"/>
    <dgm:cxn modelId="{51D5845F-7B21-4379-A0C9-B696E140B391}" srcId="{A16277F7-55F5-4900-A577-3C17ADF60620}" destId="{3D9ED44B-F253-45E4-9F05-3A0F0A362EC2}" srcOrd="0" destOrd="0" parTransId="{E71ECAFA-9DF1-4015-881C-6CF953EC2F69}" sibTransId="{2611CBD1-1827-4BF5-AE0C-48E29B97859D}"/>
    <dgm:cxn modelId="{B6326B85-3C03-449D-A95B-3381AF708B92}" srcId="{FCB48F7E-A893-4B46-A152-00F0D2CE3D6C}" destId="{EEA89238-AAB7-4900-A354-12FF59C6B067}" srcOrd="0" destOrd="0" parTransId="{F5D7C2F8-0416-429A-882B-F5A68BCBC2D0}" sibTransId="{C03A2A1A-81AE-4EF6-ACAB-8BDEA2A495A8}"/>
    <dgm:cxn modelId="{0899E69B-85ED-4EDA-94E8-B3C40B65A9FA}" type="presOf" srcId="{25EFCECE-795F-46E2-AEEC-D58F529B723F}" destId="{FCD21A22-F86A-4BAD-AD4E-1381AF126862}" srcOrd="0" destOrd="0" presId="urn:microsoft.com/office/officeart/2005/8/layout/vList5"/>
    <dgm:cxn modelId="{56F98B2B-2BC9-4B8C-81C1-DC7F6CC1916E}" type="presOf" srcId="{23FC3643-A601-4369-B27F-46344EE05CAB}" destId="{8D1B5D78-6BCA-4BFE-A54A-3FBFC91E4964}" srcOrd="0" destOrd="0" presId="urn:microsoft.com/office/officeart/2005/8/layout/vList5"/>
    <dgm:cxn modelId="{26928111-6B2C-44C7-97E2-B33DA2F7EB97}" type="presOf" srcId="{EEA89238-AAB7-4900-A354-12FF59C6B067}" destId="{187EE60B-D6ED-4EB5-900F-3927531DD5F8}" srcOrd="0" destOrd="0" presId="urn:microsoft.com/office/officeart/2005/8/layout/vList5"/>
    <dgm:cxn modelId="{1595323D-BC9D-458D-8B8D-FFF55472EC7C}" type="presOf" srcId="{3D9ED44B-F253-45E4-9F05-3A0F0A362EC2}" destId="{9FA51810-A896-42F0-8549-217654593014}" srcOrd="0" destOrd="0" presId="urn:microsoft.com/office/officeart/2005/8/layout/vList5"/>
    <dgm:cxn modelId="{3A333A89-4D64-4C6A-B6B9-67DE646FC35C}" srcId="{55C9BC06-27E7-4506-9472-91BB7936D53F}" destId="{A16277F7-55F5-4900-A577-3C17ADF60620}" srcOrd="4" destOrd="0" parTransId="{0A426471-5AE9-457A-BCB7-6A967E1C3098}" sibTransId="{1E2DC076-F51A-468A-94CD-60497E00188B}"/>
    <dgm:cxn modelId="{146325BD-7648-4EFB-94BE-872CAE6C826F}" srcId="{E9229D8E-C2A5-4E6F-89DF-DC6CBABFD904}" destId="{25EFCECE-795F-46E2-AEEC-D58F529B723F}" srcOrd="0" destOrd="0" parTransId="{7B257960-7809-45BA-9FA1-10809E88E5A3}" sibTransId="{B6A9F054-806F-47F8-8E0C-895742E158A2}"/>
    <dgm:cxn modelId="{4A53A962-8350-483E-A79F-43B50694A5DA}" srcId="{55C9BC06-27E7-4506-9472-91BB7936D53F}" destId="{B6E66D6F-58E7-41FE-9C39-3789866D2ADE}" srcOrd="5" destOrd="0" parTransId="{45DFF80D-70E5-4961-98E6-803E89BF6C69}" sibTransId="{F701EBE9-E03D-47EF-B774-D79FFF1F6318}"/>
    <dgm:cxn modelId="{3101C400-6691-4D8B-B1A6-BCC867D89ABC}" srcId="{55C9BC06-27E7-4506-9472-91BB7936D53F}" destId="{0B09DC13-473D-4488-9DFD-D1019D4293D3}" srcOrd="3" destOrd="0" parTransId="{379066A5-28CF-4386-8317-C0A1AAF0305B}" sibTransId="{A03BAD12-1B55-4F4F-BFFB-30C52F582150}"/>
    <dgm:cxn modelId="{1AEE4C6E-A35E-4E1C-80CB-CD919DD47E40}" type="presOf" srcId="{A2CD7B22-281A-42AC-B04B-8D96B5DA4912}" destId="{FB2A164C-6E98-42E2-A967-46CEE9E3ABD3}" srcOrd="0" destOrd="0" presId="urn:microsoft.com/office/officeart/2005/8/layout/vList5"/>
    <dgm:cxn modelId="{F85DE6D9-F06E-444A-BBB5-0A786E906FCD}" srcId="{30CE7ABA-6626-478D-82A9-0C6F5A441960}" destId="{A2CD7B22-281A-42AC-B04B-8D96B5DA4912}" srcOrd="0" destOrd="0" parTransId="{77516C5C-6419-4207-84B2-04C2E449C422}" sibTransId="{9AF01A24-E8C4-44CD-AFBA-12D59FB9B15E}"/>
    <dgm:cxn modelId="{3540D398-50DA-47F5-A79C-1BA590C8E9F1}" srcId="{B6E66D6F-58E7-41FE-9C39-3789866D2ADE}" destId="{23FC3643-A601-4369-B27F-46344EE05CAB}" srcOrd="0" destOrd="0" parTransId="{5DE4F113-43EF-4E68-8A6C-58C5499EDF88}" sibTransId="{A1CB317C-73FA-463D-AD06-AA26BB04CE07}"/>
    <dgm:cxn modelId="{0C533B42-5518-4B9A-BAF3-3619E57D6124}" type="presOf" srcId="{B6E66D6F-58E7-41FE-9C39-3789866D2ADE}" destId="{F1C0A150-5B65-409D-938A-4B749D41A0C9}" srcOrd="0" destOrd="0" presId="urn:microsoft.com/office/officeart/2005/8/layout/vList5"/>
    <dgm:cxn modelId="{E0BC15ED-23BA-479B-8686-C4F75B5375D8}" type="presOf" srcId="{55C9BC06-27E7-4506-9472-91BB7936D53F}" destId="{46BEA991-5658-48FC-B01F-DE47F40EE891}" srcOrd="0" destOrd="0" presId="urn:microsoft.com/office/officeart/2005/8/layout/vList5"/>
    <dgm:cxn modelId="{4D7F563E-88C4-4AEC-8CA7-9BA5CA2C8CE6}" type="presParOf" srcId="{46BEA991-5658-48FC-B01F-DE47F40EE891}" destId="{573CA7B6-2C62-4154-A1DC-DBDF6376DC61}" srcOrd="0" destOrd="0" presId="urn:microsoft.com/office/officeart/2005/8/layout/vList5"/>
    <dgm:cxn modelId="{090087A3-0C9D-48EA-A9D8-2E362A6E4A19}" type="presParOf" srcId="{573CA7B6-2C62-4154-A1DC-DBDF6376DC61}" destId="{21337BD4-EAE7-4FC6-8B68-510B5313E295}" srcOrd="0" destOrd="0" presId="urn:microsoft.com/office/officeart/2005/8/layout/vList5"/>
    <dgm:cxn modelId="{96D857F8-098E-4FF1-86C1-2B63D1C714CF}" type="presParOf" srcId="{573CA7B6-2C62-4154-A1DC-DBDF6376DC61}" destId="{FCD21A22-F86A-4BAD-AD4E-1381AF126862}" srcOrd="1" destOrd="0" presId="urn:microsoft.com/office/officeart/2005/8/layout/vList5"/>
    <dgm:cxn modelId="{76A8F01B-F0A2-4273-B28F-747FEBB341F4}" type="presParOf" srcId="{46BEA991-5658-48FC-B01F-DE47F40EE891}" destId="{486E8B6A-812D-474D-BFAE-A24B4FBF7FD7}" srcOrd="1" destOrd="0" presId="urn:microsoft.com/office/officeart/2005/8/layout/vList5"/>
    <dgm:cxn modelId="{87FAC30B-9380-4F6B-9BDE-385195319222}" type="presParOf" srcId="{46BEA991-5658-48FC-B01F-DE47F40EE891}" destId="{CD376536-94F0-4622-BCCC-F50FF21A6330}" srcOrd="2" destOrd="0" presId="urn:microsoft.com/office/officeart/2005/8/layout/vList5"/>
    <dgm:cxn modelId="{D3EBD688-49CE-4870-9BAA-5FDC511483B3}" type="presParOf" srcId="{CD376536-94F0-4622-BCCC-F50FF21A6330}" destId="{876019AC-F2D3-4140-9E13-8C4A1F228582}" srcOrd="0" destOrd="0" presId="urn:microsoft.com/office/officeart/2005/8/layout/vList5"/>
    <dgm:cxn modelId="{571848C3-49CD-4525-BA16-7AE28C7412A2}" type="presParOf" srcId="{CD376536-94F0-4622-BCCC-F50FF21A6330}" destId="{187EE60B-D6ED-4EB5-900F-3927531DD5F8}" srcOrd="1" destOrd="0" presId="urn:microsoft.com/office/officeart/2005/8/layout/vList5"/>
    <dgm:cxn modelId="{7BBB6824-820D-496A-8BC2-A3A309991521}" type="presParOf" srcId="{46BEA991-5658-48FC-B01F-DE47F40EE891}" destId="{3C398523-6CAF-43A2-B99D-7F77DD2840A2}" srcOrd="3" destOrd="0" presId="urn:microsoft.com/office/officeart/2005/8/layout/vList5"/>
    <dgm:cxn modelId="{ACA30E6D-BD62-4141-A2E4-29566742D220}" type="presParOf" srcId="{46BEA991-5658-48FC-B01F-DE47F40EE891}" destId="{FC0A0AFD-DC5C-4BA9-B5C3-8747221866DD}" srcOrd="4" destOrd="0" presId="urn:microsoft.com/office/officeart/2005/8/layout/vList5"/>
    <dgm:cxn modelId="{4E7536BA-03D6-4A14-AD34-A01B0972F071}" type="presParOf" srcId="{FC0A0AFD-DC5C-4BA9-B5C3-8747221866DD}" destId="{B6BC8131-068C-422E-BD0A-743D184796A9}" srcOrd="0" destOrd="0" presId="urn:microsoft.com/office/officeart/2005/8/layout/vList5"/>
    <dgm:cxn modelId="{D3860496-212E-4037-8F89-008416F56DAE}" type="presParOf" srcId="{FC0A0AFD-DC5C-4BA9-B5C3-8747221866DD}" destId="{FB2A164C-6E98-42E2-A967-46CEE9E3ABD3}" srcOrd="1" destOrd="0" presId="urn:microsoft.com/office/officeart/2005/8/layout/vList5"/>
    <dgm:cxn modelId="{302A1AA2-1806-45D0-B564-0203F4B50792}" type="presParOf" srcId="{46BEA991-5658-48FC-B01F-DE47F40EE891}" destId="{4EAF4BBB-ACD2-43B0-87FE-CFE4354A1F96}" srcOrd="5" destOrd="0" presId="urn:microsoft.com/office/officeart/2005/8/layout/vList5"/>
    <dgm:cxn modelId="{7530FB6B-B6A9-44B4-8201-517B3BF3FCAE}" type="presParOf" srcId="{46BEA991-5658-48FC-B01F-DE47F40EE891}" destId="{77B8CD79-1759-42CB-B486-E339EBF21246}" srcOrd="6" destOrd="0" presId="urn:microsoft.com/office/officeart/2005/8/layout/vList5"/>
    <dgm:cxn modelId="{7DB44BD0-32CC-451E-BA21-D93B4803E691}" type="presParOf" srcId="{77B8CD79-1759-42CB-B486-E339EBF21246}" destId="{47F8267F-713F-4C7A-9053-6A592A3FC3C6}" srcOrd="0" destOrd="0" presId="urn:microsoft.com/office/officeart/2005/8/layout/vList5"/>
    <dgm:cxn modelId="{45A66F78-FDD7-4FF3-8535-6A55B53365E6}" type="presParOf" srcId="{77B8CD79-1759-42CB-B486-E339EBF21246}" destId="{899E2C62-6850-483D-B87D-80F915B765B5}" srcOrd="1" destOrd="0" presId="urn:microsoft.com/office/officeart/2005/8/layout/vList5"/>
    <dgm:cxn modelId="{EEB87568-8B2F-47F6-BC46-80CA6F6958A4}" type="presParOf" srcId="{46BEA991-5658-48FC-B01F-DE47F40EE891}" destId="{841A090A-3BD5-4321-A774-D111CAB1FB3E}" srcOrd="7" destOrd="0" presId="urn:microsoft.com/office/officeart/2005/8/layout/vList5"/>
    <dgm:cxn modelId="{5C9831FE-35CE-449E-9F43-62A1EFF4265A}" type="presParOf" srcId="{46BEA991-5658-48FC-B01F-DE47F40EE891}" destId="{9964F3AB-36EA-4D74-91CB-FC633CB34A3F}" srcOrd="8" destOrd="0" presId="urn:microsoft.com/office/officeart/2005/8/layout/vList5"/>
    <dgm:cxn modelId="{1DF2AB5D-C420-4168-90EC-D568EA7D10E3}" type="presParOf" srcId="{9964F3AB-36EA-4D74-91CB-FC633CB34A3F}" destId="{8D471BB1-EE3C-48B2-9A4F-A473204E59F7}" srcOrd="0" destOrd="0" presId="urn:microsoft.com/office/officeart/2005/8/layout/vList5"/>
    <dgm:cxn modelId="{965281E6-61B2-4827-B9F1-AE2907794FD4}" type="presParOf" srcId="{9964F3AB-36EA-4D74-91CB-FC633CB34A3F}" destId="{9FA51810-A896-42F0-8549-217654593014}" srcOrd="1" destOrd="0" presId="urn:microsoft.com/office/officeart/2005/8/layout/vList5"/>
    <dgm:cxn modelId="{4558038C-785E-4655-8F12-68EA1AB19906}" type="presParOf" srcId="{46BEA991-5658-48FC-B01F-DE47F40EE891}" destId="{73B3BB89-DC4D-4690-8527-1745292288C2}" srcOrd="9" destOrd="0" presId="urn:microsoft.com/office/officeart/2005/8/layout/vList5"/>
    <dgm:cxn modelId="{A131AEC5-2025-4624-9EFF-9FCAC6539FA3}" type="presParOf" srcId="{46BEA991-5658-48FC-B01F-DE47F40EE891}" destId="{4B5B66F6-9C2C-4BC5-ACDC-B9EFB9211393}" srcOrd="10" destOrd="0" presId="urn:microsoft.com/office/officeart/2005/8/layout/vList5"/>
    <dgm:cxn modelId="{F61BE768-2DA4-4D78-96D6-725AB554EB3C}" type="presParOf" srcId="{4B5B66F6-9C2C-4BC5-ACDC-B9EFB9211393}" destId="{F1C0A150-5B65-409D-938A-4B749D41A0C9}" srcOrd="0" destOrd="0" presId="urn:microsoft.com/office/officeart/2005/8/layout/vList5"/>
    <dgm:cxn modelId="{2D6B9BF5-E83D-453A-B1BB-1C1E883A284C}"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1">
            <a:lumMod val="40000"/>
            <a:lumOff val="60000"/>
            <a:alpha val="90000"/>
          </a:schemeClr>
        </a:solidFill>
      </dgm:spPr>
      <dgm:t>
        <a:bodyPr/>
        <a:lstStyle/>
        <a:p>
          <a:r>
            <a:rPr lang="gsw-FR" altLang="zh-CN" dirty="0" smtClean="0"/>
            <a:t>Composition</a:t>
          </a:r>
          <a:r>
            <a:rPr lang="en-US" altLang="zh-CN" dirty="0" smtClean="0"/>
            <a:t> and status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a:solidFill>
          <a:schemeClr val="accent1">
            <a:lumMod val="40000"/>
            <a:lumOff val="60000"/>
            <a:alpha val="90000"/>
          </a:schemeClr>
        </a:solidFill>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a:solidFill>
          <a:schemeClr val="accent2">
            <a:lumMod val="40000"/>
            <a:lumOff val="60000"/>
            <a:alpha val="90000"/>
          </a:schemeClr>
        </a:solidFill>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dgm:t>
        <a:bodyPr/>
        <a:lstStyle/>
        <a:p>
          <a:r>
            <a:rPr lang="en-US" altLang="zh-CN" dirty="0" smtClean="0"/>
            <a:t>Sequence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76BE74A9-36CF-4FA1-8308-9707BA4D2C2A}" srcId="{0B09DC13-473D-4488-9DFD-D1019D4293D3}" destId="{C537F16C-9AE4-49DF-88D9-83D1EA60AF84}" srcOrd="0" destOrd="0" parTransId="{B09C7336-A3E0-46E8-A2C2-9198BDB1C125}" sibTransId="{AAC9993E-110E-4423-BE31-10413F32F3D6}"/>
    <dgm:cxn modelId="{CF3BA221-5262-4EB4-A73F-2A2B5B3A41BE}" type="presOf" srcId="{A16277F7-55F5-4900-A577-3C17ADF60620}" destId="{8D471BB1-EE3C-48B2-9A4F-A473204E59F7}" srcOrd="0" destOrd="0" presId="urn:microsoft.com/office/officeart/2005/8/layout/vList5"/>
    <dgm:cxn modelId="{42ED4CE6-8C2A-4212-A488-DF2467C147E1}" srcId="{55C9BC06-27E7-4506-9472-91BB7936D53F}" destId="{E9229D8E-C2A5-4E6F-89DF-DC6CBABFD904}" srcOrd="0" destOrd="0" parTransId="{6E3661AD-60B8-4885-BCD4-99865D4EF71F}" sibTransId="{71070190-0D03-460E-866E-F12F077467BF}"/>
    <dgm:cxn modelId="{69F0A67D-89A7-4455-9AEF-F729400D9009}" type="presOf" srcId="{EEA89238-AAB7-4900-A354-12FF59C6B067}" destId="{187EE60B-D6ED-4EB5-900F-3927531DD5F8}" srcOrd="0" destOrd="0" presId="urn:microsoft.com/office/officeart/2005/8/layout/vList5"/>
    <dgm:cxn modelId="{2E8FEB5F-CE36-4EE0-B7FC-944A05C6FB44}" type="presOf" srcId="{E9229D8E-C2A5-4E6F-89DF-DC6CBABFD904}" destId="{21337BD4-EAE7-4FC6-8B68-510B5313E295}"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83EDD32B-8027-40D1-A62F-C1F0145A66AC}" srcId="{55C9BC06-27E7-4506-9472-91BB7936D53F}" destId="{30CE7ABA-6626-478D-82A9-0C6F5A441960}" srcOrd="2" destOrd="0" parTransId="{F01FF562-F0D6-4FB2-878C-11E70070A6AE}" sibTransId="{1BF39F7E-1541-45A1-987F-F0F485FB198C}"/>
    <dgm:cxn modelId="{51D5845F-7B21-4379-A0C9-B696E140B391}" srcId="{A16277F7-55F5-4900-A577-3C17ADF60620}" destId="{3D9ED44B-F253-45E4-9F05-3A0F0A362EC2}" srcOrd="0" destOrd="0" parTransId="{E71ECAFA-9DF1-4015-881C-6CF953EC2F69}" sibTransId="{2611CBD1-1827-4BF5-AE0C-48E29B97859D}"/>
    <dgm:cxn modelId="{B6326B85-3C03-449D-A95B-3381AF708B92}" srcId="{FCB48F7E-A893-4B46-A152-00F0D2CE3D6C}" destId="{EEA89238-AAB7-4900-A354-12FF59C6B067}" srcOrd="0" destOrd="0" parTransId="{F5D7C2F8-0416-429A-882B-F5A68BCBC2D0}" sibTransId="{C03A2A1A-81AE-4EF6-ACAB-8BDEA2A495A8}"/>
    <dgm:cxn modelId="{2980049D-FFE2-4139-8D26-E501FC19F19D}" type="presOf" srcId="{3D9ED44B-F253-45E4-9F05-3A0F0A362EC2}" destId="{9FA51810-A896-42F0-8549-217654593014}" srcOrd="0" destOrd="0" presId="urn:microsoft.com/office/officeart/2005/8/layout/vList5"/>
    <dgm:cxn modelId="{146325BD-7648-4EFB-94BE-872CAE6C826F}" srcId="{E9229D8E-C2A5-4E6F-89DF-DC6CBABFD904}" destId="{25EFCECE-795F-46E2-AEEC-D58F529B723F}" srcOrd="0" destOrd="0" parTransId="{7B257960-7809-45BA-9FA1-10809E88E5A3}" sibTransId="{B6A9F054-806F-47F8-8E0C-895742E158A2}"/>
    <dgm:cxn modelId="{4A1AEE87-C050-4006-A5E1-3C852A593E8E}" type="presOf" srcId="{0B09DC13-473D-4488-9DFD-D1019D4293D3}" destId="{47F8267F-713F-4C7A-9053-6A592A3FC3C6}" srcOrd="0" destOrd="0" presId="urn:microsoft.com/office/officeart/2005/8/layout/vList5"/>
    <dgm:cxn modelId="{3A333A89-4D64-4C6A-B6B9-67DE646FC35C}" srcId="{55C9BC06-27E7-4506-9472-91BB7936D53F}" destId="{A16277F7-55F5-4900-A577-3C17ADF60620}" srcOrd="4" destOrd="0" parTransId="{0A426471-5AE9-457A-BCB7-6A967E1C3098}" sibTransId="{1E2DC076-F51A-468A-94CD-60497E00188B}"/>
    <dgm:cxn modelId="{ACC4FC0E-170C-407C-A9AF-463D935601D4}" type="presOf" srcId="{25EFCECE-795F-46E2-AEEC-D58F529B723F}" destId="{FCD21A22-F86A-4BAD-AD4E-1381AF126862}" srcOrd="0" destOrd="0" presId="urn:microsoft.com/office/officeart/2005/8/layout/vList5"/>
    <dgm:cxn modelId="{1A1FE5AC-3C25-414A-A422-07CBED23C495}" type="presOf" srcId="{B6E66D6F-58E7-41FE-9C39-3789866D2ADE}" destId="{F1C0A150-5B65-409D-938A-4B749D41A0C9}" srcOrd="0" destOrd="0" presId="urn:microsoft.com/office/officeart/2005/8/layout/vList5"/>
    <dgm:cxn modelId="{4A53A962-8350-483E-A79F-43B50694A5DA}" srcId="{55C9BC06-27E7-4506-9472-91BB7936D53F}" destId="{B6E66D6F-58E7-41FE-9C39-3789866D2ADE}" srcOrd="5" destOrd="0" parTransId="{45DFF80D-70E5-4961-98E6-803E89BF6C69}" sibTransId="{F701EBE9-E03D-47EF-B774-D79FFF1F6318}"/>
    <dgm:cxn modelId="{D20EB8E1-7275-4FBA-8F18-BA7B5AB6486F}" type="presOf" srcId="{23FC3643-A601-4369-B27F-46344EE05CAB}" destId="{8D1B5D78-6BCA-4BFE-A54A-3FBFC91E4964}" srcOrd="0" destOrd="0" presId="urn:microsoft.com/office/officeart/2005/8/layout/vList5"/>
    <dgm:cxn modelId="{3101C400-6691-4D8B-B1A6-BCC867D89ABC}" srcId="{55C9BC06-27E7-4506-9472-91BB7936D53F}" destId="{0B09DC13-473D-4488-9DFD-D1019D4293D3}" srcOrd="3" destOrd="0" parTransId="{379066A5-28CF-4386-8317-C0A1AAF0305B}" sibTransId="{A03BAD12-1B55-4F4F-BFFB-30C52F582150}"/>
    <dgm:cxn modelId="{39F522E9-E149-4C8A-8088-AF17EA3F99D6}" type="presOf" srcId="{30CE7ABA-6626-478D-82A9-0C6F5A441960}" destId="{B6BC8131-068C-422E-BD0A-743D184796A9}" srcOrd="0" destOrd="0" presId="urn:microsoft.com/office/officeart/2005/8/layout/vList5"/>
    <dgm:cxn modelId="{466DBAA8-EE90-4913-B6E4-9715C38A540A}" type="presOf" srcId="{A2CD7B22-281A-42AC-B04B-8D96B5DA4912}" destId="{FB2A164C-6E98-42E2-A967-46CEE9E3ABD3}" srcOrd="0" destOrd="0" presId="urn:microsoft.com/office/officeart/2005/8/layout/vList5"/>
    <dgm:cxn modelId="{C0EAC88B-3B5D-4B81-AFFF-DE0BC37C833B}" type="presOf" srcId="{FCB48F7E-A893-4B46-A152-00F0D2CE3D6C}" destId="{876019AC-F2D3-4140-9E13-8C4A1F228582}" srcOrd="0" destOrd="0" presId="urn:microsoft.com/office/officeart/2005/8/layout/vList5"/>
    <dgm:cxn modelId="{F85DE6D9-F06E-444A-BBB5-0A786E906FCD}" srcId="{30CE7ABA-6626-478D-82A9-0C6F5A441960}" destId="{A2CD7B22-281A-42AC-B04B-8D96B5DA4912}" srcOrd="0" destOrd="0" parTransId="{77516C5C-6419-4207-84B2-04C2E449C422}" sibTransId="{9AF01A24-E8C4-44CD-AFBA-12D59FB9B15E}"/>
    <dgm:cxn modelId="{45AA553D-2B73-44ED-A081-FE671DFBBBCD}" type="presOf" srcId="{C537F16C-9AE4-49DF-88D9-83D1EA60AF84}" destId="{899E2C62-6850-483D-B87D-80F915B765B5}" srcOrd="0" destOrd="0" presId="urn:microsoft.com/office/officeart/2005/8/layout/vList5"/>
    <dgm:cxn modelId="{3540D398-50DA-47F5-A79C-1BA590C8E9F1}" srcId="{B6E66D6F-58E7-41FE-9C39-3789866D2ADE}" destId="{23FC3643-A601-4369-B27F-46344EE05CAB}" srcOrd="0" destOrd="0" parTransId="{5DE4F113-43EF-4E68-8A6C-58C5499EDF88}" sibTransId="{A1CB317C-73FA-463D-AD06-AA26BB04CE07}"/>
    <dgm:cxn modelId="{E335864F-6B35-4EDD-9F20-38C502ABAEBE}" type="presOf" srcId="{55C9BC06-27E7-4506-9472-91BB7936D53F}" destId="{46BEA991-5658-48FC-B01F-DE47F40EE891}" srcOrd="0" destOrd="0" presId="urn:microsoft.com/office/officeart/2005/8/layout/vList5"/>
    <dgm:cxn modelId="{4FBAAB12-DA46-4F27-8D09-5C11B2B57838}" type="presParOf" srcId="{46BEA991-5658-48FC-B01F-DE47F40EE891}" destId="{573CA7B6-2C62-4154-A1DC-DBDF6376DC61}" srcOrd="0" destOrd="0" presId="urn:microsoft.com/office/officeart/2005/8/layout/vList5"/>
    <dgm:cxn modelId="{0411EFB5-792C-4E98-8F91-71984AF7E24C}" type="presParOf" srcId="{573CA7B6-2C62-4154-A1DC-DBDF6376DC61}" destId="{21337BD4-EAE7-4FC6-8B68-510B5313E295}" srcOrd="0" destOrd="0" presId="urn:microsoft.com/office/officeart/2005/8/layout/vList5"/>
    <dgm:cxn modelId="{B49FAAB8-F526-4608-A393-1DCFA0DCA418}" type="presParOf" srcId="{573CA7B6-2C62-4154-A1DC-DBDF6376DC61}" destId="{FCD21A22-F86A-4BAD-AD4E-1381AF126862}" srcOrd="1" destOrd="0" presId="urn:microsoft.com/office/officeart/2005/8/layout/vList5"/>
    <dgm:cxn modelId="{DFA054D4-0422-457E-9787-5599453A3DE4}" type="presParOf" srcId="{46BEA991-5658-48FC-B01F-DE47F40EE891}" destId="{486E8B6A-812D-474D-BFAE-A24B4FBF7FD7}" srcOrd="1" destOrd="0" presId="urn:microsoft.com/office/officeart/2005/8/layout/vList5"/>
    <dgm:cxn modelId="{700B4A14-23C4-4959-94B3-E162C55E7CC9}" type="presParOf" srcId="{46BEA991-5658-48FC-B01F-DE47F40EE891}" destId="{CD376536-94F0-4622-BCCC-F50FF21A6330}" srcOrd="2" destOrd="0" presId="urn:microsoft.com/office/officeart/2005/8/layout/vList5"/>
    <dgm:cxn modelId="{387EC3FE-AC6F-42DD-B9EA-A86A34531897}" type="presParOf" srcId="{CD376536-94F0-4622-BCCC-F50FF21A6330}" destId="{876019AC-F2D3-4140-9E13-8C4A1F228582}" srcOrd="0" destOrd="0" presId="urn:microsoft.com/office/officeart/2005/8/layout/vList5"/>
    <dgm:cxn modelId="{E598EBCE-EDD5-4DD8-9B55-4BFB3C4F10DB}" type="presParOf" srcId="{CD376536-94F0-4622-BCCC-F50FF21A6330}" destId="{187EE60B-D6ED-4EB5-900F-3927531DD5F8}" srcOrd="1" destOrd="0" presId="urn:microsoft.com/office/officeart/2005/8/layout/vList5"/>
    <dgm:cxn modelId="{3FA8FC48-C301-4410-89E7-132CB4D23C74}" type="presParOf" srcId="{46BEA991-5658-48FC-B01F-DE47F40EE891}" destId="{3C398523-6CAF-43A2-B99D-7F77DD2840A2}" srcOrd="3" destOrd="0" presId="urn:microsoft.com/office/officeart/2005/8/layout/vList5"/>
    <dgm:cxn modelId="{DB7226F3-0DD5-4DE4-9B33-1E2AC4880178}" type="presParOf" srcId="{46BEA991-5658-48FC-B01F-DE47F40EE891}" destId="{FC0A0AFD-DC5C-4BA9-B5C3-8747221866DD}" srcOrd="4" destOrd="0" presId="urn:microsoft.com/office/officeart/2005/8/layout/vList5"/>
    <dgm:cxn modelId="{FB38A6A5-8FA7-4A9F-A301-6DC833B2384E}" type="presParOf" srcId="{FC0A0AFD-DC5C-4BA9-B5C3-8747221866DD}" destId="{B6BC8131-068C-422E-BD0A-743D184796A9}" srcOrd="0" destOrd="0" presId="urn:microsoft.com/office/officeart/2005/8/layout/vList5"/>
    <dgm:cxn modelId="{86BF19AA-5A76-4581-85F2-549095A56AA1}" type="presParOf" srcId="{FC0A0AFD-DC5C-4BA9-B5C3-8747221866DD}" destId="{FB2A164C-6E98-42E2-A967-46CEE9E3ABD3}" srcOrd="1" destOrd="0" presId="urn:microsoft.com/office/officeart/2005/8/layout/vList5"/>
    <dgm:cxn modelId="{5B5C65D9-5D75-4A87-A324-0D5F6B6ABBB2}" type="presParOf" srcId="{46BEA991-5658-48FC-B01F-DE47F40EE891}" destId="{4EAF4BBB-ACD2-43B0-87FE-CFE4354A1F96}" srcOrd="5" destOrd="0" presId="urn:microsoft.com/office/officeart/2005/8/layout/vList5"/>
    <dgm:cxn modelId="{A6369207-6861-480B-9B01-7ADF7E9A7389}" type="presParOf" srcId="{46BEA991-5658-48FC-B01F-DE47F40EE891}" destId="{77B8CD79-1759-42CB-B486-E339EBF21246}" srcOrd="6" destOrd="0" presId="urn:microsoft.com/office/officeart/2005/8/layout/vList5"/>
    <dgm:cxn modelId="{6DCADEBA-4262-4BD6-B724-9F07E6DCB33D}" type="presParOf" srcId="{77B8CD79-1759-42CB-B486-E339EBF21246}" destId="{47F8267F-713F-4C7A-9053-6A592A3FC3C6}" srcOrd="0" destOrd="0" presId="urn:microsoft.com/office/officeart/2005/8/layout/vList5"/>
    <dgm:cxn modelId="{F12C103C-A649-438A-BD78-0D012E215FEA}" type="presParOf" srcId="{77B8CD79-1759-42CB-B486-E339EBF21246}" destId="{899E2C62-6850-483D-B87D-80F915B765B5}" srcOrd="1" destOrd="0" presId="urn:microsoft.com/office/officeart/2005/8/layout/vList5"/>
    <dgm:cxn modelId="{595A9230-6B06-4AA9-AD41-083E356D761C}" type="presParOf" srcId="{46BEA991-5658-48FC-B01F-DE47F40EE891}" destId="{841A090A-3BD5-4321-A774-D111CAB1FB3E}" srcOrd="7" destOrd="0" presId="urn:microsoft.com/office/officeart/2005/8/layout/vList5"/>
    <dgm:cxn modelId="{BC015BDD-91D9-4F1C-B132-15EC3C314A38}" type="presParOf" srcId="{46BEA991-5658-48FC-B01F-DE47F40EE891}" destId="{9964F3AB-36EA-4D74-91CB-FC633CB34A3F}" srcOrd="8" destOrd="0" presId="urn:microsoft.com/office/officeart/2005/8/layout/vList5"/>
    <dgm:cxn modelId="{DA99874E-E11A-4295-8013-8BABEF35CB99}" type="presParOf" srcId="{9964F3AB-36EA-4D74-91CB-FC633CB34A3F}" destId="{8D471BB1-EE3C-48B2-9A4F-A473204E59F7}" srcOrd="0" destOrd="0" presId="urn:microsoft.com/office/officeart/2005/8/layout/vList5"/>
    <dgm:cxn modelId="{02AE2024-925C-41E3-961C-C82EFC4E5DE2}" type="presParOf" srcId="{9964F3AB-36EA-4D74-91CB-FC633CB34A3F}" destId="{9FA51810-A896-42F0-8549-217654593014}" srcOrd="1" destOrd="0" presId="urn:microsoft.com/office/officeart/2005/8/layout/vList5"/>
    <dgm:cxn modelId="{9AD0D37B-D888-48AB-9801-A12EDDF1CC9D}" type="presParOf" srcId="{46BEA991-5658-48FC-B01F-DE47F40EE891}" destId="{73B3BB89-DC4D-4690-8527-1745292288C2}" srcOrd="9" destOrd="0" presId="urn:microsoft.com/office/officeart/2005/8/layout/vList5"/>
    <dgm:cxn modelId="{0FC2B7F1-4CD3-4748-9C6F-03EDD4C0F19A}" type="presParOf" srcId="{46BEA991-5658-48FC-B01F-DE47F40EE891}" destId="{4B5B66F6-9C2C-4BC5-ACDC-B9EFB9211393}" srcOrd="10" destOrd="0" presId="urn:microsoft.com/office/officeart/2005/8/layout/vList5"/>
    <dgm:cxn modelId="{4D903CDF-D86A-4705-80E9-7E11DEF42C35}" type="presParOf" srcId="{4B5B66F6-9C2C-4BC5-ACDC-B9EFB9211393}" destId="{F1C0A150-5B65-409D-938A-4B749D41A0C9}" srcOrd="0" destOrd="0" presId="urn:microsoft.com/office/officeart/2005/8/layout/vList5"/>
    <dgm:cxn modelId="{D2E309E3-753A-4776-8F14-B4863D9A00D4}"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1">
            <a:lumMod val="40000"/>
            <a:lumOff val="60000"/>
            <a:alpha val="90000"/>
          </a:schemeClr>
        </a:solidFill>
      </dgm:spPr>
      <dgm:t>
        <a:bodyPr/>
        <a:lstStyle/>
        <a:p>
          <a:r>
            <a:rPr lang="gsw-FR" altLang="zh-CN" dirty="0" smtClean="0"/>
            <a:t>Composition</a:t>
          </a:r>
          <a:r>
            <a:rPr lang="en-US" altLang="zh-CN" dirty="0" smtClean="0"/>
            <a:t> and status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a:solidFill>
          <a:schemeClr val="accent1">
            <a:lumMod val="40000"/>
            <a:lumOff val="60000"/>
            <a:alpha val="90000"/>
          </a:schemeClr>
        </a:solidFill>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a:solidFill>
          <a:schemeClr val="accent1">
            <a:lumMod val="40000"/>
            <a:lumOff val="60000"/>
            <a:alpha val="90000"/>
          </a:schemeClr>
        </a:solidFill>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a:solidFill>
          <a:schemeClr val="accent2">
            <a:lumMod val="40000"/>
            <a:lumOff val="60000"/>
            <a:alpha val="90000"/>
          </a:schemeClr>
        </a:solidFill>
      </dgm:spPr>
      <dgm:t>
        <a:bodyPr/>
        <a:lstStyle/>
        <a:p>
          <a:r>
            <a:rPr lang="en-US" altLang="zh-CN" dirty="0" smtClean="0"/>
            <a:t>Sequence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FB1544CF-E884-4A1E-92E7-58A4F30C9A98}" type="presOf" srcId="{FCB48F7E-A893-4B46-A152-00F0D2CE3D6C}" destId="{876019AC-F2D3-4140-9E13-8C4A1F228582}" srcOrd="0" destOrd="0" presId="urn:microsoft.com/office/officeart/2005/8/layout/vList5"/>
    <dgm:cxn modelId="{DD40ACBB-28AE-4551-821E-14E931C45886}" type="presOf" srcId="{EEA89238-AAB7-4900-A354-12FF59C6B067}" destId="{187EE60B-D6ED-4EB5-900F-3927531DD5F8}" srcOrd="0" destOrd="0" presId="urn:microsoft.com/office/officeart/2005/8/layout/vList5"/>
    <dgm:cxn modelId="{76BE74A9-36CF-4FA1-8308-9707BA4D2C2A}" srcId="{0B09DC13-473D-4488-9DFD-D1019D4293D3}" destId="{C537F16C-9AE4-49DF-88D9-83D1EA60AF84}" srcOrd="0" destOrd="0" parTransId="{B09C7336-A3E0-46E8-A2C2-9198BDB1C125}" sibTransId="{AAC9993E-110E-4423-BE31-10413F32F3D6}"/>
    <dgm:cxn modelId="{1A6A49E7-C357-48FF-A38B-9F1E558CC5DD}" type="presOf" srcId="{E9229D8E-C2A5-4E6F-89DF-DC6CBABFD904}" destId="{21337BD4-EAE7-4FC6-8B68-510B5313E295}" srcOrd="0" destOrd="0" presId="urn:microsoft.com/office/officeart/2005/8/layout/vList5"/>
    <dgm:cxn modelId="{42ED4CE6-8C2A-4212-A488-DF2467C147E1}" srcId="{55C9BC06-27E7-4506-9472-91BB7936D53F}" destId="{E9229D8E-C2A5-4E6F-89DF-DC6CBABFD904}" srcOrd="0" destOrd="0" parTransId="{6E3661AD-60B8-4885-BCD4-99865D4EF71F}" sibTransId="{71070190-0D03-460E-866E-F12F077467BF}"/>
    <dgm:cxn modelId="{2679E563-CC61-4868-9B6F-F63E4436BA45}" type="presOf" srcId="{B6E66D6F-58E7-41FE-9C39-3789866D2ADE}" destId="{F1C0A150-5B65-409D-938A-4B749D41A0C9}" srcOrd="0" destOrd="0" presId="urn:microsoft.com/office/officeart/2005/8/layout/vList5"/>
    <dgm:cxn modelId="{26C164FD-2B7F-4CAC-BE18-BA36FBC010D3}" type="presOf" srcId="{30CE7ABA-6626-478D-82A9-0C6F5A441960}" destId="{B6BC8131-068C-422E-BD0A-743D184796A9}"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5EBEEA3E-4C2C-4DDA-A11C-3DE949132D02}" type="presOf" srcId="{A2CD7B22-281A-42AC-B04B-8D96B5DA4912}" destId="{FB2A164C-6E98-42E2-A967-46CEE9E3ABD3}" srcOrd="0" destOrd="0" presId="urn:microsoft.com/office/officeart/2005/8/layout/vList5"/>
    <dgm:cxn modelId="{83EDD32B-8027-40D1-A62F-C1F0145A66AC}" srcId="{55C9BC06-27E7-4506-9472-91BB7936D53F}" destId="{30CE7ABA-6626-478D-82A9-0C6F5A441960}" srcOrd="2" destOrd="0" parTransId="{F01FF562-F0D6-4FB2-878C-11E70070A6AE}" sibTransId="{1BF39F7E-1541-45A1-987F-F0F485FB198C}"/>
    <dgm:cxn modelId="{AAAC6DA3-38F9-4A35-A0A1-F2B8619A6377}" type="presOf" srcId="{C537F16C-9AE4-49DF-88D9-83D1EA60AF84}" destId="{899E2C62-6850-483D-B87D-80F915B765B5}" srcOrd="0" destOrd="0" presId="urn:microsoft.com/office/officeart/2005/8/layout/vList5"/>
    <dgm:cxn modelId="{51D5845F-7B21-4379-A0C9-B696E140B391}" srcId="{A16277F7-55F5-4900-A577-3C17ADF60620}" destId="{3D9ED44B-F253-45E4-9F05-3A0F0A362EC2}" srcOrd="0" destOrd="0" parTransId="{E71ECAFA-9DF1-4015-881C-6CF953EC2F69}" sibTransId="{2611CBD1-1827-4BF5-AE0C-48E29B97859D}"/>
    <dgm:cxn modelId="{B6326B85-3C03-449D-A95B-3381AF708B92}" srcId="{FCB48F7E-A893-4B46-A152-00F0D2CE3D6C}" destId="{EEA89238-AAB7-4900-A354-12FF59C6B067}" srcOrd="0" destOrd="0" parTransId="{F5D7C2F8-0416-429A-882B-F5A68BCBC2D0}" sibTransId="{C03A2A1A-81AE-4EF6-ACAB-8BDEA2A495A8}"/>
    <dgm:cxn modelId="{146325BD-7648-4EFB-94BE-872CAE6C826F}" srcId="{E9229D8E-C2A5-4E6F-89DF-DC6CBABFD904}" destId="{25EFCECE-795F-46E2-AEEC-D58F529B723F}" srcOrd="0" destOrd="0" parTransId="{7B257960-7809-45BA-9FA1-10809E88E5A3}" sibTransId="{B6A9F054-806F-47F8-8E0C-895742E158A2}"/>
    <dgm:cxn modelId="{3A333A89-4D64-4C6A-B6B9-67DE646FC35C}" srcId="{55C9BC06-27E7-4506-9472-91BB7936D53F}" destId="{A16277F7-55F5-4900-A577-3C17ADF60620}" srcOrd="4" destOrd="0" parTransId="{0A426471-5AE9-457A-BCB7-6A967E1C3098}" sibTransId="{1E2DC076-F51A-468A-94CD-60497E00188B}"/>
    <dgm:cxn modelId="{38C74B48-F416-4B1F-B13B-0C18DA3BFC8F}" type="presOf" srcId="{0B09DC13-473D-4488-9DFD-D1019D4293D3}" destId="{47F8267F-713F-4C7A-9053-6A592A3FC3C6}" srcOrd="0" destOrd="0" presId="urn:microsoft.com/office/officeart/2005/8/layout/vList5"/>
    <dgm:cxn modelId="{4A53A962-8350-483E-A79F-43B50694A5DA}" srcId="{55C9BC06-27E7-4506-9472-91BB7936D53F}" destId="{B6E66D6F-58E7-41FE-9C39-3789866D2ADE}" srcOrd="5" destOrd="0" parTransId="{45DFF80D-70E5-4961-98E6-803E89BF6C69}" sibTransId="{F701EBE9-E03D-47EF-B774-D79FFF1F6318}"/>
    <dgm:cxn modelId="{EA6DC4A4-A0E5-4881-B53A-A85F864A6DF3}" type="presOf" srcId="{A16277F7-55F5-4900-A577-3C17ADF60620}" destId="{8D471BB1-EE3C-48B2-9A4F-A473204E59F7}" srcOrd="0" destOrd="0" presId="urn:microsoft.com/office/officeart/2005/8/layout/vList5"/>
    <dgm:cxn modelId="{3101C400-6691-4D8B-B1A6-BCC867D89ABC}" srcId="{55C9BC06-27E7-4506-9472-91BB7936D53F}" destId="{0B09DC13-473D-4488-9DFD-D1019D4293D3}" srcOrd="3" destOrd="0" parTransId="{379066A5-28CF-4386-8317-C0A1AAF0305B}" sibTransId="{A03BAD12-1B55-4F4F-BFFB-30C52F582150}"/>
    <dgm:cxn modelId="{F85DE6D9-F06E-444A-BBB5-0A786E906FCD}" srcId="{30CE7ABA-6626-478D-82A9-0C6F5A441960}" destId="{A2CD7B22-281A-42AC-B04B-8D96B5DA4912}" srcOrd="0" destOrd="0" parTransId="{77516C5C-6419-4207-84B2-04C2E449C422}" sibTransId="{9AF01A24-E8C4-44CD-AFBA-12D59FB9B15E}"/>
    <dgm:cxn modelId="{DB92B31D-904D-4A8B-B8A6-D8F5AA4A0922}" type="presOf" srcId="{23FC3643-A601-4369-B27F-46344EE05CAB}" destId="{8D1B5D78-6BCA-4BFE-A54A-3FBFC91E4964}" srcOrd="0" destOrd="0" presId="urn:microsoft.com/office/officeart/2005/8/layout/vList5"/>
    <dgm:cxn modelId="{3540D398-50DA-47F5-A79C-1BA590C8E9F1}" srcId="{B6E66D6F-58E7-41FE-9C39-3789866D2ADE}" destId="{23FC3643-A601-4369-B27F-46344EE05CAB}" srcOrd="0" destOrd="0" parTransId="{5DE4F113-43EF-4E68-8A6C-58C5499EDF88}" sibTransId="{A1CB317C-73FA-463D-AD06-AA26BB04CE07}"/>
    <dgm:cxn modelId="{4F5B5CCA-0821-49E5-956C-EF5DA36E8A33}" type="presOf" srcId="{3D9ED44B-F253-45E4-9F05-3A0F0A362EC2}" destId="{9FA51810-A896-42F0-8549-217654593014}" srcOrd="0" destOrd="0" presId="urn:microsoft.com/office/officeart/2005/8/layout/vList5"/>
    <dgm:cxn modelId="{AD2D177F-AE13-4AA6-8C2A-CA4EFABDEFDE}" type="presOf" srcId="{55C9BC06-27E7-4506-9472-91BB7936D53F}" destId="{46BEA991-5658-48FC-B01F-DE47F40EE891}" srcOrd="0" destOrd="0" presId="urn:microsoft.com/office/officeart/2005/8/layout/vList5"/>
    <dgm:cxn modelId="{3216EA6A-D3EE-4E93-85E4-5470E36ED304}" type="presOf" srcId="{25EFCECE-795F-46E2-AEEC-D58F529B723F}" destId="{FCD21A22-F86A-4BAD-AD4E-1381AF126862}" srcOrd="0" destOrd="0" presId="urn:microsoft.com/office/officeart/2005/8/layout/vList5"/>
    <dgm:cxn modelId="{D96516F1-1A21-4E58-86FC-C8E621E60309}" type="presParOf" srcId="{46BEA991-5658-48FC-B01F-DE47F40EE891}" destId="{573CA7B6-2C62-4154-A1DC-DBDF6376DC61}" srcOrd="0" destOrd="0" presId="urn:microsoft.com/office/officeart/2005/8/layout/vList5"/>
    <dgm:cxn modelId="{EA695AC2-A871-4366-B80B-998B67298F1A}" type="presParOf" srcId="{573CA7B6-2C62-4154-A1DC-DBDF6376DC61}" destId="{21337BD4-EAE7-4FC6-8B68-510B5313E295}" srcOrd="0" destOrd="0" presId="urn:microsoft.com/office/officeart/2005/8/layout/vList5"/>
    <dgm:cxn modelId="{E5A74EA4-1CAB-4C26-8F8C-48623C0887DE}" type="presParOf" srcId="{573CA7B6-2C62-4154-A1DC-DBDF6376DC61}" destId="{FCD21A22-F86A-4BAD-AD4E-1381AF126862}" srcOrd="1" destOrd="0" presId="urn:microsoft.com/office/officeart/2005/8/layout/vList5"/>
    <dgm:cxn modelId="{FD90AE24-017F-4ECD-B7B5-00FFD86D0B83}" type="presParOf" srcId="{46BEA991-5658-48FC-B01F-DE47F40EE891}" destId="{486E8B6A-812D-474D-BFAE-A24B4FBF7FD7}" srcOrd="1" destOrd="0" presId="urn:microsoft.com/office/officeart/2005/8/layout/vList5"/>
    <dgm:cxn modelId="{C7F91504-C85F-4577-9C6C-71A895EB401E}" type="presParOf" srcId="{46BEA991-5658-48FC-B01F-DE47F40EE891}" destId="{CD376536-94F0-4622-BCCC-F50FF21A6330}" srcOrd="2" destOrd="0" presId="urn:microsoft.com/office/officeart/2005/8/layout/vList5"/>
    <dgm:cxn modelId="{75A252B2-9AD3-402C-A66D-4983A9C76C86}" type="presParOf" srcId="{CD376536-94F0-4622-BCCC-F50FF21A6330}" destId="{876019AC-F2D3-4140-9E13-8C4A1F228582}" srcOrd="0" destOrd="0" presId="urn:microsoft.com/office/officeart/2005/8/layout/vList5"/>
    <dgm:cxn modelId="{FE7583AD-CD0E-46C9-8B6F-AE9EA7C520A1}" type="presParOf" srcId="{CD376536-94F0-4622-BCCC-F50FF21A6330}" destId="{187EE60B-D6ED-4EB5-900F-3927531DD5F8}" srcOrd="1" destOrd="0" presId="urn:microsoft.com/office/officeart/2005/8/layout/vList5"/>
    <dgm:cxn modelId="{AE3F458D-5AEF-4252-87B8-7FC19E597AE1}" type="presParOf" srcId="{46BEA991-5658-48FC-B01F-DE47F40EE891}" destId="{3C398523-6CAF-43A2-B99D-7F77DD2840A2}" srcOrd="3" destOrd="0" presId="urn:microsoft.com/office/officeart/2005/8/layout/vList5"/>
    <dgm:cxn modelId="{A6EDBB11-19FC-4DCF-BBF1-65E44F0785B8}" type="presParOf" srcId="{46BEA991-5658-48FC-B01F-DE47F40EE891}" destId="{FC0A0AFD-DC5C-4BA9-B5C3-8747221866DD}" srcOrd="4" destOrd="0" presId="urn:microsoft.com/office/officeart/2005/8/layout/vList5"/>
    <dgm:cxn modelId="{40C56636-A237-487B-B98E-F66A0629D6A5}" type="presParOf" srcId="{FC0A0AFD-DC5C-4BA9-B5C3-8747221866DD}" destId="{B6BC8131-068C-422E-BD0A-743D184796A9}" srcOrd="0" destOrd="0" presId="urn:microsoft.com/office/officeart/2005/8/layout/vList5"/>
    <dgm:cxn modelId="{4CCB3BE5-E674-403B-9AD7-7AC804F0511D}" type="presParOf" srcId="{FC0A0AFD-DC5C-4BA9-B5C3-8747221866DD}" destId="{FB2A164C-6E98-42E2-A967-46CEE9E3ABD3}" srcOrd="1" destOrd="0" presId="urn:microsoft.com/office/officeart/2005/8/layout/vList5"/>
    <dgm:cxn modelId="{AA285528-8AF1-4D1C-8DCB-DA730BCCE3A0}" type="presParOf" srcId="{46BEA991-5658-48FC-B01F-DE47F40EE891}" destId="{4EAF4BBB-ACD2-43B0-87FE-CFE4354A1F96}" srcOrd="5" destOrd="0" presId="urn:microsoft.com/office/officeart/2005/8/layout/vList5"/>
    <dgm:cxn modelId="{4710292A-4BDF-4FB5-BEE8-3B366FCFD393}" type="presParOf" srcId="{46BEA991-5658-48FC-B01F-DE47F40EE891}" destId="{77B8CD79-1759-42CB-B486-E339EBF21246}" srcOrd="6" destOrd="0" presId="urn:microsoft.com/office/officeart/2005/8/layout/vList5"/>
    <dgm:cxn modelId="{1D9D7938-0569-4C36-B360-F0B4D6B2ACD2}" type="presParOf" srcId="{77B8CD79-1759-42CB-B486-E339EBF21246}" destId="{47F8267F-713F-4C7A-9053-6A592A3FC3C6}" srcOrd="0" destOrd="0" presId="urn:microsoft.com/office/officeart/2005/8/layout/vList5"/>
    <dgm:cxn modelId="{0F001B95-0AEF-41D4-A5FF-59A50099B15C}" type="presParOf" srcId="{77B8CD79-1759-42CB-B486-E339EBF21246}" destId="{899E2C62-6850-483D-B87D-80F915B765B5}" srcOrd="1" destOrd="0" presId="urn:microsoft.com/office/officeart/2005/8/layout/vList5"/>
    <dgm:cxn modelId="{53BAC7A5-D8BB-458F-9C1D-C4FBA40BFFF7}" type="presParOf" srcId="{46BEA991-5658-48FC-B01F-DE47F40EE891}" destId="{841A090A-3BD5-4321-A774-D111CAB1FB3E}" srcOrd="7" destOrd="0" presId="urn:microsoft.com/office/officeart/2005/8/layout/vList5"/>
    <dgm:cxn modelId="{17036015-CDA0-4C27-A9BC-37D2D5A2C9CD}" type="presParOf" srcId="{46BEA991-5658-48FC-B01F-DE47F40EE891}" destId="{9964F3AB-36EA-4D74-91CB-FC633CB34A3F}" srcOrd="8" destOrd="0" presId="urn:microsoft.com/office/officeart/2005/8/layout/vList5"/>
    <dgm:cxn modelId="{FCEE87A0-8863-4A0A-8BC5-C39B72BCCBD0}" type="presParOf" srcId="{9964F3AB-36EA-4D74-91CB-FC633CB34A3F}" destId="{8D471BB1-EE3C-48B2-9A4F-A473204E59F7}" srcOrd="0" destOrd="0" presId="urn:microsoft.com/office/officeart/2005/8/layout/vList5"/>
    <dgm:cxn modelId="{DB7167A8-0053-4984-8947-6614A63B3B1E}" type="presParOf" srcId="{9964F3AB-36EA-4D74-91CB-FC633CB34A3F}" destId="{9FA51810-A896-42F0-8549-217654593014}" srcOrd="1" destOrd="0" presId="urn:microsoft.com/office/officeart/2005/8/layout/vList5"/>
    <dgm:cxn modelId="{2A0E6EA0-4146-49DF-9931-2EC80CDB89B0}" type="presParOf" srcId="{46BEA991-5658-48FC-B01F-DE47F40EE891}" destId="{73B3BB89-DC4D-4690-8527-1745292288C2}" srcOrd="9" destOrd="0" presId="urn:microsoft.com/office/officeart/2005/8/layout/vList5"/>
    <dgm:cxn modelId="{4E42CC11-EE39-4B3E-9962-5BC30EA46B00}" type="presParOf" srcId="{46BEA991-5658-48FC-B01F-DE47F40EE891}" destId="{4B5B66F6-9C2C-4BC5-ACDC-B9EFB9211393}" srcOrd="10" destOrd="0" presId="urn:microsoft.com/office/officeart/2005/8/layout/vList5"/>
    <dgm:cxn modelId="{F19C5370-11BD-4E43-B95A-BC5DD04919E6}" type="presParOf" srcId="{4B5B66F6-9C2C-4BC5-ACDC-B9EFB9211393}" destId="{F1C0A150-5B65-409D-938A-4B749D41A0C9}" srcOrd="0" destOrd="0" presId="urn:microsoft.com/office/officeart/2005/8/layout/vList5"/>
    <dgm:cxn modelId="{9B58DA18-C107-4B14-B2B9-C7F313BD518E}"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B42C654-EDAB-4ABB-A78F-60E0927DF53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CN" altLang="en-US"/>
        </a:p>
      </dgm:t>
    </dgm:pt>
    <dgm:pt modelId="{4452C19C-DB1B-4B0D-8490-DBEBEB42B6FC}">
      <dgm:prSet phldrT="[文本]"/>
      <dgm:spPr/>
      <dgm:t>
        <a:bodyPr/>
        <a:lstStyle/>
        <a:p>
          <a:r>
            <a:rPr lang="en-US" altLang="zh-CN" b="0" dirty="0" smtClean="0">
              <a:latin typeface="Calibri" pitchFamily="34" charset="0"/>
            </a:rPr>
            <a:t>Power on Integrated transmission machine</a:t>
          </a:r>
          <a:endParaRPr lang="zh-CN" altLang="en-US" b="0" dirty="0"/>
        </a:p>
      </dgm:t>
    </dgm:pt>
    <dgm:pt modelId="{028823B9-1DEC-4D0D-B215-715A095527B5}" type="parTrans" cxnId="{7AAEB515-9E3E-48F7-938E-6CCBB1550D6D}">
      <dgm:prSet/>
      <dgm:spPr/>
      <dgm:t>
        <a:bodyPr/>
        <a:lstStyle/>
        <a:p>
          <a:endParaRPr lang="zh-CN" altLang="en-US"/>
        </a:p>
      </dgm:t>
    </dgm:pt>
    <dgm:pt modelId="{843B639D-36C4-4976-857F-A10B7B8A60DE}" type="sibTrans" cxnId="{7AAEB515-9E3E-48F7-938E-6CCBB1550D6D}">
      <dgm:prSet/>
      <dgm:spPr/>
      <dgm:t>
        <a:bodyPr/>
        <a:lstStyle/>
        <a:p>
          <a:endParaRPr lang="zh-CN" altLang="en-US"/>
        </a:p>
      </dgm:t>
    </dgm:pt>
    <dgm:pt modelId="{5BA73BBB-978D-4A3B-9DCD-C8A6D189F595}">
      <dgm:prSet phldrT="[文本]"/>
      <dgm:spPr/>
      <dgm:t>
        <a:bodyPr/>
        <a:lstStyle/>
        <a:p>
          <a:r>
            <a:rPr lang="en-US" altLang="zh-CN" b="0" dirty="0" smtClean="0">
              <a:latin typeface="Calibri" pitchFamily="34" charset="0"/>
            </a:rPr>
            <a:t>Choosing of compression manner</a:t>
          </a:r>
          <a:endParaRPr lang="zh-CN" altLang="en-US" b="0" dirty="0"/>
        </a:p>
      </dgm:t>
    </dgm:pt>
    <dgm:pt modelId="{1AEE444F-2C64-41D7-A8C1-9DD42C413126}" type="parTrans" cxnId="{3EF317EF-8497-4E82-A10C-ACC5740BF2D3}">
      <dgm:prSet/>
      <dgm:spPr/>
      <dgm:t>
        <a:bodyPr/>
        <a:lstStyle/>
        <a:p>
          <a:endParaRPr lang="zh-CN" altLang="en-US"/>
        </a:p>
      </dgm:t>
    </dgm:pt>
    <dgm:pt modelId="{0453E97A-ED6C-47B3-8DF3-54E1D65BBFA0}" type="sibTrans" cxnId="{3EF317EF-8497-4E82-A10C-ACC5740BF2D3}">
      <dgm:prSet/>
      <dgm:spPr/>
      <dgm:t>
        <a:bodyPr/>
        <a:lstStyle/>
        <a:p>
          <a:endParaRPr lang="zh-CN" altLang="en-US"/>
        </a:p>
      </dgm:t>
    </dgm:pt>
    <dgm:pt modelId="{75C9CB1F-3A86-4F7C-AE23-D986FBC6CB94}">
      <dgm:prSet phldrT="[文本]"/>
      <dgm:spPr/>
      <dgm:t>
        <a:bodyPr/>
        <a:lstStyle/>
        <a:p>
          <a:r>
            <a:rPr lang="en-US" altLang="zh-CN" dirty="0" smtClean="0"/>
            <a:t>Choosing SSM</a:t>
          </a:r>
          <a:endParaRPr lang="zh-CN" altLang="en-US" dirty="0"/>
        </a:p>
      </dgm:t>
    </dgm:pt>
    <dgm:pt modelId="{467E87E3-99F4-46EE-B9A5-516A8A2F0190}" type="parTrans" cxnId="{28DACE23-14C4-40FF-88D7-D8DE0B0E7767}">
      <dgm:prSet/>
      <dgm:spPr/>
      <dgm:t>
        <a:bodyPr/>
        <a:lstStyle/>
        <a:p>
          <a:endParaRPr lang="zh-CN" altLang="en-US"/>
        </a:p>
      </dgm:t>
    </dgm:pt>
    <dgm:pt modelId="{DB251F25-5724-4648-A1E0-A264ADDABD46}" type="sibTrans" cxnId="{28DACE23-14C4-40FF-88D7-D8DE0B0E7767}">
      <dgm:prSet/>
      <dgm:spPr/>
      <dgm:t>
        <a:bodyPr/>
        <a:lstStyle/>
        <a:p>
          <a:endParaRPr lang="zh-CN" altLang="en-US"/>
        </a:p>
      </dgm:t>
    </dgm:pt>
    <dgm:pt modelId="{448C859A-A58B-4507-9DE1-537829B44EC8}" type="pres">
      <dgm:prSet presAssocID="{EB42C654-EDAB-4ABB-A78F-60E0927DF535}" presName="Name0" presStyleCnt="0">
        <dgm:presLayoutVars>
          <dgm:dir/>
          <dgm:resizeHandles val="exact"/>
        </dgm:presLayoutVars>
      </dgm:prSet>
      <dgm:spPr/>
      <dgm:t>
        <a:bodyPr/>
        <a:lstStyle/>
        <a:p>
          <a:endParaRPr lang="zh-CN" altLang="en-US"/>
        </a:p>
      </dgm:t>
    </dgm:pt>
    <dgm:pt modelId="{74F50191-6398-48CF-8E01-A565A12864B8}" type="pres">
      <dgm:prSet presAssocID="{4452C19C-DB1B-4B0D-8490-DBEBEB42B6FC}" presName="parTxOnly" presStyleLbl="node1" presStyleIdx="0" presStyleCnt="3">
        <dgm:presLayoutVars>
          <dgm:bulletEnabled val="1"/>
        </dgm:presLayoutVars>
      </dgm:prSet>
      <dgm:spPr/>
      <dgm:t>
        <a:bodyPr/>
        <a:lstStyle/>
        <a:p>
          <a:endParaRPr lang="zh-CN" altLang="en-US"/>
        </a:p>
      </dgm:t>
    </dgm:pt>
    <dgm:pt modelId="{7869A91A-1C3D-40F3-8B88-FA744578C58F}" type="pres">
      <dgm:prSet presAssocID="{843B639D-36C4-4976-857F-A10B7B8A60DE}" presName="parSpace" presStyleCnt="0"/>
      <dgm:spPr/>
    </dgm:pt>
    <dgm:pt modelId="{43944D78-DFF8-4FB7-8798-3BB0E87C63AA}" type="pres">
      <dgm:prSet presAssocID="{75C9CB1F-3A86-4F7C-AE23-D986FBC6CB94}" presName="parTxOnly" presStyleLbl="node1" presStyleIdx="1" presStyleCnt="3">
        <dgm:presLayoutVars>
          <dgm:bulletEnabled val="1"/>
        </dgm:presLayoutVars>
      </dgm:prSet>
      <dgm:spPr/>
      <dgm:t>
        <a:bodyPr/>
        <a:lstStyle/>
        <a:p>
          <a:endParaRPr lang="zh-CN" altLang="en-US"/>
        </a:p>
      </dgm:t>
    </dgm:pt>
    <dgm:pt modelId="{6FB17E92-358C-4508-B3FA-403E53A457E3}" type="pres">
      <dgm:prSet presAssocID="{DB251F25-5724-4648-A1E0-A264ADDABD46}" presName="parSpace" presStyleCnt="0"/>
      <dgm:spPr/>
    </dgm:pt>
    <dgm:pt modelId="{AE69B3D5-1B2E-4101-B83B-E9378ACC49FB}" type="pres">
      <dgm:prSet presAssocID="{5BA73BBB-978D-4A3B-9DCD-C8A6D189F595}" presName="parTxOnly" presStyleLbl="node1" presStyleIdx="2" presStyleCnt="3">
        <dgm:presLayoutVars>
          <dgm:bulletEnabled val="1"/>
        </dgm:presLayoutVars>
      </dgm:prSet>
      <dgm:spPr/>
      <dgm:t>
        <a:bodyPr/>
        <a:lstStyle/>
        <a:p>
          <a:endParaRPr lang="zh-CN" altLang="en-US"/>
        </a:p>
      </dgm:t>
    </dgm:pt>
  </dgm:ptLst>
  <dgm:cxnLst>
    <dgm:cxn modelId="{E89E3F06-4476-42E0-90CF-BB06B2C49A77}" type="presOf" srcId="{75C9CB1F-3A86-4F7C-AE23-D986FBC6CB94}" destId="{43944D78-DFF8-4FB7-8798-3BB0E87C63AA}" srcOrd="0" destOrd="0" presId="urn:microsoft.com/office/officeart/2005/8/layout/hChevron3"/>
    <dgm:cxn modelId="{44ABE488-81BD-4A96-A44B-3E098EBFBEE3}" type="presOf" srcId="{5BA73BBB-978D-4A3B-9DCD-C8A6D189F595}" destId="{AE69B3D5-1B2E-4101-B83B-E9378ACC49FB}" srcOrd="0" destOrd="0" presId="urn:microsoft.com/office/officeart/2005/8/layout/hChevron3"/>
    <dgm:cxn modelId="{48CD6633-24EE-47BB-8224-04F08852D44C}" type="presOf" srcId="{4452C19C-DB1B-4B0D-8490-DBEBEB42B6FC}" destId="{74F50191-6398-48CF-8E01-A565A12864B8}" srcOrd="0" destOrd="0" presId="urn:microsoft.com/office/officeart/2005/8/layout/hChevron3"/>
    <dgm:cxn modelId="{3EF317EF-8497-4E82-A10C-ACC5740BF2D3}" srcId="{EB42C654-EDAB-4ABB-A78F-60E0927DF535}" destId="{5BA73BBB-978D-4A3B-9DCD-C8A6D189F595}" srcOrd="2" destOrd="0" parTransId="{1AEE444F-2C64-41D7-A8C1-9DD42C413126}" sibTransId="{0453E97A-ED6C-47B3-8DF3-54E1D65BBFA0}"/>
    <dgm:cxn modelId="{7AAEB515-9E3E-48F7-938E-6CCBB1550D6D}" srcId="{EB42C654-EDAB-4ABB-A78F-60E0927DF535}" destId="{4452C19C-DB1B-4B0D-8490-DBEBEB42B6FC}" srcOrd="0" destOrd="0" parTransId="{028823B9-1DEC-4D0D-B215-715A095527B5}" sibTransId="{843B639D-36C4-4976-857F-A10B7B8A60DE}"/>
    <dgm:cxn modelId="{28DACE23-14C4-40FF-88D7-D8DE0B0E7767}" srcId="{EB42C654-EDAB-4ABB-A78F-60E0927DF535}" destId="{75C9CB1F-3A86-4F7C-AE23-D986FBC6CB94}" srcOrd="1" destOrd="0" parTransId="{467E87E3-99F4-46EE-B9A5-516A8A2F0190}" sibTransId="{DB251F25-5724-4648-A1E0-A264ADDABD46}"/>
    <dgm:cxn modelId="{3E1AFB16-7A86-4F37-B754-7C2152E82496}" type="presOf" srcId="{EB42C654-EDAB-4ABB-A78F-60E0927DF535}" destId="{448C859A-A58B-4507-9DE1-537829B44EC8}" srcOrd="0" destOrd="0" presId="urn:microsoft.com/office/officeart/2005/8/layout/hChevron3"/>
    <dgm:cxn modelId="{DE00151B-D9F8-4058-A286-F5C55E740F67}" type="presParOf" srcId="{448C859A-A58B-4507-9DE1-537829B44EC8}" destId="{74F50191-6398-48CF-8E01-A565A12864B8}" srcOrd="0" destOrd="0" presId="urn:microsoft.com/office/officeart/2005/8/layout/hChevron3"/>
    <dgm:cxn modelId="{AC82F3F1-636B-4DAA-A2AE-D2909792EA59}" type="presParOf" srcId="{448C859A-A58B-4507-9DE1-537829B44EC8}" destId="{7869A91A-1C3D-40F3-8B88-FA744578C58F}" srcOrd="1" destOrd="0" presId="urn:microsoft.com/office/officeart/2005/8/layout/hChevron3"/>
    <dgm:cxn modelId="{8D59FBEF-F622-4A6A-92DA-1FCB6FA5AE18}" type="presParOf" srcId="{448C859A-A58B-4507-9DE1-537829B44EC8}" destId="{43944D78-DFF8-4FB7-8798-3BB0E87C63AA}" srcOrd="2" destOrd="0" presId="urn:microsoft.com/office/officeart/2005/8/layout/hChevron3"/>
    <dgm:cxn modelId="{99742649-D6E5-4E22-895F-31FA35D5ED1E}" type="presParOf" srcId="{448C859A-A58B-4507-9DE1-537829B44EC8}" destId="{6FB17E92-358C-4508-B3FA-403E53A457E3}" srcOrd="3" destOrd="0" presId="urn:microsoft.com/office/officeart/2005/8/layout/hChevron3"/>
    <dgm:cxn modelId="{2C2E9D7D-CB29-4955-8FA8-B6CD6F054E72}" type="presParOf" srcId="{448C859A-A58B-4507-9DE1-537829B44EC8}" destId="{AE69B3D5-1B2E-4101-B83B-E9378ACC49FB}" srcOrd="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B42C654-EDAB-4ABB-A78F-60E0927DF53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CN" altLang="en-US"/>
        </a:p>
      </dgm:t>
    </dgm:pt>
    <dgm:pt modelId="{4452C19C-DB1B-4B0D-8490-DBEBEB42B6FC}">
      <dgm:prSet phldrT="[文本]"/>
      <dgm:spPr/>
      <dgm:t>
        <a:bodyPr/>
        <a:lstStyle/>
        <a:p>
          <a:r>
            <a:rPr lang="en-US" altLang="zh-CN" dirty="0" smtClean="0"/>
            <a:t>Setting of recording manner</a:t>
          </a:r>
          <a:endParaRPr lang="zh-CN" altLang="en-US" b="0" dirty="0"/>
        </a:p>
      </dgm:t>
    </dgm:pt>
    <dgm:pt modelId="{028823B9-1DEC-4D0D-B215-715A095527B5}" type="parTrans" cxnId="{7AAEB515-9E3E-48F7-938E-6CCBB1550D6D}">
      <dgm:prSet/>
      <dgm:spPr/>
      <dgm:t>
        <a:bodyPr/>
        <a:lstStyle/>
        <a:p>
          <a:endParaRPr lang="zh-CN" altLang="en-US"/>
        </a:p>
      </dgm:t>
    </dgm:pt>
    <dgm:pt modelId="{843B639D-36C4-4976-857F-A10B7B8A60DE}" type="sibTrans" cxnId="{7AAEB515-9E3E-48F7-938E-6CCBB1550D6D}">
      <dgm:prSet/>
      <dgm:spPr/>
      <dgm:t>
        <a:bodyPr/>
        <a:lstStyle/>
        <a:p>
          <a:endParaRPr lang="zh-CN" altLang="en-US"/>
        </a:p>
      </dgm:t>
    </dgm:pt>
    <dgm:pt modelId="{5BA73BBB-978D-4A3B-9DCD-C8A6D189F595}">
      <dgm:prSet phldrT="[文本]"/>
      <dgm:spPr/>
      <dgm:t>
        <a:bodyPr/>
        <a:lstStyle/>
        <a:p>
          <a:r>
            <a:rPr lang="en-US" altLang="zh-CN" dirty="0" smtClean="0"/>
            <a:t>Setting of antenna pointing mode</a:t>
          </a:r>
          <a:endParaRPr lang="zh-CN" altLang="en-US" b="0" dirty="0"/>
        </a:p>
      </dgm:t>
    </dgm:pt>
    <dgm:pt modelId="{1AEE444F-2C64-41D7-A8C1-9DD42C413126}" type="parTrans" cxnId="{3EF317EF-8497-4E82-A10C-ACC5740BF2D3}">
      <dgm:prSet/>
      <dgm:spPr/>
      <dgm:t>
        <a:bodyPr/>
        <a:lstStyle/>
        <a:p>
          <a:endParaRPr lang="zh-CN" altLang="en-US"/>
        </a:p>
      </dgm:t>
    </dgm:pt>
    <dgm:pt modelId="{0453E97A-ED6C-47B3-8DF3-54E1D65BBFA0}" type="sibTrans" cxnId="{3EF317EF-8497-4E82-A10C-ACC5740BF2D3}">
      <dgm:prSet/>
      <dgm:spPr/>
      <dgm:t>
        <a:bodyPr/>
        <a:lstStyle/>
        <a:p>
          <a:endParaRPr lang="zh-CN" altLang="en-US"/>
        </a:p>
      </dgm:t>
    </dgm:pt>
    <dgm:pt modelId="{75C9CB1F-3A86-4F7C-AE23-D986FBC6CB94}">
      <dgm:prSet phldrT="[文本]"/>
      <dgm:spPr/>
      <dgm:t>
        <a:bodyPr/>
        <a:lstStyle/>
        <a:p>
          <a:r>
            <a:rPr lang="en-US" altLang="zh-CN" b="0" dirty="0" smtClean="0">
              <a:latin typeface="Calibri" pitchFamily="34" charset="0"/>
            </a:rPr>
            <a:t>Power on </a:t>
          </a:r>
          <a:r>
            <a:rPr lang="en-US" altLang="zh-CN" b="0" dirty="0" smtClean="0"/>
            <a:t>RF and antenna</a:t>
          </a:r>
          <a:endParaRPr lang="zh-CN" altLang="en-US" dirty="0"/>
        </a:p>
      </dgm:t>
    </dgm:pt>
    <dgm:pt modelId="{467E87E3-99F4-46EE-B9A5-516A8A2F0190}" type="parTrans" cxnId="{28DACE23-14C4-40FF-88D7-D8DE0B0E7767}">
      <dgm:prSet/>
      <dgm:spPr/>
      <dgm:t>
        <a:bodyPr/>
        <a:lstStyle/>
        <a:p>
          <a:endParaRPr lang="zh-CN" altLang="en-US"/>
        </a:p>
      </dgm:t>
    </dgm:pt>
    <dgm:pt modelId="{DB251F25-5724-4648-A1E0-A264ADDABD46}" type="sibTrans" cxnId="{28DACE23-14C4-40FF-88D7-D8DE0B0E7767}">
      <dgm:prSet/>
      <dgm:spPr/>
      <dgm:t>
        <a:bodyPr/>
        <a:lstStyle/>
        <a:p>
          <a:endParaRPr lang="zh-CN" altLang="en-US"/>
        </a:p>
      </dgm:t>
    </dgm:pt>
    <dgm:pt modelId="{448C859A-A58B-4507-9DE1-537829B44EC8}" type="pres">
      <dgm:prSet presAssocID="{EB42C654-EDAB-4ABB-A78F-60E0927DF535}" presName="Name0" presStyleCnt="0">
        <dgm:presLayoutVars>
          <dgm:dir/>
          <dgm:resizeHandles val="exact"/>
        </dgm:presLayoutVars>
      </dgm:prSet>
      <dgm:spPr/>
      <dgm:t>
        <a:bodyPr/>
        <a:lstStyle/>
        <a:p>
          <a:endParaRPr lang="zh-CN" altLang="en-US"/>
        </a:p>
      </dgm:t>
    </dgm:pt>
    <dgm:pt modelId="{74F50191-6398-48CF-8E01-A565A12864B8}" type="pres">
      <dgm:prSet presAssocID="{4452C19C-DB1B-4B0D-8490-DBEBEB42B6FC}" presName="parTxOnly" presStyleLbl="node1" presStyleIdx="0" presStyleCnt="3">
        <dgm:presLayoutVars>
          <dgm:bulletEnabled val="1"/>
        </dgm:presLayoutVars>
      </dgm:prSet>
      <dgm:spPr/>
      <dgm:t>
        <a:bodyPr/>
        <a:lstStyle/>
        <a:p>
          <a:endParaRPr lang="zh-CN" altLang="en-US"/>
        </a:p>
      </dgm:t>
    </dgm:pt>
    <dgm:pt modelId="{7869A91A-1C3D-40F3-8B88-FA744578C58F}" type="pres">
      <dgm:prSet presAssocID="{843B639D-36C4-4976-857F-A10B7B8A60DE}" presName="parSpace" presStyleCnt="0"/>
      <dgm:spPr/>
    </dgm:pt>
    <dgm:pt modelId="{43944D78-DFF8-4FB7-8798-3BB0E87C63AA}" type="pres">
      <dgm:prSet presAssocID="{75C9CB1F-3A86-4F7C-AE23-D986FBC6CB94}" presName="parTxOnly" presStyleLbl="node1" presStyleIdx="1" presStyleCnt="3">
        <dgm:presLayoutVars>
          <dgm:bulletEnabled val="1"/>
        </dgm:presLayoutVars>
      </dgm:prSet>
      <dgm:spPr/>
      <dgm:t>
        <a:bodyPr/>
        <a:lstStyle/>
        <a:p>
          <a:endParaRPr lang="zh-CN" altLang="en-US"/>
        </a:p>
      </dgm:t>
    </dgm:pt>
    <dgm:pt modelId="{6FB17E92-358C-4508-B3FA-403E53A457E3}" type="pres">
      <dgm:prSet presAssocID="{DB251F25-5724-4648-A1E0-A264ADDABD46}" presName="parSpace" presStyleCnt="0"/>
      <dgm:spPr/>
    </dgm:pt>
    <dgm:pt modelId="{AE69B3D5-1B2E-4101-B83B-E9378ACC49FB}" type="pres">
      <dgm:prSet presAssocID="{5BA73BBB-978D-4A3B-9DCD-C8A6D189F595}" presName="parTxOnly" presStyleLbl="node1" presStyleIdx="2" presStyleCnt="3">
        <dgm:presLayoutVars>
          <dgm:bulletEnabled val="1"/>
        </dgm:presLayoutVars>
      </dgm:prSet>
      <dgm:spPr/>
      <dgm:t>
        <a:bodyPr/>
        <a:lstStyle/>
        <a:p>
          <a:endParaRPr lang="zh-CN" altLang="en-US"/>
        </a:p>
      </dgm:t>
    </dgm:pt>
  </dgm:ptLst>
  <dgm:cxnLst>
    <dgm:cxn modelId="{6BB7C292-9476-4C1B-B529-FA0775228869}" type="presOf" srcId="{4452C19C-DB1B-4B0D-8490-DBEBEB42B6FC}" destId="{74F50191-6398-48CF-8E01-A565A12864B8}" srcOrd="0" destOrd="0" presId="urn:microsoft.com/office/officeart/2005/8/layout/hChevron3"/>
    <dgm:cxn modelId="{28DACE23-14C4-40FF-88D7-D8DE0B0E7767}" srcId="{EB42C654-EDAB-4ABB-A78F-60E0927DF535}" destId="{75C9CB1F-3A86-4F7C-AE23-D986FBC6CB94}" srcOrd="1" destOrd="0" parTransId="{467E87E3-99F4-46EE-B9A5-516A8A2F0190}" sibTransId="{DB251F25-5724-4648-A1E0-A264ADDABD46}"/>
    <dgm:cxn modelId="{6DD2063C-30E2-4F2B-B82C-5447BAFCF973}" type="presOf" srcId="{5BA73BBB-978D-4A3B-9DCD-C8A6D189F595}" destId="{AE69B3D5-1B2E-4101-B83B-E9378ACC49FB}" srcOrd="0" destOrd="0" presId="urn:microsoft.com/office/officeart/2005/8/layout/hChevron3"/>
    <dgm:cxn modelId="{AEFF3466-55BD-4051-985C-977B09FA8557}" type="presOf" srcId="{EB42C654-EDAB-4ABB-A78F-60E0927DF535}" destId="{448C859A-A58B-4507-9DE1-537829B44EC8}" srcOrd="0" destOrd="0" presId="urn:microsoft.com/office/officeart/2005/8/layout/hChevron3"/>
    <dgm:cxn modelId="{1D35E86C-7556-4CF0-B648-A40D5410BAE3}" type="presOf" srcId="{75C9CB1F-3A86-4F7C-AE23-D986FBC6CB94}" destId="{43944D78-DFF8-4FB7-8798-3BB0E87C63AA}" srcOrd="0" destOrd="0" presId="urn:microsoft.com/office/officeart/2005/8/layout/hChevron3"/>
    <dgm:cxn modelId="{3EF317EF-8497-4E82-A10C-ACC5740BF2D3}" srcId="{EB42C654-EDAB-4ABB-A78F-60E0927DF535}" destId="{5BA73BBB-978D-4A3B-9DCD-C8A6D189F595}" srcOrd="2" destOrd="0" parTransId="{1AEE444F-2C64-41D7-A8C1-9DD42C413126}" sibTransId="{0453E97A-ED6C-47B3-8DF3-54E1D65BBFA0}"/>
    <dgm:cxn modelId="{7AAEB515-9E3E-48F7-938E-6CCBB1550D6D}" srcId="{EB42C654-EDAB-4ABB-A78F-60E0927DF535}" destId="{4452C19C-DB1B-4B0D-8490-DBEBEB42B6FC}" srcOrd="0" destOrd="0" parTransId="{028823B9-1DEC-4D0D-B215-715A095527B5}" sibTransId="{843B639D-36C4-4976-857F-A10B7B8A60DE}"/>
    <dgm:cxn modelId="{26A5E76B-6DC2-4446-83A3-76EF17907801}" type="presParOf" srcId="{448C859A-A58B-4507-9DE1-537829B44EC8}" destId="{74F50191-6398-48CF-8E01-A565A12864B8}" srcOrd="0" destOrd="0" presId="urn:microsoft.com/office/officeart/2005/8/layout/hChevron3"/>
    <dgm:cxn modelId="{ED62E5A8-0367-4411-A0C3-FB200E134CB6}" type="presParOf" srcId="{448C859A-A58B-4507-9DE1-537829B44EC8}" destId="{7869A91A-1C3D-40F3-8B88-FA744578C58F}" srcOrd="1" destOrd="0" presId="urn:microsoft.com/office/officeart/2005/8/layout/hChevron3"/>
    <dgm:cxn modelId="{27BBC65D-5FC8-4414-9879-F041977E5928}" type="presParOf" srcId="{448C859A-A58B-4507-9DE1-537829B44EC8}" destId="{43944D78-DFF8-4FB7-8798-3BB0E87C63AA}" srcOrd="2" destOrd="0" presId="urn:microsoft.com/office/officeart/2005/8/layout/hChevron3"/>
    <dgm:cxn modelId="{1D52C5B0-D6E5-486C-8ED6-80DDB2283C0F}" type="presParOf" srcId="{448C859A-A58B-4507-9DE1-537829B44EC8}" destId="{6FB17E92-358C-4508-B3FA-403E53A457E3}" srcOrd="3" destOrd="0" presId="urn:microsoft.com/office/officeart/2005/8/layout/hChevron3"/>
    <dgm:cxn modelId="{E5BC0601-2856-4E60-BDA4-4D780D83ED19}" type="presParOf" srcId="{448C859A-A58B-4507-9DE1-537829B44EC8}" destId="{AE69B3D5-1B2E-4101-B83B-E9378ACC49FB}" srcOrd="4"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B42C654-EDAB-4ABB-A78F-60E0927DF53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CN" altLang="en-US"/>
        </a:p>
      </dgm:t>
    </dgm:pt>
    <dgm:pt modelId="{4452C19C-DB1B-4B0D-8490-DBEBEB42B6FC}">
      <dgm:prSet phldrT="[文本]"/>
      <dgm:spPr/>
      <dgm:t>
        <a:bodyPr/>
        <a:lstStyle/>
        <a:p>
          <a:r>
            <a:rPr lang="en-US" altLang="zh-CN" b="1" dirty="0" smtClean="0"/>
            <a:t>Setting of replaying manner</a:t>
          </a:r>
          <a:endParaRPr lang="zh-CN" altLang="en-US" b="1" dirty="0"/>
        </a:p>
      </dgm:t>
    </dgm:pt>
    <dgm:pt modelId="{028823B9-1DEC-4D0D-B215-715A095527B5}" type="parTrans" cxnId="{7AAEB515-9E3E-48F7-938E-6CCBB1550D6D}">
      <dgm:prSet/>
      <dgm:spPr/>
      <dgm:t>
        <a:bodyPr/>
        <a:lstStyle/>
        <a:p>
          <a:endParaRPr lang="zh-CN" altLang="en-US"/>
        </a:p>
      </dgm:t>
    </dgm:pt>
    <dgm:pt modelId="{843B639D-36C4-4976-857F-A10B7B8A60DE}" type="sibTrans" cxnId="{7AAEB515-9E3E-48F7-938E-6CCBB1550D6D}">
      <dgm:prSet/>
      <dgm:spPr/>
      <dgm:t>
        <a:bodyPr/>
        <a:lstStyle/>
        <a:p>
          <a:endParaRPr lang="zh-CN" altLang="en-US"/>
        </a:p>
      </dgm:t>
    </dgm:pt>
    <dgm:pt modelId="{5BA73BBB-978D-4A3B-9DCD-C8A6D189F595}">
      <dgm:prSet phldrT="[文本]"/>
      <dgm:spPr/>
      <dgm:t>
        <a:bodyPr/>
        <a:lstStyle/>
        <a:p>
          <a:r>
            <a:rPr lang="en-US" altLang="zh-CN" b="1" dirty="0" smtClean="0">
              <a:latin typeface="Calibri" pitchFamily="34" charset="0"/>
            </a:rPr>
            <a:t>Power off Integrated transmission machine</a:t>
          </a:r>
          <a:endParaRPr lang="zh-CN" altLang="en-US" b="1" dirty="0"/>
        </a:p>
      </dgm:t>
    </dgm:pt>
    <dgm:pt modelId="{1AEE444F-2C64-41D7-A8C1-9DD42C413126}" type="parTrans" cxnId="{3EF317EF-8497-4E82-A10C-ACC5740BF2D3}">
      <dgm:prSet/>
      <dgm:spPr/>
      <dgm:t>
        <a:bodyPr/>
        <a:lstStyle/>
        <a:p>
          <a:endParaRPr lang="zh-CN" altLang="en-US"/>
        </a:p>
      </dgm:t>
    </dgm:pt>
    <dgm:pt modelId="{0453E97A-ED6C-47B3-8DF3-54E1D65BBFA0}" type="sibTrans" cxnId="{3EF317EF-8497-4E82-A10C-ACC5740BF2D3}">
      <dgm:prSet/>
      <dgm:spPr/>
      <dgm:t>
        <a:bodyPr/>
        <a:lstStyle/>
        <a:p>
          <a:endParaRPr lang="zh-CN" altLang="en-US"/>
        </a:p>
      </dgm:t>
    </dgm:pt>
    <dgm:pt modelId="{75C9CB1F-3A86-4F7C-AE23-D986FBC6CB94}">
      <dgm:prSet phldrT="[文本]"/>
      <dgm:spPr/>
      <dgm:t>
        <a:bodyPr/>
        <a:lstStyle/>
        <a:p>
          <a:r>
            <a:rPr lang="en-US" altLang="zh-CN" b="1" dirty="0" smtClean="0">
              <a:latin typeface="Calibri" pitchFamily="34" charset="0"/>
            </a:rPr>
            <a:t>Power off </a:t>
          </a:r>
          <a:r>
            <a:rPr lang="en-US" altLang="zh-CN" b="1" dirty="0" smtClean="0"/>
            <a:t>RF and antenna</a:t>
          </a:r>
          <a:endParaRPr lang="zh-CN" altLang="en-US" b="1" dirty="0"/>
        </a:p>
      </dgm:t>
    </dgm:pt>
    <dgm:pt modelId="{467E87E3-99F4-46EE-B9A5-516A8A2F0190}" type="parTrans" cxnId="{28DACE23-14C4-40FF-88D7-D8DE0B0E7767}">
      <dgm:prSet/>
      <dgm:spPr/>
      <dgm:t>
        <a:bodyPr/>
        <a:lstStyle/>
        <a:p>
          <a:endParaRPr lang="zh-CN" altLang="en-US"/>
        </a:p>
      </dgm:t>
    </dgm:pt>
    <dgm:pt modelId="{DB251F25-5724-4648-A1E0-A264ADDABD46}" type="sibTrans" cxnId="{28DACE23-14C4-40FF-88D7-D8DE0B0E7767}">
      <dgm:prSet/>
      <dgm:spPr/>
      <dgm:t>
        <a:bodyPr/>
        <a:lstStyle/>
        <a:p>
          <a:endParaRPr lang="zh-CN" altLang="en-US"/>
        </a:p>
      </dgm:t>
    </dgm:pt>
    <dgm:pt modelId="{448C859A-A58B-4507-9DE1-537829B44EC8}" type="pres">
      <dgm:prSet presAssocID="{EB42C654-EDAB-4ABB-A78F-60E0927DF535}" presName="Name0" presStyleCnt="0">
        <dgm:presLayoutVars>
          <dgm:dir/>
          <dgm:resizeHandles val="exact"/>
        </dgm:presLayoutVars>
      </dgm:prSet>
      <dgm:spPr/>
      <dgm:t>
        <a:bodyPr/>
        <a:lstStyle/>
        <a:p>
          <a:endParaRPr lang="zh-CN" altLang="en-US"/>
        </a:p>
      </dgm:t>
    </dgm:pt>
    <dgm:pt modelId="{74F50191-6398-48CF-8E01-A565A12864B8}" type="pres">
      <dgm:prSet presAssocID="{4452C19C-DB1B-4B0D-8490-DBEBEB42B6FC}" presName="parTxOnly" presStyleLbl="node1" presStyleIdx="0" presStyleCnt="3">
        <dgm:presLayoutVars>
          <dgm:bulletEnabled val="1"/>
        </dgm:presLayoutVars>
      </dgm:prSet>
      <dgm:spPr/>
      <dgm:t>
        <a:bodyPr/>
        <a:lstStyle/>
        <a:p>
          <a:endParaRPr lang="zh-CN" altLang="en-US"/>
        </a:p>
      </dgm:t>
    </dgm:pt>
    <dgm:pt modelId="{7869A91A-1C3D-40F3-8B88-FA744578C58F}" type="pres">
      <dgm:prSet presAssocID="{843B639D-36C4-4976-857F-A10B7B8A60DE}" presName="parSpace" presStyleCnt="0"/>
      <dgm:spPr/>
    </dgm:pt>
    <dgm:pt modelId="{43944D78-DFF8-4FB7-8798-3BB0E87C63AA}" type="pres">
      <dgm:prSet presAssocID="{75C9CB1F-3A86-4F7C-AE23-D986FBC6CB94}" presName="parTxOnly" presStyleLbl="node1" presStyleIdx="1" presStyleCnt="3">
        <dgm:presLayoutVars>
          <dgm:bulletEnabled val="1"/>
        </dgm:presLayoutVars>
      </dgm:prSet>
      <dgm:spPr/>
      <dgm:t>
        <a:bodyPr/>
        <a:lstStyle/>
        <a:p>
          <a:endParaRPr lang="zh-CN" altLang="en-US"/>
        </a:p>
      </dgm:t>
    </dgm:pt>
    <dgm:pt modelId="{6FB17E92-358C-4508-B3FA-403E53A457E3}" type="pres">
      <dgm:prSet presAssocID="{DB251F25-5724-4648-A1E0-A264ADDABD46}" presName="parSpace" presStyleCnt="0"/>
      <dgm:spPr/>
    </dgm:pt>
    <dgm:pt modelId="{AE69B3D5-1B2E-4101-B83B-E9378ACC49FB}" type="pres">
      <dgm:prSet presAssocID="{5BA73BBB-978D-4A3B-9DCD-C8A6D189F595}" presName="parTxOnly" presStyleLbl="node1" presStyleIdx="2" presStyleCnt="3">
        <dgm:presLayoutVars>
          <dgm:bulletEnabled val="1"/>
        </dgm:presLayoutVars>
      </dgm:prSet>
      <dgm:spPr/>
      <dgm:t>
        <a:bodyPr/>
        <a:lstStyle/>
        <a:p>
          <a:endParaRPr lang="zh-CN" altLang="en-US"/>
        </a:p>
      </dgm:t>
    </dgm:pt>
  </dgm:ptLst>
  <dgm:cxnLst>
    <dgm:cxn modelId="{D4D79ACE-647B-4A82-8A20-3B74CF2C0DB0}" type="presOf" srcId="{EB42C654-EDAB-4ABB-A78F-60E0927DF535}" destId="{448C859A-A58B-4507-9DE1-537829B44EC8}" srcOrd="0" destOrd="0" presId="urn:microsoft.com/office/officeart/2005/8/layout/hChevron3"/>
    <dgm:cxn modelId="{28DACE23-14C4-40FF-88D7-D8DE0B0E7767}" srcId="{EB42C654-EDAB-4ABB-A78F-60E0927DF535}" destId="{75C9CB1F-3A86-4F7C-AE23-D986FBC6CB94}" srcOrd="1" destOrd="0" parTransId="{467E87E3-99F4-46EE-B9A5-516A8A2F0190}" sibTransId="{DB251F25-5724-4648-A1E0-A264ADDABD46}"/>
    <dgm:cxn modelId="{0BC7BB84-9330-40E7-AF18-FF5885E9B6FC}" type="presOf" srcId="{75C9CB1F-3A86-4F7C-AE23-D986FBC6CB94}" destId="{43944D78-DFF8-4FB7-8798-3BB0E87C63AA}" srcOrd="0" destOrd="0" presId="urn:microsoft.com/office/officeart/2005/8/layout/hChevron3"/>
    <dgm:cxn modelId="{6C54E950-0699-4966-9C27-E94B9030082D}" type="presOf" srcId="{5BA73BBB-978D-4A3B-9DCD-C8A6D189F595}" destId="{AE69B3D5-1B2E-4101-B83B-E9378ACC49FB}" srcOrd="0" destOrd="0" presId="urn:microsoft.com/office/officeart/2005/8/layout/hChevron3"/>
    <dgm:cxn modelId="{2E62F688-26A2-4C90-8844-80C46A1CB984}" type="presOf" srcId="{4452C19C-DB1B-4B0D-8490-DBEBEB42B6FC}" destId="{74F50191-6398-48CF-8E01-A565A12864B8}" srcOrd="0" destOrd="0" presId="urn:microsoft.com/office/officeart/2005/8/layout/hChevron3"/>
    <dgm:cxn modelId="{3EF317EF-8497-4E82-A10C-ACC5740BF2D3}" srcId="{EB42C654-EDAB-4ABB-A78F-60E0927DF535}" destId="{5BA73BBB-978D-4A3B-9DCD-C8A6D189F595}" srcOrd="2" destOrd="0" parTransId="{1AEE444F-2C64-41D7-A8C1-9DD42C413126}" sibTransId="{0453E97A-ED6C-47B3-8DF3-54E1D65BBFA0}"/>
    <dgm:cxn modelId="{7AAEB515-9E3E-48F7-938E-6CCBB1550D6D}" srcId="{EB42C654-EDAB-4ABB-A78F-60E0927DF535}" destId="{4452C19C-DB1B-4B0D-8490-DBEBEB42B6FC}" srcOrd="0" destOrd="0" parTransId="{028823B9-1DEC-4D0D-B215-715A095527B5}" sibTransId="{843B639D-36C4-4976-857F-A10B7B8A60DE}"/>
    <dgm:cxn modelId="{A195F80F-AFCB-404C-8307-0B28EB03AAF3}" type="presParOf" srcId="{448C859A-A58B-4507-9DE1-537829B44EC8}" destId="{74F50191-6398-48CF-8E01-A565A12864B8}" srcOrd="0" destOrd="0" presId="urn:microsoft.com/office/officeart/2005/8/layout/hChevron3"/>
    <dgm:cxn modelId="{8EB3DA29-740B-440B-A3AE-EEEE83E1228F}" type="presParOf" srcId="{448C859A-A58B-4507-9DE1-537829B44EC8}" destId="{7869A91A-1C3D-40F3-8B88-FA744578C58F}" srcOrd="1" destOrd="0" presId="urn:microsoft.com/office/officeart/2005/8/layout/hChevron3"/>
    <dgm:cxn modelId="{2BB27355-A7D0-4F4E-BA15-804FDE2FEBFF}" type="presParOf" srcId="{448C859A-A58B-4507-9DE1-537829B44EC8}" destId="{43944D78-DFF8-4FB7-8798-3BB0E87C63AA}" srcOrd="2" destOrd="0" presId="urn:microsoft.com/office/officeart/2005/8/layout/hChevron3"/>
    <dgm:cxn modelId="{F6C6968C-F143-46E8-9345-DF3876170F1C}" type="presParOf" srcId="{448C859A-A58B-4507-9DE1-537829B44EC8}" destId="{6FB17E92-358C-4508-B3FA-403E53A457E3}" srcOrd="3" destOrd="0" presId="urn:microsoft.com/office/officeart/2005/8/layout/hChevron3"/>
    <dgm:cxn modelId="{13B30FA6-F406-4FC1-8505-FDD59D2FBD31}" type="presParOf" srcId="{448C859A-A58B-4507-9DE1-537829B44EC8}" destId="{AE69B3D5-1B2E-4101-B83B-E9378ACC49FB}" srcOrd="4"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1">
            <a:lumMod val="40000"/>
            <a:lumOff val="60000"/>
            <a:alpha val="90000"/>
          </a:schemeClr>
        </a:solidFill>
      </dgm:spPr>
      <dgm:t>
        <a:bodyPr/>
        <a:lstStyle/>
        <a:p>
          <a:r>
            <a:rPr lang="gsw-FR" altLang="zh-CN" dirty="0" smtClean="0"/>
            <a:t>Composition</a:t>
          </a:r>
          <a:r>
            <a:rPr lang="en-US" altLang="zh-CN" dirty="0" smtClean="0"/>
            <a:t> and status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a:solidFill>
          <a:schemeClr val="accent1">
            <a:lumMod val="40000"/>
            <a:lumOff val="60000"/>
            <a:alpha val="90000"/>
          </a:schemeClr>
        </a:solidFill>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a:solidFill>
          <a:schemeClr val="accent1">
            <a:lumMod val="40000"/>
            <a:lumOff val="60000"/>
            <a:alpha val="90000"/>
          </a:schemeClr>
        </a:solidFill>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a:solidFill>
          <a:schemeClr val="accent1">
            <a:lumMod val="40000"/>
            <a:lumOff val="60000"/>
            <a:alpha val="90000"/>
          </a:schemeClr>
        </a:solidFill>
      </dgm:spPr>
      <dgm:t>
        <a:bodyPr/>
        <a:lstStyle/>
        <a:p>
          <a:r>
            <a:rPr lang="en-US" altLang="zh-CN" dirty="0" smtClean="0"/>
            <a:t>Sequence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a:solidFill>
          <a:schemeClr val="accent2">
            <a:lumMod val="40000"/>
            <a:lumOff val="60000"/>
            <a:alpha val="90000"/>
          </a:schemeClr>
        </a:solidFill>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76BE74A9-36CF-4FA1-8308-9707BA4D2C2A}" srcId="{0B09DC13-473D-4488-9DFD-D1019D4293D3}" destId="{C537F16C-9AE4-49DF-88D9-83D1EA60AF84}" srcOrd="0" destOrd="0" parTransId="{B09C7336-A3E0-46E8-A2C2-9198BDB1C125}" sibTransId="{AAC9993E-110E-4423-BE31-10413F32F3D6}"/>
    <dgm:cxn modelId="{42ED4CE6-8C2A-4212-A488-DF2467C147E1}" srcId="{55C9BC06-27E7-4506-9472-91BB7936D53F}" destId="{E9229D8E-C2A5-4E6F-89DF-DC6CBABFD904}" srcOrd="0" destOrd="0" parTransId="{6E3661AD-60B8-4885-BCD4-99865D4EF71F}" sibTransId="{71070190-0D03-460E-866E-F12F077467BF}"/>
    <dgm:cxn modelId="{D3C2BFD3-0329-4BEA-B437-93F054E770D0}" type="presOf" srcId="{3D9ED44B-F253-45E4-9F05-3A0F0A362EC2}" destId="{9FA51810-A896-42F0-8549-217654593014}" srcOrd="0" destOrd="0" presId="urn:microsoft.com/office/officeart/2005/8/layout/vList5"/>
    <dgm:cxn modelId="{3F04FD67-8E6E-4BA9-BDC7-F28890AB3795}" type="presOf" srcId="{B6E66D6F-58E7-41FE-9C39-3789866D2ADE}" destId="{F1C0A150-5B65-409D-938A-4B749D41A0C9}" srcOrd="0" destOrd="0" presId="urn:microsoft.com/office/officeart/2005/8/layout/vList5"/>
    <dgm:cxn modelId="{004A21E5-1E69-46C0-A301-C516558BF511}" type="presOf" srcId="{EEA89238-AAB7-4900-A354-12FF59C6B067}" destId="{187EE60B-D6ED-4EB5-900F-3927531DD5F8}" srcOrd="0" destOrd="0" presId="urn:microsoft.com/office/officeart/2005/8/layout/vList5"/>
    <dgm:cxn modelId="{9BFF8F60-294C-4244-AEA3-132956530E3D}" type="presOf" srcId="{A2CD7B22-281A-42AC-B04B-8D96B5DA4912}" destId="{FB2A164C-6E98-42E2-A967-46CEE9E3ABD3}"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2FF4286A-28C2-4113-9376-E09284B66DE8}" type="presOf" srcId="{C537F16C-9AE4-49DF-88D9-83D1EA60AF84}" destId="{899E2C62-6850-483D-B87D-80F915B765B5}" srcOrd="0" destOrd="0" presId="urn:microsoft.com/office/officeart/2005/8/layout/vList5"/>
    <dgm:cxn modelId="{83EDD32B-8027-40D1-A62F-C1F0145A66AC}" srcId="{55C9BC06-27E7-4506-9472-91BB7936D53F}" destId="{30CE7ABA-6626-478D-82A9-0C6F5A441960}" srcOrd="2" destOrd="0" parTransId="{F01FF562-F0D6-4FB2-878C-11E70070A6AE}" sibTransId="{1BF39F7E-1541-45A1-987F-F0F485FB198C}"/>
    <dgm:cxn modelId="{51D5845F-7B21-4379-A0C9-B696E140B391}" srcId="{A16277F7-55F5-4900-A577-3C17ADF60620}" destId="{3D9ED44B-F253-45E4-9F05-3A0F0A362EC2}" srcOrd="0" destOrd="0" parTransId="{E71ECAFA-9DF1-4015-881C-6CF953EC2F69}" sibTransId="{2611CBD1-1827-4BF5-AE0C-48E29B97859D}"/>
    <dgm:cxn modelId="{B6326B85-3C03-449D-A95B-3381AF708B92}" srcId="{FCB48F7E-A893-4B46-A152-00F0D2CE3D6C}" destId="{EEA89238-AAB7-4900-A354-12FF59C6B067}" srcOrd="0" destOrd="0" parTransId="{F5D7C2F8-0416-429A-882B-F5A68BCBC2D0}" sibTransId="{C03A2A1A-81AE-4EF6-ACAB-8BDEA2A495A8}"/>
    <dgm:cxn modelId="{C71FD1D7-7600-4879-AE39-01708EAE3A73}" type="presOf" srcId="{E9229D8E-C2A5-4E6F-89DF-DC6CBABFD904}" destId="{21337BD4-EAE7-4FC6-8B68-510B5313E295}" srcOrd="0" destOrd="0" presId="urn:microsoft.com/office/officeart/2005/8/layout/vList5"/>
    <dgm:cxn modelId="{D8741AF1-DD13-491A-894F-EE5A99A46A8E}" type="presOf" srcId="{23FC3643-A601-4369-B27F-46344EE05CAB}" destId="{8D1B5D78-6BCA-4BFE-A54A-3FBFC91E4964}" srcOrd="0" destOrd="0" presId="urn:microsoft.com/office/officeart/2005/8/layout/vList5"/>
    <dgm:cxn modelId="{AEEA63F9-5B59-4115-AC18-A9CB837AF53B}" type="presOf" srcId="{FCB48F7E-A893-4B46-A152-00F0D2CE3D6C}" destId="{876019AC-F2D3-4140-9E13-8C4A1F228582}" srcOrd="0" destOrd="0" presId="urn:microsoft.com/office/officeart/2005/8/layout/vList5"/>
    <dgm:cxn modelId="{3A333A89-4D64-4C6A-B6B9-67DE646FC35C}" srcId="{55C9BC06-27E7-4506-9472-91BB7936D53F}" destId="{A16277F7-55F5-4900-A577-3C17ADF60620}" srcOrd="4" destOrd="0" parTransId="{0A426471-5AE9-457A-BCB7-6A967E1C3098}" sibTransId="{1E2DC076-F51A-468A-94CD-60497E00188B}"/>
    <dgm:cxn modelId="{146325BD-7648-4EFB-94BE-872CAE6C826F}" srcId="{E9229D8E-C2A5-4E6F-89DF-DC6CBABFD904}" destId="{25EFCECE-795F-46E2-AEEC-D58F529B723F}" srcOrd="0" destOrd="0" parTransId="{7B257960-7809-45BA-9FA1-10809E88E5A3}" sibTransId="{B6A9F054-806F-47F8-8E0C-895742E158A2}"/>
    <dgm:cxn modelId="{4A53A962-8350-483E-A79F-43B50694A5DA}" srcId="{55C9BC06-27E7-4506-9472-91BB7936D53F}" destId="{B6E66D6F-58E7-41FE-9C39-3789866D2ADE}" srcOrd="5" destOrd="0" parTransId="{45DFF80D-70E5-4961-98E6-803E89BF6C69}" sibTransId="{F701EBE9-E03D-47EF-B774-D79FFF1F6318}"/>
    <dgm:cxn modelId="{205CC446-F82C-4D56-902D-3DA09B6C0D04}" type="presOf" srcId="{25EFCECE-795F-46E2-AEEC-D58F529B723F}" destId="{FCD21A22-F86A-4BAD-AD4E-1381AF126862}" srcOrd="0" destOrd="0" presId="urn:microsoft.com/office/officeart/2005/8/layout/vList5"/>
    <dgm:cxn modelId="{3101C400-6691-4D8B-B1A6-BCC867D89ABC}" srcId="{55C9BC06-27E7-4506-9472-91BB7936D53F}" destId="{0B09DC13-473D-4488-9DFD-D1019D4293D3}" srcOrd="3" destOrd="0" parTransId="{379066A5-28CF-4386-8317-C0A1AAF0305B}" sibTransId="{A03BAD12-1B55-4F4F-BFFB-30C52F582150}"/>
    <dgm:cxn modelId="{B55458DB-A821-4CC1-9B4A-CE79320E5A59}" type="presOf" srcId="{0B09DC13-473D-4488-9DFD-D1019D4293D3}" destId="{47F8267F-713F-4C7A-9053-6A592A3FC3C6}" srcOrd="0" destOrd="0" presId="urn:microsoft.com/office/officeart/2005/8/layout/vList5"/>
    <dgm:cxn modelId="{5D678897-FD4F-408A-B169-C674CFA6DB5C}" type="presOf" srcId="{55C9BC06-27E7-4506-9472-91BB7936D53F}" destId="{46BEA991-5658-48FC-B01F-DE47F40EE891}" srcOrd="0" destOrd="0" presId="urn:microsoft.com/office/officeart/2005/8/layout/vList5"/>
    <dgm:cxn modelId="{F85DE6D9-F06E-444A-BBB5-0A786E906FCD}" srcId="{30CE7ABA-6626-478D-82A9-0C6F5A441960}" destId="{A2CD7B22-281A-42AC-B04B-8D96B5DA4912}" srcOrd="0" destOrd="0" parTransId="{77516C5C-6419-4207-84B2-04C2E449C422}" sibTransId="{9AF01A24-E8C4-44CD-AFBA-12D59FB9B15E}"/>
    <dgm:cxn modelId="{E9477388-E51F-4014-8E1B-363D0788894C}" type="presOf" srcId="{30CE7ABA-6626-478D-82A9-0C6F5A441960}" destId="{B6BC8131-068C-422E-BD0A-743D184796A9}" srcOrd="0" destOrd="0" presId="urn:microsoft.com/office/officeart/2005/8/layout/vList5"/>
    <dgm:cxn modelId="{3540D398-50DA-47F5-A79C-1BA590C8E9F1}" srcId="{B6E66D6F-58E7-41FE-9C39-3789866D2ADE}" destId="{23FC3643-A601-4369-B27F-46344EE05CAB}" srcOrd="0" destOrd="0" parTransId="{5DE4F113-43EF-4E68-8A6C-58C5499EDF88}" sibTransId="{A1CB317C-73FA-463D-AD06-AA26BB04CE07}"/>
    <dgm:cxn modelId="{81F7A4C7-480A-4477-8641-B73D59879601}" type="presOf" srcId="{A16277F7-55F5-4900-A577-3C17ADF60620}" destId="{8D471BB1-EE3C-48B2-9A4F-A473204E59F7}" srcOrd="0" destOrd="0" presId="urn:microsoft.com/office/officeart/2005/8/layout/vList5"/>
    <dgm:cxn modelId="{A9512855-07FD-49BF-A4E9-CE6A3CAD2023}" type="presParOf" srcId="{46BEA991-5658-48FC-B01F-DE47F40EE891}" destId="{573CA7B6-2C62-4154-A1DC-DBDF6376DC61}" srcOrd="0" destOrd="0" presId="urn:microsoft.com/office/officeart/2005/8/layout/vList5"/>
    <dgm:cxn modelId="{B1466F0B-F585-47F6-A72D-46FF51AB24A2}" type="presParOf" srcId="{573CA7B6-2C62-4154-A1DC-DBDF6376DC61}" destId="{21337BD4-EAE7-4FC6-8B68-510B5313E295}" srcOrd="0" destOrd="0" presId="urn:microsoft.com/office/officeart/2005/8/layout/vList5"/>
    <dgm:cxn modelId="{7581A5BB-CB36-4708-8CFC-EBDB341F50D1}" type="presParOf" srcId="{573CA7B6-2C62-4154-A1DC-DBDF6376DC61}" destId="{FCD21A22-F86A-4BAD-AD4E-1381AF126862}" srcOrd="1" destOrd="0" presId="urn:microsoft.com/office/officeart/2005/8/layout/vList5"/>
    <dgm:cxn modelId="{6E72A61B-5ED4-4BF9-B508-964026A1DF61}" type="presParOf" srcId="{46BEA991-5658-48FC-B01F-DE47F40EE891}" destId="{486E8B6A-812D-474D-BFAE-A24B4FBF7FD7}" srcOrd="1" destOrd="0" presId="urn:microsoft.com/office/officeart/2005/8/layout/vList5"/>
    <dgm:cxn modelId="{CD339451-3774-403A-A72B-240783EEE0C2}" type="presParOf" srcId="{46BEA991-5658-48FC-B01F-DE47F40EE891}" destId="{CD376536-94F0-4622-BCCC-F50FF21A6330}" srcOrd="2" destOrd="0" presId="urn:microsoft.com/office/officeart/2005/8/layout/vList5"/>
    <dgm:cxn modelId="{87E37DDB-685D-4EBE-9910-0714EDCF2CFD}" type="presParOf" srcId="{CD376536-94F0-4622-BCCC-F50FF21A6330}" destId="{876019AC-F2D3-4140-9E13-8C4A1F228582}" srcOrd="0" destOrd="0" presId="urn:microsoft.com/office/officeart/2005/8/layout/vList5"/>
    <dgm:cxn modelId="{14BD7E16-B29C-4105-BE29-B9BA56B09DB0}" type="presParOf" srcId="{CD376536-94F0-4622-BCCC-F50FF21A6330}" destId="{187EE60B-D6ED-4EB5-900F-3927531DD5F8}" srcOrd="1" destOrd="0" presId="urn:microsoft.com/office/officeart/2005/8/layout/vList5"/>
    <dgm:cxn modelId="{4E91664C-2D6C-4888-A050-C733A2AECB94}" type="presParOf" srcId="{46BEA991-5658-48FC-B01F-DE47F40EE891}" destId="{3C398523-6CAF-43A2-B99D-7F77DD2840A2}" srcOrd="3" destOrd="0" presId="urn:microsoft.com/office/officeart/2005/8/layout/vList5"/>
    <dgm:cxn modelId="{BFF231E2-9528-4D01-8C01-0E5FB373786F}" type="presParOf" srcId="{46BEA991-5658-48FC-B01F-DE47F40EE891}" destId="{FC0A0AFD-DC5C-4BA9-B5C3-8747221866DD}" srcOrd="4" destOrd="0" presId="urn:microsoft.com/office/officeart/2005/8/layout/vList5"/>
    <dgm:cxn modelId="{AD74D65D-473A-4353-AED4-B83578CA796F}" type="presParOf" srcId="{FC0A0AFD-DC5C-4BA9-B5C3-8747221866DD}" destId="{B6BC8131-068C-422E-BD0A-743D184796A9}" srcOrd="0" destOrd="0" presId="urn:microsoft.com/office/officeart/2005/8/layout/vList5"/>
    <dgm:cxn modelId="{9E24E0F2-E632-47FD-90A4-F8BECB3E310A}" type="presParOf" srcId="{FC0A0AFD-DC5C-4BA9-B5C3-8747221866DD}" destId="{FB2A164C-6E98-42E2-A967-46CEE9E3ABD3}" srcOrd="1" destOrd="0" presId="urn:microsoft.com/office/officeart/2005/8/layout/vList5"/>
    <dgm:cxn modelId="{E29B0AAB-E7E6-417E-BE8C-92A0FFF0B38D}" type="presParOf" srcId="{46BEA991-5658-48FC-B01F-DE47F40EE891}" destId="{4EAF4BBB-ACD2-43B0-87FE-CFE4354A1F96}" srcOrd="5" destOrd="0" presId="urn:microsoft.com/office/officeart/2005/8/layout/vList5"/>
    <dgm:cxn modelId="{7BF2AD22-4372-491A-9C82-C13324673A2F}" type="presParOf" srcId="{46BEA991-5658-48FC-B01F-DE47F40EE891}" destId="{77B8CD79-1759-42CB-B486-E339EBF21246}" srcOrd="6" destOrd="0" presId="urn:microsoft.com/office/officeart/2005/8/layout/vList5"/>
    <dgm:cxn modelId="{5D4C8A2D-C87C-4707-95B9-DAB84D9CBFDE}" type="presParOf" srcId="{77B8CD79-1759-42CB-B486-E339EBF21246}" destId="{47F8267F-713F-4C7A-9053-6A592A3FC3C6}" srcOrd="0" destOrd="0" presId="urn:microsoft.com/office/officeart/2005/8/layout/vList5"/>
    <dgm:cxn modelId="{DB61DA41-EEB2-461D-B890-1AD6795989F3}" type="presParOf" srcId="{77B8CD79-1759-42CB-B486-E339EBF21246}" destId="{899E2C62-6850-483D-B87D-80F915B765B5}" srcOrd="1" destOrd="0" presId="urn:microsoft.com/office/officeart/2005/8/layout/vList5"/>
    <dgm:cxn modelId="{80BB8887-1D54-4E0B-B4C2-86002C3CB7B7}" type="presParOf" srcId="{46BEA991-5658-48FC-B01F-DE47F40EE891}" destId="{841A090A-3BD5-4321-A774-D111CAB1FB3E}" srcOrd="7" destOrd="0" presId="urn:microsoft.com/office/officeart/2005/8/layout/vList5"/>
    <dgm:cxn modelId="{26836D6B-394D-4479-8029-B301A9756936}" type="presParOf" srcId="{46BEA991-5658-48FC-B01F-DE47F40EE891}" destId="{9964F3AB-36EA-4D74-91CB-FC633CB34A3F}" srcOrd="8" destOrd="0" presId="urn:microsoft.com/office/officeart/2005/8/layout/vList5"/>
    <dgm:cxn modelId="{59681159-FFAE-4F10-9651-773BAEEB0E29}" type="presParOf" srcId="{9964F3AB-36EA-4D74-91CB-FC633CB34A3F}" destId="{8D471BB1-EE3C-48B2-9A4F-A473204E59F7}" srcOrd="0" destOrd="0" presId="urn:microsoft.com/office/officeart/2005/8/layout/vList5"/>
    <dgm:cxn modelId="{A7C53EE2-35B5-4E73-963B-A096A6D10678}" type="presParOf" srcId="{9964F3AB-36EA-4D74-91CB-FC633CB34A3F}" destId="{9FA51810-A896-42F0-8549-217654593014}" srcOrd="1" destOrd="0" presId="urn:microsoft.com/office/officeart/2005/8/layout/vList5"/>
    <dgm:cxn modelId="{60920DBE-AB04-4250-96E7-492E9915247F}" type="presParOf" srcId="{46BEA991-5658-48FC-B01F-DE47F40EE891}" destId="{73B3BB89-DC4D-4690-8527-1745292288C2}" srcOrd="9" destOrd="0" presId="urn:microsoft.com/office/officeart/2005/8/layout/vList5"/>
    <dgm:cxn modelId="{2B7C5E50-8F20-41FA-898F-38C72FD3CC57}" type="presParOf" srcId="{46BEA991-5658-48FC-B01F-DE47F40EE891}" destId="{4B5B66F6-9C2C-4BC5-ACDC-B9EFB9211393}" srcOrd="10" destOrd="0" presId="urn:microsoft.com/office/officeart/2005/8/layout/vList5"/>
    <dgm:cxn modelId="{396FAF6E-A80A-4011-856B-556C98477949}" type="presParOf" srcId="{4B5B66F6-9C2C-4BC5-ACDC-B9EFB9211393}" destId="{F1C0A150-5B65-409D-938A-4B749D41A0C9}" srcOrd="0" destOrd="0" presId="urn:microsoft.com/office/officeart/2005/8/layout/vList5"/>
    <dgm:cxn modelId="{33F6D35C-E07F-4E30-88B5-7A410DBCE4A5}"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1">
            <a:lumMod val="40000"/>
            <a:lumOff val="60000"/>
            <a:alpha val="90000"/>
          </a:schemeClr>
        </a:solidFill>
      </dgm:spPr>
      <dgm:t>
        <a:bodyPr/>
        <a:lstStyle/>
        <a:p>
          <a:r>
            <a:rPr lang="gsw-FR" altLang="zh-CN" dirty="0" smtClean="0"/>
            <a:t>Composition</a:t>
          </a:r>
          <a:r>
            <a:rPr lang="en-US" altLang="zh-CN" dirty="0" smtClean="0"/>
            <a:t> and status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a:solidFill>
          <a:schemeClr val="accent1">
            <a:lumMod val="40000"/>
            <a:lumOff val="60000"/>
            <a:alpha val="90000"/>
          </a:schemeClr>
        </a:solidFill>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a:solidFill>
          <a:schemeClr val="accent1">
            <a:lumMod val="40000"/>
            <a:lumOff val="60000"/>
            <a:alpha val="90000"/>
          </a:schemeClr>
        </a:solidFill>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a:solidFill>
          <a:schemeClr val="accent1">
            <a:lumMod val="40000"/>
            <a:lumOff val="60000"/>
            <a:alpha val="90000"/>
          </a:schemeClr>
        </a:solidFill>
      </dgm:spPr>
      <dgm:t>
        <a:bodyPr/>
        <a:lstStyle/>
        <a:p>
          <a:r>
            <a:rPr lang="en-US" altLang="zh-CN" dirty="0" smtClean="0"/>
            <a:t>Order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a:solidFill>
          <a:schemeClr val="accent1">
            <a:lumMod val="40000"/>
            <a:lumOff val="60000"/>
            <a:alpha val="90000"/>
          </a:schemeClr>
        </a:solidFill>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a:solidFill>
          <a:schemeClr val="accent2">
            <a:lumMod val="40000"/>
            <a:lumOff val="60000"/>
            <a:alpha val="90000"/>
          </a:schemeClr>
        </a:solidFill>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76BE74A9-36CF-4FA1-8308-9707BA4D2C2A}" srcId="{0B09DC13-473D-4488-9DFD-D1019D4293D3}" destId="{C537F16C-9AE4-49DF-88D9-83D1EA60AF84}" srcOrd="0" destOrd="0" parTransId="{B09C7336-A3E0-46E8-A2C2-9198BDB1C125}" sibTransId="{AAC9993E-110E-4423-BE31-10413F32F3D6}"/>
    <dgm:cxn modelId="{7CE1E71C-2598-4422-BED1-B1EF9D627320}" type="presOf" srcId="{A16277F7-55F5-4900-A577-3C17ADF60620}" destId="{8D471BB1-EE3C-48B2-9A4F-A473204E59F7}" srcOrd="0" destOrd="0" presId="urn:microsoft.com/office/officeart/2005/8/layout/vList5"/>
    <dgm:cxn modelId="{42ED4CE6-8C2A-4212-A488-DF2467C147E1}" srcId="{55C9BC06-27E7-4506-9472-91BB7936D53F}" destId="{E9229D8E-C2A5-4E6F-89DF-DC6CBABFD904}" srcOrd="0" destOrd="0" parTransId="{6E3661AD-60B8-4885-BCD4-99865D4EF71F}" sibTransId="{71070190-0D03-460E-866E-F12F077467BF}"/>
    <dgm:cxn modelId="{AE43FB5A-4EE0-48D2-8538-D9432961BFCE}" type="presOf" srcId="{55C9BC06-27E7-4506-9472-91BB7936D53F}" destId="{46BEA991-5658-48FC-B01F-DE47F40EE891}" srcOrd="0" destOrd="0" presId="urn:microsoft.com/office/officeart/2005/8/layout/vList5"/>
    <dgm:cxn modelId="{16E16E9B-9A99-434C-AE8B-B40255ED59E1}" type="presOf" srcId="{25EFCECE-795F-46E2-AEEC-D58F529B723F}" destId="{FCD21A22-F86A-4BAD-AD4E-1381AF126862}"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E482531B-9255-45EA-B441-B409354AB91C}" type="presOf" srcId="{0B09DC13-473D-4488-9DFD-D1019D4293D3}" destId="{47F8267F-713F-4C7A-9053-6A592A3FC3C6}" srcOrd="0" destOrd="0" presId="urn:microsoft.com/office/officeart/2005/8/layout/vList5"/>
    <dgm:cxn modelId="{83EDD32B-8027-40D1-A62F-C1F0145A66AC}" srcId="{55C9BC06-27E7-4506-9472-91BB7936D53F}" destId="{30CE7ABA-6626-478D-82A9-0C6F5A441960}" srcOrd="2" destOrd="0" parTransId="{F01FF562-F0D6-4FB2-878C-11E70070A6AE}" sibTransId="{1BF39F7E-1541-45A1-987F-F0F485FB198C}"/>
    <dgm:cxn modelId="{D7334E65-82AE-4223-BC3E-215DEDB37DA8}" type="presOf" srcId="{C537F16C-9AE4-49DF-88D9-83D1EA60AF84}" destId="{899E2C62-6850-483D-B87D-80F915B765B5}" srcOrd="0" destOrd="0" presId="urn:microsoft.com/office/officeart/2005/8/layout/vList5"/>
    <dgm:cxn modelId="{51D5845F-7B21-4379-A0C9-B696E140B391}" srcId="{A16277F7-55F5-4900-A577-3C17ADF60620}" destId="{3D9ED44B-F253-45E4-9F05-3A0F0A362EC2}" srcOrd="0" destOrd="0" parTransId="{E71ECAFA-9DF1-4015-881C-6CF953EC2F69}" sibTransId="{2611CBD1-1827-4BF5-AE0C-48E29B97859D}"/>
    <dgm:cxn modelId="{B6326B85-3C03-449D-A95B-3381AF708B92}" srcId="{FCB48F7E-A893-4B46-A152-00F0D2CE3D6C}" destId="{EEA89238-AAB7-4900-A354-12FF59C6B067}" srcOrd="0" destOrd="0" parTransId="{F5D7C2F8-0416-429A-882B-F5A68BCBC2D0}" sibTransId="{C03A2A1A-81AE-4EF6-ACAB-8BDEA2A495A8}"/>
    <dgm:cxn modelId="{373060AB-EE07-41BF-AEFA-EE453F0EECEF}" type="presOf" srcId="{23FC3643-A601-4369-B27F-46344EE05CAB}" destId="{8D1B5D78-6BCA-4BFE-A54A-3FBFC91E4964}" srcOrd="0" destOrd="0" presId="urn:microsoft.com/office/officeart/2005/8/layout/vList5"/>
    <dgm:cxn modelId="{0B12229E-BC30-482D-AF70-49826B088587}" type="presOf" srcId="{EEA89238-AAB7-4900-A354-12FF59C6B067}" destId="{187EE60B-D6ED-4EB5-900F-3927531DD5F8}" srcOrd="0" destOrd="0" presId="urn:microsoft.com/office/officeart/2005/8/layout/vList5"/>
    <dgm:cxn modelId="{B4181348-83BF-43D3-A746-E1DF54D464E1}" type="presOf" srcId="{E9229D8E-C2A5-4E6F-89DF-DC6CBABFD904}" destId="{21337BD4-EAE7-4FC6-8B68-510B5313E295}" srcOrd="0" destOrd="0" presId="urn:microsoft.com/office/officeart/2005/8/layout/vList5"/>
    <dgm:cxn modelId="{146325BD-7648-4EFB-94BE-872CAE6C826F}" srcId="{E9229D8E-C2A5-4E6F-89DF-DC6CBABFD904}" destId="{25EFCECE-795F-46E2-AEEC-D58F529B723F}" srcOrd="0" destOrd="0" parTransId="{7B257960-7809-45BA-9FA1-10809E88E5A3}" sibTransId="{B6A9F054-806F-47F8-8E0C-895742E158A2}"/>
    <dgm:cxn modelId="{3A333A89-4D64-4C6A-B6B9-67DE646FC35C}" srcId="{55C9BC06-27E7-4506-9472-91BB7936D53F}" destId="{A16277F7-55F5-4900-A577-3C17ADF60620}" srcOrd="4" destOrd="0" parTransId="{0A426471-5AE9-457A-BCB7-6A967E1C3098}" sibTransId="{1E2DC076-F51A-468A-94CD-60497E00188B}"/>
    <dgm:cxn modelId="{A14A06ED-5993-4964-8AA9-3D6A2BA5286C}" type="presOf" srcId="{B6E66D6F-58E7-41FE-9C39-3789866D2ADE}" destId="{F1C0A150-5B65-409D-938A-4B749D41A0C9}" srcOrd="0" destOrd="0" presId="urn:microsoft.com/office/officeart/2005/8/layout/vList5"/>
    <dgm:cxn modelId="{601626A1-CD4A-44BF-B94A-82097D080C83}" type="presOf" srcId="{30CE7ABA-6626-478D-82A9-0C6F5A441960}" destId="{B6BC8131-068C-422E-BD0A-743D184796A9}" srcOrd="0" destOrd="0" presId="urn:microsoft.com/office/officeart/2005/8/layout/vList5"/>
    <dgm:cxn modelId="{4A53A962-8350-483E-A79F-43B50694A5DA}" srcId="{55C9BC06-27E7-4506-9472-91BB7936D53F}" destId="{B6E66D6F-58E7-41FE-9C39-3789866D2ADE}" srcOrd="5" destOrd="0" parTransId="{45DFF80D-70E5-4961-98E6-803E89BF6C69}" sibTransId="{F701EBE9-E03D-47EF-B774-D79FFF1F6318}"/>
    <dgm:cxn modelId="{3101C400-6691-4D8B-B1A6-BCC867D89ABC}" srcId="{55C9BC06-27E7-4506-9472-91BB7936D53F}" destId="{0B09DC13-473D-4488-9DFD-D1019D4293D3}" srcOrd="3" destOrd="0" parTransId="{379066A5-28CF-4386-8317-C0A1AAF0305B}" sibTransId="{A03BAD12-1B55-4F4F-BFFB-30C52F582150}"/>
    <dgm:cxn modelId="{F85DE6D9-F06E-444A-BBB5-0A786E906FCD}" srcId="{30CE7ABA-6626-478D-82A9-0C6F5A441960}" destId="{A2CD7B22-281A-42AC-B04B-8D96B5DA4912}" srcOrd="0" destOrd="0" parTransId="{77516C5C-6419-4207-84B2-04C2E449C422}" sibTransId="{9AF01A24-E8C4-44CD-AFBA-12D59FB9B15E}"/>
    <dgm:cxn modelId="{CCC4FE97-AC64-4E08-B7A4-A3AB22C68A01}" type="presOf" srcId="{3D9ED44B-F253-45E4-9F05-3A0F0A362EC2}" destId="{9FA51810-A896-42F0-8549-217654593014}" srcOrd="0" destOrd="0" presId="urn:microsoft.com/office/officeart/2005/8/layout/vList5"/>
    <dgm:cxn modelId="{3540D398-50DA-47F5-A79C-1BA590C8E9F1}" srcId="{B6E66D6F-58E7-41FE-9C39-3789866D2ADE}" destId="{23FC3643-A601-4369-B27F-46344EE05CAB}" srcOrd="0" destOrd="0" parTransId="{5DE4F113-43EF-4E68-8A6C-58C5499EDF88}" sibTransId="{A1CB317C-73FA-463D-AD06-AA26BB04CE07}"/>
    <dgm:cxn modelId="{543D010B-C447-4E83-BE50-000E6E70C164}" type="presOf" srcId="{A2CD7B22-281A-42AC-B04B-8D96B5DA4912}" destId="{FB2A164C-6E98-42E2-A967-46CEE9E3ABD3}" srcOrd="0" destOrd="0" presId="urn:microsoft.com/office/officeart/2005/8/layout/vList5"/>
    <dgm:cxn modelId="{7048EC23-8136-4E1B-8822-2123C237ECB5}" type="presOf" srcId="{FCB48F7E-A893-4B46-A152-00F0D2CE3D6C}" destId="{876019AC-F2D3-4140-9E13-8C4A1F228582}" srcOrd="0" destOrd="0" presId="urn:microsoft.com/office/officeart/2005/8/layout/vList5"/>
    <dgm:cxn modelId="{BAB3460C-84D8-49D3-8F56-ECB711866A81}" type="presParOf" srcId="{46BEA991-5658-48FC-B01F-DE47F40EE891}" destId="{573CA7B6-2C62-4154-A1DC-DBDF6376DC61}" srcOrd="0" destOrd="0" presId="urn:microsoft.com/office/officeart/2005/8/layout/vList5"/>
    <dgm:cxn modelId="{5B39E2E1-1C1A-4D0E-8C4D-C5ECF8EFABD0}" type="presParOf" srcId="{573CA7B6-2C62-4154-A1DC-DBDF6376DC61}" destId="{21337BD4-EAE7-4FC6-8B68-510B5313E295}" srcOrd="0" destOrd="0" presId="urn:microsoft.com/office/officeart/2005/8/layout/vList5"/>
    <dgm:cxn modelId="{1697AC5B-3A17-4EF8-BC28-B2DE49D4EA25}" type="presParOf" srcId="{573CA7B6-2C62-4154-A1DC-DBDF6376DC61}" destId="{FCD21A22-F86A-4BAD-AD4E-1381AF126862}" srcOrd="1" destOrd="0" presId="urn:microsoft.com/office/officeart/2005/8/layout/vList5"/>
    <dgm:cxn modelId="{F27E3F36-3A7B-49A2-93E0-44E515EA16F0}" type="presParOf" srcId="{46BEA991-5658-48FC-B01F-DE47F40EE891}" destId="{486E8B6A-812D-474D-BFAE-A24B4FBF7FD7}" srcOrd="1" destOrd="0" presId="urn:microsoft.com/office/officeart/2005/8/layout/vList5"/>
    <dgm:cxn modelId="{D2A89EF9-A179-4E6E-9E15-21AC4A940BDF}" type="presParOf" srcId="{46BEA991-5658-48FC-B01F-DE47F40EE891}" destId="{CD376536-94F0-4622-BCCC-F50FF21A6330}" srcOrd="2" destOrd="0" presId="urn:microsoft.com/office/officeart/2005/8/layout/vList5"/>
    <dgm:cxn modelId="{12305E13-7A10-4AAF-BC3E-399A69A867D1}" type="presParOf" srcId="{CD376536-94F0-4622-BCCC-F50FF21A6330}" destId="{876019AC-F2D3-4140-9E13-8C4A1F228582}" srcOrd="0" destOrd="0" presId="urn:microsoft.com/office/officeart/2005/8/layout/vList5"/>
    <dgm:cxn modelId="{7F2C23D7-9A21-4D56-8306-EAB2A7941DB9}" type="presParOf" srcId="{CD376536-94F0-4622-BCCC-F50FF21A6330}" destId="{187EE60B-D6ED-4EB5-900F-3927531DD5F8}" srcOrd="1" destOrd="0" presId="urn:microsoft.com/office/officeart/2005/8/layout/vList5"/>
    <dgm:cxn modelId="{65E6F4AA-E697-4EDE-A8D3-F75179304CDC}" type="presParOf" srcId="{46BEA991-5658-48FC-B01F-DE47F40EE891}" destId="{3C398523-6CAF-43A2-B99D-7F77DD2840A2}" srcOrd="3" destOrd="0" presId="urn:microsoft.com/office/officeart/2005/8/layout/vList5"/>
    <dgm:cxn modelId="{B4B023FF-7ADC-4A95-8902-668172B2C7D4}" type="presParOf" srcId="{46BEA991-5658-48FC-B01F-DE47F40EE891}" destId="{FC0A0AFD-DC5C-4BA9-B5C3-8747221866DD}" srcOrd="4" destOrd="0" presId="urn:microsoft.com/office/officeart/2005/8/layout/vList5"/>
    <dgm:cxn modelId="{B5D9C392-897D-4E5A-A8A0-AC326B2A69E0}" type="presParOf" srcId="{FC0A0AFD-DC5C-4BA9-B5C3-8747221866DD}" destId="{B6BC8131-068C-422E-BD0A-743D184796A9}" srcOrd="0" destOrd="0" presId="urn:microsoft.com/office/officeart/2005/8/layout/vList5"/>
    <dgm:cxn modelId="{D40A1409-B8CD-472C-9C55-25A74602938C}" type="presParOf" srcId="{FC0A0AFD-DC5C-4BA9-B5C3-8747221866DD}" destId="{FB2A164C-6E98-42E2-A967-46CEE9E3ABD3}" srcOrd="1" destOrd="0" presId="urn:microsoft.com/office/officeart/2005/8/layout/vList5"/>
    <dgm:cxn modelId="{739E47CF-DE4D-4CC5-AA7D-80ED9257A1EE}" type="presParOf" srcId="{46BEA991-5658-48FC-B01F-DE47F40EE891}" destId="{4EAF4BBB-ACD2-43B0-87FE-CFE4354A1F96}" srcOrd="5" destOrd="0" presId="urn:microsoft.com/office/officeart/2005/8/layout/vList5"/>
    <dgm:cxn modelId="{13AE946A-4985-4704-A4BA-DBC695C5C1BA}" type="presParOf" srcId="{46BEA991-5658-48FC-B01F-DE47F40EE891}" destId="{77B8CD79-1759-42CB-B486-E339EBF21246}" srcOrd="6" destOrd="0" presId="urn:microsoft.com/office/officeart/2005/8/layout/vList5"/>
    <dgm:cxn modelId="{C86332BD-C40D-40C1-AA3C-7BD2EA6672D3}" type="presParOf" srcId="{77B8CD79-1759-42CB-B486-E339EBF21246}" destId="{47F8267F-713F-4C7A-9053-6A592A3FC3C6}" srcOrd="0" destOrd="0" presId="urn:microsoft.com/office/officeart/2005/8/layout/vList5"/>
    <dgm:cxn modelId="{BE99784F-6771-4A3F-97E1-35351613CA8F}" type="presParOf" srcId="{77B8CD79-1759-42CB-B486-E339EBF21246}" destId="{899E2C62-6850-483D-B87D-80F915B765B5}" srcOrd="1" destOrd="0" presId="urn:microsoft.com/office/officeart/2005/8/layout/vList5"/>
    <dgm:cxn modelId="{F1BE28A9-34B1-44F0-95E8-7E529CBC8E60}" type="presParOf" srcId="{46BEA991-5658-48FC-B01F-DE47F40EE891}" destId="{841A090A-3BD5-4321-A774-D111CAB1FB3E}" srcOrd="7" destOrd="0" presId="urn:microsoft.com/office/officeart/2005/8/layout/vList5"/>
    <dgm:cxn modelId="{D0DFD343-4AF4-4101-8212-4E3157E8A594}" type="presParOf" srcId="{46BEA991-5658-48FC-B01F-DE47F40EE891}" destId="{9964F3AB-36EA-4D74-91CB-FC633CB34A3F}" srcOrd="8" destOrd="0" presId="urn:microsoft.com/office/officeart/2005/8/layout/vList5"/>
    <dgm:cxn modelId="{0DB1577A-279C-4E5B-AC66-381CA2D842A5}" type="presParOf" srcId="{9964F3AB-36EA-4D74-91CB-FC633CB34A3F}" destId="{8D471BB1-EE3C-48B2-9A4F-A473204E59F7}" srcOrd="0" destOrd="0" presId="urn:microsoft.com/office/officeart/2005/8/layout/vList5"/>
    <dgm:cxn modelId="{5ECC862D-3CB2-4D48-A4BD-D85F1D4F9139}" type="presParOf" srcId="{9964F3AB-36EA-4D74-91CB-FC633CB34A3F}" destId="{9FA51810-A896-42F0-8549-217654593014}" srcOrd="1" destOrd="0" presId="urn:microsoft.com/office/officeart/2005/8/layout/vList5"/>
    <dgm:cxn modelId="{C7261F1C-4965-4301-A8E7-1219D88DED7E}" type="presParOf" srcId="{46BEA991-5658-48FC-B01F-DE47F40EE891}" destId="{73B3BB89-DC4D-4690-8527-1745292288C2}" srcOrd="9" destOrd="0" presId="urn:microsoft.com/office/officeart/2005/8/layout/vList5"/>
    <dgm:cxn modelId="{3A5E9B06-D7CA-4463-AD57-6158E41FD4BF}" type="presParOf" srcId="{46BEA991-5658-48FC-B01F-DE47F40EE891}" destId="{4B5B66F6-9C2C-4BC5-ACDC-B9EFB9211393}" srcOrd="10" destOrd="0" presId="urn:microsoft.com/office/officeart/2005/8/layout/vList5"/>
    <dgm:cxn modelId="{02A75323-3CC7-49B3-B6AE-2B4EE78A436D}" type="presParOf" srcId="{4B5B66F6-9C2C-4BC5-ACDC-B9EFB9211393}" destId="{F1C0A150-5B65-409D-938A-4B749D41A0C9}" srcOrd="0" destOrd="0" presId="urn:microsoft.com/office/officeart/2005/8/layout/vList5"/>
    <dgm:cxn modelId="{DA1CC9EC-964F-43C5-B2C4-E12B7A60D58C}"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422643" y="-2234370"/>
          <a:ext cx="410647" cy="4983813"/>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gsw-FR" altLang="zh-CN" sz="2000" kern="1200" dirty="0" smtClean="0"/>
            <a:t>Composition</a:t>
          </a:r>
          <a:r>
            <a:rPr lang="en-US" altLang="zh-CN" sz="2000" kern="1200" dirty="0" smtClean="0"/>
            <a:t> and function of DTS in orbit</a:t>
          </a:r>
          <a:r>
            <a:rPr lang="en-US" altLang="zh-CN" sz="2000" kern="1200" baseline="0" dirty="0" smtClean="0"/>
            <a:t> </a:t>
          </a:r>
          <a:endParaRPr lang="zh-CN" altLang="en-US" sz="2000" kern="1200" dirty="0"/>
        </a:p>
      </dsp:txBody>
      <dsp:txXfrm rot="-5400000">
        <a:off x="2136060" y="72259"/>
        <a:ext cx="4963767" cy="370555"/>
      </dsp:txXfrm>
    </dsp:sp>
    <dsp:sp modelId="{21337BD4-EAE7-4FC6-8B68-510B5313E295}">
      <dsp:nvSpPr>
        <dsp:cNvPr id="0" name=""/>
        <dsp:cNvSpPr/>
      </dsp:nvSpPr>
      <dsp:spPr>
        <a:xfrm>
          <a:off x="667334" y="881"/>
          <a:ext cx="1468726"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1</a:t>
          </a:r>
          <a:endParaRPr lang="zh-CN" altLang="en-US" sz="2600" kern="1200" dirty="0"/>
        </a:p>
      </dsp:txBody>
      <dsp:txXfrm>
        <a:off x="692392" y="25939"/>
        <a:ext cx="1418610" cy="463193"/>
      </dsp:txXfrm>
    </dsp:sp>
    <dsp:sp modelId="{187EE60B-D6ED-4EB5-900F-3927531DD5F8}">
      <dsp:nvSpPr>
        <dsp:cNvPr id="0" name=""/>
        <dsp:cNvSpPr/>
      </dsp:nvSpPr>
      <dsp:spPr>
        <a:xfrm rot="5400000">
          <a:off x="4395578" y="-1685626"/>
          <a:ext cx="410647" cy="496427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Working mode</a:t>
          </a:r>
          <a:r>
            <a:rPr lang="en-US" altLang="en-US" sz="2000" kern="1200" dirty="0" smtClean="0"/>
            <a:t> of DTS in orbit</a:t>
          </a:r>
          <a:endParaRPr lang="zh-CN" altLang="en-US" sz="2000" kern="1200" dirty="0"/>
        </a:p>
      </dsp:txBody>
      <dsp:txXfrm rot="-5400000">
        <a:off x="2118764" y="611234"/>
        <a:ext cx="4944230" cy="370555"/>
      </dsp:txXfrm>
    </dsp:sp>
    <dsp:sp modelId="{876019AC-F2D3-4140-9E13-8C4A1F228582}">
      <dsp:nvSpPr>
        <dsp:cNvPr id="0" name=""/>
        <dsp:cNvSpPr/>
      </dsp:nvSpPr>
      <dsp:spPr>
        <a:xfrm>
          <a:off x="667334" y="539856"/>
          <a:ext cx="1451429"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2</a:t>
          </a:r>
          <a:endParaRPr lang="zh-CN" altLang="en-US" sz="2600" kern="1200" dirty="0"/>
        </a:p>
      </dsp:txBody>
      <dsp:txXfrm>
        <a:off x="692392" y="564914"/>
        <a:ext cx="1401313" cy="463193"/>
      </dsp:txXfrm>
    </dsp:sp>
    <dsp:sp modelId="{FB2A164C-6E98-42E2-A967-46CEE9E3ABD3}">
      <dsp:nvSpPr>
        <dsp:cNvPr id="0" name=""/>
        <dsp:cNvSpPr/>
      </dsp:nvSpPr>
      <dsp:spPr>
        <a:xfrm rot="5400000">
          <a:off x="4405346" y="-1156419"/>
          <a:ext cx="410647" cy="498381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gsw-FR" altLang="zh-CN" sz="2000" kern="1200" dirty="0" smtClean="0"/>
            <a:t>Telecommand</a:t>
          </a:r>
          <a:r>
            <a:rPr lang="en-US" altLang="zh-CN" sz="2000" kern="1200" dirty="0" smtClean="0"/>
            <a:t> and telemetry of DTS  </a:t>
          </a:r>
          <a:endParaRPr lang="zh-CN" altLang="en-US" sz="2000" kern="1200" dirty="0"/>
        </a:p>
      </dsp:txBody>
      <dsp:txXfrm rot="-5400000">
        <a:off x="2118763" y="1150210"/>
        <a:ext cx="4963767" cy="370555"/>
      </dsp:txXfrm>
    </dsp:sp>
    <dsp:sp modelId="{B6BC8131-068C-422E-BD0A-743D184796A9}">
      <dsp:nvSpPr>
        <dsp:cNvPr id="0" name=""/>
        <dsp:cNvSpPr/>
      </dsp:nvSpPr>
      <dsp:spPr>
        <a:xfrm>
          <a:off x="667334" y="1078832"/>
          <a:ext cx="1451429"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3</a:t>
          </a:r>
          <a:endParaRPr lang="zh-CN" altLang="en-US" sz="2600" kern="1200" dirty="0"/>
        </a:p>
      </dsp:txBody>
      <dsp:txXfrm>
        <a:off x="692392" y="1103890"/>
        <a:ext cx="1401313" cy="463193"/>
      </dsp:txXfrm>
    </dsp:sp>
    <dsp:sp modelId="{899E2C62-6850-483D-B87D-80F915B765B5}">
      <dsp:nvSpPr>
        <dsp:cNvPr id="0" name=""/>
        <dsp:cNvSpPr/>
      </dsp:nvSpPr>
      <dsp:spPr>
        <a:xfrm rot="5400000">
          <a:off x="4405346" y="-617444"/>
          <a:ext cx="410647" cy="498381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Sequence </a:t>
          </a:r>
          <a:r>
            <a:rPr lang="en-US" altLang="zh-CN" sz="2000" kern="1200" baseline="0" dirty="0" smtClean="0"/>
            <a:t>of operation</a:t>
          </a:r>
          <a:endParaRPr lang="zh-CN" altLang="en-US" sz="2000" kern="1200" dirty="0"/>
        </a:p>
      </dsp:txBody>
      <dsp:txXfrm rot="-5400000">
        <a:off x="2118763" y="1689185"/>
        <a:ext cx="4963767" cy="370555"/>
      </dsp:txXfrm>
    </dsp:sp>
    <dsp:sp modelId="{47F8267F-713F-4C7A-9053-6A592A3FC3C6}">
      <dsp:nvSpPr>
        <dsp:cNvPr id="0" name=""/>
        <dsp:cNvSpPr/>
      </dsp:nvSpPr>
      <dsp:spPr>
        <a:xfrm>
          <a:off x="667334" y="1617807"/>
          <a:ext cx="1451429"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4</a:t>
          </a:r>
          <a:endParaRPr lang="zh-CN" altLang="en-US" sz="2600" kern="1200" dirty="0"/>
        </a:p>
      </dsp:txBody>
      <dsp:txXfrm>
        <a:off x="692392" y="1642865"/>
        <a:ext cx="1401313" cy="463193"/>
      </dsp:txXfrm>
    </dsp:sp>
    <dsp:sp modelId="{9FA51810-A896-42F0-8549-217654593014}">
      <dsp:nvSpPr>
        <dsp:cNvPr id="0" name=""/>
        <dsp:cNvSpPr/>
      </dsp:nvSpPr>
      <dsp:spPr>
        <a:xfrm rot="5400000">
          <a:off x="4405346" y="-78469"/>
          <a:ext cx="410647" cy="498381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Important Notice</a:t>
          </a:r>
          <a:endParaRPr lang="zh-CN" altLang="en-US" sz="2000" kern="1200" dirty="0"/>
        </a:p>
      </dsp:txBody>
      <dsp:txXfrm rot="-5400000">
        <a:off x="2118763" y="2228160"/>
        <a:ext cx="4963767" cy="370555"/>
      </dsp:txXfrm>
    </dsp:sp>
    <dsp:sp modelId="{8D471BB1-EE3C-48B2-9A4F-A473204E59F7}">
      <dsp:nvSpPr>
        <dsp:cNvPr id="0" name=""/>
        <dsp:cNvSpPr/>
      </dsp:nvSpPr>
      <dsp:spPr>
        <a:xfrm>
          <a:off x="667334" y="2156782"/>
          <a:ext cx="1451429"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5</a:t>
          </a:r>
          <a:endParaRPr lang="zh-CN" altLang="en-US" sz="2600" kern="1200" dirty="0"/>
        </a:p>
      </dsp:txBody>
      <dsp:txXfrm>
        <a:off x="692392" y="2181840"/>
        <a:ext cx="1401313" cy="463193"/>
      </dsp:txXfrm>
    </dsp:sp>
    <dsp:sp modelId="{8D1B5D78-6BCA-4BFE-A54A-3FBFC91E4964}">
      <dsp:nvSpPr>
        <dsp:cNvPr id="0" name=""/>
        <dsp:cNvSpPr/>
      </dsp:nvSpPr>
      <dsp:spPr>
        <a:xfrm rot="5400000">
          <a:off x="4422643" y="460505"/>
          <a:ext cx="410647" cy="498381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The Anomaly Operation </a:t>
          </a:r>
          <a:r>
            <a:rPr lang="en-US" altLang="zh-CN" sz="2000" kern="1200" dirty="0" smtClean="0"/>
            <a:t>in orbit</a:t>
          </a:r>
          <a:endParaRPr lang="zh-CN" altLang="en-US" sz="2000" kern="1200" dirty="0"/>
        </a:p>
      </dsp:txBody>
      <dsp:txXfrm rot="-5400000">
        <a:off x="2136060" y="2767134"/>
        <a:ext cx="4963767" cy="370555"/>
      </dsp:txXfrm>
    </dsp:sp>
    <dsp:sp modelId="{F1C0A150-5B65-409D-938A-4B749D41A0C9}">
      <dsp:nvSpPr>
        <dsp:cNvPr id="0" name=""/>
        <dsp:cNvSpPr/>
      </dsp:nvSpPr>
      <dsp:spPr>
        <a:xfrm>
          <a:off x="667334" y="2695757"/>
          <a:ext cx="1468726"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6</a:t>
          </a:r>
          <a:endParaRPr lang="zh-CN" altLang="en-US" sz="2600" kern="1200" dirty="0"/>
        </a:p>
      </dsp:txBody>
      <dsp:txXfrm>
        <a:off x="692392" y="2720815"/>
        <a:ext cx="1418610" cy="4631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512838" y="-2286232"/>
          <a:ext cx="401435" cy="5075983"/>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gsw-FR" altLang="zh-CN" sz="2000" kern="1200" dirty="0" smtClean="0"/>
            <a:t>Composition</a:t>
          </a:r>
          <a:r>
            <a:rPr lang="en-US" altLang="zh-CN" sz="2000" kern="1200" dirty="0" smtClean="0"/>
            <a:t> and status of DTS in orbit</a:t>
          </a:r>
          <a:r>
            <a:rPr lang="en-US" altLang="zh-CN" sz="2000" kern="1200" baseline="0" dirty="0" smtClean="0"/>
            <a:t> </a:t>
          </a:r>
          <a:endParaRPr lang="zh-CN" altLang="en-US" sz="2000" kern="1200" dirty="0"/>
        </a:p>
      </dsp:txBody>
      <dsp:txXfrm rot="-5400000">
        <a:off x="2175564" y="70638"/>
        <a:ext cx="5056387" cy="362243"/>
      </dsp:txXfrm>
    </dsp:sp>
    <dsp:sp modelId="{21337BD4-EAE7-4FC6-8B68-510B5313E295}">
      <dsp:nvSpPr>
        <dsp:cNvPr id="0" name=""/>
        <dsp:cNvSpPr/>
      </dsp:nvSpPr>
      <dsp:spPr>
        <a:xfrm>
          <a:off x="679675" y="861"/>
          <a:ext cx="1495889"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1</a:t>
          </a:r>
          <a:endParaRPr lang="zh-CN" altLang="en-US" sz="2500" kern="1200" dirty="0"/>
        </a:p>
      </dsp:txBody>
      <dsp:txXfrm>
        <a:off x="704171" y="25357"/>
        <a:ext cx="1446897" cy="452802"/>
      </dsp:txXfrm>
    </dsp:sp>
    <dsp:sp modelId="{187EE60B-D6ED-4EB5-900F-3927531DD5F8}">
      <dsp:nvSpPr>
        <dsp:cNvPr id="0" name=""/>
        <dsp:cNvSpPr/>
      </dsp:nvSpPr>
      <dsp:spPr>
        <a:xfrm rot="5400000">
          <a:off x="4485272" y="-1749399"/>
          <a:ext cx="401435" cy="5056085"/>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Working mode</a:t>
          </a:r>
          <a:r>
            <a:rPr lang="en-US" altLang="en-US" sz="2000" kern="1200" dirty="0" smtClean="0"/>
            <a:t> of DTS in orbit</a:t>
          </a:r>
          <a:endParaRPr lang="zh-CN" altLang="en-US" sz="2000" kern="1200" dirty="0"/>
        </a:p>
      </dsp:txBody>
      <dsp:txXfrm rot="-5400000">
        <a:off x="2157947" y="597522"/>
        <a:ext cx="5036489" cy="362243"/>
      </dsp:txXfrm>
    </dsp:sp>
    <dsp:sp modelId="{876019AC-F2D3-4140-9E13-8C4A1F228582}">
      <dsp:nvSpPr>
        <dsp:cNvPr id="0" name=""/>
        <dsp:cNvSpPr/>
      </dsp:nvSpPr>
      <dsp:spPr>
        <a:xfrm>
          <a:off x="679675" y="527746"/>
          <a:ext cx="1478272"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2</a:t>
          </a:r>
          <a:endParaRPr lang="zh-CN" altLang="en-US" sz="2500" kern="1200" dirty="0"/>
        </a:p>
      </dsp:txBody>
      <dsp:txXfrm>
        <a:off x="704171" y="552242"/>
        <a:ext cx="1429280" cy="452802"/>
      </dsp:txXfrm>
    </dsp:sp>
    <dsp:sp modelId="{FB2A164C-6E98-42E2-A967-46CEE9E3ABD3}">
      <dsp:nvSpPr>
        <dsp:cNvPr id="0" name=""/>
        <dsp:cNvSpPr/>
      </dsp:nvSpPr>
      <dsp:spPr>
        <a:xfrm rot="5400000">
          <a:off x="4495221" y="-1232463"/>
          <a:ext cx="401435" cy="507598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gsw-FR" altLang="zh-CN" sz="2000" kern="1200" dirty="0" smtClean="0"/>
            <a:t>Telecommand</a:t>
          </a:r>
          <a:r>
            <a:rPr lang="en-US" altLang="zh-CN" sz="2000" kern="1200" dirty="0" smtClean="0"/>
            <a:t> and telemetry of DTS  </a:t>
          </a:r>
          <a:endParaRPr lang="zh-CN" altLang="en-US" sz="2000" kern="1200" dirty="0"/>
        </a:p>
      </dsp:txBody>
      <dsp:txXfrm rot="-5400000">
        <a:off x="2157947" y="1124407"/>
        <a:ext cx="5056387" cy="362243"/>
      </dsp:txXfrm>
    </dsp:sp>
    <dsp:sp modelId="{B6BC8131-068C-422E-BD0A-743D184796A9}">
      <dsp:nvSpPr>
        <dsp:cNvPr id="0" name=""/>
        <dsp:cNvSpPr/>
      </dsp:nvSpPr>
      <dsp:spPr>
        <a:xfrm>
          <a:off x="679675" y="1054630"/>
          <a:ext cx="1478272"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3</a:t>
          </a:r>
          <a:endParaRPr lang="zh-CN" altLang="en-US" sz="2500" kern="1200" dirty="0"/>
        </a:p>
      </dsp:txBody>
      <dsp:txXfrm>
        <a:off x="704171" y="1079126"/>
        <a:ext cx="1429280" cy="452802"/>
      </dsp:txXfrm>
    </dsp:sp>
    <dsp:sp modelId="{899E2C62-6850-483D-B87D-80F915B765B5}">
      <dsp:nvSpPr>
        <dsp:cNvPr id="0" name=""/>
        <dsp:cNvSpPr/>
      </dsp:nvSpPr>
      <dsp:spPr>
        <a:xfrm rot="5400000">
          <a:off x="4495221" y="-705578"/>
          <a:ext cx="401435" cy="507598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Sequence </a:t>
          </a:r>
          <a:r>
            <a:rPr lang="en-US" altLang="zh-CN" sz="2000" kern="1200" baseline="0" dirty="0" smtClean="0"/>
            <a:t>of operation</a:t>
          </a:r>
          <a:endParaRPr lang="zh-CN" altLang="en-US" sz="2000" kern="1200" dirty="0"/>
        </a:p>
      </dsp:txBody>
      <dsp:txXfrm rot="-5400000">
        <a:off x="2157947" y="1651292"/>
        <a:ext cx="5056387" cy="362243"/>
      </dsp:txXfrm>
    </dsp:sp>
    <dsp:sp modelId="{47F8267F-713F-4C7A-9053-6A592A3FC3C6}">
      <dsp:nvSpPr>
        <dsp:cNvPr id="0" name=""/>
        <dsp:cNvSpPr/>
      </dsp:nvSpPr>
      <dsp:spPr>
        <a:xfrm>
          <a:off x="679675" y="1581515"/>
          <a:ext cx="1478272"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4</a:t>
          </a:r>
          <a:endParaRPr lang="zh-CN" altLang="en-US" sz="2500" kern="1200" dirty="0"/>
        </a:p>
      </dsp:txBody>
      <dsp:txXfrm>
        <a:off x="704171" y="1606011"/>
        <a:ext cx="1429280" cy="452802"/>
      </dsp:txXfrm>
    </dsp:sp>
    <dsp:sp modelId="{9FA51810-A896-42F0-8549-217654593014}">
      <dsp:nvSpPr>
        <dsp:cNvPr id="0" name=""/>
        <dsp:cNvSpPr/>
      </dsp:nvSpPr>
      <dsp:spPr>
        <a:xfrm rot="5400000">
          <a:off x="4495221" y="-178694"/>
          <a:ext cx="401435" cy="507598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Important Notice</a:t>
          </a:r>
          <a:endParaRPr lang="zh-CN" altLang="en-US" sz="2000" kern="1200" dirty="0"/>
        </a:p>
      </dsp:txBody>
      <dsp:txXfrm rot="-5400000">
        <a:off x="2157947" y="2178176"/>
        <a:ext cx="5056387" cy="362243"/>
      </dsp:txXfrm>
    </dsp:sp>
    <dsp:sp modelId="{8D471BB1-EE3C-48B2-9A4F-A473204E59F7}">
      <dsp:nvSpPr>
        <dsp:cNvPr id="0" name=""/>
        <dsp:cNvSpPr/>
      </dsp:nvSpPr>
      <dsp:spPr>
        <a:xfrm>
          <a:off x="679675" y="2108399"/>
          <a:ext cx="1478272"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5</a:t>
          </a:r>
          <a:endParaRPr lang="zh-CN" altLang="en-US" sz="2500" kern="1200" dirty="0"/>
        </a:p>
      </dsp:txBody>
      <dsp:txXfrm>
        <a:off x="704171" y="2132895"/>
        <a:ext cx="1429280" cy="452802"/>
      </dsp:txXfrm>
    </dsp:sp>
    <dsp:sp modelId="{8D1B5D78-6BCA-4BFE-A54A-3FBFC91E4964}">
      <dsp:nvSpPr>
        <dsp:cNvPr id="0" name=""/>
        <dsp:cNvSpPr/>
      </dsp:nvSpPr>
      <dsp:spPr>
        <a:xfrm rot="5400000">
          <a:off x="4512838" y="348190"/>
          <a:ext cx="401435" cy="507598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The Anomaly Operation </a:t>
          </a:r>
          <a:r>
            <a:rPr lang="en-US" altLang="zh-CN" sz="2000" kern="1200" dirty="0" smtClean="0"/>
            <a:t>in orbit</a:t>
          </a:r>
          <a:endParaRPr lang="zh-CN" altLang="en-US" sz="2000" kern="1200" dirty="0"/>
        </a:p>
      </dsp:txBody>
      <dsp:txXfrm rot="-5400000">
        <a:off x="2175564" y="2705060"/>
        <a:ext cx="5056387" cy="362243"/>
      </dsp:txXfrm>
    </dsp:sp>
    <dsp:sp modelId="{F1C0A150-5B65-409D-938A-4B749D41A0C9}">
      <dsp:nvSpPr>
        <dsp:cNvPr id="0" name=""/>
        <dsp:cNvSpPr/>
      </dsp:nvSpPr>
      <dsp:spPr>
        <a:xfrm>
          <a:off x="679675" y="2635284"/>
          <a:ext cx="1495889"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6</a:t>
          </a:r>
          <a:endParaRPr lang="zh-CN" altLang="en-US" sz="2500" kern="1200" dirty="0"/>
        </a:p>
      </dsp:txBody>
      <dsp:txXfrm>
        <a:off x="704171" y="2659780"/>
        <a:ext cx="1446897" cy="4528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585843" y="-2250863"/>
          <a:ext cx="610077"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gsw-FR" altLang="zh-CN" sz="2400" kern="1200" dirty="0" smtClean="0"/>
            <a:t>Composition</a:t>
          </a:r>
          <a:r>
            <a:rPr lang="en-US" altLang="zh-CN" sz="2400" kern="1200" dirty="0" smtClean="0"/>
            <a:t> and status of DTS in orbit</a:t>
          </a:r>
          <a:r>
            <a:rPr lang="en-US" altLang="zh-CN" sz="2400" kern="1200" baseline="0" dirty="0" smtClean="0"/>
            <a:t> </a:t>
          </a:r>
          <a:endParaRPr lang="zh-CN" altLang="en-US" sz="2400" kern="1200" dirty="0"/>
        </a:p>
      </dsp:txBody>
      <dsp:txXfrm rot="-5400000">
        <a:off x="2257410" y="107352"/>
        <a:ext cx="5237162" cy="550513"/>
      </dsp:txXfrm>
    </dsp:sp>
    <dsp:sp modelId="{21337BD4-EAE7-4FC6-8B68-510B5313E295}">
      <dsp:nvSpPr>
        <dsp:cNvPr id="0" name=""/>
        <dsp:cNvSpPr/>
      </dsp:nvSpPr>
      <dsp:spPr>
        <a:xfrm>
          <a:off x="705245" y="1309"/>
          <a:ext cx="1552165" cy="7625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lvl="0" algn="ctr" defTabSz="1689100">
            <a:lnSpc>
              <a:spcPct val="90000"/>
            </a:lnSpc>
            <a:spcBef>
              <a:spcPct val="0"/>
            </a:spcBef>
            <a:spcAft>
              <a:spcPct val="35000"/>
            </a:spcAft>
          </a:pPr>
          <a:r>
            <a:rPr lang="en-US" altLang="zh-CN" sz="3800" kern="1200" dirty="0" smtClean="0"/>
            <a:t>1</a:t>
          </a:r>
          <a:endParaRPr lang="zh-CN" altLang="en-US" sz="3800" kern="1200" dirty="0"/>
        </a:p>
      </dsp:txBody>
      <dsp:txXfrm>
        <a:off x="742472" y="38536"/>
        <a:ext cx="1477711" cy="688142"/>
      </dsp:txXfrm>
    </dsp:sp>
    <dsp:sp modelId="{187EE60B-D6ED-4EB5-900F-3927531DD5F8}">
      <dsp:nvSpPr>
        <dsp:cNvPr id="0" name=""/>
        <dsp:cNvSpPr/>
      </dsp:nvSpPr>
      <dsp:spPr>
        <a:xfrm rot="5400000">
          <a:off x="4557241" y="-1439813"/>
          <a:ext cx="610077" cy="5246297"/>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altLang="zh-CN" sz="2400" kern="1200" dirty="0" smtClean="0"/>
            <a:t>Working mode</a:t>
          </a:r>
          <a:r>
            <a:rPr lang="en-US" altLang="en-US" sz="2400" kern="1200" dirty="0" smtClean="0"/>
            <a:t> of DTS in orbit</a:t>
          </a:r>
          <a:endParaRPr lang="zh-CN" altLang="en-US" sz="2400" kern="1200" dirty="0"/>
        </a:p>
      </dsp:txBody>
      <dsp:txXfrm rot="-5400000">
        <a:off x="2239131" y="908079"/>
        <a:ext cx="5216515" cy="550513"/>
      </dsp:txXfrm>
    </dsp:sp>
    <dsp:sp modelId="{876019AC-F2D3-4140-9E13-8C4A1F228582}">
      <dsp:nvSpPr>
        <dsp:cNvPr id="0" name=""/>
        <dsp:cNvSpPr/>
      </dsp:nvSpPr>
      <dsp:spPr>
        <a:xfrm>
          <a:off x="705245" y="802036"/>
          <a:ext cx="1533885" cy="7625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lvl="0" algn="ctr" defTabSz="1689100">
            <a:lnSpc>
              <a:spcPct val="90000"/>
            </a:lnSpc>
            <a:spcBef>
              <a:spcPct val="0"/>
            </a:spcBef>
            <a:spcAft>
              <a:spcPct val="35000"/>
            </a:spcAft>
          </a:pPr>
          <a:r>
            <a:rPr lang="en-US" altLang="zh-CN" sz="3800" kern="1200" dirty="0" smtClean="0"/>
            <a:t>2</a:t>
          </a:r>
          <a:endParaRPr lang="zh-CN" altLang="en-US" sz="3800" kern="1200" dirty="0"/>
        </a:p>
      </dsp:txBody>
      <dsp:txXfrm>
        <a:off x="742472" y="839263"/>
        <a:ext cx="1459431" cy="688142"/>
      </dsp:txXfrm>
    </dsp:sp>
    <dsp:sp modelId="{FB2A164C-6E98-42E2-A967-46CEE9E3ABD3}">
      <dsp:nvSpPr>
        <dsp:cNvPr id="0" name=""/>
        <dsp:cNvSpPr/>
      </dsp:nvSpPr>
      <dsp:spPr>
        <a:xfrm rot="5400000">
          <a:off x="4567564" y="-649410"/>
          <a:ext cx="610077" cy="5266944"/>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gsw-FR" altLang="zh-CN" sz="2400" kern="1200" dirty="0" smtClean="0"/>
            <a:t>Telecommand</a:t>
          </a:r>
          <a:r>
            <a:rPr lang="en-US" altLang="zh-CN" sz="2400" kern="1200" dirty="0" smtClean="0"/>
            <a:t> and telemetry of DTS  </a:t>
          </a:r>
          <a:endParaRPr lang="zh-CN" altLang="en-US" sz="2400" kern="1200" dirty="0"/>
        </a:p>
      </dsp:txBody>
      <dsp:txXfrm rot="-5400000">
        <a:off x="2239131" y="1708805"/>
        <a:ext cx="5237162" cy="550513"/>
      </dsp:txXfrm>
    </dsp:sp>
    <dsp:sp modelId="{B6BC8131-068C-422E-BD0A-743D184796A9}">
      <dsp:nvSpPr>
        <dsp:cNvPr id="0" name=""/>
        <dsp:cNvSpPr/>
      </dsp:nvSpPr>
      <dsp:spPr>
        <a:xfrm>
          <a:off x="705245" y="1602763"/>
          <a:ext cx="1533885" cy="7625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lvl="0" algn="ctr" defTabSz="1689100">
            <a:lnSpc>
              <a:spcPct val="90000"/>
            </a:lnSpc>
            <a:spcBef>
              <a:spcPct val="0"/>
            </a:spcBef>
            <a:spcAft>
              <a:spcPct val="35000"/>
            </a:spcAft>
          </a:pPr>
          <a:r>
            <a:rPr lang="en-US" altLang="zh-CN" sz="3800" kern="1200" dirty="0" smtClean="0"/>
            <a:t>3</a:t>
          </a:r>
          <a:endParaRPr lang="zh-CN" altLang="en-US" sz="3800" kern="1200" dirty="0"/>
        </a:p>
      </dsp:txBody>
      <dsp:txXfrm>
        <a:off x="742472" y="1639990"/>
        <a:ext cx="1459431" cy="688142"/>
      </dsp:txXfrm>
    </dsp:sp>
    <dsp:sp modelId="{899E2C62-6850-483D-B87D-80F915B765B5}">
      <dsp:nvSpPr>
        <dsp:cNvPr id="0" name=""/>
        <dsp:cNvSpPr/>
      </dsp:nvSpPr>
      <dsp:spPr>
        <a:xfrm rot="5400000">
          <a:off x="4567564" y="151316"/>
          <a:ext cx="610077"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altLang="zh-CN" sz="2400" kern="1200" dirty="0" smtClean="0"/>
            <a:t>Sequence </a:t>
          </a:r>
          <a:r>
            <a:rPr lang="en-US" altLang="zh-CN" sz="2400" kern="1200" baseline="0" dirty="0" smtClean="0"/>
            <a:t>of operation</a:t>
          </a:r>
          <a:endParaRPr lang="zh-CN" altLang="en-US" sz="2400" kern="1200" dirty="0"/>
        </a:p>
      </dsp:txBody>
      <dsp:txXfrm rot="-5400000">
        <a:off x="2239131" y="2509531"/>
        <a:ext cx="5237162" cy="550513"/>
      </dsp:txXfrm>
    </dsp:sp>
    <dsp:sp modelId="{47F8267F-713F-4C7A-9053-6A592A3FC3C6}">
      <dsp:nvSpPr>
        <dsp:cNvPr id="0" name=""/>
        <dsp:cNvSpPr/>
      </dsp:nvSpPr>
      <dsp:spPr>
        <a:xfrm>
          <a:off x="705245" y="2403489"/>
          <a:ext cx="1533885" cy="7625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lvl="0" algn="ctr" defTabSz="1689100">
            <a:lnSpc>
              <a:spcPct val="90000"/>
            </a:lnSpc>
            <a:spcBef>
              <a:spcPct val="0"/>
            </a:spcBef>
            <a:spcAft>
              <a:spcPct val="35000"/>
            </a:spcAft>
          </a:pPr>
          <a:r>
            <a:rPr lang="en-US" altLang="zh-CN" sz="3800" kern="1200" dirty="0" smtClean="0"/>
            <a:t>4</a:t>
          </a:r>
          <a:endParaRPr lang="zh-CN" altLang="en-US" sz="3800" kern="1200" dirty="0"/>
        </a:p>
      </dsp:txBody>
      <dsp:txXfrm>
        <a:off x="742472" y="2440716"/>
        <a:ext cx="1459431" cy="688142"/>
      </dsp:txXfrm>
    </dsp:sp>
    <dsp:sp modelId="{9FA51810-A896-42F0-8549-217654593014}">
      <dsp:nvSpPr>
        <dsp:cNvPr id="0" name=""/>
        <dsp:cNvSpPr/>
      </dsp:nvSpPr>
      <dsp:spPr>
        <a:xfrm rot="5400000">
          <a:off x="4567564" y="952043"/>
          <a:ext cx="610077"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altLang="zh-CN" sz="2400" kern="1200" dirty="0" smtClean="0"/>
            <a:t>Important Notice</a:t>
          </a:r>
          <a:endParaRPr lang="zh-CN" altLang="en-US" sz="2400" kern="1200" dirty="0"/>
        </a:p>
      </dsp:txBody>
      <dsp:txXfrm rot="-5400000">
        <a:off x="2239131" y="3310258"/>
        <a:ext cx="5237162" cy="550513"/>
      </dsp:txXfrm>
    </dsp:sp>
    <dsp:sp modelId="{8D471BB1-EE3C-48B2-9A4F-A473204E59F7}">
      <dsp:nvSpPr>
        <dsp:cNvPr id="0" name=""/>
        <dsp:cNvSpPr/>
      </dsp:nvSpPr>
      <dsp:spPr>
        <a:xfrm>
          <a:off x="705245" y="3204216"/>
          <a:ext cx="1533885" cy="7625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lvl="0" algn="ctr" defTabSz="1689100">
            <a:lnSpc>
              <a:spcPct val="90000"/>
            </a:lnSpc>
            <a:spcBef>
              <a:spcPct val="0"/>
            </a:spcBef>
            <a:spcAft>
              <a:spcPct val="35000"/>
            </a:spcAft>
          </a:pPr>
          <a:r>
            <a:rPr lang="en-US" altLang="zh-CN" sz="3800" kern="1200" dirty="0" smtClean="0"/>
            <a:t>5</a:t>
          </a:r>
          <a:endParaRPr lang="zh-CN" altLang="en-US" sz="3800" kern="1200" dirty="0"/>
        </a:p>
      </dsp:txBody>
      <dsp:txXfrm>
        <a:off x="742472" y="3241443"/>
        <a:ext cx="1459431" cy="688142"/>
      </dsp:txXfrm>
    </dsp:sp>
    <dsp:sp modelId="{8D1B5D78-6BCA-4BFE-A54A-3FBFC91E4964}">
      <dsp:nvSpPr>
        <dsp:cNvPr id="0" name=""/>
        <dsp:cNvSpPr/>
      </dsp:nvSpPr>
      <dsp:spPr>
        <a:xfrm rot="5400000">
          <a:off x="4585843" y="1752769"/>
          <a:ext cx="610077"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smtClean="0"/>
            <a:t>The Anomaly Operation </a:t>
          </a:r>
          <a:r>
            <a:rPr lang="en-US" altLang="zh-CN" sz="2400" kern="1200" dirty="0" smtClean="0"/>
            <a:t>in orbit</a:t>
          </a:r>
          <a:endParaRPr lang="zh-CN" altLang="en-US" sz="2400" kern="1200" dirty="0"/>
        </a:p>
      </dsp:txBody>
      <dsp:txXfrm rot="-5400000">
        <a:off x="2257410" y="4110984"/>
        <a:ext cx="5237162" cy="550513"/>
      </dsp:txXfrm>
    </dsp:sp>
    <dsp:sp modelId="{F1C0A150-5B65-409D-938A-4B749D41A0C9}">
      <dsp:nvSpPr>
        <dsp:cNvPr id="0" name=""/>
        <dsp:cNvSpPr/>
      </dsp:nvSpPr>
      <dsp:spPr>
        <a:xfrm>
          <a:off x="705245" y="4004943"/>
          <a:ext cx="1552165" cy="76259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72390" rIns="144780" bIns="72390" numCol="1" spcCol="1270" anchor="ctr" anchorCtr="0">
          <a:noAutofit/>
        </a:bodyPr>
        <a:lstStyle/>
        <a:p>
          <a:pPr lvl="0" algn="ctr" defTabSz="1689100">
            <a:lnSpc>
              <a:spcPct val="90000"/>
            </a:lnSpc>
            <a:spcBef>
              <a:spcPct val="0"/>
            </a:spcBef>
            <a:spcAft>
              <a:spcPct val="35000"/>
            </a:spcAft>
          </a:pPr>
          <a:r>
            <a:rPr lang="en-US" altLang="zh-CN" sz="3800" kern="1200" dirty="0" smtClean="0"/>
            <a:t>6</a:t>
          </a:r>
          <a:endParaRPr lang="zh-CN" altLang="en-US" sz="3800" kern="1200" dirty="0"/>
        </a:p>
      </dsp:txBody>
      <dsp:txXfrm>
        <a:off x="742472" y="4042170"/>
        <a:ext cx="1477711" cy="68814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662103" y="-234651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Composition</a:t>
          </a:r>
          <a:r>
            <a:rPr lang="en-US" altLang="zh-CN" sz="2300" kern="1200" dirty="0" smtClean="0"/>
            <a:t> and status of DTS in orbit</a:t>
          </a:r>
          <a:r>
            <a:rPr lang="en-US" altLang="zh-CN" sz="2300" kern="1200" baseline="0" dirty="0" smtClean="0"/>
            <a:t> </a:t>
          </a:r>
          <a:endParaRPr lang="zh-CN" altLang="en-US" sz="2300" kern="1200" dirty="0"/>
        </a:p>
      </dsp:txBody>
      <dsp:txXfrm rot="-5400000">
        <a:off x="2257410" y="80514"/>
        <a:ext cx="5244608" cy="412886"/>
      </dsp:txXfrm>
    </dsp:sp>
    <dsp:sp modelId="{21337BD4-EAE7-4FC6-8B68-510B5313E295}">
      <dsp:nvSpPr>
        <dsp:cNvPr id="0" name=""/>
        <dsp:cNvSpPr/>
      </dsp:nvSpPr>
      <dsp:spPr>
        <a:xfrm>
          <a:off x="705245" y="982"/>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1</a:t>
          </a:r>
          <a:endParaRPr lang="zh-CN" altLang="en-US" sz="2900" kern="1200" dirty="0"/>
        </a:p>
      </dsp:txBody>
      <dsp:txXfrm>
        <a:off x="733165" y="28902"/>
        <a:ext cx="1496325" cy="516107"/>
      </dsp:txXfrm>
    </dsp:sp>
    <dsp:sp modelId="{187EE60B-D6ED-4EB5-900F-3927531DD5F8}">
      <dsp:nvSpPr>
        <dsp:cNvPr id="0" name=""/>
        <dsp:cNvSpPr/>
      </dsp:nvSpPr>
      <dsp:spPr>
        <a:xfrm rot="5400000">
          <a:off x="4633500" y="-1735647"/>
          <a:ext cx="457558" cy="5246297"/>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Working mode</a:t>
          </a:r>
          <a:r>
            <a:rPr lang="en-US" altLang="en-US" sz="2300" kern="1200" dirty="0" smtClean="0"/>
            <a:t> of DTS in orbit</a:t>
          </a:r>
          <a:endParaRPr lang="zh-CN" altLang="en-US" sz="2300" kern="1200" dirty="0"/>
        </a:p>
      </dsp:txBody>
      <dsp:txXfrm rot="-5400000">
        <a:off x="2239131" y="681058"/>
        <a:ext cx="5223961" cy="412886"/>
      </dsp:txXfrm>
    </dsp:sp>
    <dsp:sp modelId="{876019AC-F2D3-4140-9E13-8C4A1F228582}">
      <dsp:nvSpPr>
        <dsp:cNvPr id="0" name=""/>
        <dsp:cNvSpPr/>
      </dsp:nvSpPr>
      <dsp:spPr>
        <a:xfrm>
          <a:off x="705245" y="60152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2</a:t>
          </a:r>
          <a:endParaRPr lang="zh-CN" altLang="en-US" sz="2900" kern="1200" dirty="0"/>
        </a:p>
      </dsp:txBody>
      <dsp:txXfrm>
        <a:off x="733165" y="629447"/>
        <a:ext cx="1478045" cy="516107"/>
      </dsp:txXfrm>
    </dsp:sp>
    <dsp:sp modelId="{FB2A164C-6E98-42E2-A967-46CEE9E3ABD3}">
      <dsp:nvSpPr>
        <dsp:cNvPr id="0" name=""/>
        <dsp:cNvSpPr/>
      </dsp:nvSpPr>
      <dsp:spPr>
        <a:xfrm rot="5400000">
          <a:off x="4643823" y="-114542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Telecommand</a:t>
          </a:r>
          <a:r>
            <a:rPr lang="en-US" altLang="zh-CN" sz="2300" kern="1200" dirty="0" smtClean="0"/>
            <a:t> and telemetry of DTS  </a:t>
          </a:r>
          <a:endParaRPr lang="zh-CN" altLang="en-US" sz="2300" kern="1200" dirty="0"/>
        </a:p>
      </dsp:txBody>
      <dsp:txXfrm rot="-5400000">
        <a:off x="2239130" y="1281604"/>
        <a:ext cx="5244608" cy="412886"/>
      </dsp:txXfrm>
    </dsp:sp>
    <dsp:sp modelId="{B6BC8131-068C-422E-BD0A-743D184796A9}">
      <dsp:nvSpPr>
        <dsp:cNvPr id="0" name=""/>
        <dsp:cNvSpPr/>
      </dsp:nvSpPr>
      <dsp:spPr>
        <a:xfrm>
          <a:off x="705245" y="120207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3</a:t>
          </a:r>
          <a:endParaRPr lang="zh-CN" altLang="en-US" sz="2900" kern="1200" dirty="0"/>
        </a:p>
      </dsp:txBody>
      <dsp:txXfrm>
        <a:off x="733165" y="1229992"/>
        <a:ext cx="1478045" cy="516107"/>
      </dsp:txXfrm>
    </dsp:sp>
    <dsp:sp modelId="{899E2C62-6850-483D-B87D-80F915B765B5}">
      <dsp:nvSpPr>
        <dsp:cNvPr id="0" name=""/>
        <dsp:cNvSpPr/>
      </dsp:nvSpPr>
      <dsp:spPr>
        <a:xfrm rot="5400000">
          <a:off x="4643823" y="-544880"/>
          <a:ext cx="457558" cy="5266944"/>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Sequence </a:t>
          </a:r>
          <a:r>
            <a:rPr lang="en-US" altLang="zh-CN" sz="2300" kern="1200" baseline="0" dirty="0" smtClean="0"/>
            <a:t>of operation</a:t>
          </a:r>
          <a:endParaRPr lang="zh-CN" altLang="en-US" sz="2300" kern="1200" dirty="0"/>
        </a:p>
      </dsp:txBody>
      <dsp:txXfrm rot="-5400000">
        <a:off x="2239130" y="1882149"/>
        <a:ext cx="5244608" cy="412886"/>
      </dsp:txXfrm>
    </dsp:sp>
    <dsp:sp modelId="{47F8267F-713F-4C7A-9053-6A592A3FC3C6}">
      <dsp:nvSpPr>
        <dsp:cNvPr id="0" name=""/>
        <dsp:cNvSpPr/>
      </dsp:nvSpPr>
      <dsp:spPr>
        <a:xfrm>
          <a:off x="705245" y="180261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4</a:t>
          </a:r>
          <a:endParaRPr lang="zh-CN" altLang="en-US" sz="2900" kern="1200" dirty="0"/>
        </a:p>
      </dsp:txBody>
      <dsp:txXfrm>
        <a:off x="733165" y="1830537"/>
        <a:ext cx="1478045" cy="516107"/>
      </dsp:txXfrm>
    </dsp:sp>
    <dsp:sp modelId="{9FA51810-A896-42F0-8549-217654593014}">
      <dsp:nvSpPr>
        <dsp:cNvPr id="0" name=""/>
        <dsp:cNvSpPr/>
      </dsp:nvSpPr>
      <dsp:spPr>
        <a:xfrm rot="5400000">
          <a:off x="4643823" y="55664"/>
          <a:ext cx="457558"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Important Notice</a:t>
          </a:r>
          <a:endParaRPr lang="zh-CN" altLang="en-US" sz="2300" kern="1200" dirty="0"/>
        </a:p>
      </dsp:txBody>
      <dsp:txXfrm rot="-5400000">
        <a:off x="2239130" y="2482693"/>
        <a:ext cx="5244608" cy="412886"/>
      </dsp:txXfrm>
    </dsp:sp>
    <dsp:sp modelId="{8D471BB1-EE3C-48B2-9A4F-A473204E59F7}">
      <dsp:nvSpPr>
        <dsp:cNvPr id="0" name=""/>
        <dsp:cNvSpPr/>
      </dsp:nvSpPr>
      <dsp:spPr>
        <a:xfrm>
          <a:off x="705245" y="240316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5</a:t>
          </a:r>
          <a:endParaRPr lang="zh-CN" altLang="en-US" sz="2900" kern="1200" dirty="0"/>
        </a:p>
      </dsp:txBody>
      <dsp:txXfrm>
        <a:off x="733165" y="2431082"/>
        <a:ext cx="1478045" cy="516107"/>
      </dsp:txXfrm>
    </dsp:sp>
    <dsp:sp modelId="{8D1B5D78-6BCA-4BFE-A54A-3FBFC91E4964}">
      <dsp:nvSpPr>
        <dsp:cNvPr id="0" name=""/>
        <dsp:cNvSpPr/>
      </dsp:nvSpPr>
      <dsp:spPr>
        <a:xfrm rot="5400000">
          <a:off x="4662103" y="656209"/>
          <a:ext cx="457558"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smtClean="0"/>
            <a:t>The Anomaly Operation </a:t>
          </a:r>
          <a:r>
            <a:rPr lang="en-US" altLang="zh-CN" sz="2300" kern="1200" dirty="0" smtClean="0"/>
            <a:t>in orbit</a:t>
          </a:r>
          <a:endParaRPr lang="zh-CN" altLang="en-US" sz="2300" kern="1200" dirty="0"/>
        </a:p>
      </dsp:txBody>
      <dsp:txXfrm rot="-5400000">
        <a:off x="2257410" y="3083238"/>
        <a:ext cx="5244608" cy="412886"/>
      </dsp:txXfrm>
    </dsp:sp>
    <dsp:sp modelId="{F1C0A150-5B65-409D-938A-4B749D41A0C9}">
      <dsp:nvSpPr>
        <dsp:cNvPr id="0" name=""/>
        <dsp:cNvSpPr/>
      </dsp:nvSpPr>
      <dsp:spPr>
        <a:xfrm>
          <a:off x="705245" y="3003707"/>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6</a:t>
          </a:r>
          <a:endParaRPr lang="zh-CN" altLang="en-US" sz="2900" kern="1200" dirty="0"/>
        </a:p>
      </dsp:txBody>
      <dsp:txXfrm>
        <a:off x="733165" y="3031627"/>
        <a:ext cx="1496325" cy="5161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50191-6398-48CF-8E01-A565A12864B8}">
      <dsp:nvSpPr>
        <dsp:cNvPr id="0" name=""/>
        <dsp:cNvSpPr/>
      </dsp:nvSpPr>
      <dsp:spPr>
        <a:xfrm>
          <a:off x="3693" y="447217"/>
          <a:ext cx="3229530" cy="1291812"/>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66675" rIns="33338" bIns="66675" numCol="1" spcCol="1270" anchor="ctr" anchorCtr="0">
          <a:noAutofit/>
        </a:bodyPr>
        <a:lstStyle/>
        <a:p>
          <a:pPr lvl="0" algn="ctr" defTabSz="1111250">
            <a:lnSpc>
              <a:spcPct val="90000"/>
            </a:lnSpc>
            <a:spcBef>
              <a:spcPct val="0"/>
            </a:spcBef>
            <a:spcAft>
              <a:spcPct val="35000"/>
            </a:spcAft>
          </a:pPr>
          <a:r>
            <a:rPr lang="en-US" altLang="zh-CN" sz="2500" b="0" kern="1200" dirty="0" smtClean="0">
              <a:latin typeface="Calibri" pitchFamily="34" charset="0"/>
            </a:rPr>
            <a:t>Power on Integrated transmission machine</a:t>
          </a:r>
          <a:endParaRPr lang="zh-CN" altLang="en-US" sz="2500" b="0" kern="1200" dirty="0"/>
        </a:p>
      </dsp:txBody>
      <dsp:txXfrm>
        <a:off x="3693" y="447217"/>
        <a:ext cx="2906577" cy="1291812"/>
      </dsp:txXfrm>
    </dsp:sp>
    <dsp:sp modelId="{43944D78-DFF8-4FB7-8798-3BB0E87C63AA}">
      <dsp:nvSpPr>
        <dsp:cNvPr id="0" name=""/>
        <dsp:cNvSpPr/>
      </dsp:nvSpPr>
      <dsp:spPr>
        <a:xfrm>
          <a:off x="2587318"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66675" rIns="33338" bIns="66675" numCol="1" spcCol="1270" anchor="ctr" anchorCtr="0">
          <a:noAutofit/>
        </a:bodyPr>
        <a:lstStyle/>
        <a:p>
          <a:pPr lvl="0" algn="ctr" defTabSz="1111250">
            <a:lnSpc>
              <a:spcPct val="90000"/>
            </a:lnSpc>
            <a:spcBef>
              <a:spcPct val="0"/>
            </a:spcBef>
            <a:spcAft>
              <a:spcPct val="35000"/>
            </a:spcAft>
          </a:pPr>
          <a:r>
            <a:rPr lang="en-US" altLang="zh-CN" sz="2500" kern="1200" dirty="0" smtClean="0"/>
            <a:t>Choosing SSM</a:t>
          </a:r>
          <a:endParaRPr lang="zh-CN" altLang="en-US" sz="2500" kern="1200" dirty="0"/>
        </a:p>
      </dsp:txBody>
      <dsp:txXfrm>
        <a:off x="3233224" y="447217"/>
        <a:ext cx="1937718" cy="1291812"/>
      </dsp:txXfrm>
    </dsp:sp>
    <dsp:sp modelId="{AE69B3D5-1B2E-4101-B83B-E9378ACC49FB}">
      <dsp:nvSpPr>
        <dsp:cNvPr id="0" name=""/>
        <dsp:cNvSpPr/>
      </dsp:nvSpPr>
      <dsp:spPr>
        <a:xfrm>
          <a:off x="5170942"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66675" rIns="33338" bIns="66675" numCol="1" spcCol="1270" anchor="ctr" anchorCtr="0">
          <a:noAutofit/>
        </a:bodyPr>
        <a:lstStyle/>
        <a:p>
          <a:pPr lvl="0" algn="ctr" defTabSz="1111250">
            <a:lnSpc>
              <a:spcPct val="90000"/>
            </a:lnSpc>
            <a:spcBef>
              <a:spcPct val="0"/>
            </a:spcBef>
            <a:spcAft>
              <a:spcPct val="35000"/>
            </a:spcAft>
          </a:pPr>
          <a:r>
            <a:rPr lang="en-US" altLang="zh-CN" sz="2500" b="0" kern="1200" dirty="0" smtClean="0">
              <a:latin typeface="Calibri" pitchFamily="34" charset="0"/>
            </a:rPr>
            <a:t>Choosing of compression manner</a:t>
          </a:r>
          <a:endParaRPr lang="zh-CN" altLang="en-US" sz="2500" b="0" kern="1200" dirty="0"/>
        </a:p>
      </dsp:txBody>
      <dsp:txXfrm>
        <a:off x="5816848" y="447217"/>
        <a:ext cx="1937718" cy="12918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50191-6398-48CF-8E01-A565A12864B8}">
      <dsp:nvSpPr>
        <dsp:cNvPr id="0" name=""/>
        <dsp:cNvSpPr/>
      </dsp:nvSpPr>
      <dsp:spPr>
        <a:xfrm>
          <a:off x="3693" y="447217"/>
          <a:ext cx="3229530" cy="1291812"/>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lvl="0" algn="ctr" defTabSz="1066800">
            <a:lnSpc>
              <a:spcPct val="90000"/>
            </a:lnSpc>
            <a:spcBef>
              <a:spcPct val="0"/>
            </a:spcBef>
            <a:spcAft>
              <a:spcPct val="35000"/>
            </a:spcAft>
          </a:pPr>
          <a:r>
            <a:rPr lang="en-US" altLang="zh-CN" sz="2400" kern="1200" dirty="0" smtClean="0"/>
            <a:t>Setting of recording manner</a:t>
          </a:r>
          <a:endParaRPr lang="zh-CN" altLang="en-US" sz="2400" b="0" kern="1200" dirty="0"/>
        </a:p>
      </dsp:txBody>
      <dsp:txXfrm>
        <a:off x="3693" y="447217"/>
        <a:ext cx="2906577" cy="1291812"/>
      </dsp:txXfrm>
    </dsp:sp>
    <dsp:sp modelId="{43944D78-DFF8-4FB7-8798-3BB0E87C63AA}">
      <dsp:nvSpPr>
        <dsp:cNvPr id="0" name=""/>
        <dsp:cNvSpPr/>
      </dsp:nvSpPr>
      <dsp:spPr>
        <a:xfrm>
          <a:off x="2587318"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lvl="0" algn="ctr" defTabSz="1066800">
            <a:lnSpc>
              <a:spcPct val="90000"/>
            </a:lnSpc>
            <a:spcBef>
              <a:spcPct val="0"/>
            </a:spcBef>
            <a:spcAft>
              <a:spcPct val="35000"/>
            </a:spcAft>
          </a:pPr>
          <a:r>
            <a:rPr lang="en-US" altLang="zh-CN" sz="2400" b="0" kern="1200" dirty="0" smtClean="0">
              <a:latin typeface="Calibri" pitchFamily="34" charset="0"/>
            </a:rPr>
            <a:t>Power on </a:t>
          </a:r>
          <a:r>
            <a:rPr lang="en-US" altLang="zh-CN" sz="2400" b="0" kern="1200" dirty="0" smtClean="0"/>
            <a:t>RF and antenna</a:t>
          </a:r>
          <a:endParaRPr lang="zh-CN" altLang="en-US" sz="2400" kern="1200" dirty="0"/>
        </a:p>
      </dsp:txBody>
      <dsp:txXfrm>
        <a:off x="3233224" y="447217"/>
        <a:ext cx="1937718" cy="1291812"/>
      </dsp:txXfrm>
    </dsp:sp>
    <dsp:sp modelId="{AE69B3D5-1B2E-4101-B83B-E9378ACC49FB}">
      <dsp:nvSpPr>
        <dsp:cNvPr id="0" name=""/>
        <dsp:cNvSpPr/>
      </dsp:nvSpPr>
      <dsp:spPr>
        <a:xfrm>
          <a:off x="5170942"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lvl="0" algn="ctr" defTabSz="1066800">
            <a:lnSpc>
              <a:spcPct val="90000"/>
            </a:lnSpc>
            <a:spcBef>
              <a:spcPct val="0"/>
            </a:spcBef>
            <a:spcAft>
              <a:spcPct val="35000"/>
            </a:spcAft>
          </a:pPr>
          <a:r>
            <a:rPr lang="en-US" altLang="zh-CN" sz="2400" kern="1200" dirty="0" smtClean="0"/>
            <a:t>Setting of antenna pointing mode</a:t>
          </a:r>
          <a:endParaRPr lang="zh-CN" altLang="en-US" sz="2400" b="0" kern="1200" dirty="0"/>
        </a:p>
      </dsp:txBody>
      <dsp:txXfrm>
        <a:off x="5816848" y="447217"/>
        <a:ext cx="1937718" cy="12918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50191-6398-48CF-8E01-A565A12864B8}">
      <dsp:nvSpPr>
        <dsp:cNvPr id="0" name=""/>
        <dsp:cNvSpPr/>
      </dsp:nvSpPr>
      <dsp:spPr>
        <a:xfrm>
          <a:off x="3693" y="447217"/>
          <a:ext cx="3229530" cy="1291812"/>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56007" rIns="28004" bIns="56007" numCol="1" spcCol="1270" anchor="ctr" anchorCtr="0">
          <a:noAutofit/>
        </a:bodyPr>
        <a:lstStyle/>
        <a:p>
          <a:pPr lvl="0" algn="ctr" defTabSz="933450">
            <a:lnSpc>
              <a:spcPct val="90000"/>
            </a:lnSpc>
            <a:spcBef>
              <a:spcPct val="0"/>
            </a:spcBef>
            <a:spcAft>
              <a:spcPct val="35000"/>
            </a:spcAft>
          </a:pPr>
          <a:r>
            <a:rPr lang="en-US" altLang="zh-CN" sz="2100" b="1" kern="1200" dirty="0" smtClean="0"/>
            <a:t>Setting of replaying manner</a:t>
          </a:r>
          <a:endParaRPr lang="zh-CN" altLang="en-US" sz="2100" b="1" kern="1200" dirty="0"/>
        </a:p>
      </dsp:txBody>
      <dsp:txXfrm>
        <a:off x="3693" y="447217"/>
        <a:ext cx="2906577" cy="1291812"/>
      </dsp:txXfrm>
    </dsp:sp>
    <dsp:sp modelId="{43944D78-DFF8-4FB7-8798-3BB0E87C63AA}">
      <dsp:nvSpPr>
        <dsp:cNvPr id="0" name=""/>
        <dsp:cNvSpPr/>
      </dsp:nvSpPr>
      <dsp:spPr>
        <a:xfrm>
          <a:off x="2587318"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lvl="0" algn="ctr" defTabSz="933450">
            <a:lnSpc>
              <a:spcPct val="90000"/>
            </a:lnSpc>
            <a:spcBef>
              <a:spcPct val="0"/>
            </a:spcBef>
            <a:spcAft>
              <a:spcPct val="35000"/>
            </a:spcAft>
          </a:pPr>
          <a:r>
            <a:rPr lang="en-US" altLang="zh-CN" sz="2100" b="1" kern="1200" dirty="0" smtClean="0">
              <a:latin typeface="Calibri" pitchFamily="34" charset="0"/>
            </a:rPr>
            <a:t>Power off </a:t>
          </a:r>
          <a:r>
            <a:rPr lang="en-US" altLang="zh-CN" sz="2100" b="1" kern="1200" dirty="0" smtClean="0"/>
            <a:t>RF and antenna</a:t>
          </a:r>
          <a:endParaRPr lang="zh-CN" altLang="en-US" sz="2100" b="1" kern="1200" dirty="0"/>
        </a:p>
      </dsp:txBody>
      <dsp:txXfrm>
        <a:off x="3233224" y="447217"/>
        <a:ext cx="1937718" cy="1291812"/>
      </dsp:txXfrm>
    </dsp:sp>
    <dsp:sp modelId="{AE69B3D5-1B2E-4101-B83B-E9378ACC49FB}">
      <dsp:nvSpPr>
        <dsp:cNvPr id="0" name=""/>
        <dsp:cNvSpPr/>
      </dsp:nvSpPr>
      <dsp:spPr>
        <a:xfrm>
          <a:off x="5170942"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lvl="0" algn="ctr" defTabSz="933450">
            <a:lnSpc>
              <a:spcPct val="90000"/>
            </a:lnSpc>
            <a:spcBef>
              <a:spcPct val="0"/>
            </a:spcBef>
            <a:spcAft>
              <a:spcPct val="35000"/>
            </a:spcAft>
          </a:pPr>
          <a:r>
            <a:rPr lang="en-US" altLang="zh-CN" sz="2100" b="1" kern="1200" dirty="0" smtClean="0">
              <a:latin typeface="Calibri" pitchFamily="34" charset="0"/>
            </a:rPr>
            <a:t>Power off Integrated transmission machine</a:t>
          </a:r>
          <a:endParaRPr lang="zh-CN" altLang="en-US" sz="2100" b="1" kern="1200" dirty="0"/>
        </a:p>
      </dsp:txBody>
      <dsp:txXfrm>
        <a:off x="5816848" y="447217"/>
        <a:ext cx="1937718" cy="12918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662103" y="-234651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Composition</a:t>
          </a:r>
          <a:r>
            <a:rPr lang="en-US" altLang="zh-CN" sz="2300" kern="1200" dirty="0" smtClean="0"/>
            <a:t> and status of DTS in orbit</a:t>
          </a:r>
          <a:r>
            <a:rPr lang="en-US" altLang="zh-CN" sz="2300" kern="1200" baseline="0" dirty="0" smtClean="0"/>
            <a:t> </a:t>
          </a:r>
          <a:endParaRPr lang="zh-CN" altLang="en-US" sz="2300" kern="1200" dirty="0"/>
        </a:p>
      </dsp:txBody>
      <dsp:txXfrm rot="-5400000">
        <a:off x="2257410" y="80514"/>
        <a:ext cx="5244608" cy="412886"/>
      </dsp:txXfrm>
    </dsp:sp>
    <dsp:sp modelId="{21337BD4-EAE7-4FC6-8B68-510B5313E295}">
      <dsp:nvSpPr>
        <dsp:cNvPr id="0" name=""/>
        <dsp:cNvSpPr/>
      </dsp:nvSpPr>
      <dsp:spPr>
        <a:xfrm>
          <a:off x="705245" y="982"/>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1</a:t>
          </a:r>
          <a:endParaRPr lang="zh-CN" altLang="en-US" sz="2900" kern="1200" dirty="0"/>
        </a:p>
      </dsp:txBody>
      <dsp:txXfrm>
        <a:off x="733165" y="28902"/>
        <a:ext cx="1496325" cy="516107"/>
      </dsp:txXfrm>
    </dsp:sp>
    <dsp:sp modelId="{187EE60B-D6ED-4EB5-900F-3927531DD5F8}">
      <dsp:nvSpPr>
        <dsp:cNvPr id="0" name=""/>
        <dsp:cNvSpPr/>
      </dsp:nvSpPr>
      <dsp:spPr>
        <a:xfrm rot="5400000">
          <a:off x="4633500" y="-1735647"/>
          <a:ext cx="457558" cy="5246297"/>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Working mode</a:t>
          </a:r>
          <a:r>
            <a:rPr lang="en-US" altLang="en-US" sz="2300" kern="1200" dirty="0" smtClean="0"/>
            <a:t> of DTS in orbit</a:t>
          </a:r>
          <a:endParaRPr lang="zh-CN" altLang="en-US" sz="2300" kern="1200" dirty="0"/>
        </a:p>
      </dsp:txBody>
      <dsp:txXfrm rot="-5400000">
        <a:off x="2239131" y="681058"/>
        <a:ext cx="5223961" cy="412886"/>
      </dsp:txXfrm>
    </dsp:sp>
    <dsp:sp modelId="{876019AC-F2D3-4140-9E13-8C4A1F228582}">
      <dsp:nvSpPr>
        <dsp:cNvPr id="0" name=""/>
        <dsp:cNvSpPr/>
      </dsp:nvSpPr>
      <dsp:spPr>
        <a:xfrm>
          <a:off x="705245" y="60152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2</a:t>
          </a:r>
          <a:endParaRPr lang="zh-CN" altLang="en-US" sz="2900" kern="1200" dirty="0"/>
        </a:p>
      </dsp:txBody>
      <dsp:txXfrm>
        <a:off x="733165" y="629447"/>
        <a:ext cx="1478045" cy="516107"/>
      </dsp:txXfrm>
    </dsp:sp>
    <dsp:sp modelId="{FB2A164C-6E98-42E2-A967-46CEE9E3ABD3}">
      <dsp:nvSpPr>
        <dsp:cNvPr id="0" name=""/>
        <dsp:cNvSpPr/>
      </dsp:nvSpPr>
      <dsp:spPr>
        <a:xfrm rot="5400000">
          <a:off x="4643823" y="-114542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Telecommand</a:t>
          </a:r>
          <a:r>
            <a:rPr lang="en-US" altLang="zh-CN" sz="2300" kern="1200" dirty="0" smtClean="0"/>
            <a:t> and telemetry of DTS  </a:t>
          </a:r>
          <a:endParaRPr lang="zh-CN" altLang="en-US" sz="2300" kern="1200" dirty="0"/>
        </a:p>
      </dsp:txBody>
      <dsp:txXfrm rot="-5400000">
        <a:off x="2239130" y="1281604"/>
        <a:ext cx="5244608" cy="412886"/>
      </dsp:txXfrm>
    </dsp:sp>
    <dsp:sp modelId="{B6BC8131-068C-422E-BD0A-743D184796A9}">
      <dsp:nvSpPr>
        <dsp:cNvPr id="0" name=""/>
        <dsp:cNvSpPr/>
      </dsp:nvSpPr>
      <dsp:spPr>
        <a:xfrm>
          <a:off x="705245" y="120207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3</a:t>
          </a:r>
          <a:endParaRPr lang="zh-CN" altLang="en-US" sz="2900" kern="1200" dirty="0"/>
        </a:p>
      </dsp:txBody>
      <dsp:txXfrm>
        <a:off x="733165" y="1229992"/>
        <a:ext cx="1478045" cy="516107"/>
      </dsp:txXfrm>
    </dsp:sp>
    <dsp:sp modelId="{899E2C62-6850-483D-B87D-80F915B765B5}">
      <dsp:nvSpPr>
        <dsp:cNvPr id="0" name=""/>
        <dsp:cNvSpPr/>
      </dsp:nvSpPr>
      <dsp:spPr>
        <a:xfrm rot="5400000">
          <a:off x="4643823" y="-544880"/>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Sequence </a:t>
          </a:r>
          <a:r>
            <a:rPr lang="en-US" altLang="zh-CN" sz="2300" kern="1200" baseline="0" dirty="0" smtClean="0"/>
            <a:t>of operation</a:t>
          </a:r>
          <a:endParaRPr lang="zh-CN" altLang="en-US" sz="2300" kern="1200" dirty="0"/>
        </a:p>
      </dsp:txBody>
      <dsp:txXfrm rot="-5400000">
        <a:off x="2239130" y="1882149"/>
        <a:ext cx="5244608" cy="412886"/>
      </dsp:txXfrm>
    </dsp:sp>
    <dsp:sp modelId="{47F8267F-713F-4C7A-9053-6A592A3FC3C6}">
      <dsp:nvSpPr>
        <dsp:cNvPr id="0" name=""/>
        <dsp:cNvSpPr/>
      </dsp:nvSpPr>
      <dsp:spPr>
        <a:xfrm>
          <a:off x="705245" y="180261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4</a:t>
          </a:r>
          <a:endParaRPr lang="zh-CN" altLang="en-US" sz="2900" kern="1200" dirty="0"/>
        </a:p>
      </dsp:txBody>
      <dsp:txXfrm>
        <a:off x="733165" y="1830537"/>
        <a:ext cx="1478045" cy="516107"/>
      </dsp:txXfrm>
    </dsp:sp>
    <dsp:sp modelId="{9FA51810-A896-42F0-8549-217654593014}">
      <dsp:nvSpPr>
        <dsp:cNvPr id="0" name=""/>
        <dsp:cNvSpPr/>
      </dsp:nvSpPr>
      <dsp:spPr>
        <a:xfrm rot="5400000">
          <a:off x="4643823" y="55664"/>
          <a:ext cx="457558" cy="5266944"/>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Important Notice</a:t>
          </a:r>
          <a:endParaRPr lang="zh-CN" altLang="en-US" sz="2300" kern="1200" dirty="0"/>
        </a:p>
      </dsp:txBody>
      <dsp:txXfrm rot="-5400000">
        <a:off x="2239130" y="2482693"/>
        <a:ext cx="5244608" cy="412886"/>
      </dsp:txXfrm>
    </dsp:sp>
    <dsp:sp modelId="{8D471BB1-EE3C-48B2-9A4F-A473204E59F7}">
      <dsp:nvSpPr>
        <dsp:cNvPr id="0" name=""/>
        <dsp:cNvSpPr/>
      </dsp:nvSpPr>
      <dsp:spPr>
        <a:xfrm>
          <a:off x="705245" y="240316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5</a:t>
          </a:r>
          <a:endParaRPr lang="zh-CN" altLang="en-US" sz="2900" kern="1200" dirty="0"/>
        </a:p>
      </dsp:txBody>
      <dsp:txXfrm>
        <a:off x="733165" y="2431082"/>
        <a:ext cx="1478045" cy="516107"/>
      </dsp:txXfrm>
    </dsp:sp>
    <dsp:sp modelId="{8D1B5D78-6BCA-4BFE-A54A-3FBFC91E4964}">
      <dsp:nvSpPr>
        <dsp:cNvPr id="0" name=""/>
        <dsp:cNvSpPr/>
      </dsp:nvSpPr>
      <dsp:spPr>
        <a:xfrm rot="5400000">
          <a:off x="4662103" y="656209"/>
          <a:ext cx="457558"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smtClean="0"/>
            <a:t>The Anomaly Operation </a:t>
          </a:r>
          <a:r>
            <a:rPr lang="en-US" altLang="zh-CN" sz="2300" kern="1200" dirty="0" smtClean="0"/>
            <a:t>in orbit</a:t>
          </a:r>
          <a:endParaRPr lang="zh-CN" altLang="en-US" sz="2300" kern="1200" dirty="0"/>
        </a:p>
      </dsp:txBody>
      <dsp:txXfrm rot="-5400000">
        <a:off x="2257410" y="3083238"/>
        <a:ext cx="5244608" cy="412886"/>
      </dsp:txXfrm>
    </dsp:sp>
    <dsp:sp modelId="{F1C0A150-5B65-409D-938A-4B749D41A0C9}">
      <dsp:nvSpPr>
        <dsp:cNvPr id="0" name=""/>
        <dsp:cNvSpPr/>
      </dsp:nvSpPr>
      <dsp:spPr>
        <a:xfrm>
          <a:off x="705245" y="3003707"/>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6</a:t>
          </a:r>
          <a:endParaRPr lang="zh-CN" altLang="en-US" sz="2900" kern="1200" dirty="0"/>
        </a:p>
      </dsp:txBody>
      <dsp:txXfrm>
        <a:off x="733165" y="3031627"/>
        <a:ext cx="1496325" cy="51610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662103" y="-234651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Composition</a:t>
          </a:r>
          <a:r>
            <a:rPr lang="en-US" altLang="zh-CN" sz="2300" kern="1200" dirty="0" smtClean="0"/>
            <a:t> and status of DTS in orbit</a:t>
          </a:r>
          <a:r>
            <a:rPr lang="en-US" altLang="zh-CN" sz="2300" kern="1200" baseline="0" dirty="0" smtClean="0"/>
            <a:t> </a:t>
          </a:r>
          <a:endParaRPr lang="zh-CN" altLang="en-US" sz="2300" kern="1200" dirty="0"/>
        </a:p>
      </dsp:txBody>
      <dsp:txXfrm rot="-5400000">
        <a:off x="2257410" y="80514"/>
        <a:ext cx="5244608" cy="412886"/>
      </dsp:txXfrm>
    </dsp:sp>
    <dsp:sp modelId="{21337BD4-EAE7-4FC6-8B68-510B5313E295}">
      <dsp:nvSpPr>
        <dsp:cNvPr id="0" name=""/>
        <dsp:cNvSpPr/>
      </dsp:nvSpPr>
      <dsp:spPr>
        <a:xfrm>
          <a:off x="705245" y="982"/>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1</a:t>
          </a:r>
          <a:endParaRPr lang="zh-CN" altLang="en-US" sz="2900" kern="1200" dirty="0"/>
        </a:p>
      </dsp:txBody>
      <dsp:txXfrm>
        <a:off x="733165" y="28902"/>
        <a:ext cx="1496325" cy="516107"/>
      </dsp:txXfrm>
    </dsp:sp>
    <dsp:sp modelId="{187EE60B-D6ED-4EB5-900F-3927531DD5F8}">
      <dsp:nvSpPr>
        <dsp:cNvPr id="0" name=""/>
        <dsp:cNvSpPr/>
      </dsp:nvSpPr>
      <dsp:spPr>
        <a:xfrm rot="5400000">
          <a:off x="4633500" y="-1735647"/>
          <a:ext cx="457558" cy="5246297"/>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Working mode</a:t>
          </a:r>
          <a:r>
            <a:rPr lang="en-US" altLang="en-US" sz="2300" kern="1200" dirty="0" smtClean="0"/>
            <a:t> of DTS in orbit</a:t>
          </a:r>
          <a:endParaRPr lang="zh-CN" altLang="en-US" sz="2300" kern="1200" dirty="0"/>
        </a:p>
      </dsp:txBody>
      <dsp:txXfrm rot="-5400000">
        <a:off x="2239131" y="681058"/>
        <a:ext cx="5223961" cy="412886"/>
      </dsp:txXfrm>
    </dsp:sp>
    <dsp:sp modelId="{876019AC-F2D3-4140-9E13-8C4A1F228582}">
      <dsp:nvSpPr>
        <dsp:cNvPr id="0" name=""/>
        <dsp:cNvSpPr/>
      </dsp:nvSpPr>
      <dsp:spPr>
        <a:xfrm>
          <a:off x="705245" y="60152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2</a:t>
          </a:r>
          <a:endParaRPr lang="zh-CN" altLang="en-US" sz="2900" kern="1200" dirty="0"/>
        </a:p>
      </dsp:txBody>
      <dsp:txXfrm>
        <a:off x="733165" y="629447"/>
        <a:ext cx="1478045" cy="516107"/>
      </dsp:txXfrm>
    </dsp:sp>
    <dsp:sp modelId="{FB2A164C-6E98-42E2-A967-46CEE9E3ABD3}">
      <dsp:nvSpPr>
        <dsp:cNvPr id="0" name=""/>
        <dsp:cNvSpPr/>
      </dsp:nvSpPr>
      <dsp:spPr>
        <a:xfrm rot="5400000">
          <a:off x="4643823" y="-114542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Telecommand</a:t>
          </a:r>
          <a:r>
            <a:rPr lang="en-US" altLang="zh-CN" sz="2300" kern="1200" dirty="0" smtClean="0"/>
            <a:t> and telemetry of DTS  </a:t>
          </a:r>
          <a:endParaRPr lang="zh-CN" altLang="en-US" sz="2300" kern="1200" dirty="0"/>
        </a:p>
      </dsp:txBody>
      <dsp:txXfrm rot="-5400000">
        <a:off x="2239130" y="1281604"/>
        <a:ext cx="5244608" cy="412886"/>
      </dsp:txXfrm>
    </dsp:sp>
    <dsp:sp modelId="{B6BC8131-068C-422E-BD0A-743D184796A9}">
      <dsp:nvSpPr>
        <dsp:cNvPr id="0" name=""/>
        <dsp:cNvSpPr/>
      </dsp:nvSpPr>
      <dsp:spPr>
        <a:xfrm>
          <a:off x="705245" y="120207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3</a:t>
          </a:r>
          <a:endParaRPr lang="zh-CN" altLang="en-US" sz="2900" kern="1200" dirty="0"/>
        </a:p>
      </dsp:txBody>
      <dsp:txXfrm>
        <a:off x="733165" y="1229992"/>
        <a:ext cx="1478045" cy="516107"/>
      </dsp:txXfrm>
    </dsp:sp>
    <dsp:sp modelId="{899E2C62-6850-483D-B87D-80F915B765B5}">
      <dsp:nvSpPr>
        <dsp:cNvPr id="0" name=""/>
        <dsp:cNvSpPr/>
      </dsp:nvSpPr>
      <dsp:spPr>
        <a:xfrm rot="5400000">
          <a:off x="4643823" y="-544880"/>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Order </a:t>
          </a:r>
          <a:r>
            <a:rPr lang="en-US" altLang="zh-CN" sz="2300" kern="1200" baseline="0" dirty="0" smtClean="0"/>
            <a:t>of operation</a:t>
          </a:r>
          <a:endParaRPr lang="zh-CN" altLang="en-US" sz="2300" kern="1200" dirty="0"/>
        </a:p>
      </dsp:txBody>
      <dsp:txXfrm rot="-5400000">
        <a:off x="2239130" y="1882149"/>
        <a:ext cx="5244608" cy="412886"/>
      </dsp:txXfrm>
    </dsp:sp>
    <dsp:sp modelId="{47F8267F-713F-4C7A-9053-6A592A3FC3C6}">
      <dsp:nvSpPr>
        <dsp:cNvPr id="0" name=""/>
        <dsp:cNvSpPr/>
      </dsp:nvSpPr>
      <dsp:spPr>
        <a:xfrm>
          <a:off x="705245" y="180261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4</a:t>
          </a:r>
          <a:endParaRPr lang="zh-CN" altLang="en-US" sz="2900" kern="1200" dirty="0"/>
        </a:p>
      </dsp:txBody>
      <dsp:txXfrm>
        <a:off x="733165" y="1830537"/>
        <a:ext cx="1478045" cy="516107"/>
      </dsp:txXfrm>
    </dsp:sp>
    <dsp:sp modelId="{9FA51810-A896-42F0-8549-217654593014}">
      <dsp:nvSpPr>
        <dsp:cNvPr id="0" name=""/>
        <dsp:cNvSpPr/>
      </dsp:nvSpPr>
      <dsp:spPr>
        <a:xfrm rot="5400000">
          <a:off x="4643823" y="55664"/>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Important Notice</a:t>
          </a:r>
          <a:endParaRPr lang="zh-CN" altLang="en-US" sz="2300" kern="1200" dirty="0"/>
        </a:p>
      </dsp:txBody>
      <dsp:txXfrm rot="-5400000">
        <a:off x="2239130" y="2482693"/>
        <a:ext cx="5244608" cy="412886"/>
      </dsp:txXfrm>
    </dsp:sp>
    <dsp:sp modelId="{8D471BB1-EE3C-48B2-9A4F-A473204E59F7}">
      <dsp:nvSpPr>
        <dsp:cNvPr id="0" name=""/>
        <dsp:cNvSpPr/>
      </dsp:nvSpPr>
      <dsp:spPr>
        <a:xfrm>
          <a:off x="705245" y="240316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5</a:t>
          </a:r>
          <a:endParaRPr lang="zh-CN" altLang="en-US" sz="2900" kern="1200" dirty="0"/>
        </a:p>
      </dsp:txBody>
      <dsp:txXfrm>
        <a:off x="733165" y="2431082"/>
        <a:ext cx="1478045" cy="516107"/>
      </dsp:txXfrm>
    </dsp:sp>
    <dsp:sp modelId="{8D1B5D78-6BCA-4BFE-A54A-3FBFC91E4964}">
      <dsp:nvSpPr>
        <dsp:cNvPr id="0" name=""/>
        <dsp:cNvSpPr/>
      </dsp:nvSpPr>
      <dsp:spPr>
        <a:xfrm rot="5400000">
          <a:off x="4662103" y="656209"/>
          <a:ext cx="457558" cy="5266944"/>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smtClean="0"/>
            <a:t>The Anomaly Operation </a:t>
          </a:r>
          <a:r>
            <a:rPr lang="en-US" altLang="zh-CN" sz="2300" kern="1200" dirty="0" smtClean="0"/>
            <a:t>in orbit</a:t>
          </a:r>
          <a:endParaRPr lang="zh-CN" altLang="en-US" sz="2300" kern="1200" dirty="0"/>
        </a:p>
      </dsp:txBody>
      <dsp:txXfrm rot="-5400000">
        <a:off x="2257410" y="3083238"/>
        <a:ext cx="5244608" cy="412886"/>
      </dsp:txXfrm>
    </dsp:sp>
    <dsp:sp modelId="{F1C0A150-5B65-409D-938A-4B749D41A0C9}">
      <dsp:nvSpPr>
        <dsp:cNvPr id="0" name=""/>
        <dsp:cNvSpPr/>
      </dsp:nvSpPr>
      <dsp:spPr>
        <a:xfrm>
          <a:off x="705245" y="3003707"/>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6</a:t>
          </a:r>
          <a:endParaRPr lang="zh-CN" altLang="en-US" sz="2900" kern="1200" dirty="0"/>
        </a:p>
      </dsp:txBody>
      <dsp:txXfrm>
        <a:off x="733165" y="3031627"/>
        <a:ext cx="1496325" cy="51610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pPr/>
              <a:t>2019-9-30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2019-9-30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sp>
        <p:nvSpPr>
          <p:cNvPr id="3" name="副标题 2"/>
          <p:cNvSpPr>
            <a:spLocks noGrp="1"/>
          </p:cNvSpPr>
          <p:nvPr>
            <p:ph type="subTitle" idx="1" hasCustomPrompt="1"/>
          </p:nvPr>
        </p:nvSpPr>
        <p:spPr>
          <a:xfrm>
            <a:off x="2195736" y="3813888"/>
            <a:ext cx="4914912" cy="514356"/>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1806936"/>
            <a:ext cx="7586658" cy="811995"/>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6" name="图片 5" descr="小卫星.gif"/>
          <p:cNvPicPr>
            <a:picLocks noChangeAspect="1"/>
          </p:cNvPicPr>
          <p:nvPr userDrawn="1"/>
        </p:nvPicPr>
        <p:blipFill>
          <a:blip r:embed="rId3"/>
          <a:stretch>
            <a:fillRect/>
          </a:stretch>
        </p:blipFill>
        <p:spPr>
          <a:xfrm rot="2940000">
            <a:off x="6740036" y="251736"/>
            <a:ext cx="1471124" cy="1231277"/>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pic>
        <p:nvPicPr>
          <p:cNvPr id="13" name="图片 12" descr="小卫星.gif"/>
          <p:cNvPicPr>
            <a:picLocks noChangeAspect="1"/>
          </p:cNvPicPr>
          <p:nvPr userDrawn="1"/>
        </p:nvPicPr>
        <p:blipFill>
          <a:blip r:embed="rId3"/>
          <a:stretch>
            <a:fillRect/>
          </a:stretch>
        </p:blipFill>
        <p:spPr>
          <a:xfrm rot="2940000">
            <a:off x="6740036" y="251736"/>
            <a:ext cx="1471124" cy="1231277"/>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7"/>
          <a:srcRect t="10773" b="69020"/>
          <a:stretch>
            <a:fillRect/>
          </a:stretch>
        </p:blipFill>
        <p:spPr>
          <a:xfrm>
            <a:off x="0" y="0"/>
            <a:ext cx="9144000" cy="910817"/>
          </a:xfrm>
          <a:prstGeom prst="rect">
            <a:avLst/>
          </a:prstGeom>
        </p:spPr>
      </p:pic>
      <p:sp>
        <p:nvSpPr>
          <p:cNvPr id="2" name="标题占位符 1"/>
          <p:cNvSpPr>
            <a:spLocks noGrp="1"/>
          </p:cNvSpPr>
          <p:nvPr>
            <p:ph type="title"/>
          </p:nvPr>
        </p:nvSpPr>
        <p:spPr>
          <a:xfrm>
            <a:off x="457200" y="205979"/>
            <a:ext cx="8229600" cy="811995"/>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017974"/>
            <a:ext cx="8229600" cy="35766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4769644"/>
            <a:ext cx="6480720" cy="272669"/>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4767263"/>
            <a:ext cx="802432" cy="273844"/>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7"/>
          <a:srcRect t="52304" b="41753"/>
          <a:stretch>
            <a:fillRect/>
          </a:stretch>
        </p:blipFill>
        <p:spPr>
          <a:xfrm>
            <a:off x="0" y="5036361"/>
            <a:ext cx="9144000" cy="241094"/>
          </a:xfrm>
          <a:prstGeom prst="rect">
            <a:avLst/>
          </a:prstGeom>
        </p:spPr>
      </p:pic>
      <p:pic>
        <p:nvPicPr>
          <p:cNvPr id="12" name="图片 11" descr="小卫星.gif"/>
          <p:cNvPicPr>
            <a:picLocks noChangeAspect="1"/>
          </p:cNvPicPr>
          <p:nvPr userDrawn="1"/>
        </p:nvPicPr>
        <p:blipFill>
          <a:blip r:embed="rId8"/>
          <a:stretch>
            <a:fillRect/>
          </a:stretch>
        </p:blipFill>
        <p:spPr>
          <a:xfrm rot="2940000">
            <a:off x="7901405" y="67538"/>
            <a:ext cx="735105" cy="615256"/>
          </a:xfrm>
          <a:prstGeom prst="rect">
            <a:avLst/>
          </a:prstGeom>
        </p:spPr>
      </p:pic>
      <p:pic>
        <p:nvPicPr>
          <p:cNvPr id="16" name="图片 15"/>
          <p:cNvPicPr>
            <a:picLocks noChangeAspect="1"/>
          </p:cNvPicPr>
          <p:nvPr userDrawn="1"/>
        </p:nvPicPr>
        <p:blipFill rotWithShape="1">
          <a:blip r:embed="rId9" cstate="print">
            <a:extLst>
              <a:ext uri="{28A0092B-C50C-407E-A947-70E740481C1C}">
                <a14:useLocalDpi xmlns:a14="http://schemas.microsoft.com/office/drawing/2010/main" val="0"/>
              </a:ext>
            </a:extLst>
          </a:blip>
          <a:srcRect b="34726"/>
          <a:stretch/>
        </p:blipFill>
        <p:spPr>
          <a:xfrm>
            <a:off x="171892" y="4754850"/>
            <a:ext cx="432048" cy="2589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6.xml"/><Relationship Id="rId13" Type="http://schemas.openxmlformats.org/officeDocument/2006/relationships/diagramLayout" Target="../diagrams/layout7.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diagramData" Target="../diagrams/data7.xml"/><Relationship Id="rId2" Type="http://schemas.openxmlformats.org/officeDocument/2006/relationships/diagramData" Target="../diagrams/data5.xml"/><Relationship Id="rId16" Type="http://schemas.microsoft.com/office/2007/relationships/diagramDrawing" Target="../diagrams/drawing7.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5" Type="http://schemas.openxmlformats.org/officeDocument/2006/relationships/diagramColors" Target="../diagrams/colors7.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 Id="rId14" Type="http://schemas.openxmlformats.org/officeDocument/2006/relationships/diagramQuickStyle" Target="../diagrams/quickStyle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195736" y="3597864"/>
            <a:ext cx="4914912" cy="1134126"/>
          </a:xfrm>
        </p:spPr>
        <p:txBody>
          <a:bodyPr/>
          <a:lstStyle/>
          <a:p>
            <a:r>
              <a:rPr lang="en-US" altLang="zh-CN" sz="2000" dirty="0" smtClean="0">
                <a:solidFill>
                  <a:schemeClr val="bg1"/>
                </a:solidFill>
                <a:effectLst>
                  <a:outerShdw blurRad="38100" dist="38100" dir="2700000" algn="tl">
                    <a:srgbClr val="000000">
                      <a:alpha val="43137"/>
                    </a:srgbClr>
                  </a:outerShdw>
                </a:effectLst>
              </a:rPr>
              <a:t>    DFH </a:t>
            </a:r>
            <a:r>
              <a:rPr lang="en-US" altLang="zh-CN" sz="2000" dirty="0">
                <a:solidFill>
                  <a:schemeClr val="bg1"/>
                </a:solidFill>
                <a:effectLst>
                  <a:outerShdw blurRad="38100" dist="38100" dir="2700000" algn="tl">
                    <a:srgbClr val="000000">
                      <a:alpha val="43137"/>
                    </a:srgbClr>
                  </a:outerShdw>
                </a:effectLst>
              </a:rPr>
              <a:t>SATELLITE </a:t>
            </a:r>
            <a:r>
              <a:rPr lang="en-US" altLang="zh-CN" sz="2000" dirty="0" smtClean="0">
                <a:solidFill>
                  <a:schemeClr val="bg1"/>
                </a:solidFill>
                <a:effectLst>
                  <a:outerShdw blurRad="38100" dist="38100" dir="2700000" algn="tl">
                    <a:srgbClr val="000000">
                      <a:alpha val="43137"/>
                    </a:srgbClr>
                  </a:outerShdw>
                </a:effectLst>
              </a:rPr>
              <a:t>CO., LTD.</a:t>
            </a:r>
            <a:endParaRPr lang="en-US" altLang="zh-CN" sz="2000" dirty="0" smtClean="0">
              <a:solidFill>
                <a:schemeClr val="bg1"/>
              </a:solidFill>
              <a:effectLst>
                <a:outerShdw blurRad="38100" dist="38100" dir="2700000" algn="tl">
                  <a:srgbClr val="000000">
                    <a:alpha val="43137"/>
                  </a:srgbClr>
                </a:outerShdw>
              </a:effectLst>
            </a:endParaRPr>
          </a:p>
          <a:p>
            <a:r>
              <a:rPr lang="en-US" altLang="zh-CN" sz="2000" dirty="0" smtClean="0"/>
              <a:t>     Oct, </a:t>
            </a:r>
            <a:r>
              <a:rPr lang="en-US" altLang="zh-CN" sz="2000" dirty="0" smtClean="0">
                <a:solidFill>
                  <a:schemeClr val="bg1"/>
                </a:solidFill>
                <a:effectLst>
                  <a:outerShdw blurRad="38100" dist="38100" dir="2700000" algn="tl">
                    <a:srgbClr val="000000">
                      <a:alpha val="43137"/>
                    </a:srgbClr>
                  </a:outerShdw>
                </a:effectLst>
              </a:rPr>
              <a:t>2019</a:t>
            </a:r>
            <a:endParaRPr lang="en-US" altLang="zh-CN" sz="2000" dirty="0" smtClean="0">
              <a:solidFill>
                <a:schemeClr val="bg1"/>
              </a:solidFill>
              <a:effectLst>
                <a:outerShdw blurRad="38100" dist="38100" dir="2700000" algn="tl">
                  <a:srgbClr val="000000">
                    <a:alpha val="43137"/>
                  </a:srgbClr>
                </a:outerShdw>
              </a:effectLst>
            </a:endParaRPr>
          </a:p>
          <a:p>
            <a:endParaRPr lang="zh-CN" altLang="en-US" dirty="0"/>
          </a:p>
          <a:p>
            <a:endParaRPr lang="zh-CN" altLang="en-US" dirty="0"/>
          </a:p>
        </p:txBody>
      </p:sp>
      <p:sp>
        <p:nvSpPr>
          <p:cNvPr id="3" name="标题 2"/>
          <p:cNvSpPr>
            <a:spLocks noGrp="1"/>
          </p:cNvSpPr>
          <p:nvPr>
            <p:ph type="title"/>
          </p:nvPr>
        </p:nvSpPr>
        <p:spPr>
          <a:xfrm>
            <a:off x="714348" y="1329612"/>
            <a:ext cx="7586658" cy="1566174"/>
          </a:xfrm>
        </p:spPr>
        <p:txBody>
          <a:bodyPr>
            <a:normAutofit/>
          </a:bodyPr>
          <a:lstStyle/>
          <a:p>
            <a:r>
              <a:rPr lang="en-US" altLang="zh-CN" sz="4000" dirty="0" smtClean="0">
                <a:solidFill>
                  <a:srgbClr val="002060"/>
                </a:solidFill>
                <a:effectLst>
                  <a:outerShdw blurRad="38100" dist="38100" dir="2700000" algn="tl">
                    <a:srgbClr val="000000">
                      <a:alpha val="43137"/>
                    </a:srgbClr>
                  </a:outerShdw>
                </a:effectLst>
              </a:rPr>
              <a:t>ETRSS-1 </a:t>
            </a:r>
            <a:r>
              <a:rPr lang="en-US" sz="4000" dirty="0" smtClean="0"/>
              <a:t>DTS In orbit operation instructions</a:t>
            </a:r>
            <a:endParaRPr lang="zh-CN" altLang="en-US" sz="400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5297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extLst>
              <p:ext uri="{D42A27DB-BD31-4B8C-83A1-F6EECF244321}">
                <p14:modId xmlns:p14="http://schemas.microsoft.com/office/powerpoint/2010/main" val="1214922822"/>
              </p:ext>
            </p:extLst>
          </p:nvPr>
        </p:nvGraphicFramePr>
        <p:xfrm>
          <a:off x="457200" y="1234009"/>
          <a:ext cx="7787208" cy="32099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a:t>
            </a:fld>
            <a:r>
              <a:rPr lang="zh-CN" altLang="en-US" smtClean="0"/>
              <a:t> </a:t>
            </a:r>
            <a:endParaRPr lang="zh-CN" altLang="en-US" dirty="0">
              <a:latin typeface="微软雅黑" pitchFamily="34" charset="-122"/>
              <a:ea typeface="微软雅黑" pitchFamily="34" charset="-122"/>
            </a:endParaRPr>
          </a:p>
        </p:txBody>
      </p:sp>
      <p:sp>
        <p:nvSpPr>
          <p:cNvPr id="6" name="标题 1"/>
          <p:cNvSpPr>
            <a:spLocks noGrp="1"/>
          </p:cNvSpPr>
          <p:nvPr>
            <p:ph type="title"/>
          </p:nvPr>
        </p:nvSpPr>
        <p:spPr>
          <a:xfrm>
            <a:off x="-142908" y="53561"/>
            <a:ext cx="8229600" cy="811995"/>
          </a:xfrm>
        </p:spPr>
        <p:txBody>
          <a:bodyPr>
            <a:normAutofit/>
          </a:bodyPr>
          <a:lstStyle/>
          <a:p>
            <a:pPr lvl="0"/>
            <a:r>
              <a:rPr lang="en-US" altLang="zh-CN" sz="3200" dirty="0" smtClean="0"/>
              <a:t>1 </a:t>
            </a:r>
            <a:r>
              <a:rPr lang="gsw-FR" altLang="zh-CN" sz="3200" dirty="0" smtClean="0"/>
              <a:t>Composition</a:t>
            </a:r>
            <a:r>
              <a:rPr lang="en-US" altLang="zh-CN" sz="3200" dirty="0" smtClean="0"/>
              <a:t> and function of DTS</a:t>
            </a:r>
            <a:endParaRPr lang="zh-CN" altLang="en-US" sz="3200" dirty="0"/>
          </a:p>
        </p:txBody>
      </p:sp>
      <p:sp>
        <p:nvSpPr>
          <p:cNvPr id="7" name="内容占位符 2"/>
          <p:cNvSpPr>
            <a:spLocks noGrp="1"/>
          </p:cNvSpPr>
          <p:nvPr>
            <p:ph idx="1"/>
          </p:nvPr>
        </p:nvSpPr>
        <p:spPr/>
        <p:txBody>
          <a:bodyPr>
            <a:normAutofit/>
          </a:bodyPr>
          <a:lstStyle/>
          <a:p>
            <a:pPr algn="just">
              <a:buFont typeface="Wingdings" pitchFamily="2" charset="2"/>
              <a:buChar char="u"/>
            </a:pPr>
            <a:r>
              <a:rPr lang="en-US" altLang="zh-CN" sz="2400" b="0" dirty="0" smtClean="0">
                <a:latin typeface="Times New Roman" pitchFamily="18" charset="0"/>
                <a:cs typeface="Times New Roman" pitchFamily="18" charset="0"/>
              </a:rPr>
              <a:t>Data Transmission Subsystem is an important subsystem of ETRSS-1 satellite. It receives and processes data from camera, then transmitting the data to ground station. The transmission mate is up to 100Mbps. </a:t>
            </a:r>
          </a:p>
          <a:p>
            <a:pPr algn="just">
              <a:buFont typeface="Wingdings" pitchFamily="2" charset="2"/>
              <a:buChar char="u"/>
            </a:pPr>
            <a:r>
              <a:rPr lang="en-US" altLang="zh-CN" sz="2400" b="0" dirty="0" smtClean="0">
                <a:latin typeface="Times New Roman" pitchFamily="18" charset="0"/>
                <a:cs typeface="Times New Roman" pitchFamily="18" charset="0"/>
              </a:rPr>
              <a:t>The DTS is composed of the three parts:</a:t>
            </a:r>
            <a:r>
              <a:rPr lang="en-US" sz="2400" b="0" dirty="0" smtClean="0"/>
              <a:t> </a:t>
            </a:r>
            <a:r>
              <a:rPr lang="en-US" altLang="zh-CN" sz="2400" b="0" dirty="0" smtClean="0">
                <a:latin typeface="Times New Roman" pitchFamily="18" charset="0"/>
                <a:cs typeface="Times New Roman" pitchFamily="18" charset="0"/>
              </a:rPr>
              <a:t>DTS integrated transmission machine, phased-array antenna and coaxial cable.</a:t>
            </a:r>
          </a:p>
          <a:p>
            <a:pPr algn="just">
              <a:buFont typeface="Wingdings" pitchFamily="2" charset="2"/>
              <a:buChar char="u"/>
            </a:pPr>
            <a:endParaRPr lang="zh-CN" alt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idx="1"/>
          </p:nvPr>
        </p:nvGraphicFramePr>
        <p:xfrm>
          <a:off x="1071538" y="1071552"/>
          <a:ext cx="7072362" cy="1615868"/>
        </p:xfrm>
        <a:graphic>
          <a:graphicData uri="http://schemas.openxmlformats.org/drawingml/2006/table">
            <a:tbl>
              <a:tblPr firstRow="1" bandRow="1">
                <a:tableStyleId>{5C22544A-7EE6-4342-B048-85BDC9FD1C3A}</a:tableStyleId>
              </a:tblPr>
              <a:tblGrid>
                <a:gridCol w="723481"/>
                <a:gridCol w="2608969"/>
                <a:gridCol w="1869956"/>
                <a:gridCol w="1869956"/>
              </a:tblGrid>
              <a:tr h="570852">
                <a:tc>
                  <a:txBody>
                    <a:bodyPr/>
                    <a:lstStyle/>
                    <a:p>
                      <a:pPr algn="ctr">
                        <a:spcAft>
                          <a:spcPts val="0"/>
                        </a:spcAft>
                      </a:pPr>
                      <a:r>
                        <a:rPr lang="x-none" sz="1200" b="1" kern="100" dirty="0">
                          <a:latin typeface="Times New Roman"/>
                          <a:ea typeface="宋体"/>
                          <a:cs typeface="Times New Roman"/>
                        </a:rPr>
                        <a:t>No</a:t>
                      </a:r>
                      <a:endParaRPr lang="zh-CN" sz="1200" b="1" kern="100" dirty="0">
                        <a:latin typeface="Times New Roman"/>
                        <a:ea typeface="宋体"/>
                        <a:cs typeface="Times New Roman"/>
                      </a:endParaRPr>
                    </a:p>
                  </a:txBody>
                  <a:tcPr marL="68580" marR="68580" marT="0" marB="0" anchor="ctr"/>
                </a:tc>
                <a:tc>
                  <a:txBody>
                    <a:bodyPr/>
                    <a:lstStyle/>
                    <a:p>
                      <a:pPr algn="ctr">
                        <a:spcAft>
                          <a:spcPts val="0"/>
                        </a:spcAft>
                      </a:pPr>
                      <a:r>
                        <a:rPr lang="x-none" sz="1200" b="1" kern="100">
                          <a:latin typeface="Times New Roman"/>
                          <a:ea typeface="宋体"/>
                          <a:cs typeface="Times New Roman"/>
                        </a:rPr>
                        <a:t>Device Name</a:t>
                      </a:r>
                      <a:endParaRPr lang="zh-CN" sz="1200" b="1" kern="100">
                        <a:latin typeface="Times New Roman"/>
                        <a:ea typeface="宋体"/>
                        <a:cs typeface="Times New Roman"/>
                      </a:endParaRPr>
                    </a:p>
                  </a:txBody>
                  <a:tcPr marL="68580" marR="68580" marT="0" marB="0" anchor="ctr"/>
                </a:tc>
                <a:tc>
                  <a:txBody>
                    <a:bodyPr/>
                    <a:lstStyle/>
                    <a:p>
                      <a:pPr algn="ctr">
                        <a:spcAft>
                          <a:spcPts val="0"/>
                        </a:spcAft>
                      </a:pPr>
                      <a:r>
                        <a:rPr lang="en-US" sz="1200" b="1" kern="100">
                          <a:latin typeface="Times New Roman"/>
                          <a:ea typeface="宋体"/>
                          <a:cs typeface="Times New Roman"/>
                        </a:rPr>
                        <a:t>Device</a:t>
                      </a:r>
                      <a:r>
                        <a:rPr lang="x-none" sz="1200" b="1" kern="100">
                          <a:latin typeface="Times New Roman"/>
                          <a:ea typeface="宋体"/>
                          <a:cs typeface="Times New Roman"/>
                        </a:rPr>
                        <a:t> Number</a:t>
                      </a:r>
                      <a:endParaRPr lang="zh-CN" sz="1200" b="1" kern="100">
                        <a:latin typeface="Times New Roman"/>
                        <a:ea typeface="宋体"/>
                        <a:cs typeface="Times New Roman"/>
                      </a:endParaRPr>
                    </a:p>
                  </a:txBody>
                  <a:tcPr marL="68580" marR="68580" marT="0" marB="0" anchor="ctr"/>
                </a:tc>
                <a:tc>
                  <a:txBody>
                    <a:bodyPr/>
                    <a:lstStyle/>
                    <a:p>
                      <a:pPr algn="ctr">
                        <a:spcAft>
                          <a:spcPts val="0"/>
                        </a:spcAft>
                      </a:pPr>
                      <a:r>
                        <a:rPr lang="x-none" sz="1200" b="1" kern="100" dirty="0">
                          <a:latin typeface="Times New Roman"/>
                          <a:ea typeface="宋体"/>
                          <a:cs typeface="Times New Roman"/>
                        </a:rPr>
                        <a:t>Quantity of FM (piece/set)</a:t>
                      </a:r>
                      <a:endParaRPr lang="zh-CN" sz="1200" b="1" kern="100" dirty="0">
                        <a:latin typeface="Times New Roman"/>
                        <a:ea typeface="宋体"/>
                        <a:cs typeface="Times New Roman"/>
                      </a:endParaRPr>
                    </a:p>
                  </a:txBody>
                  <a:tcPr marL="68580" marR="68580" marT="0" marB="0" anchor="ctr"/>
                </a:tc>
              </a:tr>
              <a:tr h="365760">
                <a:tc>
                  <a:txBody>
                    <a:bodyPr/>
                    <a:lstStyle/>
                    <a:p>
                      <a:pPr marL="0" algn="ctr" defTabSz="914400" rtl="0" eaLnBrk="1" latinLnBrk="0" hangingPunct="1">
                        <a:spcAft>
                          <a:spcPts val="0"/>
                        </a:spcAft>
                      </a:pPr>
                      <a:r>
                        <a:rPr lang="x-none" sz="1200" b="1" kern="100" dirty="0">
                          <a:solidFill>
                            <a:srgbClr val="000000"/>
                          </a:solidFill>
                          <a:latin typeface="Times New Roman"/>
                          <a:ea typeface="宋体"/>
                          <a:cs typeface="Times New Roman"/>
                        </a:rPr>
                        <a:t> </a:t>
                      </a:r>
                      <a:r>
                        <a:rPr lang="en-US" sz="1200" b="1" kern="100" dirty="0" smtClean="0">
                          <a:solidFill>
                            <a:srgbClr val="000000"/>
                          </a:solidFill>
                          <a:latin typeface="Times New Roman"/>
                          <a:ea typeface="宋体"/>
                          <a:cs typeface="Times New Roman"/>
                        </a:rPr>
                        <a:t>1</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marL="0" algn="ctr" defTabSz="914400" rtl="0" eaLnBrk="1" latinLnBrk="0" hangingPunct="1">
                        <a:spcAft>
                          <a:spcPts val="0"/>
                        </a:spcAft>
                      </a:pPr>
                      <a:r>
                        <a:rPr lang="en-US" altLang="zh-CN" sz="1200" b="1" kern="100" dirty="0" smtClean="0">
                          <a:solidFill>
                            <a:srgbClr val="000000"/>
                          </a:solidFill>
                          <a:latin typeface="Times New Roman"/>
                          <a:ea typeface="宋体"/>
                          <a:cs typeface="Times New Roman"/>
                        </a:rPr>
                        <a:t>Integrated transmission machine</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algn="ctr">
                        <a:spcAft>
                          <a:spcPts val="0"/>
                        </a:spcAft>
                      </a:pPr>
                      <a:r>
                        <a:rPr lang="en-US" sz="1200" b="1" kern="0" dirty="0">
                          <a:solidFill>
                            <a:srgbClr val="000000"/>
                          </a:solidFill>
                          <a:latin typeface="Times New Roman"/>
                          <a:ea typeface="宋体"/>
                          <a:cs typeface="Times New Roman"/>
                        </a:rPr>
                        <a:t>ETRSSA01-1</a:t>
                      </a:r>
                      <a:endParaRPr lang="zh-CN" sz="1200" b="1" kern="100" dirty="0">
                        <a:latin typeface="Times New Roman"/>
                        <a:ea typeface="宋体"/>
                        <a:cs typeface="Times New Roman"/>
                      </a:endParaRPr>
                    </a:p>
                  </a:txBody>
                  <a:tcPr marL="68580" marR="68580" marT="0" marB="0" anchor="ctr"/>
                </a:tc>
                <a:tc>
                  <a:txBody>
                    <a:bodyPr/>
                    <a:lstStyle/>
                    <a:p>
                      <a:pPr algn="ctr">
                        <a:spcAft>
                          <a:spcPts val="0"/>
                        </a:spcAft>
                      </a:pPr>
                      <a:r>
                        <a:rPr lang="en-US" sz="1200" b="1" kern="100" dirty="0">
                          <a:solidFill>
                            <a:srgbClr val="000000"/>
                          </a:solidFill>
                          <a:latin typeface="Times New Roman"/>
                          <a:ea typeface="宋体"/>
                          <a:cs typeface="Times New Roman"/>
                        </a:rPr>
                        <a:t>1</a:t>
                      </a:r>
                      <a:endParaRPr lang="zh-CN" sz="1200" b="1" kern="100" dirty="0">
                        <a:latin typeface="Times New Roman"/>
                        <a:ea typeface="宋体"/>
                        <a:cs typeface="Times New Roman"/>
                      </a:endParaRPr>
                    </a:p>
                  </a:txBody>
                  <a:tcPr marL="68580" marR="68580" marT="0" marB="0" anchor="ctr"/>
                </a:tc>
              </a:tr>
              <a:tr h="339628">
                <a:tc>
                  <a:txBody>
                    <a:bodyPr/>
                    <a:lstStyle/>
                    <a:p>
                      <a:pPr marL="0" algn="ctr" defTabSz="914400" rtl="0" eaLnBrk="1" latinLnBrk="0" hangingPunct="1">
                        <a:spcAft>
                          <a:spcPts val="0"/>
                        </a:spcAft>
                      </a:pPr>
                      <a:r>
                        <a:rPr lang="en-US" sz="1200" b="1" kern="100" dirty="0" smtClean="0">
                          <a:solidFill>
                            <a:srgbClr val="000000"/>
                          </a:solidFill>
                          <a:latin typeface="Times New Roman"/>
                          <a:ea typeface="宋体"/>
                          <a:cs typeface="Times New Roman"/>
                        </a:rPr>
                        <a:t>2</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marL="0" algn="ctr" defTabSz="914400" rtl="0" eaLnBrk="1" latinLnBrk="0" hangingPunct="1">
                        <a:spcAft>
                          <a:spcPts val="0"/>
                        </a:spcAft>
                      </a:pPr>
                      <a:r>
                        <a:rPr lang="en-US" sz="1200" b="1" kern="100" dirty="0" smtClean="0">
                          <a:solidFill>
                            <a:srgbClr val="000000"/>
                          </a:solidFill>
                          <a:latin typeface="Times New Roman"/>
                          <a:ea typeface="宋体"/>
                          <a:cs typeface="Times New Roman"/>
                        </a:rPr>
                        <a:t>Phased-array antenna</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algn="ctr">
                        <a:spcAft>
                          <a:spcPts val="0"/>
                        </a:spcAft>
                      </a:pPr>
                      <a:r>
                        <a:rPr lang="en-US" sz="1200" b="1" kern="0" dirty="0">
                          <a:solidFill>
                            <a:srgbClr val="000000"/>
                          </a:solidFill>
                          <a:latin typeface="Times New Roman"/>
                          <a:ea typeface="宋体"/>
                          <a:cs typeface="Times New Roman"/>
                        </a:rPr>
                        <a:t>ETRSSA02-1</a:t>
                      </a:r>
                      <a:endParaRPr lang="zh-CN" sz="1200" b="1" kern="100" dirty="0">
                        <a:latin typeface="Times New Roman"/>
                        <a:ea typeface="宋体"/>
                        <a:cs typeface="Times New Roman"/>
                      </a:endParaRPr>
                    </a:p>
                  </a:txBody>
                  <a:tcPr marL="68580" marR="68580" marT="0" marB="0" anchor="ctr"/>
                </a:tc>
                <a:tc>
                  <a:txBody>
                    <a:bodyPr/>
                    <a:lstStyle/>
                    <a:p>
                      <a:pPr algn="ctr">
                        <a:spcAft>
                          <a:spcPts val="0"/>
                        </a:spcAft>
                      </a:pPr>
                      <a:r>
                        <a:rPr lang="en-US" sz="1200" b="1" kern="100" dirty="0">
                          <a:solidFill>
                            <a:srgbClr val="000000"/>
                          </a:solidFill>
                          <a:latin typeface="Times New Roman"/>
                          <a:ea typeface="宋体"/>
                          <a:cs typeface="Times New Roman"/>
                        </a:rPr>
                        <a:t>1</a:t>
                      </a:r>
                      <a:endParaRPr lang="zh-CN" sz="1200" b="1" kern="100" dirty="0">
                        <a:latin typeface="Times New Roman"/>
                        <a:ea typeface="宋体"/>
                        <a:cs typeface="Times New Roman"/>
                      </a:endParaRPr>
                    </a:p>
                  </a:txBody>
                  <a:tcPr marL="68580" marR="68580" marT="0" marB="0" anchor="ctr"/>
                </a:tc>
              </a:tr>
              <a:tr h="339628">
                <a:tc>
                  <a:txBody>
                    <a:bodyPr/>
                    <a:lstStyle/>
                    <a:p>
                      <a:pPr marL="0" algn="ctr" defTabSz="914400" rtl="0" eaLnBrk="1" latinLnBrk="0" hangingPunct="1">
                        <a:spcAft>
                          <a:spcPts val="0"/>
                        </a:spcAft>
                      </a:pPr>
                      <a:r>
                        <a:rPr lang="en-US" sz="1200" b="1" kern="100" dirty="0" smtClean="0">
                          <a:solidFill>
                            <a:srgbClr val="000000"/>
                          </a:solidFill>
                          <a:latin typeface="Times New Roman"/>
                          <a:ea typeface="宋体"/>
                          <a:cs typeface="Times New Roman"/>
                        </a:rPr>
                        <a:t>3</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marL="0" algn="ctr" defTabSz="914400" rtl="0" eaLnBrk="1" latinLnBrk="0" hangingPunct="1">
                        <a:spcAft>
                          <a:spcPts val="0"/>
                        </a:spcAft>
                      </a:pPr>
                      <a:r>
                        <a:rPr lang="en-US" sz="1200" b="1" kern="100" dirty="0" smtClean="0">
                          <a:solidFill>
                            <a:srgbClr val="000000"/>
                          </a:solidFill>
                          <a:latin typeface="Times New Roman"/>
                          <a:ea typeface="宋体"/>
                          <a:cs typeface="Times New Roman"/>
                        </a:rPr>
                        <a:t>Coaxial cable</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algn="ctr">
                        <a:spcAft>
                          <a:spcPts val="0"/>
                        </a:spcAft>
                      </a:pPr>
                      <a:r>
                        <a:rPr lang="en-US" sz="1200" b="1" kern="0" dirty="0">
                          <a:solidFill>
                            <a:srgbClr val="000000"/>
                          </a:solidFill>
                          <a:latin typeface="Times New Roman"/>
                          <a:ea typeface="宋体"/>
                          <a:cs typeface="Times New Roman"/>
                        </a:rPr>
                        <a:t>ETRSSA03-1</a:t>
                      </a:r>
                      <a:endParaRPr lang="zh-CN" sz="1200" b="1" kern="100" dirty="0">
                        <a:latin typeface="Times New Roman"/>
                        <a:ea typeface="宋体"/>
                        <a:cs typeface="Times New Roman"/>
                      </a:endParaRPr>
                    </a:p>
                  </a:txBody>
                  <a:tcPr marL="68580" marR="68580" marT="0" marB="0" anchor="ctr"/>
                </a:tc>
                <a:tc>
                  <a:txBody>
                    <a:bodyPr/>
                    <a:lstStyle/>
                    <a:p>
                      <a:pPr algn="ctr">
                        <a:spcAft>
                          <a:spcPts val="0"/>
                        </a:spcAft>
                      </a:pPr>
                      <a:r>
                        <a:rPr lang="en-US" sz="1200" b="1" kern="100" dirty="0">
                          <a:solidFill>
                            <a:srgbClr val="000000"/>
                          </a:solidFill>
                          <a:latin typeface="Times New Roman"/>
                          <a:ea typeface="宋体"/>
                          <a:cs typeface="Times New Roman"/>
                        </a:rPr>
                        <a:t>1</a:t>
                      </a:r>
                      <a:endParaRPr lang="zh-CN" sz="1200" b="1" kern="100" dirty="0">
                        <a:latin typeface="Times New Roman"/>
                        <a:ea typeface="宋体"/>
                        <a:cs typeface="Times New Roman"/>
                      </a:endParaRPr>
                    </a:p>
                  </a:txBody>
                  <a:tcPr marL="68580" marR="68580" marT="0" marB="0" anchor="ctr"/>
                </a:tc>
              </a:tr>
            </a:tbl>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sp>
        <p:nvSpPr>
          <p:cNvPr id="8" name="标题 1"/>
          <p:cNvSpPr>
            <a:spLocks noGrp="1"/>
          </p:cNvSpPr>
          <p:nvPr>
            <p:ph type="title"/>
          </p:nvPr>
        </p:nvSpPr>
        <p:spPr>
          <a:xfrm>
            <a:off x="-142908" y="53561"/>
            <a:ext cx="8229600" cy="811995"/>
          </a:xfrm>
        </p:spPr>
        <p:txBody>
          <a:bodyPr>
            <a:normAutofit/>
          </a:bodyPr>
          <a:lstStyle/>
          <a:p>
            <a:pPr lvl="0"/>
            <a:r>
              <a:rPr lang="en-US" altLang="zh-CN" sz="3200" dirty="0" smtClean="0"/>
              <a:t>1 </a:t>
            </a:r>
            <a:r>
              <a:rPr lang="gsw-FR" altLang="zh-CN" sz="3200" dirty="0" smtClean="0"/>
              <a:t>Composition</a:t>
            </a:r>
            <a:r>
              <a:rPr lang="en-US" altLang="zh-CN" sz="3200" dirty="0" smtClean="0"/>
              <a:t> and function of DTS</a:t>
            </a:r>
            <a:endParaRPr lang="zh-CN" altLang="en-US" sz="3200" dirty="0"/>
          </a:p>
        </p:txBody>
      </p:sp>
      <p:sp>
        <p:nvSpPr>
          <p:cNvPr id="10" name="矩形 9"/>
          <p:cNvSpPr/>
          <p:nvPr/>
        </p:nvSpPr>
        <p:spPr>
          <a:xfrm>
            <a:off x="1214414" y="2625329"/>
            <a:ext cx="6858048" cy="1992661"/>
          </a:xfrm>
          <a:prstGeom prst="rect">
            <a:avLst/>
          </a:prstGeom>
        </p:spPr>
        <p:txBody>
          <a:bodyPr wrap="square">
            <a:spAutoFit/>
          </a:bodyPr>
          <a:lstStyle/>
          <a:p>
            <a:pPr marL="449263" indent="-449263" algn="just">
              <a:lnSpc>
                <a:spcPct val="150000"/>
              </a:lnSpc>
              <a:buFont typeface="Wingdings" pitchFamily="2" charset="2"/>
              <a:buChar char="Ø"/>
            </a:pPr>
            <a:r>
              <a:rPr lang="en-US" altLang="zh-CN" sz="1400" b="1" dirty="0" smtClean="0">
                <a:latin typeface="Times New Roman" pitchFamily="18" charset="0"/>
                <a:cs typeface="Times New Roman" pitchFamily="18" charset="0"/>
              </a:rPr>
              <a:t>Integrated transmission machine: including base band processing segment, RF processing segment and power source segment;</a:t>
            </a:r>
            <a:endParaRPr lang="zh-CN" altLang="en-US" sz="1400" b="1" dirty="0" smtClean="0">
              <a:latin typeface="Times New Roman" pitchFamily="18" charset="0"/>
              <a:cs typeface="Times New Roman" pitchFamily="18" charset="0"/>
            </a:endParaRPr>
          </a:p>
          <a:p>
            <a:pPr marL="449263" indent="-449263" algn="just">
              <a:lnSpc>
                <a:spcPct val="150000"/>
              </a:lnSpc>
              <a:buFont typeface="Wingdings" pitchFamily="2" charset="2"/>
              <a:buChar char="Ø"/>
            </a:pPr>
            <a:r>
              <a:rPr lang="en-US" altLang="zh-CN" sz="1400" b="1" dirty="0" smtClean="0">
                <a:latin typeface="Times New Roman" pitchFamily="18" charset="0"/>
                <a:cs typeface="Times New Roman" pitchFamily="18" charset="0"/>
              </a:rPr>
              <a:t>Phased-array antenna: receiving signal form integrated transmission machine and transmitting to ground system;</a:t>
            </a:r>
            <a:endParaRPr lang="zh-CN" altLang="en-US" sz="1400" b="1" dirty="0" smtClean="0">
              <a:latin typeface="Times New Roman" pitchFamily="18" charset="0"/>
              <a:cs typeface="Times New Roman" pitchFamily="18" charset="0"/>
            </a:endParaRPr>
          </a:p>
          <a:p>
            <a:pPr marL="449263" indent="-449263" algn="just">
              <a:lnSpc>
                <a:spcPct val="150000"/>
              </a:lnSpc>
              <a:buFont typeface="Wingdings" pitchFamily="2" charset="2"/>
              <a:buChar char="Ø"/>
            </a:pPr>
            <a:r>
              <a:rPr lang="en-US" altLang="zh-CN" sz="1400" b="1" dirty="0" smtClean="0">
                <a:latin typeface="Times New Roman" pitchFamily="18" charset="0"/>
                <a:cs typeface="Times New Roman" pitchFamily="18" charset="0"/>
              </a:rPr>
              <a:t>Coaxial cable: the channel to transfer the RF signal from integrated transmission machine to phased-array antenna.</a:t>
            </a:r>
          </a:p>
        </p:txBody>
      </p:sp>
    </p:spTree>
    <p:extLst>
      <p:ext uri="{BB962C8B-B14F-4D97-AF65-F5344CB8AC3E}">
        <p14:creationId xmlns:p14="http://schemas.microsoft.com/office/powerpoint/2010/main" val="1866183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28926" y="4500576"/>
            <a:ext cx="3643338" cy="321471"/>
          </a:xfrm>
        </p:spPr>
        <p:txBody>
          <a:bodyPr>
            <a:normAutofit fontScale="62500" lnSpcReduction="20000"/>
          </a:bodyPr>
          <a:lstStyle/>
          <a:p>
            <a:pPr>
              <a:buNone/>
            </a:pPr>
            <a:r>
              <a:rPr lang="en-US" sz="1800" dirty="0" smtClean="0"/>
              <a:t>DTS Block Diagram</a:t>
            </a:r>
            <a:endParaRPr lang="zh-CN" altLang="en-US" sz="1800"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a:t>
            </a:fld>
            <a:r>
              <a:rPr lang="zh-CN" altLang="en-US" smtClean="0"/>
              <a:t> </a:t>
            </a:r>
            <a:endParaRPr lang="zh-CN" altLang="en-US" dirty="0">
              <a:latin typeface="微软雅黑" pitchFamily="34" charset="-122"/>
              <a:ea typeface="微软雅黑" pitchFamily="34" charset="-122"/>
            </a:endParaRPr>
          </a:p>
        </p:txBody>
      </p:sp>
      <p:sp>
        <p:nvSpPr>
          <p:cNvPr id="2050"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标题 1"/>
          <p:cNvSpPr txBox="1">
            <a:spLocks/>
          </p:cNvSpPr>
          <p:nvPr/>
        </p:nvSpPr>
        <p:spPr>
          <a:xfrm>
            <a:off x="-142908" y="53561"/>
            <a:ext cx="8229600" cy="811995"/>
          </a:xfrm>
          <a:prstGeom prst="rect">
            <a:avLst/>
          </a:prstGeom>
        </p:spPr>
        <p:txBody>
          <a:bodyPr vert="horz" lIns="91440" tIns="45720" rIns="91440" bIns="45720" rtlCol="0" anchor="ctr">
            <a:normAutofit fontScale="97500"/>
          </a:bodyPr>
          <a:lstStyle/>
          <a:p>
            <a:pPr lvl="0" algn="ctr">
              <a:spcBef>
                <a:spcPct val="0"/>
              </a:spcBef>
              <a:defRPr/>
            </a:pPr>
            <a:r>
              <a:rPr kumimoji="0" lang="en-US" altLang="zh-CN" sz="32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rPr>
              <a:t>1 </a:t>
            </a:r>
            <a:r>
              <a:rPr kumimoji="0" lang="gsw-FR" altLang="zh-CN" sz="32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rPr>
              <a:t>Composition</a:t>
            </a:r>
            <a:r>
              <a:rPr kumimoji="0" lang="en-US" altLang="zh-CN" sz="32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rPr>
              <a:t> and</a:t>
            </a:r>
            <a:r>
              <a:rPr lang="en-US" altLang="zh-CN" sz="3200" b="1" dirty="0" smtClean="0">
                <a:solidFill>
                  <a:schemeClr val="bg1"/>
                </a:solidFill>
                <a:latin typeface="微软雅黑" pitchFamily="34" charset="-122"/>
                <a:ea typeface="微软雅黑" pitchFamily="34" charset="-122"/>
                <a:cs typeface="+mj-cs"/>
              </a:rPr>
              <a:t> function </a:t>
            </a:r>
            <a:r>
              <a:rPr kumimoji="0" lang="en-US" altLang="zh-CN" sz="32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rPr>
              <a:t>of DTS</a:t>
            </a:r>
            <a:endParaRPr kumimoji="0" lang="zh-CN" altLang="en-US" sz="3200" b="1"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j-cs"/>
            </a:endParaRPr>
          </a:p>
        </p:txBody>
      </p:sp>
      <p:sp>
        <p:nvSpPr>
          <p:cNvPr id="30722"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0721" name="Object 1"/>
          <p:cNvGraphicFramePr>
            <a:graphicFrameLocks noChangeAspect="1"/>
          </p:cNvGraphicFramePr>
          <p:nvPr/>
        </p:nvGraphicFramePr>
        <p:xfrm>
          <a:off x="857224" y="964396"/>
          <a:ext cx="7286676" cy="3633218"/>
        </p:xfrm>
        <a:graphic>
          <a:graphicData uri="http://schemas.openxmlformats.org/presentationml/2006/ole">
            <mc:AlternateContent xmlns:mc="http://schemas.openxmlformats.org/markup-compatibility/2006">
              <mc:Choice xmlns:v="urn:schemas-microsoft-com:vml" Requires="v">
                <p:oleObj spid="_x0000_s30722" name="Visio" r:id="rId3" imgW="10082174" imgH="4930140" progId="Visio.Drawing.11">
                  <p:embed/>
                </p:oleObj>
              </mc:Choice>
              <mc:Fallback>
                <p:oleObj name="Visio" r:id="rId3" imgW="10082174" imgH="4930140"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24" y="964396"/>
                        <a:ext cx="7286676" cy="36332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66183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17973"/>
            <a:ext cx="8401080" cy="3589760"/>
          </a:xfrm>
        </p:spPr>
        <p:txBody>
          <a:bodyPr>
            <a:normAutofit fontScale="55000" lnSpcReduction="20000"/>
          </a:bodyPr>
          <a:lstStyle/>
          <a:p>
            <a:pPr marL="0" indent="0">
              <a:buNone/>
            </a:pPr>
            <a:r>
              <a:rPr lang="en-GB" sz="3800" dirty="0" smtClean="0"/>
              <a:t>The functions of DTS are described as following:</a:t>
            </a:r>
            <a:endParaRPr lang="zh-CN" altLang="en-US" sz="3800" dirty="0" smtClean="0"/>
          </a:p>
          <a:p>
            <a:pPr marL="449263" indent="-449263">
              <a:spcBef>
                <a:spcPts val="600"/>
              </a:spcBef>
              <a:buFont typeface="+mj-ea"/>
              <a:buAutoNum type="circleNumDbPlain"/>
            </a:pPr>
            <a:r>
              <a:rPr lang="en-US" altLang="zh-CN" sz="3600" b="0" dirty="0" smtClean="0">
                <a:latin typeface="Times New Roman" pitchFamily="18" charset="0"/>
                <a:cs typeface="Times New Roman" pitchFamily="18" charset="0"/>
              </a:rPr>
              <a:t>DTS has the function of compressing the data of the Multi-spectrum Camera, collecting the compressed MSC data and transferring them to the GS. </a:t>
            </a:r>
          </a:p>
          <a:p>
            <a:pPr marL="449263" indent="-449263">
              <a:spcBef>
                <a:spcPts val="600"/>
              </a:spcBef>
              <a:buFont typeface="+mj-ea"/>
              <a:buAutoNum type="circleNumDbPlain"/>
            </a:pPr>
            <a:r>
              <a:rPr lang="en-US" altLang="zh-CN" sz="3600" b="0" dirty="0" smtClean="0">
                <a:latin typeface="Times New Roman" pitchFamily="18" charset="0"/>
                <a:cs typeface="Times New Roman" pitchFamily="18" charset="0"/>
              </a:rPr>
              <a:t>DTS also possesses the functions of data formatting, data recording, modulating, and data transmission.</a:t>
            </a:r>
          </a:p>
          <a:p>
            <a:pPr marL="449263" indent="-449263">
              <a:spcBef>
                <a:spcPts val="600"/>
              </a:spcBef>
              <a:buFont typeface="+mj-ea"/>
              <a:buAutoNum type="circleNumDbPlain"/>
            </a:pPr>
            <a:r>
              <a:rPr lang="en-US" altLang="zh-CN" sz="3600" b="0" dirty="0" smtClean="0">
                <a:latin typeface="Times New Roman" pitchFamily="18" charset="0"/>
                <a:cs typeface="Times New Roman" pitchFamily="18" charset="0"/>
              </a:rPr>
              <a:t>SSM has the function of erasing all, sequential record, sequential replay, recording by file address and replay by address. </a:t>
            </a:r>
            <a:endParaRPr lang="zh-CN" altLang="en-US" sz="3600" b="0" dirty="0" smtClean="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sp>
        <p:nvSpPr>
          <p:cNvPr id="7" name="标题 1"/>
          <p:cNvSpPr>
            <a:spLocks noGrp="1"/>
          </p:cNvSpPr>
          <p:nvPr>
            <p:ph type="title"/>
          </p:nvPr>
        </p:nvSpPr>
        <p:spPr>
          <a:xfrm>
            <a:off x="-142908" y="53561"/>
            <a:ext cx="8229600" cy="811995"/>
          </a:xfrm>
        </p:spPr>
        <p:txBody>
          <a:bodyPr>
            <a:normAutofit/>
          </a:bodyPr>
          <a:lstStyle/>
          <a:p>
            <a:pPr lvl="0"/>
            <a:r>
              <a:rPr lang="en-US" altLang="zh-CN" sz="3200" dirty="0" smtClean="0"/>
              <a:t>1 </a:t>
            </a:r>
            <a:r>
              <a:rPr lang="gsw-FR" altLang="zh-CN" sz="3200" dirty="0" smtClean="0"/>
              <a:t>Composition</a:t>
            </a:r>
            <a:r>
              <a:rPr lang="en-US" altLang="zh-CN" sz="3200" dirty="0" smtClean="0"/>
              <a:t> and function of DTS</a:t>
            </a:r>
            <a:endParaRPr lang="zh-CN" alt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extLst>
              <p:ext uri="{D42A27DB-BD31-4B8C-83A1-F6EECF244321}">
                <p14:modId xmlns:p14="http://schemas.microsoft.com/office/powerpoint/2010/main" val="2436388535"/>
              </p:ext>
            </p:extLst>
          </p:nvPr>
        </p:nvGraphicFramePr>
        <p:xfrm>
          <a:off x="601216" y="1378025"/>
          <a:ext cx="7931224" cy="31379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8614" y="107139"/>
            <a:ext cx="8229600" cy="811995"/>
          </a:xfrm>
        </p:spPr>
        <p:txBody>
          <a:bodyPr>
            <a:normAutofit/>
          </a:bodyPr>
          <a:lstStyle/>
          <a:p>
            <a:pPr lvl="0"/>
            <a:r>
              <a:rPr lang="en-US" altLang="en-US" sz="3200" dirty="0" smtClean="0"/>
              <a:t>2 working </a:t>
            </a:r>
            <a:r>
              <a:rPr lang="en-US" altLang="zh-CN" sz="3200" dirty="0" smtClean="0"/>
              <a:t>mode </a:t>
            </a:r>
            <a:r>
              <a:rPr lang="en-US" altLang="en-US" sz="3200" dirty="0" smtClean="0"/>
              <a:t>of DTS in orbit</a:t>
            </a:r>
            <a:endParaRPr lang="zh-CN" altLang="en-US" sz="3200" dirty="0"/>
          </a:p>
        </p:txBody>
      </p:sp>
      <p:sp>
        <p:nvSpPr>
          <p:cNvPr id="3" name="内容占位符 2"/>
          <p:cNvSpPr>
            <a:spLocks noGrp="1"/>
          </p:cNvSpPr>
          <p:nvPr>
            <p:ph idx="1"/>
          </p:nvPr>
        </p:nvSpPr>
        <p:spPr/>
        <p:txBody>
          <a:bodyPr>
            <a:normAutofit fontScale="40000" lnSpcReduction="20000"/>
          </a:bodyPr>
          <a:lstStyle/>
          <a:p>
            <a:pPr>
              <a:lnSpc>
                <a:spcPct val="170000"/>
              </a:lnSpc>
              <a:buNone/>
            </a:pPr>
            <a:r>
              <a:rPr lang="en-US" altLang="zh-CN" sz="3800" dirty="0" smtClean="0"/>
              <a:t>There are three working modes:</a:t>
            </a:r>
          </a:p>
          <a:p>
            <a:pPr>
              <a:buFont typeface="Wingdings" pitchFamily="2" charset="2"/>
              <a:buChar char="Ø"/>
            </a:pPr>
            <a:r>
              <a:rPr lang="en-US" sz="3800" dirty="0" smtClean="0"/>
              <a:t>Record mode</a:t>
            </a:r>
            <a:endParaRPr lang="zh-CN" altLang="en-US" sz="3800" dirty="0" smtClean="0"/>
          </a:p>
          <a:p>
            <a:pPr>
              <a:buNone/>
            </a:pPr>
            <a:r>
              <a:rPr lang="en-US" sz="3800" dirty="0" smtClean="0"/>
              <a:t>    </a:t>
            </a:r>
            <a:r>
              <a:rPr lang="en-US" altLang="zh-CN" sz="4000" b="0" dirty="0" smtClean="0">
                <a:latin typeface="Times New Roman" pitchFamily="18" charset="0"/>
                <a:cs typeface="Times New Roman" pitchFamily="18" charset="0"/>
              </a:rPr>
              <a:t>When the satellite is not being accessible to GS, DTS receives the real-time data of cameras, after digital signal processing, SSM records the processed data. </a:t>
            </a:r>
            <a:endParaRPr lang="zh-CN" altLang="en-US" sz="3800" b="0" dirty="0" smtClean="0">
              <a:latin typeface="Times New Roman" pitchFamily="18" charset="0"/>
              <a:cs typeface="Times New Roman" pitchFamily="18" charset="0"/>
            </a:endParaRPr>
          </a:p>
          <a:p>
            <a:pPr>
              <a:buFont typeface="Wingdings" pitchFamily="2" charset="2"/>
              <a:buChar char="Ø"/>
            </a:pPr>
            <a:r>
              <a:rPr lang="en-US" sz="3800" dirty="0" smtClean="0"/>
              <a:t>replay mode</a:t>
            </a:r>
            <a:endParaRPr lang="zh-CN" altLang="en-US" sz="3800" dirty="0" smtClean="0"/>
          </a:p>
          <a:p>
            <a:pPr>
              <a:buNone/>
            </a:pPr>
            <a:r>
              <a:rPr lang="en-US" altLang="zh-CN" sz="4000" b="0" dirty="0" smtClean="0">
                <a:latin typeface="Times New Roman" pitchFamily="18" charset="0"/>
                <a:cs typeface="Times New Roman" pitchFamily="18" charset="0"/>
              </a:rPr>
              <a:t>     When the satellite is accessible to GS, DTS transmits the data recorded in storage device to the ground station after digital signal processing, modulating and amplifying.</a:t>
            </a:r>
          </a:p>
          <a:p>
            <a:pPr>
              <a:buFont typeface="Wingdings" pitchFamily="2" charset="2"/>
              <a:buChar char="Ø"/>
            </a:pPr>
            <a:r>
              <a:rPr lang="en-US" sz="4000" dirty="0" smtClean="0"/>
              <a:t> Real-time mode</a:t>
            </a:r>
            <a:endParaRPr lang="zh-CN" altLang="en-US" sz="4000" dirty="0" smtClean="0"/>
          </a:p>
          <a:p>
            <a:pPr>
              <a:buNone/>
            </a:pPr>
            <a:r>
              <a:rPr lang="en-US" altLang="zh-CN" sz="4000" b="0" dirty="0" smtClean="0">
                <a:latin typeface="Times New Roman" pitchFamily="18" charset="0"/>
                <a:cs typeface="Times New Roman" pitchFamily="18" charset="0"/>
              </a:rPr>
              <a:t>     When the satellite is accessible to ground station, MSC are imaging and DTS receives the data of cameras. After digital signal processing, modulating, amplifying, DTS sends RF signals to ground station  in real-time .</a:t>
            </a:r>
            <a:endParaRPr lang="zh-CN" altLang="en-US" sz="4000" b="0" dirty="0" smtClean="0">
              <a:latin typeface="Times New Roman" pitchFamily="18" charset="0"/>
              <a:cs typeface="Times New Roman" pitchFamily="18" charset="0"/>
            </a:endParaRPr>
          </a:p>
          <a:p>
            <a:pPr>
              <a:buNone/>
            </a:pPr>
            <a:endParaRPr lang="en-US" altLang="zh-CN" sz="4000" b="0" dirty="0" smtClean="0">
              <a:latin typeface="Times New Roman" pitchFamily="18" charset="0"/>
              <a:cs typeface="Times New Roman" pitchFamily="18" charset="0"/>
            </a:endParaRPr>
          </a:p>
          <a:p>
            <a:pPr>
              <a:buNone/>
            </a:pPr>
            <a:endParaRPr lang="zh-CN" altLang="en-US" sz="3800" b="0" dirty="0" smtClean="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8614" y="107139"/>
            <a:ext cx="8229600" cy="811995"/>
          </a:xfrm>
        </p:spPr>
        <p:txBody>
          <a:bodyPr>
            <a:normAutofit/>
          </a:bodyPr>
          <a:lstStyle/>
          <a:p>
            <a:pPr lvl="0"/>
            <a:r>
              <a:rPr lang="en-US" altLang="en-US" sz="3200" dirty="0" smtClean="0"/>
              <a:t>2 working </a:t>
            </a:r>
            <a:r>
              <a:rPr lang="en-US" altLang="zh-CN" sz="3200" dirty="0" smtClean="0"/>
              <a:t>mode </a:t>
            </a:r>
            <a:r>
              <a:rPr lang="en-US" altLang="en-US" sz="3200" dirty="0" smtClean="0"/>
              <a:t>of DTS in orbit</a:t>
            </a:r>
            <a:endParaRPr lang="zh-CN" altLang="en-US" sz="3200" dirty="0"/>
          </a:p>
        </p:txBody>
      </p:sp>
      <p:sp>
        <p:nvSpPr>
          <p:cNvPr id="3" name="内容占位符 2"/>
          <p:cNvSpPr>
            <a:spLocks noGrp="1"/>
          </p:cNvSpPr>
          <p:nvPr>
            <p:ph idx="1"/>
          </p:nvPr>
        </p:nvSpPr>
        <p:spPr/>
        <p:txBody>
          <a:bodyPr>
            <a:normAutofit/>
          </a:bodyPr>
          <a:lstStyle/>
          <a:p>
            <a:pPr marL="0" indent="0">
              <a:lnSpc>
                <a:spcPct val="100000"/>
              </a:lnSpc>
              <a:buNone/>
            </a:pPr>
            <a:r>
              <a:rPr lang="en-US" altLang="zh-CN" sz="1900" dirty="0" smtClean="0">
                <a:latin typeface="Times New Roman" pitchFamily="18" charset="0"/>
                <a:cs typeface="Times New Roman" pitchFamily="18" charset="0"/>
              </a:rPr>
              <a:t>Considering backup of SSM, ratio of compression, record and play by sequence or address, there are 9 kinds of working combined mode.</a:t>
            </a:r>
          </a:p>
          <a:p>
            <a:pPr>
              <a:lnSpc>
                <a:spcPct val="100000"/>
              </a:lnSpc>
            </a:pPr>
            <a:endParaRPr lang="en-US" altLang="zh-CN" sz="1900" b="0" dirty="0" smtClean="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0" y="1455175"/>
          <a:ext cx="9144002" cy="3427832"/>
        </p:xfrm>
        <a:graphic>
          <a:graphicData uri="http://schemas.openxmlformats.org/drawingml/2006/table">
            <a:tbl>
              <a:tblPr firstRow="1" bandRow="1">
                <a:tableStyleId>{5C22544A-7EE6-4342-B048-85BDC9FD1C3A}</a:tableStyleId>
              </a:tblPr>
              <a:tblGrid>
                <a:gridCol w="1000100"/>
                <a:gridCol w="1071570"/>
                <a:gridCol w="1214446"/>
                <a:gridCol w="1285884"/>
                <a:gridCol w="1500198"/>
                <a:gridCol w="1571636"/>
                <a:gridCol w="1500168"/>
              </a:tblGrid>
              <a:tr h="692252">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mode</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Main SSM</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Backup</a:t>
                      </a:r>
                      <a:r>
                        <a:rPr lang="en-US" altLang="zh-CN" sz="1200" b="1" kern="100" baseline="0" dirty="0" smtClean="0">
                          <a:solidFill>
                            <a:schemeClr val="lt1"/>
                          </a:solidFill>
                          <a:latin typeface="Times New Roman"/>
                          <a:ea typeface="宋体"/>
                          <a:cs typeface="Times New Roman"/>
                        </a:rPr>
                        <a:t> SSM</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2:1 compression</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Lossless</a:t>
                      </a:r>
                    </a:p>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compression</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Record and replay</a:t>
                      </a:r>
                      <a:r>
                        <a:rPr lang="en-US" altLang="zh-CN" sz="1200" b="1" kern="100" baseline="0" dirty="0" smtClean="0">
                          <a:solidFill>
                            <a:schemeClr val="lt1"/>
                          </a:solidFill>
                          <a:latin typeface="Times New Roman"/>
                          <a:ea typeface="宋体"/>
                          <a:cs typeface="Times New Roman"/>
                        </a:rPr>
                        <a:t> by sequence</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b="1" kern="100" dirty="0" smtClean="0">
                          <a:solidFill>
                            <a:schemeClr val="lt1"/>
                          </a:solidFill>
                          <a:latin typeface="Times New Roman"/>
                          <a:ea typeface="+mn-ea"/>
                          <a:cs typeface="Times New Roman"/>
                        </a:rPr>
                        <a:t>Record and replay</a:t>
                      </a:r>
                      <a:r>
                        <a:rPr lang="en-US" altLang="zh-CN" sz="1200" b="1" kern="100" baseline="0" dirty="0" smtClean="0">
                          <a:solidFill>
                            <a:schemeClr val="lt1"/>
                          </a:solidFill>
                          <a:latin typeface="Times New Roman"/>
                          <a:ea typeface="+mn-ea"/>
                          <a:cs typeface="Times New Roman"/>
                        </a:rPr>
                        <a:t> by address</a:t>
                      </a:r>
                      <a:endParaRPr lang="zh-CN" altLang="en-US" sz="1200" b="1" kern="100" dirty="0">
                        <a:solidFill>
                          <a:schemeClr val="lt1"/>
                        </a:solidFill>
                        <a:latin typeface="Times New Roman"/>
                        <a:ea typeface="宋体"/>
                        <a:cs typeface="Times New Roman"/>
                      </a:endParaRPr>
                    </a:p>
                  </a:txBody>
                  <a:tcPr marT="34290" marB="34290" anchor="ctr" anchorCtr="1"/>
                </a:tc>
              </a:tr>
              <a:tr h="274320">
                <a:tc rowSpan="8">
                  <a:txBody>
                    <a:bodyPr/>
                    <a:lstStyle/>
                    <a:p>
                      <a:r>
                        <a:rPr lang="en-US" altLang="zh-CN" sz="1400" dirty="0" smtClean="0"/>
                        <a:t>Record</a:t>
                      </a:r>
                      <a:r>
                        <a:rPr lang="en-US" altLang="zh-CN" sz="1400" baseline="0" dirty="0" smtClean="0"/>
                        <a:t> and replay</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r>
              <a:tr h="480060">
                <a:tc>
                  <a:txBody>
                    <a:bodyPr/>
                    <a:lstStyle/>
                    <a:p>
                      <a:r>
                        <a:rPr lang="en-US" altLang="zh-CN" sz="1400" dirty="0" smtClean="0"/>
                        <a:t>Real-time</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nvPr>
        </p:nvGraphicFramePr>
        <p:xfrm>
          <a:off x="457200" y="1017985"/>
          <a:ext cx="8229600" cy="357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10</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8614"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p:txBody>
          <a:bodyPr>
            <a:normAutofit/>
          </a:bodyPr>
          <a:lstStyle/>
          <a:p>
            <a:r>
              <a:rPr lang="en-US" altLang="zh-CN" sz="2800" dirty="0" smtClean="0"/>
              <a:t>3.1 There are three kinds of telecommand</a:t>
            </a:r>
            <a:r>
              <a:rPr lang="zh-CN" altLang="en-US" sz="2800" dirty="0" smtClean="0"/>
              <a:t>：</a:t>
            </a:r>
            <a:endParaRPr lang="en-US" altLang="zh-CN" sz="2800" dirty="0" smtClean="0"/>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11</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1000100" y="1768072"/>
          <a:ext cx="6715172" cy="2303876"/>
        </p:xfrm>
        <a:graphic>
          <a:graphicData uri="http://schemas.openxmlformats.org/drawingml/2006/table">
            <a:tbl>
              <a:tblPr firstRow="1" bandRow="1">
                <a:tableStyleId>{5C22544A-7EE6-4342-B048-85BDC9FD1C3A}</a:tableStyleId>
              </a:tblPr>
              <a:tblGrid>
                <a:gridCol w="1678793"/>
                <a:gridCol w="1678793"/>
                <a:gridCol w="1678793"/>
                <a:gridCol w="1678793"/>
              </a:tblGrid>
              <a:tr h="1151938">
                <a:tc>
                  <a:txBody>
                    <a:bodyPr/>
                    <a:lstStyle/>
                    <a:p>
                      <a:pPr algn="l"/>
                      <a:r>
                        <a:rPr lang="en-US" altLang="zh-CN" sz="1500" dirty="0" smtClean="0"/>
                        <a:t>Telecommand type</a:t>
                      </a:r>
                      <a:endParaRPr lang="zh-CN" altLang="en-US" sz="1500" dirty="0"/>
                    </a:p>
                  </a:txBody>
                  <a:tcPr marT="34290" marB="34290" anchor="ctr" anchorCtr="1"/>
                </a:tc>
                <a:tc>
                  <a:txBody>
                    <a:bodyPr/>
                    <a:lstStyle/>
                    <a:p>
                      <a:pPr algn="ctr"/>
                      <a:r>
                        <a:rPr lang="en-US" altLang="zh-CN" sz="1500" dirty="0" smtClean="0"/>
                        <a:t>OC  telecommand </a:t>
                      </a:r>
                      <a:endParaRPr lang="zh-CN" altLang="en-US" sz="1500" dirty="0"/>
                    </a:p>
                  </a:txBody>
                  <a:tcPr marT="34290" marB="34290" anchor="ctr" anchorCtr="1"/>
                </a:tc>
                <a:tc>
                  <a:txBody>
                    <a:bodyPr/>
                    <a:lstStyle/>
                    <a:p>
                      <a:pPr algn="ctr"/>
                      <a:r>
                        <a:rPr lang="en-US" altLang="zh-CN" sz="1500" dirty="0" smtClean="0"/>
                        <a:t>Data telecommand </a:t>
                      </a:r>
                      <a:endParaRPr lang="zh-CN" altLang="en-US" sz="1500" dirty="0"/>
                    </a:p>
                  </a:txBody>
                  <a:tcPr marT="34290" marB="34290" anchor="ctr" anchorCtr="1"/>
                </a:tc>
                <a:tc>
                  <a:txBody>
                    <a:bodyPr/>
                    <a:lstStyle/>
                    <a:p>
                      <a:pPr algn="ctr"/>
                      <a:r>
                        <a:rPr lang="en-US" altLang="zh-CN" sz="1500" dirty="0" smtClean="0"/>
                        <a:t>Data block</a:t>
                      </a:r>
                      <a:endParaRPr lang="zh-CN" altLang="en-US" sz="1500" dirty="0"/>
                    </a:p>
                  </a:txBody>
                  <a:tcPr marT="34290" marB="34290" anchor="ctr" anchorCtr="1"/>
                </a:tc>
              </a:tr>
              <a:tr h="1151938">
                <a:tc>
                  <a:txBody>
                    <a:bodyPr/>
                    <a:lstStyle/>
                    <a:p>
                      <a:pPr algn="l"/>
                      <a:r>
                        <a:rPr lang="en-US" altLang="zh-CN" sz="1500" b="1" dirty="0" smtClean="0"/>
                        <a:t>Telecommand number</a:t>
                      </a:r>
                      <a:endParaRPr lang="zh-CN" altLang="en-US" sz="1500" b="1" dirty="0"/>
                    </a:p>
                  </a:txBody>
                  <a:tcPr marT="34290" marB="34290" anchor="ctr" anchorCtr="1">
                    <a:solidFill>
                      <a:schemeClr val="accent2">
                        <a:lumMod val="40000"/>
                        <a:lumOff val="60000"/>
                      </a:schemeClr>
                    </a:solidFill>
                  </a:tcPr>
                </a:tc>
                <a:tc>
                  <a:txBody>
                    <a:bodyPr/>
                    <a:lstStyle/>
                    <a:p>
                      <a:pPr algn="ctr"/>
                      <a:r>
                        <a:rPr lang="en-US" altLang="zh-CN" sz="1500" b="1" dirty="0" smtClean="0"/>
                        <a:t>2</a:t>
                      </a:r>
                      <a:endParaRPr lang="zh-CN" altLang="en-US" sz="1500" b="1" dirty="0"/>
                    </a:p>
                  </a:txBody>
                  <a:tcPr marT="34290" marB="34290" anchor="ctr" anchorCtr="1">
                    <a:solidFill>
                      <a:schemeClr val="accent2">
                        <a:lumMod val="40000"/>
                        <a:lumOff val="60000"/>
                      </a:schemeClr>
                    </a:solidFill>
                  </a:tcPr>
                </a:tc>
                <a:tc>
                  <a:txBody>
                    <a:bodyPr/>
                    <a:lstStyle/>
                    <a:p>
                      <a:pPr algn="ctr"/>
                      <a:r>
                        <a:rPr lang="en-US" altLang="zh-CN" sz="1500" b="1" dirty="0" smtClean="0"/>
                        <a:t>35</a:t>
                      </a:r>
                      <a:endParaRPr lang="zh-CN" altLang="en-US" sz="1500" b="1" dirty="0"/>
                    </a:p>
                  </a:txBody>
                  <a:tcPr marT="34290" marB="34290" anchor="ctr" anchorCtr="1">
                    <a:solidFill>
                      <a:schemeClr val="accent2">
                        <a:lumMod val="40000"/>
                        <a:lumOff val="60000"/>
                      </a:schemeClr>
                    </a:solidFill>
                  </a:tcPr>
                </a:tc>
                <a:tc>
                  <a:txBody>
                    <a:bodyPr/>
                    <a:lstStyle/>
                    <a:p>
                      <a:pPr algn="ctr"/>
                      <a:r>
                        <a:rPr lang="en-US" altLang="zh-CN" sz="1500" b="1" dirty="0" smtClean="0"/>
                        <a:t>4</a:t>
                      </a:r>
                      <a:endParaRPr lang="zh-CN" altLang="en-US" sz="1500" b="1" dirty="0"/>
                    </a:p>
                  </a:txBody>
                  <a:tcPr marT="34290" marB="34290" anchor="ctr" anchorCtr="1">
                    <a:solidFill>
                      <a:schemeClr val="accent2">
                        <a:lumMod val="40000"/>
                        <a:lumOff val="60000"/>
                      </a:schemeClr>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p:txBody>
          <a:bodyPr>
            <a:normAutofit/>
          </a:bodyPr>
          <a:lstStyle/>
          <a:p>
            <a:r>
              <a:rPr lang="en-US" sz="2800" dirty="0" smtClean="0"/>
              <a:t>3.1.1 DTS OC </a:t>
            </a:r>
            <a:r>
              <a:rPr lang="en-US" sz="2800" dirty="0" err="1" smtClean="0"/>
              <a:t>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12</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683762650"/>
              </p:ext>
            </p:extLst>
          </p:nvPr>
        </p:nvGraphicFramePr>
        <p:xfrm>
          <a:off x="1242349" y="1768073"/>
          <a:ext cx="6570011" cy="2678926"/>
        </p:xfrm>
        <a:graphic>
          <a:graphicData uri="http://schemas.openxmlformats.org/drawingml/2006/table">
            <a:tbl>
              <a:tblPr/>
              <a:tblGrid>
                <a:gridCol w="743093"/>
                <a:gridCol w="1302823"/>
                <a:gridCol w="1439718"/>
                <a:gridCol w="3084377"/>
              </a:tblGrid>
              <a:tr h="892975">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952507">
                <a:tc>
                  <a:txBody>
                    <a:bodyPr/>
                    <a:lstStyle/>
                    <a:p>
                      <a:pPr marL="342900" lvl="0" indent="-342900" algn="l" fontAlgn="base">
                        <a:spcAft>
                          <a:spcPts val="0"/>
                        </a:spcAft>
                        <a:buFont typeface="+mj-lt"/>
                        <a:buNone/>
                        <a:tabLst>
                          <a:tab pos="266700" algn="l"/>
                        </a:tabLst>
                      </a:pPr>
                      <a:r>
                        <a:rPr lang="en-US" sz="1200" kern="100" dirty="0" smtClean="0">
                          <a:latin typeface="Times New Roman"/>
                          <a:ea typeface="宋体"/>
                        </a:rPr>
                        <a:t>   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altLang="zh-CN" sz="1200" kern="100" baseline="0" dirty="0" smtClean="0">
                          <a:solidFill>
                            <a:schemeClr val="tx1"/>
                          </a:solidFill>
                          <a:latin typeface="Times New Roman"/>
                          <a:ea typeface="宋体"/>
                          <a:cs typeface="+mn-cs"/>
                        </a:rPr>
                        <a:t>KSM112-19</a:t>
                      </a:r>
                      <a:endParaRPr lang="zh-CN" altLang="zh-CN" sz="1200" kern="100" baseline="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baseline="0" dirty="0" smtClean="0">
                          <a:solidFill>
                            <a:schemeClr val="tx1"/>
                          </a:solidFill>
                          <a:latin typeface="Times New Roman"/>
                          <a:ea typeface="宋体"/>
                          <a:cs typeface="+mn-cs"/>
                        </a:rPr>
                        <a:t>DTS  turn on</a:t>
                      </a:r>
                      <a:endParaRPr lang="zh-CN" altLang="zh-CN" sz="1200" kern="100" baseline="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NS006</a:t>
                      </a:r>
                    </a:p>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Load current increase 0.2~0.25A;</a:t>
                      </a:r>
                    </a:p>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TMYA002</a:t>
                      </a:r>
                    </a:p>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FPGA</a:t>
                      </a:r>
                      <a:r>
                        <a:rPr lang="en-US" altLang="zh-CN" sz="1200" kern="100" baseline="0" dirty="0" smtClean="0">
                          <a:solidFill>
                            <a:schemeClr val="tx1"/>
                          </a:solidFill>
                          <a:latin typeface="Times New Roman"/>
                          <a:ea typeface="宋体"/>
                          <a:cs typeface="+mn-cs"/>
                        </a:rPr>
                        <a:t> Load state: 1=Load success</a:t>
                      </a:r>
                      <a:endParaRPr lang="zh-CN" altLang="zh-CN" sz="1200" kern="10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3444">
                <a:tc>
                  <a:txBody>
                    <a:bodyPr/>
                    <a:lstStyle/>
                    <a:p>
                      <a:pPr marL="342900" lvl="0" indent="-342900" algn="l" fontAlgn="base">
                        <a:spcAft>
                          <a:spcPts val="0"/>
                        </a:spcAft>
                        <a:buFont typeface="+mj-lt"/>
                        <a:buNone/>
                        <a:tabLst>
                          <a:tab pos="266700" algn="l"/>
                        </a:tabLst>
                      </a:pPr>
                      <a:r>
                        <a:rPr lang="en-US" sz="1200" kern="100" dirty="0" smtClean="0">
                          <a:latin typeface="Times New Roman"/>
                          <a:ea typeface="宋体"/>
                        </a:rPr>
                        <a:t>   2</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kern="1200" dirty="0" smtClean="0">
                          <a:solidFill>
                            <a:schemeClr val="tx1"/>
                          </a:solidFill>
                          <a:latin typeface="+mn-lt"/>
                          <a:ea typeface="+mn-ea"/>
                          <a:cs typeface="+mn-cs"/>
                        </a:rPr>
                        <a:t>KSM112-1A</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baseline="0" dirty="0" smtClean="0">
                          <a:solidFill>
                            <a:schemeClr val="tx1"/>
                          </a:solidFill>
                          <a:latin typeface="Times New Roman"/>
                          <a:ea typeface="+mn-ea"/>
                          <a:cs typeface="+mn-cs"/>
                        </a:rPr>
                        <a:t>DTS  turn off</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NS006</a:t>
                      </a:r>
                    </a:p>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Load current decrease 0.2~0.25A;</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3.1.2 DTS data telecommand</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935757104"/>
              </p:ext>
            </p:extLst>
          </p:nvPr>
        </p:nvGraphicFramePr>
        <p:xfrm>
          <a:off x="1370967" y="1393023"/>
          <a:ext cx="6513401" cy="3312403"/>
        </p:xfrm>
        <a:graphic>
          <a:graphicData uri="http://schemas.openxmlformats.org/drawingml/2006/table">
            <a:tbl>
              <a:tblPr/>
              <a:tblGrid>
                <a:gridCol w="743093"/>
                <a:gridCol w="1114295"/>
                <a:gridCol w="1571636"/>
                <a:gridCol w="3084377"/>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latin typeface="Times New Roman"/>
                          <a:ea typeface="宋体"/>
                        </a:rPr>
                        <a:t>KYA001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baseline="0" dirty="0" smtClean="0">
                          <a:solidFill>
                            <a:schemeClr val="tx1"/>
                          </a:solidFill>
                          <a:latin typeface="Times New Roman"/>
                          <a:ea typeface="宋体"/>
                          <a:cs typeface="+mn-cs"/>
                        </a:rPr>
                        <a:t>Modulation mode</a:t>
                      </a:r>
                      <a:endParaRPr lang="zh-CN" altLang="zh-CN" sz="1200" kern="100" baseline="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TMYA005</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RF modulation state</a:t>
                      </a:r>
                      <a:r>
                        <a:rPr lang="en-US" altLang="zh-CN" sz="1200" kern="100" baseline="0" dirty="0" smtClean="0">
                          <a:solidFill>
                            <a:schemeClr val="tx1"/>
                          </a:solidFill>
                          <a:latin typeface="Times New Roman"/>
                          <a:ea typeface="+mn-ea"/>
                          <a:cs typeface="+mn-cs"/>
                        </a:rPr>
                        <a:t>: 0=Modulation state</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latin typeface="Times New Roman"/>
                          <a:ea typeface="宋体"/>
                        </a:rPr>
                        <a:t>KYA002</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Carrier mode</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TMYA005</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RF modulation state: 1=Carrier state</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latin typeface="Times New Roman"/>
                          <a:ea typeface="宋体"/>
                        </a:rPr>
                        <a:t>KYA003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RF and antenna turn 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en-US" altLang="zh-CN" sz="1200" kern="100" dirty="0" smtClean="0">
                          <a:latin typeface="Times New Roman"/>
                          <a:ea typeface="宋体"/>
                        </a:rPr>
                        <a:t>TMYA003</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RF and antenna</a:t>
                      </a:r>
                      <a:r>
                        <a:rPr lang="en-US" altLang="zh-CN" sz="1200" kern="100" baseline="0" dirty="0" smtClean="0">
                          <a:latin typeface="Times New Roman"/>
                          <a:ea typeface="宋体"/>
                        </a:rPr>
                        <a:t> state: 1= </a:t>
                      </a:r>
                      <a:r>
                        <a:rPr lang="en-US" altLang="zh-CN" sz="1200" kern="100" dirty="0" smtClean="0">
                          <a:latin typeface="Times New Roman"/>
                          <a:ea typeface="+mn-ea"/>
                        </a:rPr>
                        <a:t>RF and antenna  turned</a:t>
                      </a:r>
                      <a:r>
                        <a:rPr lang="en-US" altLang="zh-CN" sz="1200" kern="100" baseline="0" dirty="0" smtClean="0">
                          <a:latin typeface="Times New Roman"/>
                          <a:ea typeface="+mn-ea"/>
                        </a:rPr>
                        <a:t> </a:t>
                      </a:r>
                      <a:r>
                        <a:rPr lang="en-US" altLang="zh-CN" sz="1200" kern="100" dirty="0" smtClean="0">
                          <a:latin typeface="Times New Roman"/>
                          <a:ea typeface="+mn-ea"/>
                        </a:rPr>
                        <a:t>on</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latin typeface="Times New Roman"/>
                          <a:ea typeface="宋体"/>
                        </a:rPr>
                        <a:t>KYA004</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RF and antenna turn off</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en-US" altLang="zh-CN" sz="1200" kern="100" dirty="0" smtClean="0">
                          <a:latin typeface="Times New Roman"/>
                          <a:ea typeface="+mn-ea"/>
                        </a:rPr>
                        <a:t>TMYA003</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RF and antenna</a:t>
                      </a:r>
                      <a:r>
                        <a:rPr lang="en-US" altLang="zh-CN" sz="1200" kern="100" baseline="0" dirty="0" smtClean="0">
                          <a:latin typeface="Times New Roman"/>
                          <a:ea typeface="+mn-ea"/>
                        </a:rPr>
                        <a:t> state: 1= </a:t>
                      </a:r>
                      <a:r>
                        <a:rPr lang="en-US" altLang="zh-CN" sz="1200" kern="100" dirty="0" smtClean="0">
                          <a:latin typeface="Times New Roman"/>
                          <a:ea typeface="+mn-ea"/>
                        </a:rPr>
                        <a:t>RF and antenna  turned</a:t>
                      </a:r>
                      <a:r>
                        <a:rPr lang="en-US" altLang="zh-CN" sz="1200" kern="100" baseline="0" dirty="0" smtClean="0">
                          <a:latin typeface="Times New Roman"/>
                          <a:ea typeface="+mn-ea"/>
                        </a:rPr>
                        <a:t> </a:t>
                      </a:r>
                      <a:r>
                        <a:rPr lang="en-US" altLang="zh-CN" sz="1200" kern="100" dirty="0" smtClean="0">
                          <a:latin typeface="Times New Roman"/>
                          <a:ea typeface="+mn-ea"/>
                        </a:rPr>
                        <a:t>off</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latin typeface="Times New Roman"/>
                          <a:ea typeface="宋体"/>
                        </a:rPr>
                        <a:t>KYA005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Real-time transmit 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TMYA004</a:t>
                      </a:r>
                    </a:p>
                    <a:p>
                      <a:pPr marL="0" algn="just" defTabSz="914400" rtl="0" eaLnBrk="1" latinLnBrk="0" hangingPunct="1">
                        <a:spcAft>
                          <a:spcPts val="0"/>
                        </a:spcAft>
                      </a:pPr>
                      <a:r>
                        <a:rPr lang="en-US" altLang="zh-CN" sz="1200" kern="100" dirty="0" smtClean="0">
                          <a:latin typeface="Times New Roman"/>
                          <a:ea typeface="+mn-ea"/>
                        </a:rPr>
                        <a:t>Real-time transmit state:0=real-time transmit  on</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3.1.2 DTS data 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14</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176228484"/>
              </p:ext>
            </p:extLst>
          </p:nvPr>
        </p:nvGraphicFramePr>
        <p:xfrm>
          <a:off x="1442975" y="1393023"/>
          <a:ext cx="6513401" cy="3312403"/>
        </p:xfrm>
        <a:graphic>
          <a:graphicData uri="http://schemas.openxmlformats.org/drawingml/2006/table">
            <a:tbl>
              <a:tblPr/>
              <a:tblGrid>
                <a:gridCol w="743093"/>
                <a:gridCol w="1042857"/>
                <a:gridCol w="1643074"/>
                <a:gridCol w="3084377"/>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6</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KYA006</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Real-time transmit off</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TMYA004</a:t>
                      </a:r>
                    </a:p>
                    <a:p>
                      <a:pPr marL="0" algn="just" defTabSz="914400" rtl="0" eaLnBrk="1" latinLnBrk="0" hangingPunct="1">
                        <a:spcAft>
                          <a:spcPts val="0"/>
                        </a:spcAft>
                      </a:pPr>
                      <a:r>
                        <a:rPr lang="en-US" altLang="zh-CN" sz="1200" kern="100" dirty="0" smtClean="0">
                          <a:latin typeface="Times New Roman"/>
                          <a:ea typeface="+mn-ea"/>
                        </a:rPr>
                        <a:t>Real-time transmit state:0=real-time transmit  off</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7</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KYA007</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Lossless compression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TMYA008</a:t>
                      </a:r>
                    </a:p>
                    <a:p>
                      <a:pPr marL="0" algn="just" defTabSz="914400" rtl="0" eaLnBrk="1" latinLnBrk="0" hangingPunct="1">
                        <a:spcAft>
                          <a:spcPts val="0"/>
                        </a:spcAft>
                      </a:pPr>
                      <a:r>
                        <a:rPr lang="en-US" altLang="zh-CN" sz="1200" kern="100" dirty="0" smtClean="0">
                          <a:latin typeface="Times New Roman"/>
                          <a:ea typeface="宋体"/>
                        </a:rPr>
                        <a:t>Compression</a:t>
                      </a:r>
                      <a:r>
                        <a:rPr lang="en-US" altLang="zh-CN" sz="1200" kern="100" baseline="0" dirty="0" smtClean="0">
                          <a:latin typeface="Times New Roman"/>
                          <a:ea typeface="宋体"/>
                        </a:rPr>
                        <a:t> state: 1=lossless compression</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8</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KYA008</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2:1 compression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TMYA008</a:t>
                      </a:r>
                    </a:p>
                    <a:p>
                      <a:pPr marL="0" algn="just" defTabSz="914400" rtl="0" eaLnBrk="1" latinLnBrk="0" hangingPunct="1">
                        <a:spcAft>
                          <a:spcPts val="0"/>
                        </a:spcAft>
                      </a:pPr>
                      <a:r>
                        <a:rPr lang="en-US" altLang="zh-CN" sz="1200" kern="100" dirty="0" smtClean="0">
                          <a:latin typeface="Times New Roman"/>
                          <a:ea typeface="+mn-ea"/>
                        </a:rPr>
                        <a:t>Compression</a:t>
                      </a:r>
                      <a:r>
                        <a:rPr lang="en-US" altLang="zh-CN" sz="1200" kern="100" baseline="0" dirty="0" smtClean="0">
                          <a:latin typeface="Times New Roman"/>
                          <a:ea typeface="+mn-ea"/>
                        </a:rPr>
                        <a:t> state: 1=2:1 compression </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9</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KYA009</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main SSM working</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TMYA010</a:t>
                      </a:r>
                    </a:p>
                    <a:p>
                      <a:pPr marL="0" algn="just" defTabSz="914400" rtl="0" eaLnBrk="1" latinLnBrk="0" hangingPunct="1">
                        <a:spcAft>
                          <a:spcPts val="0"/>
                        </a:spcAft>
                      </a:pPr>
                      <a:r>
                        <a:rPr lang="en-US" altLang="zh-CN" sz="1200" kern="100" dirty="0" smtClean="0">
                          <a:latin typeface="Times New Roman"/>
                          <a:ea typeface="宋体"/>
                        </a:rPr>
                        <a:t>SSM backup state: 0000=main SSM in use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10</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KYA010</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spare SSM working</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TMYA010</a:t>
                      </a:r>
                    </a:p>
                    <a:p>
                      <a:pPr marL="0" algn="just" defTabSz="914400" rtl="0" eaLnBrk="1" latinLnBrk="0" hangingPunct="1">
                        <a:spcAft>
                          <a:spcPts val="0"/>
                        </a:spcAft>
                      </a:pPr>
                      <a:r>
                        <a:rPr lang="en-US" altLang="zh-CN" sz="1200" kern="100" dirty="0" smtClean="0">
                          <a:latin typeface="Times New Roman"/>
                          <a:ea typeface="+mn-ea"/>
                        </a:rPr>
                        <a:t>SSM backup state: 0000=spare SSM in use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3.1.2 DTS data 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15</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061856002"/>
              </p:ext>
            </p:extLst>
          </p:nvPr>
        </p:nvGraphicFramePr>
        <p:xfrm>
          <a:off x="1514413" y="1393023"/>
          <a:ext cx="6441963" cy="3258958"/>
        </p:xfrm>
        <a:graphic>
          <a:graphicData uri="http://schemas.openxmlformats.org/drawingml/2006/table">
            <a:tbl>
              <a:tblPr/>
              <a:tblGrid>
                <a:gridCol w="743093"/>
                <a:gridCol w="1042857"/>
                <a:gridCol w="1571636"/>
                <a:gridCol w="3084377"/>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SSM</a:t>
                      </a:r>
                      <a:r>
                        <a:rPr lang="en-US" altLang="zh-CN" sz="1200" kern="100" baseline="0" dirty="0" smtClean="0">
                          <a:latin typeface="Times New Roman"/>
                          <a:ea typeface="+mn-ea"/>
                        </a:rPr>
                        <a:t> pointer saving</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TMYA017</a:t>
                      </a:r>
                    </a:p>
                    <a:p>
                      <a:pPr marL="0" algn="just" defTabSz="914400" rtl="0" eaLnBrk="1" latinLnBrk="0" hangingPunct="1">
                        <a:spcAft>
                          <a:spcPts val="0"/>
                        </a:spcAft>
                      </a:pPr>
                      <a:r>
                        <a:rPr lang="en-US" altLang="zh-CN" sz="1200" kern="100" dirty="0" smtClean="0">
                          <a:latin typeface="Times New Roman"/>
                          <a:ea typeface="+mn-ea"/>
                        </a:rPr>
                        <a:t>Pointer saving counter: plus 1</a:t>
                      </a:r>
                      <a:endParaRPr lang="zh-CN" altLang="en-US" sz="1200" kern="100" dirty="0">
                        <a:latin typeface="Times New Roman"/>
                        <a:ea typeface="+mn-ea"/>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12</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KYA012</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a:t>
                      </a:r>
                      <a:r>
                        <a:rPr lang="en-US" altLang="zh-CN" sz="1200" kern="100" baseline="0" dirty="0" smtClean="0">
                          <a:latin typeface="Times New Roman"/>
                          <a:ea typeface="+mn-ea"/>
                        </a:rPr>
                        <a:t> pointer restoring</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latin typeface="Times New Roman"/>
                          <a:ea typeface="宋体"/>
                        </a:rPr>
                        <a:t>TMYA018</a:t>
                      </a:r>
                    </a:p>
                    <a:p>
                      <a:pPr marL="0" algn="just" defTabSz="914400" rtl="0" eaLnBrk="1" latinLnBrk="0" hangingPunct="1">
                        <a:spcAft>
                          <a:spcPts val="0"/>
                        </a:spcAft>
                      </a:pPr>
                      <a:r>
                        <a:rPr lang="en-US" altLang="zh-CN" sz="1200" kern="100" dirty="0" smtClean="0">
                          <a:latin typeface="Times New Roman"/>
                          <a:ea typeface="宋体"/>
                        </a:rPr>
                        <a:t>Pointer restoring counter: plus 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宋体"/>
                        </a:rPr>
                        <a:t>SSM</a:t>
                      </a:r>
                      <a:r>
                        <a:rPr lang="en-US" altLang="zh-CN" sz="1200" kern="100" baseline="0" dirty="0" smtClean="0">
                          <a:latin typeface="Times New Roman"/>
                          <a:ea typeface="宋体"/>
                        </a:rPr>
                        <a:t> recoding by sequence</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宋体"/>
                        </a:rPr>
                        <a:t>SSM working state</a:t>
                      </a:r>
                      <a:r>
                        <a:rPr lang="en-US" altLang="zh-CN" sz="1200" kern="100" dirty="0" smtClean="0">
                          <a:latin typeface="Times New Roman"/>
                          <a:ea typeface="+mn-ea"/>
                        </a:rPr>
                        <a:t>: 0110=SSM</a:t>
                      </a:r>
                      <a:r>
                        <a:rPr lang="en-US" altLang="zh-CN" sz="1200" kern="100" baseline="0" dirty="0" smtClean="0">
                          <a:latin typeface="Times New Roman"/>
                          <a:ea typeface="+mn-ea"/>
                        </a:rPr>
                        <a:t> recoding by sequence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KYA014</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a:t>
                      </a:r>
                      <a:r>
                        <a:rPr lang="en-US" altLang="zh-CN" sz="1200" kern="100" baseline="0" dirty="0" smtClean="0">
                          <a:latin typeface="Times New Roman"/>
                          <a:ea typeface="+mn-ea"/>
                        </a:rPr>
                        <a:t> recoding by address</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1001=SSM</a:t>
                      </a:r>
                      <a:r>
                        <a:rPr lang="en-US" altLang="zh-CN" sz="1200" kern="100" baseline="0" dirty="0" smtClean="0">
                          <a:latin typeface="Times New Roman"/>
                          <a:ea typeface="+mn-ea"/>
                        </a:rPr>
                        <a:t> recoding by address</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a:t>
                      </a:r>
                      <a:r>
                        <a:rPr lang="en-US" altLang="zh-CN" sz="1200" kern="100" baseline="0" dirty="0" smtClean="0">
                          <a:latin typeface="Times New Roman"/>
                          <a:ea typeface="+mn-ea"/>
                        </a:rPr>
                        <a:t> recording  stop</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0111=SSM</a:t>
                      </a:r>
                      <a:r>
                        <a:rPr lang="en-US" altLang="zh-CN" sz="1200" kern="100" baseline="0" dirty="0" smtClean="0">
                          <a:latin typeface="Times New Roman"/>
                          <a:ea typeface="+mn-ea"/>
                        </a:rPr>
                        <a:t> recording over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3.1.2 DTS data telecommand</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865196110"/>
              </p:ext>
            </p:extLst>
          </p:nvPr>
        </p:nvGraphicFramePr>
        <p:xfrm>
          <a:off x="1382940" y="1404148"/>
          <a:ext cx="6141388" cy="3327842"/>
        </p:xfrm>
        <a:graphic>
          <a:graphicData uri="http://schemas.openxmlformats.org/drawingml/2006/table">
            <a:tbl>
              <a:tblPr/>
              <a:tblGrid>
                <a:gridCol w="709803"/>
                <a:gridCol w="927900"/>
                <a:gridCol w="1432991"/>
                <a:gridCol w="3070694"/>
              </a:tblGrid>
              <a:tr h="34486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683001">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16</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KYA016</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SSM replaying</a:t>
                      </a:r>
                      <a:r>
                        <a:rPr lang="en-US" altLang="zh-CN" sz="1200" kern="100" baseline="0" dirty="0" smtClean="0">
                          <a:latin typeface="Times New Roman"/>
                          <a:ea typeface="+mn-ea"/>
                        </a:rPr>
                        <a:t> by sequence</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1000=SSM</a:t>
                      </a:r>
                      <a:r>
                        <a:rPr lang="en-US" altLang="zh-CN" sz="1200" kern="100" baseline="0" dirty="0" smtClean="0">
                          <a:latin typeface="Times New Roman"/>
                          <a:ea typeface="+mn-ea"/>
                        </a:rPr>
                        <a:t> </a:t>
                      </a:r>
                      <a:r>
                        <a:rPr lang="en-US" altLang="zh-CN" sz="1200" kern="100" dirty="0" smtClean="0">
                          <a:latin typeface="Times New Roman"/>
                          <a:ea typeface="+mn-ea"/>
                        </a:rPr>
                        <a:t>replaying</a:t>
                      </a:r>
                      <a:r>
                        <a:rPr lang="en-US" altLang="zh-CN" sz="1200" kern="100" baseline="0" dirty="0" smtClean="0">
                          <a:latin typeface="Times New Roman"/>
                          <a:ea typeface="+mn-ea"/>
                        </a:rPr>
                        <a:t> by sequence</a:t>
                      </a:r>
                      <a:endParaRPr lang="zh-CN" altLang="zh-CN" sz="1200" kern="10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4477">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17</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KYA017</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 replaying</a:t>
                      </a:r>
                      <a:r>
                        <a:rPr lang="en-US" altLang="zh-CN" sz="1200" kern="100" baseline="0" dirty="0" smtClean="0">
                          <a:latin typeface="Times New Roman"/>
                          <a:ea typeface="+mn-ea"/>
                        </a:rPr>
                        <a:t> by address</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1010=SSM</a:t>
                      </a:r>
                      <a:r>
                        <a:rPr lang="en-US" altLang="zh-CN" sz="1200" kern="100" baseline="0" dirty="0" smtClean="0">
                          <a:latin typeface="Times New Roman"/>
                          <a:ea typeface="+mn-ea"/>
                        </a:rPr>
                        <a:t> </a:t>
                      </a:r>
                      <a:r>
                        <a:rPr lang="en-US" altLang="zh-CN" sz="1200" kern="100" dirty="0" smtClean="0">
                          <a:latin typeface="Times New Roman"/>
                          <a:ea typeface="+mn-ea"/>
                        </a:rPr>
                        <a:t>replaying</a:t>
                      </a:r>
                      <a:r>
                        <a:rPr lang="en-US" altLang="zh-CN" sz="1200" kern="100" baseline="0" dirty="0" smtClean="0">
                          <a:latin typeface="Times New Roman"/>
                          <a:ea typeface="+mn-ea"/>
                        </a:rPr>
                        <a:t> by address</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4477">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18</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KYA018</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 replaying</a:t>
                      </a:r>
                      <a:r>
                        <a:rPr lang="en-US" altLang="zh-CN" sz="1200" kern="100" baseline="0" dirty="0" smtClean="0">
                          <a:latin typeface="Times New Roman"/>
                          <a:ea typeface="+mn-ea"/>
                        </a:rPr>
                        <a:t> stop</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1011=SSM</a:t>
                      </a:r>
                      <a:r>
                        <a:rPr lang="en-US" altLang="zh-CN" sz="1200" kern="100" baseline="0" dirty="0" smtClean="0">
                          <a:latin typeface="Times New Roman"/>
                          <a:ea typeface="+mn-ea"/>
                        </a:rPr>
                        <a:t> </a:t>
                      </a:r>
                      <a:r>
                        <a:rPr lang="en-US" altLang="zh-CN" sz="1200" kern="100" dirty="0" smtClean="0">
                          <a:latin typeface="Times New Roman"/>
                          <a:ea typeface="+mn-ea"/>
                        </a:rPr>
                        <a:t>replaying</a:t>
                      </a:r>
                      <a:r>
                        <a:rPr lang="en-US" altLang="zh-CN" sz="1200" kern="100" baseline="0" dirty="0" smtClean="0">
                          <a:latin typeface="Times New Roman"/>
                          <a:ea typeface="+mn-ea"/>
                        </a:rPr>
                        <a:t> over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5334">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19</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KYA019</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SSM resetting</a:t>
                      </a:r>
                      <a:endParaRPr lang="zh-CN" altLang="zh-CN" sz="1200" kern="100" dirty="0">
                        <a:solidFill>
                          <a:schemeClr val="tx1"/>
                        </a:solidFill>
                        <a:latin typeface="Times New Roman"/>
                        <a:ea typeface="+mn-ea"/>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latin typeface="Times New Roman"/>
                          <a:ea typeface="+mn-ea"/>
                        </a:rPr>
                        <a:t>TMYA029</a:t>
                      </a:r>
                    </a:p>
                    <a:p>
                      <a:pPr marL="0" algn="just" defTabSz="914400" rtl="0" eaLnBrk="1" latinLnBrk="0" hangingPunct="1">
                        <a:spcAft>
                          <a:spcPts val="0"/>
                        </a:spcAft>
                      </a:pPr>
                      <a:r>
                        <a:rPr lang="en-US" altLang="zh-CN" sz="1200" kern="100" dirty="0" smtClean="0">
                          <a:latin typeface="Times New Roman"/>
                          <a:ea typeface="+mn-ea"/>
                        </a:rPr>
                        <a:t>SSM</a:t>
                      </a:r>
                      <a:r>
                        <a:rPr lang="en-US" altLang="zh-CN" sz="1200" kern="100" baseline="0" dirty="0" smtClean="0">
                          <a:latin typeface="Times New Roman"/>
                          <a:ea typeface="+mn-ea"/>
                        </a:rPr>
                        <a:t> replaying address: 0000H</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9153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20</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KYA020</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 </a:t>
                      </a:r>
                      <a:r>
                        <a:rPr lang="en-US" altLang="zh-CN" sz="1200" kern="100" baseline="0" dirty="0" smtClean="0">
                          <a:latin typeface="Times New Roman"/>
                          <a:ea typeface="+mn-ea"/>
                        </a:rPr>
                        <a:t> self detecting</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0001=be </a:t>
                      </a:r>
                      <a:r>
                        <a:rPr lang="en-US" altLang="zh-CN" sz="1200" kern="100" baseline="0" dirty="0" smtClean="0">
                          <a:latin typeface="Times New Roman"/>
                          <a:ea typeface="+mn-ea"/>
                        </a:rPr>
                        <a:t>self detecting, after about 5 minutes, 1100= self detecting over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3.1.2 DTS data 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690975203"/>
              </p:ext>
            </p:extLst>
          </p:nvPr>
        </p:nvGraphicFramePr>
        <p:xfrm>
          <a:off x="1442405" y="1393023"/>
          <a:ext cx="6441963" cy="3312403"/>
        </p:xfrm>
        <a:graphic>
          <a:graphicData uri="http://schemas.openxmlformats.org/drawingml/2006/table">
            <a:tbl>
              <a:tblPr/>
              <a:tblGrid>
                <a:gridCol w="642942"/>
                <a:gridCol w="928694"/>
                <a:gridCol w="1785950"/>
                <a:gridCol w="3084377"/>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SSM erasing</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0010=be</a:t>
                      </a:r>
                      <a:r>
                        <a:rPr lang="en-US" altLang="zh-CN" sz="1200" kern="100" baseline="0" dirty="0" smtClean="0">
                          <a:latin typeface="Times New Roman"/>
                          <a:ea typeface="+mn-ea"/>
                        </a:rPr>
                        <a:t> </a:t>
                      </a:r>
                      <a:r>
                        <a:rPr lang="en-US" altLang="zh-CN" sz="1200" kern="100" dirty="0" smtClean="0">
                          <a:latin typeface="Times New Roman"/>
                          <a:ea typeface="+mn-ea"/>
                        </a:rPr>
                        <a:t>erasing</a:t>
                      </a:r>
                      <a:r>
                        <a:rPr lang="en-US" altLang="zh-CN" sz="1200" kern="100" baseline="0" dirty="0" smtClean="0">
                          <a:latin typeface="Times New Roman"/>
                          <a:ea typeface="+mn-ea"/>
                        </a:rPr>
                        <a:t>, after about 4 minutes, 0011= erasing over</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22</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KYA022</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Antenna calculation mode</a:t>
                      </a:r>
                      <a:r>
                        <a:rPr lang="en-US" altLang="zh-CN" sz="1200" kern="100" baseline="0" dirty="0" smtClean="0">
                          <a:latin typeface="Times New Roman"/>
                          <a:ea typeface="宋体"/>
                        </a:rPr>
                        <a:t> 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TMYA037</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Antenna working mode: 01=</a:t>
                      </a:r>
                      <a:r>
                        <a:rPr lang="en-US" altLang="zh-CN" sz="1200" kern="100" dirty="0" smtClean="0">
                          <a:latin typeface="Times New Roman"/>
                          <a:ea typeface="+mn-ea"/>
                        </a:rPr>
                        <a:t> calculation mode</a:t>
                      </a:r>
                      <a:r>
                        <a:rPr lang="en-US" altLang="zh-CN" sz="1200" kern="100" baseline="0" dirty="0" smtClean="0">
                          <a:latin typeface="Times New Roman"/>
                          <a:ea typeface="+mn-ea"/>
                        </a:rPr>
                        <a:t> </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Antenna calculation mode</a:t>
                      </a:r>
                      <a:r>
                        <a:rPr lang="en-US" altLang="zh-CN" sz="1200" kern="100" baseline="0" dirty="0" smtClean="0">
                          <a:latin typeface="Times New Roman"/>
                          <a:ea typeface="+mn-ea"/>
                        </a:rPr>
                        <a:t> off</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TMYA037</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Antenna working mode: 00=idle mode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KYA024</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Antenna injection</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Pointing mode 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TMYA037</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Antenna working mode: 10=</a:t>
                      </a:r>
                      <a:r>
                        <a:rPr lang="en-US" altLang="zh-CN" sz="1200" kern="100" dirty="0" smtClean="0">
                          <a:latin typeface="Times New Roman"/>
                          <a:ea typeface="+mn-ea"/>
                        </a:rPr>
                        <a:t>injection pointing mode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Antenna injection</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Pointing mode off</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TMYA037</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Antenna working mode: 00=idle mode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3.1.2 DTS data 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659045861"/>
              </p:ext>
            </p:extLst>
          </p:nvPr>
        </p:nvGraphicFramePr>
        <p:xfrm>
          <a:off x="1514983" y="1489351"/>
          <a:ext cx="6513401" cy="3098623"/>
        </p:xfrm>
        <a:graphic>
          <a:graphicData uri="http://schemas.openxmlformats.org/drawingml/2006/table">
            <a:tbl>
              <a:tblPr/>
              <a:tblGrid>
                <a:gridCol w="743093"/>
                <a:gridCol w="899981"/>
                <a:gridCol w="1785950"/>
                <a:gridCol w="3084377"/>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26</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KYA026</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Switch to GS 1</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1</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27</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KYA027</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Switch to GS 2</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2</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28</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KYA028</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Switch to GS 3</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29</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KYA029</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Switch to GS 4</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4</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30</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KYA030</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Switch to GS 5</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3.1.2 DTS data 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464928682"/>
              </p:ext>
            </p:extLst>
          </p:nvPr>
        </p:nvGraphicFramePr>
        <p:xfrm>
          <a:off x="1527526" y="1561359"/>
          <a:ext cx="6500858" cy="3098623"/>
        </p:xfrm>
        <a:graphic>
          <a:graphicData uri="http://schemas.openxmlformats.org/drawingml/2006/table">
            <a:tbl>
              <a:tblPr/>
              <a:tblGrid>
                <a:gridCol w="743093"/>
                <a:gridCol w="899981"/>
                <a:gridCol w="1643074"/>
                <a:gridCol w="3214710"/>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Switch to GS 6</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6</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32</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KYA032</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Switch to GS 7</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7</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Switch to GS 8</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8</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KYA034</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CAN A bus resetting</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TMYA012</a:t>
                      </a:r>
                    </a:p>
                    <a:p>
                      <a:pPr marL="0" algn="just" defTabSz="914400" rtl="0" eaLnBrk="1" latinLnBrk="0" hangingPunct="1">
                        <a:spcAft>
                          <a:spcPts val="0"/>
                        </a:spcAft>
                      </a:pPr>
                      <a:r>
                        <a:rPr lang="en-US" altLang="zh-CN" sz="1200" kern="100" dirty="0" smtClean="0">
                          <a:latin typeface="Times New Roman"/>
                          <a:ea typeface="+mn-ea"/>
                        </a:rPr>
                        <a:t>CAN A bus resetting counter: plus</a:t>
                      </a:r>
                      <a:r>
                        <a:rPr lang="en-US" altLang="zh-CN" sz="1200" kern="100" baseline="0" dirty="0" smtClean="0">
                          <a:latin typeface="Times New Roman"/>
                          <a:ea typeface="+mn-ea"/>
                        </a:rPr>
                        <a:t> 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CAN B bus resetting</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TMYA013</a:t>
                      </a:r>
                    </a:p>
                    <a:p>
                      <a:pPr marL="0" algn="just" defTabSz="914400" rtl="0" eaLnBrk="1" latinLnBrk="0" hangingPunct="1">
                        <a:spcAft>
                          <a:spcPts val="0"/>
                        </a:spcAft>
                      </a:pPr>
                      <a:r>
                        <a:rPr lang="en-US" altLang="zh-CN" sz="1200" kern="100" dirty="0" smtClean="0">
                          <a:latin typeface="Times New Roman"/>
                          <a:ea typeface="+mn-ea"/>
                        </a:rPr>
                        <a:t>CAN B bus resetting counter: plus</a:t>
                      </a:r>
                      <a:r>
                        <a:rPr lang="en-US" altLang="zh-CN" sz="1200" kern="100" baseline="0" dirty="0" smtClean="0">
                          <a:latin typeface="Times New Roman"/>
                          <a:ea typeface="+mn-ea"/>
                        </a:rPr>
                        <a:t> 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3.1.3 DTS data block— function</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500990" cy="3161133"/>
        </p:xfrm>
        <a:graphic>
          <a:graphicData uri="http://schemas.openxmlformats.org/drawingml/2006/table">
            <a:tbl>
              <a:tblPr/>
              <a:tblGrid>
                <a:gridCol w="2573869"/>
                <a:gridCol w="4927121"/>
              </a:tblGrid>
              <a:tr h="489351">
                <a:tc>
                  <a:txBody>
                    <a:bodyPr/>
                    <a:lstStyle/>
                    <a:p>
                      <a:pPr algn="ctr">
                        <a:spcAft>
                          <a:spcPts val="0"/>
                        </a:spcAft>
                      </a:pPr>
                      <a:r>
                        <a:rPr lang="en-US" altLang="zh-CN" sz="1200" b="1" kern="1200" dirty="0" smtClean="0">
                          <a:solidFill>
                            <a:schemeClr val="tx1"/>
                          </a:solidFill>
                          <a:effectLst/>
                          <a:latin typeface="Times New Roman" pitchFamily="18" charset="0"/>
                          <a:ea typeface="+mn-ea"/>
                          <a:cs typeface="Times New Roman" pitchFamily="18" charset="0"/>
                        </a:rPr>
                        <a:t>Block</a:t>
                      </a:r>
                      <a:r>
                        <a:rPr lang="en-US" altLang="zh-CN" sz="1200" b="1" kern="1200" baseline="0" dirty="0" smtClean="0">
                          <a:solidFill>
                            <a:schemeClr val="tx1"/>
                          </a:solidFill>
                          <a:effectLst/>
                          <a:latin typeface="Times New Roman" pitchFamily="18" charset="0"/>
                          <a:ea typeface="+mn-ea"/>
                          <a:cs typeface="Times New Roman" pitchFamily="18" charset="0"/>
                        </a:rPr>
                        <a:t> </a:t>
                      </a:r>
                      <a:endParaRPr lang="zh-CN" sz="1200" b="1"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b="1" kern="1200" dirty="0" smtClean="0">
                          <a:solidFill>
                            <a:schemeClr val="tx1"/>
                          </a:solidFill>
                          <a:effectLst/>
                          <a:latin typeface="Times New Roman" pitchFamily="18" charset="0"/>
                          <a:ea typeface="+mn-ea"/>
                          <a:cs typeface="Times New Roman" pitchFamily="18" charset="0"/>
                        </a:rPr>
                        <a:t>Function &amp; description</a:t>
                      </a:r>
                      <a:endParaRPr lang="zh-CN" sz="1200" b="1"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733437">
                <a:tc>
                  <a:txBody>
                    <a:bodyPr/>
                    <a:lstStyle/>
                    <a:p>
                      <a:pPr marL="342900" lvl="0" indent="-342900" algn="l" fontAlgn="base">
                        <a:spcAft>
                          <a:spcPts val="0"/>
                        </a:spcAft>
                        <a:buFont typeface="+mj-lt"/>
                        <a:buNone/>
                        <a:tabLst>
                          <a:tab pos="266700" algn="l"/>
                        </a:tabLst>
                      </a:pPr>
                      <a:r>
                        <a:rPr lang="en-US" sz="1200" b="0" kern="100" dirty="0" smtClean="0">
                          <a:latin typeface="Times New Roman"/>
                          <a:ea typeface="宋体"/>
                        </a:rPr>
                        <a:t>Block1:</a:t>
                      </a:r>
                      <a:r>
                        <a:rPr lang="en-US" sz="1200" b="0" kern="1200" dirty="0" smtClean="0">
                          <a:solidFill>
                            <a:schemeClr val="tx1"/>
                          </a:solidFill>
                          <a:effectLst/>
                          <a:latin typeface="Times New Roman" pitchFamily="18" charset="0"/>
                          <a:ea typeface="+mn-ea"/>
                          <a:cs typeface="Times New Roman" pitchFamily="18" charset="0"/>
                        </a:rPr>
                        <a:t>Recording</a:t>
                      </a:r>
                      <a:r>
                        <a:rPr lang="en-US" sz="1200" b="0" kern="1200" baseline="0" dirty="0" smtClean="0">
                          <a:solidFill>
                            <a:schemeClr val="tx1"/>
                          </a:solidFill>
                          <a:effectLst/>
                          <a:latin typeface="Times New Roman" pitchFamily="18" charset="0"/>
                          <a:ea typeface="+mn-ea"/>
                          <a:cs typeface="Times New Roman" pitchFamily="18" charset="0"/>
                        </a:rPr>
                        <a:t>  address block</a:t>
                      </a:r>
                      <a:endParaRPr lang="en-US" sz="1200" b="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When the SSM is recording by address, the data block1 injected designating the starting recording address of SSM</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6115">
                <a:tc>
                  <a:txBody>
                    <a:bodyPr/>
                    <a:lstStyle/>
                    <a:p>
                      <a:pPr marL="342900" marR="0" lvl="0" indent="-342900" algn="l" defTabSz="914400" rtl="0" eaLnBrk="1" fontAlgn="base" latinLnBrk="0" hangingPunct="1">
                        <a:lnSpc>
                          <a:spcPct val="100000"/>
                        </a:lnSpc>
                        <a:spcBef>
                          <a:spcPts val="0"/>
                        </a:spcBef>
                        <a:spcAft>
                          <a:spcPts val="0"/>
                        </a:spcAft>
                        <a:buClrTx/>
                        <a:buSzTx/>
                        <a:buFont typeface="+mj-lt"/>
                        <a:buNone/>
                        <a:tabLst>
                          <a:tab pos="266700" algn="l"/>
                        </a:tabLst>
                        <a:defRPr/>
                      </a:pPr>
                      <a:r>
                        <a:rPr lang="en-US" sz="1200" b="0" kern="100" dirty="0" smtClean="0">
                          <a:latin typeface="Times New Roman"/>
                          <a:ea typeface="宋体"/>
                        </a:rPr>
                        <a:t>Block2:</a:t>
                      </a:r>
                      <a:r>
                        <a:rPr lang="en-US" sz="1200" b="0" kern="1200" dirty="0" smtClean="0">
                          <a:solidFill>
                            <a:schemeClr val="tx1"/>
                          </a:solidFill>
                          <a:effectLst/>
                          <a:latin typeface="Times New Roman" pitchFamily="18" charset="0"/>
                          <a:ea typeface="+mn-ea"/>
                          <a:cs typeface="Times New Roman" pitchFamily="18" charset="0"/>
                        </a:rPr>
                        <a:t>Replaying</a:t>
                      </a:r>
                      <a:r>
                        <a:rPr lang="en-US" sz="1200" b="0" kern="1200" baseline="0" dirty="0" smtClean="0">
                          <a:solidFill>
                            <a:schemeClr val="tx1"/>
                          </a:solidFill>
                          <a:effectLst/>
                          <a:latin typeface="Times New Roman" pitchFamily="18" charset="0"/>
                          <a:ea typeface="+mn-ea"/>
                          <a:cs typeface="Times New Roman" pitchFamily="18" charset="0"/>
                        </a:rPr>
                        <a:t> address block</a:t>
                      </a:r>
                      <a:endParaRPr lang="en-US" sz="1200" b="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dirty="0" smtClean="0">
                          <a:latin typeface="Times New Roman" pitchFamily="18" charset="0"/>
                          <a:cs typeface="Times New Roman" pitchFamily="18" charset="0"/>
                        </a:rPr>
                        <a:t>When the SSM is replaying by address, the data block2 injected designating the starting and ending replaying address of SSM</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6115">
                <a:tc>
                  <a:txBody>
                    <a:bodyPr/>
                    <a:lstStyle/>
                    <a:p>
                      <a:pPr marL="342900" marR="0" lvl="0" indent="-342900" algn="l" defTabSz="914400" rtl="0" eaLnBrk="1" fontAlgn="base" latinLnBrk="0" hangingPunct="1">
                        <a:lnSpc>
                          <a:spcPct val="100000"/>
                        </a:lnSpc>
                        <a:spcBef>
                          <a:spcPts val="0"/>
                        </a:spcBef>
                        <a:spcAft>
                          <a:spcPts val="0"/>
                        </a:spcAft>
                        <a:buClrTx/>
                        <a:buSzTx/>
                        <a:buFont typeface="+mj-lt"/>
                        <a:buNone/>
                        <a:tabLst>
                          <a:tab pos="266700" algn="l"/>
                        </a:tabLst>
                        <a:defRPr/>
                      </a:pPr>
                      <a:r>
                        <a:rPr lang="en-US" sz="1200" b="0" kern="100" dirty="0" smtClean="0">
                          <a:solidFill>
                            <a:schemeClr val="tx1"/>
                          </a:solidFill>
                          <a:latin typeface="Times New Roman"/>
                          <a:ea typeface="宋体"/>
                          <a:cs typeface="+mn-cs"/>
                        </a:rPr>
                        <a:t>Block3:</a:t>
                      </a:r>
                      <a:r>
                        <a:rPr lang="en-US" altLang="zh-CN" sz="1200" b="0" kern="1200" dirty="0" smtClean="0">
                          <a:solidFill>
                            <a:schemeClr val="tx1"/>
                          </a:solidFill>
                          <a:effectLst/>
                          <a:latin typeface="Times New Roman" pitchFamily="18" charset="0"/>
                          <a:ea typeface="+mn-ea"/>
                          <a:cs typeface="Times New Roman" pitchFamily="18" charset="0"/>
                        </a:rPr>
                        <a:t>Pointing angle</a:t>
                      </a:r>
                      <a:r>
                        <a:rPr lang="en-US" altLang="zh-CN" sz="1200" b="0" kern="1200" baseline="0" dirty="0" smtClean="0">
                          <a:solidFill>
                            <a:schemeClr val="tx1"/>
                          </a:solidFill>
                          <a:effectLst/>
                          <a:latin typeface="Times New Roman" pitchFamily="18" charset="0"/>
                          <a:ea typeface="+mn-ea"/>
                          <a:cs typeface="Times New Roman" pitchFamily="18" charset="0"/>
                        </a:rPr>
                        <a:t> block</a:t>
                      </a:r>
                      <a:endParaRPr lang="en-US" sz="1200" b="0" kern="100" dirty="0">
                        <a:solidFill>
                          <a:schemeClr val="tx1"/>
                        </a:solidFill>
                        <a:latin typeface="Times New Roman"/>
                        <a:ea typeface="宋体"/>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When the phased-array antenna is in </a:t>
                      </a:r>
                      <a:r>
                        <a:rPr lang="en-US" altLang="zh-CN" sz="1200" kern="100" dirty="0" smtClean="0">
                          <a:latin typeface="Times New Roman"/>
                          <a:ea typeface="+mn-ea"/>
                        </a:rPr>
                        <a:t>injection pointing mode, </a:t>
                      </a:r>
                      <a:r>
                        <a:rPr lang="en-US" altLang="zh-CN" sz="1200" dirty="0" smtClean="0">
                          <a:latin typeface="Times New Roman" pitchFamily="18" charset="0"/>
                          <a:cs typeface="Times New Roman" pitchFamily="18" charset="0"/>
                        </a:rPr>
                        <a:t>the data block3 injected designating the pointing angle of antenna at a persistent time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6115">
                <a:tc>
                  <a:txBody>
                    <a:bodyPr/>
                    <a:lstStyle/>
                    <a:p>
                      <a:pPr marL="342900" marR="0" lvl="0" indent="-342900" algn="l" defTabSz="914400" rtl="0" eaLnBrk="1" fontAlgn="base" latinLnBrk="0" hangingPunct="1">
                        <a:lnSpc>
                          <a:spcPct val="100000"/>
                        </a:lnSpc>
                        <a:spcBef>
                          <a:spcPts val="0"/>
                        </a:spcBef>
                        <a:spcAft>
                          <a:spcPts val="0"/>
                        </a:spcAft>
                        <a:buClrTx/>
                        <a:buSzTx/>
                        <a:buFont typeface="+mj-lt"/>
                        <a:buNone/>
                        <a:tabLst>
                          <a:tab pos="266700" algn="l"/>
                        </a:tabLst>
                        <a:defRPr/>
                      </a:pPr>
                      <a:r>
                        <a:rPr lang="en-US" sz="1200" b="0" kern="100" dirty="0" smtClean="0">
                          <a:solidFill>
                            <a:schemeClr val="tx1"/>
                          </a:solidFill>
                          <a:latin typeface="Times New Roman"/>
                          <a:ea typeface="宋体"/>
                          <a:cs typeface="+mn-cs"/>
                        </a:rPr>
                        <a:t>Block4:</a:t>
                      </a:r>
                      <a:r>
                        <a:rPr lang="en-US" altLang="zh-CN" sz="1200" b="0" kern="1200" dirty="0" smtClean="0">
                          <a:solidFill>
                            <a:schemeClr val="tx1"/>
                          </a:solidFill>
                          <a:effectLst/>
                          <a:latin typeface="Times New Roman" pitchFamily="18" charset="0"/>
                          <a:ea typeface="+mn-ea"/>
                          <a:cs typeface="Times New Roman" pitchFamily="18" charset="0"/>
                        </a:rPr>
                        <a:t>Ground parameter block</a:t>
                      </a:r>
                      <a:endParaRPr lang="en-US" sz="1200" b="0" kern="100" dirty="0">
                        <a:solidFill>
                          <a:schemeClr val="tx1"/>
                        </a:solidFill>
                        <a:latin typeface="Times New Roman"/>
                        <a:ea typeface="宋体"/>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The data block4  </a:t>
                      </a:r>
                      <a:r>
                        <a:rPr lang="en-US" altLang="zh-CN" sz="1200" dirty="0" smtClean="0">
                          <a:latin typeface="Times New Roman" pitchFamily="18" charset="0"/>
                          <a:cs typeface="Times New Roman" pitchFamily="18" charset="0"/>
                        </a:rPr>
                        <a:t>designating the l</a:t>
                      </a:r>
                      <a:r>
                        <a:rPr lang="en-US" altLang="zh-CN" sz="1200" kern="100" dirty="0" smtClean="0">
                          <a:latin typeface="Times New Roman"/>
                          <a:ea typeface="+mn-ea"/>
                        </a:rPr>
                        <a:t>ongitude, altitude and longitude of eight</a:t>
                      </a:r>
                      <a:r>
                        <a:rPr lang="en-US" altLang="zh-CN" sz="1200" kern="100" baseline="0" dirty="0" smtClean="0">
                          <a:latin typeface="Times New Roman"/>
                          <a:ea typeface="+mn-ea"/>
                        </a:rPr>
                        <a:t> </a:t>
                      </a:r>
                      <a:r>
                        <a:rPr lang="en-US" altLang="zh-CN" sz="1200" kern="100" dirty="0" smtClean="0">
                          <a:latin typeface="Times New Roman"/>
                          <a:ea typeface="+mn-ea"/>
                        </a:rPr>
                        <a:t>ground stations.</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8614"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p:txBody>
          <a:bodyPr>
            <a:normAutofit/>
          </a:bodyPr>
          <a:lstStyle/>
          <a:p>
            <a:r>
              <a:rPr lang="en-US" altLang="zh-CN" sz="2800" dirty="0" smtClean="0"/>
              <a:t>There are two kinds of telemetry:</a:t>
            </a:r>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563550596"/>
              </p:ext>
            </p:extLst>
          </p:nvPr>
        </p:nvGraphicFramePr>
        <p:xfrm>
          <a:off x="1000101" y="1624437"/>
          <a:ext cx="6929485" cy="3107553"/>
        </p:xfrm>
        <a:graphic>
          <a:graphicData uri="http://schemas.openxmlformats.org/drawingml/2006/table">
            <a:tbl>
              <a:tblPr firstRow="1" bandRow="1">
                <a:tableStyleId>{5C22544A-7EE6-4342-B048-85BDC9FD1C3A}</a:tableStyleId>
              </a:tblPr>
              <a:tblGrid>
                <a:gridCol w="2545525"/>
                <a:gridCol w="1915924"/>
                <a:gridCol w="2468036"/>
              </a:tblGrid>
              <a:tr h="1035851">
                <a:tc>
                  <a:txBody>
                    <a:bodyPr/>
                    <a:lstStyle/>
                    <a:p>
                      <a:pPr algn="l"/>
                      <a:r>
                        <a:rPr lang="en-US" altLang="zh-CN" sz="1500" dirty="0" smtClean="0"/>
                        <a:t>Telemetry type</a:t>
                      </a:r>
                      <a:endParaRPr lang="zh-CN" altLang="en-US" sz="1500" dirty="0"/>
                    </a:p>
                  </a:txBody>
                  <a:tcPr marT="34290" marB="34290" anchor="ctr" anchorCtr="1"/>
                </a:tc>
                <a:tc>
                  <a:txBody>
                    <a:bodyPr/>
                    <a:lstStyle/>
                    <a:p>
                      <a:pPr algn="ctr"/>
                      <a:r>
                        <a:rPr lang="en-US" altLang="zh-CN" sz="1500" dirty="0" smtClean="0"/>
                        <a:t>Fast  changing telemetry </a:t>
                      </a:r>
                      <a:endParaRPr lang="zh-CN" altLang="en-US" sz="1500" dirty="0"/>
                    </a:p>
                  </a:txBody>
                  <a:tcPr marT="34290" marB="34290" anchor="ctr" anchorCtr="1"/>
                </a:tc>
                <a:tc>
                  <a:txBody>
                    <a:bodyPr/>
                    <a:lstStyle/>
                    <a:p>
                      <a:pPr algn="ctr"/>
                      <a:r>
                        <a:rPr lang="en-US" altLang="zh-CN" sz="1500" dirty="0" smtClean="0"/>
                        <a:t>Slowly  changing telemetry </a:t>
                      </a:r>
                      <a:endParaRPr lang="zh-CN" altLang="en-US" sz="1500" dirty="0"/>
                    </a:p>
                  </a:txBody>
                  <a:tcPr marT="34290" marB="34290" anchor="ctr" anchorCtr="1"/>
                </a:tc>
              </a:tr>
              <a:tr h="1035851">
                <a:tc>
                  <a:txBody>
                    <a:bodyPr/>
                    <a:lstStyle/>
                    <a:p>
                      <a:pPr algn="l"/>
                      <a:r>
                        <a:rPr lang="en-US" altLang="zh-CN" sz="1500" b="1" dirty="0" smtClean="0"/>
                        <a:t>Telemetry number</a:t>
                      </a:r>
                      <a:endParaRPr lang="zh-CN" altLang="en-US" sz="1500" b="1" dirty="0"/>
                    </a:p>
                  </a:txBody>
                  <a:tcPr marT="34290" marB="34290" anchor="ctr" anchorCtr="1">
                    <a:solidFill>
                      <a:schemeClr val="accent2">
                        <a:lumMod val="40000"/>
                        <a:lumOff val="60000"/>
                      </a:schemeClr>
                    </a:solidFill>
                  </a:tcPr>
                </a:tc>
                <a:tc>
                  <a:txBody>
                    <a:bodyPr/>
                    <a:lstStyle/>
                    <a:p>
                      <a:pPr algn="ctr"/>
                      <a:r>
                        <a:rPr lang="en-US" altLang="zh-CN" sz="1500" b="1" dirty="0" smtClean="0"/>
                        <a:t>19</a:t>
                      </a:r>
                      <a:endParaRPr lang="zh-CN" altLang="en-US" sz="1500" b="1" dirty="0"/>
                    </a:p>
                  </a:txBody>
                  <a:tcPr marT="34290" marB="34290" anchor="ctr" anchorCtr="1">
                    <a:solidFill>
                      <a:schemeClr val="accent2">
                        <a:lumMod val="40000"/>
                        <a:lumOff val="60000"/>
                      </a:schemeClr>
                    </a:solidFill>
                  </a:tcPr>
                </a:tc>
                <a:tc>
                  <a:txBody>
                    <a:bodyPr/>
                    <a:lstStyle/>
                    <a:p>
                      <a:pPr algn="ctr"/>
                      <a:r>
                        <a:rPr lang="en-US" altLang="zh-CN" sz="1500" b="1" dirty="0" smtClean="0"/>
                        <a:t>18</a:t>
                      </a:r>
                      <a:endParaRPr lang="zh-CN" altLang="en-US" sz="1500" b="1" dirty="0"/>
                    </a:p>
                  </a:txBody>
                  <a:tcPr marT="34290" marB="34290" anchor="ctr" anchorCtr="1">
                    <a:solidFill>
                      <a:schemeClr val="accent2">
                        <a:lumMod val="40000"/>
                        <a:lumOff val="60000"/>
                      </a:schemeClr>
                    </a:solidFill>
                  </a:tcPr>
                </a:tc>
              </a:tr>
              <a:tr h="1035851">
                <a:tc>
                  <a:txBody>
                    <a:bodyPr/>
                    <a:lstStyle/>
                    <a:p>
                      <a:pPr algn="l"/>
                      <a:r>
                        <a:rPr lang="en-US" altLang="zh-CN" sz="1500" b="1" dirty="0" smtClean="0"/>
                        <a:t>Period</a:t>
                      </a:r>
                      <a:endParaRPr lang="zh-CN" altLang="en-US" sz="1500" b="1" dirty="0"/>
                    </a:p>
                  </a:txBody>
                  <a:tcPr marT="34290" marB="34290" anchor="ctr" anchorCtr="1">
                    <a:solidFill>
                      <a:schemeClr val="accent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b="1" kern="1200" dirty="0" smtClean="0">
                          <a:solidFill>
                            <a:schemeClr val="dk1"/>
                          </a:solidFill>
                          <a:latin typeface="+mn-lt"/>
                          <a:ea typeface="+mn-ea"/>
                          <a:cs typeface="+mn-cs"/>
                        </a:rPr>
                        <a:t>1P/2s</a:t>
                      </a:r>
                      <a:endParaRPr lang="zh-CN" altLang="en-US" sz="1500" b="1" kern="1200" dirty="0">
                        <a:solidFill>
                          <a:schemeClr val="dk1"/>
                        </a:solidFill>
                        <a:latin typeface="+mn-lt"/>
                        <a:ea typeface="+mn-ea"/>
                        <a:cs typeface="+mn-cs"/>
                      </a:endParaRPr>
                    </a:p>
                  </a:txBody>
                  <a:tcPr marT="34290" marB="34290" anchor="ctr" anchorCtr="1">
                    <a:solidFill>
                      <a:schemeClr val="accent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b="1" kern="1200" dirty="0" smtClean="0">
                          <a:solidFill>
                            <a:schemeClr val="dk1"/>
                          </a:solidFill>
                          <a:latin typeface="+mn-lt"/>
                          <a:ea typeface="+mn-ea"/>
                          <a:cs typeface="+mn-cs"/>
                        </a:rPr>
                        <a:t>1P/16s</a:t>
                      </a:r>
                      <a:endParaRPr lang="zh-CN" altLang="en-US" sz="1500" b="1" kern="1200" dirty="0">
                        <a:solidFill>
                          <a:schemeClr val="dk1"/>
                        </a:solidFill>
                        <a:latin typeface="+mn-lt"/>
                        <a:ea typeface="+mn-ea"/>
                        <a:cs typeface="+mn-cs"/>
                      </a:endParaRPr>
                    </a:p>
                  </a:txBody>
                  <a:tcPr marT="34290" marB="34290" anchor="ctr" anchorCtr="1">
                    <a:solidFill>
                      <a:schemeClr val="accent2">
                        <a:lumMod val="40000"/>
                        <a:lumOff val="60000"/>
                      </a:schemeClr>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DTS fast changing telemetry</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428698997"/>
              </p:ext>
            </p:extLst>
          </p:nvPr>
        </p:nvGraphicFramePr>
        <p:xfrm>
          <a:off x="785787" y="1469050"/>
          <a:ext cx="7858181" cy="3334948"/>
        </p:xfrm>
        <a:graphic>
          <a:graphicData uri="http://schemas.openxmlformats.org/drawingml/2006/table">
            <a:tbl>
              <a:tblPr/>
              <a:tblGrid>
                <a:gridCol w="571504"/>
                <a:gridCol w="1314460"/>
                <a:gridCol w="1508771"/>
                <a:gridCol w="1131578"/>
                <a:gridCol w="880116"/>
                <a:gridCol w="2451752"/>
              </a:tblGrid>
              <a:tr h="375050">
                <a:tc>
                  <a:txBody>
                    <a:bodyPr/>
                    <a:lstStyle/>
                    <a:p>
                      <a:pPr algn="ctr">
                        <a:lnSpc>
                          <a:spcPct val="115000"/>
                        </a:lnSpc>
                        <a:spcAft>
                          <a:spcPts val="0"/>
                        </a:spcAft>
                      </a:pPr>
                      <a:r>
                        <a:rPr lang="en-US" altLang="zh-CN" sz="1200" b="1" dirty="0" smtClean="0">
                          <a:effectLst/>
                          <a:latin typeface="Times New Roman" pitchFamily="18" charset="0"/>
                          <a:ea typeface="+mn-ea"/>
                          <a:cs typeface="Times New Roman" pitchFamily="18" charset="0"/>
                        </a:rPr>
                        <a:t>NO</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742793">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sz="1200" kern="100" dirty="0" smtClean="0">
                          <a:latin typeface="Times New Roman"/>
                          <a:ea typeface="宋体"/>
                        </a:rPr>
                        <a:t>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TMYA002</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solidFill>
                            <a:schemeClr val="tx1"/>
                          </a:solidFill>
                          <a:latin typeface="Times New Roman"/>
                          <a:ea typeface="+mn-ea"/>
                          <a:cs typeface="+mn-cs"/>
                        </a:rPr>
                        <a:t>FPGA</a:t>
                      </a:r>
                      <a:r>
                        <a:rPr lang="en-US" altLang="zh-CN" sz="1200" kern="100" baseline="0" dirty="0" smtClean="0">
                          <a:solidFill>
                            <a:schemeClr val="tx1"/>
                          </a:solidFill>
                          <a:latin typeface="Times New Roman"/>
                          <a:ea typeface="+mn-ea"/>
                          <a:cs typeface="+mn-cs"/>
                        </a:rPr>
                        <a:t> Load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baseline="0" dirty="0" smtClean="0">
                          <a:solidFill>
                            <a:schemeClr val="tx1"/>
                          </a:solidFill>
                          <a:latin typeface="Times New Roman"/>
                          <a:ea typeface="+mn-ea"/>
                          <a:cs typeface="+mn-cs"/>
                        </a:rPr>
                        <a:t>1: Load success</a:t>
                      </a: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0">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2</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TMYA003</a:t>
                      </a:r>
                      <a:endParaRPr lang="en-US" altLang="zh-CN" sz="1200" kern="100" dirty="0">
                        <a:solidFill>
                          <a:schemeClr val="tx1"/>
                        </a:solidFill>
                        <a:latin typeface="Times New Roman"/>
                        <a:ea typeface="+mn-ea"/>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RF and antenna</a:t>
                      </a:r>
                      <a:r>
                        <a:rPr lang="en-US" altLang="zh-CN" sz="1200" kern="100" baseline="0" dirty="0" smtClean="0">
                          <a:latin typeface="Times New Roman"/>
                          <a:ea typeface="+mn-ea"/>
                        </a:rPr>
                        <a:t> state</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baseline="0" dirty="0" smtClean="0">
                          <a:latin typeface="Times New Roman"/>
                          <a:ea typeface="+mn-ea"/>
                        </a:rPr>
                        <a:t>1: </a:t>
                      </a:r>
                      <a:r>
                        <a:rPr lang="en-US" altLang="zh-CN" sz="1200" kern="100" dirty="0" smtClean="0">
                          <a:latin typeface="Times New Roman"/>
                          <a:ea typeface="+mn-ea"/>
                        </a:rPr>
                        <a:t>RF and antenna  turned</a:t>
                      </a:r>
                      <a:r>
                        <a:rPr lang="en-US" altLang="zh-CN" sz="1200" kern="100" baseline="0" dirty="0" smtClean="0">
                          <a:latin typeface="Times New Roman"/>
                          <a:ea typeface="+mn-ea"/>
                        </a:rPr>
                        <a:t> </a:t>
                      </a:r>
                      <a:r>
                        <a:rPr lang="en-US" altLang="zh-CN" sz="1200" kern="100" dirty="0" smtClean="0">
                          <a:latin typeface="Times New Roman"/>
                          <a:ea typeface="+mn-ea"/>
                        </a:rPr>
                        <a:t>on</a:t>
                      </a:r>
                    </a:p>
                    <a:p>
                      <a:pPr marL="0" algn="just" defTabSz="914400" rtl="0" eaLnBrk="1" latinLnBrk="0" hangingPunct="1">
                        <a:spcAft>
                          <a:spcPts val="0"/>
                        </a:spcAft>
                      </a:pPr>
                      <a:r>
                        <a:rPr lang="en-US" altLang="zh-CN" sz="1200" kern="100" baseline="0" dirty="0" smtClean="0">
                          <a:latin typeface="Times New Roman"/>
                          <a:ea typeface="+mn-ea"/>
                        </a:rPr>
                        <a:t>0: </a:t>
                      </a:r>
                      <a:r>
                        <a:rPr lang="en-US" altLang="zh-CN" sz="1200" kern="100" dirty="0" smtClean="0">
                          <a:latin typeface="Times New Roman"/>
                          <a:ea typeface="+mn-ea"/>
                        </a:rPr>
                        <a:t>RF and antenna  turned</a:t>
                      </a:r>
                      <a:r>
                        <a:rPr lang="en-US" altLang="zh-CN" sz="1200" kern="100" baseline="0" dirty="0" smtClean="0">
                          <a:latin typeface="Times New Roman"/>
                          <a:ea typeface="+mn-ea"/>
                        </a:rPr>
                        <a:t> </a:t>
                      </a:r>
                      <a:r>
                        <a:rPr lang="en-US" altLang="zh-CN" sz="1200" kern="100" dirty="0" smtClean="0">
                          <a:latin typeface="Times New Roman"/>
                          <a:ea typeface="+mn-ea"/>
                        </a:rPr>
                        <a:t>off</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3</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TMYA004</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Real-time transmit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latin typeface="Times New Roman"/>
                          <a:ea typeface="+mn-ea"/>
                        </a:rPr>
                        <a:t>0:</a:t>
                      </a:r>
                      <a:r>
                        <a:rPr lang="en-US" altLang="zh-CN" sz="1200" kern="100" baseline="0" dirty="0" smtClean="0">
                          <a:latin typeface="Times New Roman"/>
                          <a:ea typeface="+mn-ea"/>
                        </a:rPr>
                        <a:t> </a:t>
                      </a:r>
                      <a:r>
                        <a:rPr lang="en-US" altLang="zh-CN" sz="1200" kern="100" dirty="0" smtClean="0">
                          <a:latin typeface="Times New Roman"/>
                          <a:ea typeface="+mn-ea"/>
                        </a:rPr>
                        <a:t>Real-time transmit  on</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1:</a:t>
                      </a:r>
                      <a:r>
                        <a:rPr lang="en-US" altLang="zh-CN" sz="1200" kern="100" baseline="0" dirty="0" smtClean="0">
                          <a:latin typeface="Times New Roman"/>
                          <a:ea typeface="+mn-ea"/>
                        </a:rPr>
                        <a:t> R</a:t>
                      </a:r>
                      <a:r>
                        <a:rPr lang="en-US" altLang="zh-CN" sz="1200" kern="100" dirty="0" smtClean="0">
                          <a:latin typeface="Times New Roman"/>
                          <a:ea typeface="+mn-ea"/>
                        </a:rPr>
                        <a:t>eal-time transmit  off</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TMYA005</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baseline="0" dirty="0" smtClean="0">
                          <a:solidFill>
                            <a:schemeClr val="tx1"/>
                          </a:solidFill>
                          <a:latin typeface="Times New Roman"/>
                          <a:ea typeface="+mn-ea"/>
                          <a:cs typeface="+mn-cs"/>
                        </a:rPr>
                        <a:t>RF modulation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0: Modulation state</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1: Carrier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latin typeface="Times New Roman"/>
                          <a:ea typeface="+mn-ea"/>
                        </a:rPr>
                        <a:t>TMYA008</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Compression</a:t>
                      </a:r>
                      <a:r>
                        <a:rPr lang="en-US" altLang="zh-CN" sz="1200" kern="100" baseline="0" dirty="0" smtClean="0">
                          <a:latin typeface="Times New Roman"/>
                          <a:ea typeface="+mn-ea"/>
                        </a:rPr>
                        <a:t>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mn-ea"/>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latin typeface="Times New Roman"/>
                          <a:ea typeface="+mn-ea"/>
                        </a:rPr>
                        <a:t>1: Lossless compression</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latin typeface="Times New Roman"/>
                          <a:ea typeface="+mn-ea"/>
                        </a:rPr>
                        <a:t>0: 2:1 compression </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DTS fast changing telemetry</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4"/>
          <a:ext cx="8001056" cy="3439302"/>
        </p:xfrm>
        <a:graphic>
          <a:graphicData uri="http://schemas.openxmlformats.org/drawingml/2006/table">
            <a:tbl>
              <a:tblPr/>
              <a:tblGrid>
                <a:gridCol w="571504"/>
                <a:gridCol w="1143008"/>
                <a:gridCol w="2000264"/>
                <a:gridCol w="928694"/>
                <a:gridCol w="571504"/>
                <a:gridCol w="2786082"/>
              </a:tblGrid>
              <a:tr h="420624">
                <a:tc>
                  <a:txBody>
                    <a:bodyPr/>
                    <a:lstStyle/>
                    <a:p>
                      <a:pPr algn="ctr">
                        <a:lnSpc>
                          <a:spcPct val="115000"/>
                        </a:lnSpc>
                        <a:spcAft>
                          <a:spcPts val="0"/>
                        </a:spcAft>
                      </a:pPr>
                      <a:r>
                        <a:rPr lang="en-US" altLang="zh-CN" sz="1200" b="1" dirty="0" smtClean="0">
                          <a:effectLst/>
                          <a:latin typeface="Times New Roman" pitchFamily="18" charset="0"/>
                          <a:ea typeface="+mn-ea"/>
                          <a:cs typeface="Times New Roman" pitchFamily="18" charset="0"/>
                        </a:rPr>
                        <a:t>NO</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635041">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sz="1200" kern="100" dirty="0" smtClean="0">
                          <a:latin typeface="Times New Roman"/>
                          <a:ea typeface="宋体"/>
                        </a:rPr>
                        <a:t>6</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TMYA010</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SSM main/standby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latin typeface="Times New Roman"/>
                          <a:ea typeface="+mn-ea"/>
                        </a:rPr>
                        <a:t>0000b: Main SSM in use</a:t>
                      </a:r>
                    </a:p>
                    <a:p>
                      <a:pPr marL="0" algn="just" defTabSz="914400" rtl="0" eaLnBrk="1" latinLnBrk="0" hangingPunct="1">
                        <a:spcAft>
                          <a:spcPts val="0"/>
                        </a:spcAft>
                      </a:pPr>
                      <a:r>
                        <a:rPr lang="en-US" altLang="zh-CN" sz="1200" kern="100" dirty="0" smtClean="0">
                          <a:latin typeface="Times New Roman"/>
                          <a:ea typeface="+mn-ea"/>
                        </a:rPr>
                        <a:t>1111b: Standby SSM in use</a:t>
                      </a:r>
                      <a:endParaRPr lang="en-US" altLang="zh-CN" sz="1200" kern="100" baseline="0" dirty="0" smtClean="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3637">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7</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TMYA011</a:t>
                      </a:r>
                      <a:endParaRPr lang="en-US" altLang="zh-CN" sz="1200" kern="100" dirty="0">
                        <a:solidFill>
                          <a:schemeClr val="tx1"/>
                        </a:solidFill>
                        <a:latin typeface="Times New Roman"/>
                        <a:ea typeface="+mn-ea"/>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 working state</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latin typeface="Times New Roman"/>
                          <a:ea typeface="+mn-ea"/>
                        </a:rPr>
                        <a:t>0000b: SSM </a:t>
                      </a:r>
                      <a:r>
                        <a:rPr lang="en-US" altLang="zh-CN" sz="1200" kern="100" dirty="0" smtClean="0">
                          <a:solidFill>
                            <a:schemeClr val="tx1"/>
                          </a:solidFill>
                          <a:latin typeface="Times New Roman"/>
                          <a:ea typeface="+mn-ea"/>
                          <a:cs typeface="+mn-cs"/>
                        </a:rPr>
                        <a:t>idle</a:t>
                      </a:r>
                    </a:p>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0001b: Self detecting</a:t>
                      </a:r>
                    </a:p>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0010b: SSM erasing</a:t>
                      </a:r>
                    </a:p>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0011b:</a:t>
                      </a:r>
                      <a:r>
                        <a:rPr lang="en-US" altLang="zh-CN" sz="1200" kern="100" baseline="0" dirty="0" smtClean="0">
                          <a:solidFill>
                            <a:schemeClr val="tx1"/>
                          </a:solidFill>
                          <a:latin typeface="Times New Roman"/>
                          <a:ea typeface="+mn-ea"/>
                          <a:cs typeface="+mn-cs"/>
                        </a:rPr>
                        <a:t> E</a:t>
                      </a:r>
                      <a:r>
                        <a:rPr lang="en-US" altLang="zh-CN" sz="1200" kern="100" baseline="0" dirty="0" smtClean="0">
                          <a:latin typeface="Times New Roman"/>
                          <a:ea typeface="+mn-ea"/>
                        </a:rPr>
                        <a:t>rasing over</a:t>
                      </a:r>
                    </a:p>
                    <a:p>
                      <a:pPr marL="0" algn="just" defTabSz="914400" rtl="0" eaLnBrk="1" latinLnBrk="0" hangingPunct="1">
                        <a:spcAft>
                          <a:spcPts val="0"/>
                        </a:spcAft>
                      </a:pPr>
                      <a:r>
                        <a:rPr lang="en-US" altLang="zh-CN" sz="1200" kern="100" baseline="0" dirty="0" smtClean="0">
                          <a:latin typeface="Times New Roman"/>
                          <a:ea typeface="+mn-ea"/>
                        </a:rPr>
                        <a:t>0100b: Be resetting</a:t>
                      </a:r>
                    </a:p>
                    <a:p>
                      <a:pPr marL="0" algn="just" defTabSz="914400" rtl="0" eaLnBrk="1" latinLnBrk="0" hangingPunct="1">
                        <a:spcAft>
                          <a:spcPts val="0"/>
                        </a:spcAft>
                      </a:pPr>
                      <a:r>
                        <a:rPr lang="en-US" altLang="zh-CN" sz="1200" kern="100" baseline="0" dirty="0" smtClean="0">
                          <a:latin typeface="Times New Roman"/>
                          <a:ea typeface="+mn-ea"/>
                        </a:rPr>
                        <a:t>0101b: Resetting over</a:t>
                      </a:r>
                      <a:endParaRPr lang="en-US" altLang="zh-CN" sz="1200" kern="100" dirty="0" smtClean="0">
                        <a:latin typeface="Times New Roman"/>
                        <a:ea typeface="+mn-ea"/>
                      </a:endParaRPr>
                    </a:p>
                    <a:p>
                      <a:pPr marL="0" algn="just" defTabSz="914400" rtl="0" eaLnBrk="1" latinLnBrk="0" hangingPunct="1">
                        <a:spcAft>
                          <a:spcPts val="0"/>
                        </a:spcAft>
                      </a:pPr>
                      <a:r>
                        <a:rPr lang="en-US" altLang="zh-CN" sz="1200" kern="100" dirty="0" smtClean="0">
                          <a:latin typeface="Times New Roman"/>
                          <a:ea typeface="+mn-ea"/>
                        </a:rPr>
                        <a:t>0110b:</a:t>
                      </a:r>
                      <a:r>
                        <a:rPr lang="en-US" altLang="zh-CN" sz="1200" kern="100" baseline="0" dirty="0" smtClean="0">
                          <a:latin typeface="Times New Roman"/>
                          <a:ea typeface="+mn-ea"/>
                        </a:rPr>
                        <a:t> Recording by sequence</a:t>
                      </a:r>
                    </a:p>
                    <a:p>
                      <a:pPr marL="0" algn="just" defTabSz="914400" rtl="0" eaLnBrk="1" latinLnBrk="0" hangingPunct="1">
                        <a:spcAft>
                          <a:spcPts val="0"/>
                        </a:spcAft>
                      </a:pPr>
                      <a:r>
                        <a:rPr lang="en-US" altLang="zh-CN" sz="1200" kern="100" baseline="0" dirty="0" smtClean="0">
                          <a:latin typeface="Times New Roman"/>
                          <a:ea typeface="+mn-ea"/>
                        </a:rPr>
                        <a:t>0111b: Recording over</a:t>
                      </a:r>
                    </a:p>
                    <a:p>
                      <a:pPr marL="0" algn="just" defTabSz="914400" rtl="0" eaLnBrk="1" latinLnBrk="0" hangingPunct="1">
                        <a:spcAft>
                          <a:spcPts val="0"/>
                        </a:spcAft>
                      </a:pPr>
                      <a:r>
                        <a:rPr lang="en-US" altLang="zh-CN" sz="1200" kern="100" baseline="0" dirty="0" smtClean="0">
                          <a:latin typeface="Times New Roman"/>
                          <a:ea typeface="+mn-ea"/>
                        </a:rPr>
                        <a:t>1000b: Replaying by sequence</a:t>
                      </a:r>
                    </a:p>
                    <a:p>
                      <a:pPr marL="0" algn="just" defTabSz="914400" rtl="0" eaLnBrk="1" latinLnBrk="0" hangingPunct="1">
                        <a:spcAft>
                          <a:spcPts val="0"/>
                        </a:spcAft>
                      </a:pPr>
                      <a:r>
                        <a:rPr lang="en-US" altLang="zh-CN" sz="1200" kern="100" dirty="0" smtClean="0">
                          <a:latin typeface="Times New Roman"/>
                          <a:ea typeface="+mn-ea"/>
                        </a:rPr>
                        <a:t>1001b:</a:t>
                      </a:r>
                      <a:r>
                        <a:rPr lang="en-US" altLang="zh-CN" sz="1200" kern="100" baseline="0" dirty="0" smtClean="0">
                          <a:latin typeface="Times New Roman"/>
                          <a:ea typeface="+mn-ea"/>
                        </a:rPr>
                        <a:t> Recoding by address</a:t>
                      </a:r>
                    </a:p>
                    <a:p>
                      <a:pPr marL="0" algn="just" defTabSz="914400" rtl="0" eaLnBrk="1" latinLnBrk="0" hangingPunct="1">
                        <a:spcAft>
                          <a:spcPts val="0"/>
                        </a:spcAft>
                      </a:pPr>
                      <a:r>
                        <a:rPr lang="en-US" altLang="zh-CN" sz="1200" kern="100" dirty="0" smtClean="0">
                          <a:latin typeface="Times New Roman"/>
                          <a:ea typeface="宋体"/>
                        </a:rPr>
                        <a:t>1010b: Replaying by address</a:t>
                      </a:r>
                    </a:p>
                    <a:p>
                      <a:pPr marL="0" algn="just" defTabSz="914400" rtl="0" eaLnBrk="1" latinLnBrk="0" hangingPunct="1">
                        <a:spcAft>
                          <a:spcPts val="0"/>
                        </a:spcAft>
                      </a:pPr>
                      <a:r>
                        <a:rPr lang="en-US" altLang="zh-CN" sz="1200" kern="100" dirty="0" smtClean="0">
                          <a:latin typeface="Times New Roman"/>
                          <a:ea typeface="宋体"/>
                        </a:rPr>
                        <a:t>1011b: Replaying over</a:t>
                      </a:r>
                    </a:p>
                    <a:p>
                      <a:pPr marL="0" algn="just" defTabSz="914400" rtl="0" eaLnBrk="1" latinLnBrk="0" hangingPunct="1">
                        <a:spcAft>
                          <a:spcPts val="0"/>
                        </a:spcAft>
                      </a:pPr>
                      <a:r>
                        <a:rPr lang="en-US" altLang="zh-CN" sz="1200" kern="100" dirty="0" smtClean="0">
                          <a:latin typeface="Times New Roman"/>
                          <a:ea typeface="宋体"/>
                        </a:rPr>
                        <a:t>1100b: </a:t>
                      </a:r>
                      <a:r>
                        <a:rPr lang="en-US" altLang="zh-CN" sz="1200" kern="100" baseline="0" dirty="0" smtClean="0">
                          <a:latin typeface="Times New Roman"/>
                          <a:ea typeface="+mn-ea"/>
                        </a:rPr>
                        <a:t>Self detecting over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DTS fast changing telemetry</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7" y="1393023"/>
          <a:ext cx="7858181" cy="3349991"/>
        </p:xfrm>
        <a:graphic>
          <a:graphicData uri="http://schemas.openxmlformats.org/drawingml/2006/table">
            <a:tbl>
              <a:tblPr/>
              <a:tblGrid>
                <a:gridCol w="642942"/>
                <a:gridCol w="1357322"/>
                <a:gridCol w="1928827"/>
                <a:gridCol w="982273"/>
                <a:gridCol w="552528"/>
                <a:gridCol w="2394289"/>
              </a:tblGrid>
              <a:tr h="375050">
                <a:tc>
                  <a:txBody>
                    <a:bodyPr/>
                    <a:lstStyle/>
                    <a:p>
                      <a:pPr algn="ctr">
                        <a:lnSpc>
                          <a:spcPct val="115000"/>
                        </a:lnSpc>
                        <a:spcAft>
                          <a:spcPts val="0"/>
                        </a:spcAft>
                      </a:pPr>
                      <a:r>
                        <a:rPr lang="en-US" altLang="zh-CN" sz="1200" b="1" dirty="0" smtClean="0">
                          <a:effectLst/>
                          <a:latin typeface="Times New Roman" pitchFamily="18" charset="0"/>
                          <a:ea typeface="+mn-ea"/>
                          <a:cs typeface="Times New Roman" pitchFamily="18" charset="0"/>
                        </a:rPr>
                        <a:t>NO</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650946">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8</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TMYA012</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CAN A bus resetting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CAN A bus resetting counter</a:t>
                      </a:r>
                      <a:r>
                        <a:rPr lang="en-US" altLang="zh-CN" sz="1200" kern="100" baseline="0" dirty="0" smtClean="0">
                          <a:latin typeface="Times New Roman"/>
                          <a:ea typeface="+mn-ea"/>
                        </a:rPr>
                        <a:t>(0~15)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9</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TMYA013</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CAN B bus resetting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CAN B bus resetting counter</a:t>
                      </a:r>
                      <a:r>
                        <a:rPr lang="en-US" altLang="zh-CN" sz="1200" kern="100" baseline="0" dirty="0" smtClean="0">
                          <a:latin typeface="Times New Roman"/>
                          <a:ea typeface="+mn-ea"/>
                        </a:rPr>
                        <a:t>(0~15)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10</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latin typeface="Times New Roman"/>
                          <a:ea typeface="+mn-ea"/>
                        </a:rPr>
                        <a:t>TMYA014</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CAN A bus command implementing</a:t>
                      </a:r>
                      <a:r>
                        <a:rPr lang="en-US" altLang="zh-CN" sz="1200" kern="100" baseline="0" dirty="0" smtClean="0">
                          <a:latin typeface="Times New Roman"/>
                          <a:ea typeface="+mn-ea"/>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mn-ea"/>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CAN A bus command implementing</a:t>
                      </a:r>
                      <a:r>
                        <a:rPr lang="en-US" altLang="zh-CN" sz="1200" kern="100" baseline="0" dirty="0" smtClean="0">
                          <a:latin typeface="Times New Roman"/>
                          <a:ea typeface="+mn-ea"/>
                        </a:rPr>
                        <a:t> counter(0~15)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sz="1200" kern="100" dirty="0" smtClean="0">
                          <a:latin typeface="Times New Roman"/>
                          <a:ea typeface="宋体"/>
                        </a:rPr>
                        <a:t>11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TMYA015</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CAN A bus command implementing</a:t>
                      </a:r>
                      <a:r>
                        <a:rPr lang="en-US" altLang="zh-CN" sz="1200" kern="100" baseline="0" dirty="0" smtClean="0">
                          <a:latin typeface="Times New Roman"/>
                          <a:ea typeface="+mn-ea"/>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mn-ea"/>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CAN A bus command implementing</a:t>
                      </a:r>
                      <a:r>
                        <a:rPr lang="en-US" altLang="zh-CN" sz="1200" kern="100" baseline="0" dirty="0" smtClean="0">
                          <a:latin typeface="Times New Roman"/>
                          <a:ea typeface="+mn-ea"/>
                        </a:rPr>
                        <a:t> counter(0~15)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1520">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12</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TMYA016</a:t>
                      </a:r>
                      <a:endParaRPr lang="en-US" altLang="zh-CN" sz="1200" kern="100" dirty="0">
                        <a:solidFill>
                          <a:schemeClr val="tx1"/>
                        </a:solidFill>
                        <a:latin typeface="Times New Roman"/>
                        <a:ea typeface="+mn-ea"/>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SSM room state</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ltLang="zh-CN" sz="1200" kern="100" dirty="0" smtClean="0">
                          <a:solidFill>
                            <a:schemeClr val="tx1"/>
                          </a:solidFill>
                          <a:latin typeface="Times New Roman"/>
                          <a:ea typeface="+mn-ea"/>
                          <a:cs typeface="+mn-cs"/>
                        </a:rPr>
                        <a:t>0000b</a:t>
                      </a:r>
                      <a:r>
                        <a:rPr lang="zh-CN" altLang="en-US" sz="1200" kern="100" dirty="0" smtClean="0">
                          <a:solidFill>
                            <a:schemeClr val="tx1"/>
                          </a:solidFill>
                          <a:latin typeface="Times New Roman"/>
                          <a:ea typeface="+mn-ea"/>
                          <a:cs typeface="+mn-cs"/>
                        </a:rPr>
                        <a:t>：</a:t>
                      </a:r>
                      <a:r>
                        <a:rPr lang="en-US" altLang="zh-CN" sz="1200" kern="100" dirty="0" smtClean="0">
                          <a:solidFill>
                            <a:schemeClr val="tx1"/>
                          </a:solidFill>
                          <a:latin typeface="Times New Roman"/>
                          <a:ea typeface="+mn-ea"/>
                          <a:cs typeface="+mn-cs"/>
                        </a:rPr>
                        <a:t>Not</a:t>
                      </a:r>
                      <a:r>
                        <a:rPr lang="en-US" altLang="zh-CN" sz="1200" kern="100" baseline="0" dirty="0" smtClean="0">
                          <a:solidFill>
                            <a:schemeClr val="tx1"/>
                          </a:solidFill>
                          <a:latin typeface="Times New Roman"/>
                          <a:ea typeface="+mn-ea"/>
                          <a:cs typeface="+mn-cs"/>
                        </a:rPr>
                        <a:t> empty and not full</a:t>
                      </a:r>
                      <a:endParaRPr lang="zh-CN" altLang="en-US" sz="1200" kern="100" dirty="0" smtClean="0">
                        <a:solidFill>
                          <a:schemeClr val="tx1"/>
                        </a:solidFill>
                        <a:latin typeface="Times New Roman"/>
                        <a:ea typeface="+mn-ea"/>
                        <a:cs typeface="+mn-cs"/>
                      </a:endParaRPr>
                    </a:p>
                    <a:p>
                      <a:r>
                        <a:rPr lang="en-US" altLang="zh-CN" sz="1200" kern="100" dirty="0" smtClean="0">
                          <a:solidFill>
                            <a:schemeClr val="tx1"/>
                          </a:solidFill>
                          <a:latin typeface="Times New Roman"/>
                          <a:ea typeface="+mn-ea"/>
                          <a:cs typeface="+mn-cs"/>
                        </a:rPr>
                        <a:t>0011b</a:t>
                      </a:r>
                      <a:r>
                        <a:rPr lang="zh-CN" altLang="en-US" sz="1200" kern="100" dirty="0" smtClean="0">
                          <a:solidFill>
                            <a:schemeClr val="tx1"/>
                          </a:solidFill>
                          <a:latin typeface="Times New Roman"/>
                          <a:ea typeface="+mn-ea"/>
                          <a:cs typeface="+mn-cs"/>
                        </a:rPr>
                        <a:t>：</a:t>
                      </a:r>
                      <a:r>
                        <a:rPr lang="en-US" altLang="zh-CN" sz="1200" kern="100" dirty="0" smtClean="0">
                          <a:solidFill>
                            <a:schemeClr val="tx1"/>
                          </a:solidFill>
                          <a:latin typeface="Times New Roman"/>
                          <a:ea typeface="+mn-ea"/>
                          <a:cs typeface="+mn-cs"/>
                        </a:rPr>
                        <a:t>Empty</a:t>
                      </a:r>
                      <a:endParaRPr lang="zh-CN" altLang="en-US" sz="1200" kern="100" dirty="0" smtClean="0">
                        <a:solidFill>
                          <a:schemeClr val="tx1"/>
                        </a:solidFill>
                        <a:latin typeface="Times New Roman"/>
                        <a:ea typeface="+mn-ea"/>
                        <a:cs typeface="+mn-cs"/>
                      </a:endParaRPr>
                    </a:p>
                    <a:p>
                      <a:r>
                        <a:rPr lang="en-US" altLang="zh-CN" sz="1200" kern="100" dirty="0" smtClean="0">
                          <a:solidFill>
                            <a:schemeClr val="tx1"/>
                          </a:solidFill>
                          <a:latin typeface="Times New Roman"/>
                          <a:ea typeface="+mn-ea"/>
                          <a:cs typeface="+mn-cs"/>
                        </a:rPr>
                        <a:t>1100b</a:t>
                      </a:r>
                      <a:r>
                        <a:rPr lang="zh-CN" altLang="en-US" sz="1200" kern="100" dirty="0" smtClean="0">
                          <a:solidFill>
                            <a:schemeClr val="tx1"/>
                          </a:solidFill>
                          <a:latin typeface="Times New Roman"/>
                          <a:ea typeface="+mn-ea"/>
                          <a:cs typeface="+mn-cs"/>
                        </a:rPr>
                        <a:t>：</a:t>
                      </a:r>
                      <a:r>
                        <a:rPr lang="en-US" altLang="zh-CN" sz="1200" kern="100" dirty="0" smtClean="0">
                          <a:solidFill>
                            <a:schemeClr val="tx1"/>
                          </a:solidFill>
                          <a:latin typeface="Times New Roman"/>
                          <a:ea typeface="+mn-ea"/>
                          <a:cs typeface="+mn-cs"/>
                        </a:rPr>
                        <a:t>Full</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DTS fast changing telemetry</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25</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8" y="1393023"/>
          <a:ext cx="7858181" cy="3053976"/>
        </p:xfrm>
        <a:graphic>
          <a:graphicData uri="http://schemas.openxmlformats.org/drawingml/2006/table">
            <a:tbl>
              <a:tblPr/>
              <a:tblGrid>
                <a:gridCol w="642942"/>
                <a:gridCol w="1357322"/>
                <a:gridCol w="1928827"/>
                <a:gridCol w="982273"/>
                <a:gridCol w="552528"/>
                <a:gridCol w="2394289"/>
              </a:tblGrid>
              <a:tr h="394355">
                <a:tc>
                  <a:txBody>
                    <a:bodyPr/>
                    <a:lstStyle/>
                    <a:p>
                      <a:pPr algn="ctr">
                        <a:lnSpc>
                          <a:spcPct val="115000"/>
                        </a:lnSpc>
                        <a:spcAft>
                          <a:spcPts val="0"/>
                        </a:spcAft>
                      </a:pPr>
                      <a:r>
                        <a:rPr lang="en-US" altLang="zh-CN" sz="1200" b="1" dirty="0" smtClean="0">
                          <a:effectLst/>
                          <a:latin typeface="Times New Roman" pitchFamily="18" charset="0"/>
                          <a:ea typeface="+mn-ea"/>
                          <a:cs typeface="Times New Roman" pitchFamily="18" charset="0"/>
                        </a:rPr>
                        <a:t>NO</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52068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13</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TMYA017</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Pointer saving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Pointer saving counter </a:t>
                      </a:r>
                      <a:r>
                        <a:rPr lang="en-US" altLang="zh-CN" sz="1200" kern="100" baseline="0" dirty="0" smtClean="0">
                          <a:latin typeface="Times New Roman"/>
                          <a:ea typeface="+mn-ea"/>
                        </a:rPr>
                        <a:t>(0~3)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068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TMYA018</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Pointer restoring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Pointer restoring counter </a:t>
                      </a:r>
                      <a:r>
                        <a:rPr lang="en-US" altLang="zh-CN" sz="1200" kern="100" baseline="0" dirty="0" smtClean="0">
                          <a:latin typeface="Times New Roman"/>
                          <a:ea typeface="+mn-ea"/>
                        </a:rPr>
                        <a:t>(0~3)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068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latin typeface="Times New Roman"/>
                          <a:ea typeface="+mn-ea"/>
                        </a:rPr>
                        <a:t>TMYA019</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Receiving GPS broadcast</a:t>
                      </a:r>
                      <a:r>
                        <a:rPr lang="en-US" altLang="zh-CN" sz="1200" kern="100" baseline="0" dirty="0" smtClean="0">
                          <a:latin typeface="Times New Roman"/>
                          <a:ea typeface="宋体"/>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Receiving GPS 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068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sz="1200" kern="100" dirty="0" smtClean="0">
                          <a:latin typeface="Times New Roman"/>
                          <a:ea typeface="宋体"/>
                        </a:rPr>
                        <a:t>16</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TMYA020</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Transferring </a:t>
                      </a:r>
                      <a:r>
                        <a:rPr lang="en-US" altLang="zh-CN" sz="1200" kern="100" dirty="0" smtClean="0">
                          <a:latin typeface="Times New Roman"/>
                          <a:ea typeface="宋体"/>
                        </a:rPr>
                        <a:t>GPS broadcast</a:t>
                      </a:r>
                      <a:r>
                        <a:rPr lang="en-US" altLang="zh-CN" sz="1200" kern="100" baseline="0" dirty="0" smtClean="0">
                          <a:latin typeface="Times New Roman"/>
                          <a:ea typeface="宋体"/>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Transferring GPS 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6881">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17</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TMYA021</a:t>
                      </a:r>
                      <a:endParaRPr lang="en-US" altLang="zh-CN" sz="1200" kern="100" dirty="0">
                        <a:solidFill>
                          <a:schemeClr val="tx1"/>
                        </a:solidFill>
                        <a:latin typeface="Times New Roman"/>
                        <a:ea typeface="+mn-ea"/>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Receiving time</a:t>
                      </a:r>
                      <a:r>
                        <a:rPr lang="en-US" altLang="zh-CN" sz="1200" kern="100" baseline="0" dirty="0" smtClean="0">
                          <a:latin typeface="Times New Roman"/>
                          <a:ea typeface="宋体"/>
                        </a:rPr>
                        <a:t> </a:t>
                      </a:r>
                      <a:r>
                        <a:rPr lang="en-US" altLang="zh-CN" sz="1200" kern="100" dirty="0" smtClean="0">
                          <a:latin typeface="Times New Roman"/>
                          <a:ea typeface="宋体"/>
                        </a:rPr>
                        <a:t>on-board</a:t>
                      </a:r>
                      <a:r>
                        <a:rPr lang="en-US" altLang="zh-CN" sz="1200" kern="100" baseline="0" dirty="0" smtClean="0">
                          <a:latin typeface="Times New Roman"/>
                          <a:ea typeface="宋体"/>
                        </a:rPr>
                        <a:t> </a:t>
                      </a:r>
                      <a:r>
                        <a:rPr lang="en-US" altLang="zh-CN" sz="1200" kern="100" dirty="0" smtClean="0">
                          <a:latin typeface="Times New Roman"/>
                          <a:ea typeface="宋体"/>
                        </a:rPr>
                        <a:t>broadcast</a:t>
                      </a:r>
                      <a:r>
                        <a:rPr lang="en-US" altLang="zh-CN" sz="1200" kern="100" baseline="0" dirty="0" smtClean="0">
                          <a:latin typeface="Times New Roman"/>
                          <a:ea typeface="宋体"/>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Receiving time</a:t>
                      </a:r>
                      <a:r>
                        <a:rPr lang="en-US" altLang="zh-CN" sz="1200" kern="100" baseline="0" dirty="0" smtClean="0">
                          <a:latin typeface="Times New Roman"/>
                          <a:ea typeface="+mn-ea"/>
                        </a:rPr>
                        <a:t> </a:t>
                      </a:r>
                      <a:r>
                        <a:rPr lang="en-US" altLang="zh-CN" sz="1200" kern="100" dirty="0" smtClean="0">
                          <a:latin typeface="Times New Roman"/>
                          <a:ea typeface="+mn-ea"/>
                        </a:rPr>
                        <a:t>on-board</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DTS fast changing telemetry</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858180" cy="1418885"/>
        </p:xfrm>
        <a:graphic>
          <a:graphicData uri="http://schemas.openxmlformats.org/drawingml/2006/table">
            <a:tbl>
              <a:tblPr/>
              <a:tblGrid>
                <a:gridCol w="714380"/>
                <a:gridCol w="1171584"/>
                <a:gridCol w="1885963"/>
                <a:gridCol w="1005847"/>
                <a:gridCol w="628654"/>
                <a:gridCol w="2451752"/>
              </a:tblGrid>
              <a:tr h="375050">
                <a:tc>
                  <a:txBody>
                    <a:bodyPr/>
                    <a:lstStyle/>
                    <a:p>
                      <a:pPr algn="ctr">
                        <a:lnSpc>
                          <a:spcPct val="115000"/>
                        </a:lnSpc>
                        <a:spcAft>
                          <a:spcPts val="0"/>
                        </a:spcAft>
                      </a:pPr>
                      <a:r>
                        <a:rPr lang="en-US" altLang="zh-CN" sz="1200" b="1" dirty="0" smtClean="0">
                          <a:effectLst/>
                          <a:latin typeface="Times New Roman" pitchFamily="18" charset="0"/>
                          <a:ea typeface="+mn-ea"/>
                          <a:cs typeface="Times New Roman" pitchFamily="18" charset="0"/>
                        </a:rPr>
                        <a:t>NO</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548640">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18</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TMYA022</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Transferring time</a:t>
                      </a:r>
                      <a:r>
                        <a:rPr lang="en-US" altLang="zh-CN" sz="1200" kern="100" baseline="0" dirty="0" smtClean="0">
                          <a:latin typeface="Times New Roman"/>
                          <a:ea typeface="宋体"/>
                        </a:rPr>
                        <a:t> </a:t>
                      </a:r>
                      <a:r>
                        <a:rPr lang="en-US" altLang="zh-CN" sz="1200" kern="100" dirty="0" smtClean="0">
                          <a:latin typeface="Times New Roman"/>
                          <a:ea typeface="宋体"/>
                        </a:rPr>
                        <a:t>on-board</a:t>
                      </a:r>
                      <a:r>
                        <a:rPr lang="en-US" altLang="zh-CN" sz="1200" kern="100" baseline="0" dirty="0" smtClean="0">
                          <a:latin typeface="Times New Roman"/>
                          <a:ea typeface="宋体"/>
                        </a:rPr>
                        <a:t> </a:t>
                      </a:r>
                      <a:r>
                        <a:rPr lang="en-US" altLang="zh-CN" sz="1200" kern="100" dirty="0" smtClean="0">
                          <a:latin typeface="Times New Roman"/>
                          <a:ea typeface="宋体"/>
                        </a:rPr>
                        <a:t>broadcast</a:t>
                      </a:r>
                      <a:r>
                        <a:rPr lang="en-US" altLang="zh-CN" sz="1200" kern="100" baseline="0" dirty="0" smtClean="0">
                          <a:latin typeface="Times New Roman"/>
                          <a:ea typeface="宋体"/>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Transferring time</a:t>
                      </a:r>
                      <a:r>
                        <a:rPr lang="en-US" altLang="zh-CN" sz="1200" kern="100" baseline="0" dirty="0" smtClean="0">
                          <a:latin typeface="Times New Roman"/>
                          <a:ea typeface="+mn-ea"/>
                        </a:rPr>
                        <a:t> </a:t>
                      </a:r>
                      <a:r>
                        <a:rPr lang="en-US" altLang="zh-CN" sz="1200" kern="100" dirty="0" smtClean="0">
                          <a:latin typeface="Times New Roman"/>
                          <a:ea typeface="+mn-ea"/>
                        </a:rPr>
                        <a:t>on-board</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19</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RM006</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Antenna</a:t>
                      </a:r>
                      <a:r>
                        <a:rPr lang="en-US" altLang="zh-CN" sz="1200" kern="100" baseline="0" dirty="0" smtClean="0">
                          <a:latin typeface="Times New Roman"/>
                          <a:ea typeface="宋体"/>
                        </a:rPr>
                        <a:t> current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AN</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The</a:t>
                      </a:r>
                      <a:r>
                        <a:rPr lang="en-US" altLang="zh-CN" sz="1200" kern="100" baseline="0" dirty="0" smtClean="0">
                          <a:latin typeface="Times New Roman"/>
                          <a:ea typeface="宋体"/>
                        </a:rPr>
                        <a:t> current change w</a:t>
                      </a:r>
                      <a:r>
                        <a:rPr lang="en-US" altLang="zh-CN" sz="1200" kern="100" dirty="0" smtClean="0">
                          <a:latin typeface="Times New Roman"/>
                          <a:ea typeface="宋体"/>
                        </a:rPr>
                        <a:t>hen</a:t>
                      </a:r>
                      <a:r>
                        <a:rPr lang="en-US" altLang="zh-CN" sz="1200" kern="100" baseline="0" dirty="0" smtClean="0">
                          <a:latin typeface="Times New Roman"/>
                          <a:ea typeface="宋体"/>
                        </a:rPr>
                        <a:t> antenna turned on</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DTS slowly changing telemetry</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27</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858180" cy="3105795"/>
        </p:xfrm>
        <a:graphic>
          <a:graphicData uri="http://schemas.openxmlformats.org/drawingml/2006/table">
            <a:tbl>
              <a:tblPr/>
              <a:tblGrid>
                <a:gridCol w="1071570"/>
                <a:gridCol w="2143140"/>
                <a:gridCol w="1143008"/>
                <a:gridCol w="714380"/>
                <a:gridCol w="2786082"/>
              </a:tblGrid>
              <a:tr h="420624">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650946">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TMYA023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SSM</a:t>
                      </a:r>
                      <a:r>
                        <a:rPr lang="en-US" altLang="zh-CN" sz="1200" kern="100" baseline="0" dirty="0" smtClean="0">
                          <a:latin typeface="Times New Roman"/>
                          <a:ea typeface="+mn-ea"/>
                        </a:rPr>
                        <a:t> recording pointer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Recording position of SSM (0~16383)</a:t>
                      </a:r>
                      <a:endParaRPr lang="zh-CN" altLang="zh-CN" sz="1200" kern="100" baseline="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TMYA024</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Receiving attitude</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Receiving attitude</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TMYA025</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Transferring attitude</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Transferring attitude</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TMYA026</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GPS time</a:t>
                      </a:r>
                      <a:r>
                        <a:rPr lang="en-US" altLang="zh-CN" sz="1200" kern="100" baseline="0" dirty="0" smtClean="0">
                          <a:latin typeface="Times New Roman"/>
                          <a:ea typeface="宋体"/>
                        </a:rPr>
                        <a:t> availability sign</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1: Available</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0:</a:t>
                      </a:r>
                      <a:r>
                        <a:rPr lang="en-US" altLang="zh-CN" sz="1200" kern="100" baseline="0" dirty="0" smtClean="0">
                          <a:latin typeface="Times New Roman"/>
                          <a:ea typeface="宋体"/>
                        </a:rPr>
                        <a:t> Unavailable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TMYA027</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GPS positioning or orbit determination</a:t>
                      </a:r>
                      <a:r>
                        <a:rPr lang="en-US" altLang="zh-CN" sz="1200" kern="100" baseline="0" dirty="0" smtClean="0">
                          <a:latin typeface="Times New Roman"/>
                          <a:ea typeface="宋体"/>
                        </a:rPr>
                        <a:t> data</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101b: Absolute </a:t>
                      </a:r>
                      <a:r>
                        <a:rPr lang="en-US" altLang="zh-CN" sz="1200" kern="100" dirty="0" smtClean="0">
                          <a:solidFill>
                            <a:schemeClr val="tx1"/>
                          </a:solidFill>
                          <a:latin typeface="Times New Roman"/>
                          <a:ea typeface="+mn-ea"/>
                          <a:cs typeface="+mn-cs"/>
                        </a:rPr>
                        <a:t>positioning data</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011b: </a:t>
                      </a:r>
                      <a:r>
                        <a:rPr lang="en-US" altLang="zh-CN" sz="1200" kern="100" dirty="0" smtClean="0">
                          <a:solidFill>
                            <a:schemeClr val="tx1"/>
                          </a:solidFill>
                          <a:latin typeface="Times New Roman"/>
                          <a:ea typeface="+mn-ea"/>
                          <a:cs typeface="+mn-cs"/>
                        </a:rPr>
                        <a:t>O</a:t>
                      </a:r>
                      <a:r>
                        <a:rPr lang="en-US" altLang="zh-CN" sz="1200" kern="100" dirty="0" smtClean="0">
                          <a:latin typeface="Times New Roman"/>
                          <a:ea typeface="+mn-ea"/>
                        </a:rPr>
                        <a:t>rbit determination</a:t>
                      </a:r>
                      <a:r>
                        <a:rPr lang="en-US" altLang="zh-CN" sz="1200" kern="100" baseline="0" dirty="0" smtClean="0">
                          <a:latin typeface="Times New Roman"/>
                          <a:ea typeface="+mn-ea"/>
                        </a:rPr>
                        <a:t> data</a:t>
                      </a:r>
                      <a:endParaRPr lang="en-US" altLang="zh-CN" sz="1200" kern="100" dirty="0" smtClean="0">
                        <a:solidFill>
                          <a:schemeClr val="tx1"/>
                        </a:solidFill>
                        <a:latin typeface="Times New Roman"/>
                        <a:ea typeface="宋体"/>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110b: Orbit e</a:t>
                      </a:r>
                      <a:r>
                        <a:rPr lang="en-US" altLang="zh-CN" sz="1200" kern="100" dirty="0" smtClean="0">
                          <a:solidFill>
                            <a:schemeClr val="tx1"/>
                          </a:solidFill>
                          <a:effectLst/>
                          <a:latin typeface="Times New Roman" pitchFamily="18" charset="0"/>
                          <a:ea typeface="+mn-ea"/>
                          <a:cs typeface="Times New Roman" pitchFamily="18" charset="0"/>
                        </a:rPr>
                        <a:t>xtrapolating data</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DTS slowly changing telemetry</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28</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858180" cy="3052350"/>
        </p:xfrm>
        <a:graphic>
          <a:graphicData uri="http://schemas.openxmlformats.org/drawingml/2006/table">
            <a:tbl>
              <a:tblPr/>
              <a:tblGrid>
                <a:gridCol w="1071570"/>
                <a:gridCol w="2143140"/>
                <a:gridCol w="1143008"/>
                <a:gridCol w="714380"/>
                <a:gridCol w="2786082"/>
              </a:tblGrid>
              <a:tr h="420624">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650946">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TMYA028</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GPS</a:t>
                      </a:r>
                      <a:r>
                        <a:rPr lang="en-US" altLang="zh-CN" sz="1200" kern="100" baseline="0" dirty="0" smtClean="0">
                          <a:latin typeface="Times New Roman"/>
                          <a:ea typeface="宋体"/>
                        </a:rPr>
                        <a:t> data error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GPS</a:t>
                      </a:r>
                      <a:r>
                        <a:rPr lang="en-US" altLang="zh-CN" sz="1200" kern="100" baseline="0" dirty="0" smtClean="0">
                          <a:latin typeface="Times New Roman"/>
                          <a:ea typeface="+mn-ea"/>
                        </a:rPr>
                        <a:t> data error counter</a:t>
                      </a:r>
                      <a:r>
                        <a:rPr lang="zh-CN" altLang="en-US" sz="1200" kern="100" baseline="0" dirty="0" smtClean="0">
                          <a:latin typeface="Times New Roman"/>
                          <a:ea typeface="+mn-ea"/>
                        </a:rPr>
                        <a:t> </a:t>
                      </a:r>
                      <a:r>
                        <a:rPr lang="en-US" altLang="zh-CN" sz="1200" kern="100" baseline="0" dirty="0" smtClean="0">
                          <a:latin typeface="Times New Roman"/>
                          <a:ea typeface="+mn-ea"/>
                        </a:rPr>
                        <a:t>(0~15)</a:t>
                      </a:r>
                      <a:endParaRPr lang="zh-CN" altLang="zh-CN" sz="1200" kern="100" baseline="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TMYA029</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a:t>
                      </a:r>
                      <a:r>
                        <a:rPr lang="en-US" altLang="zh-CN" sz="1200" kern="100" baseline="0" dirty="0" smtClean="0">
                          <a:latin typeface="Times New Roman"/>
                          <a:ea typeface="+mn-ea"/>
                        </a:rPr>
                        <a:t> replaying pointer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Replaying position of SSM (0~16383)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TMYA030</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Number of SSM</a:t>
                      </a:r>
                      <a:r>
                        <a:rPr lang="en-US" altLang="zh-CN" sz="1200" kern="100" baseline="0" dirty="0" smtClean="0">
                          <a:latin typeface="Times New Roman"/>
                          <a:ea typeface="+mn-ea"/>
                        </a:rPr>
                        <a:t> effective block</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Number of SSM</a:t>
                      </a:r>
                      <a:r>
                        <a:rPr lang="en-US" altLang="zh-CN" sz="1200" kern="100" baseline="0" dirty="0" smtClean="0">
                          <a:latin typeface="Times New Roman"/>
                          <a:ea typeface="+mn-ea"/>
                        </a:rPr>
                        <a:t> effective block</a:t>
                      </a:r>
                      <a:endParaRPr lang="zh-CN" altLang="en-US" sz="1200" kern="100" dirty="0" smtClean="0">
                        <a:latin typeface="Times New Roman"/>
                        <a:ea typeface="+mn-ea"/>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(0~16383)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TMYA031</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baseline="0" dirty="0" smtClean="0">
                          <a:latin typeface="Times New Roman"/>
                          <a:ea typeface="宋体"/>
                        </a:rPr>
                        <a:t>Center angle of antenna</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0.1°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latin typeface="Times New Roman"/>
                          <a:ea typeface="+mn-ea"/>
                        </a:rPr>
                        <a:t>center angle of antenna (</a:t>
                      </a:r>
                      <a:r>
                        <a:rPr lang="en-US" altLang="zh-CN" sz="1200" kern="100" dirty="0" smtClean="0">
                          <a:latin typeface="Times New Roman"/>
                          <a:ea typeface="+mn-ea"/>
                        </a:rPr>
                        <a:t>0~360°)</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TMYA032</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Azimuth </a:t>
                      </a:r>
                      <a:r>
                        <a:rPr lang="en-US" altLang="zh-CN" sz="1200" kern="100" baseline="0" dirty="0" smtClean="0">
                          <a:latin typeface="Times New Roman"/>
                          <a:ea typeface="+mn-ea"/>
                        </a:rPr>
                        <a:t>angle </a:t>
                      </a:r>
                      <a:r>
                        <a:rPr lang="en-US" altLang="zh-CN" sz="1200" kern="100" dirty="0" smtClean="0">
                          <a:latin typeface="Times New Roman"/>
                          <a:ea typeface="宋体"/>
                        </a:rPr>
                        <a:t>of</a:t>
                      </a:r>
                      <a:r>
                        <a:rPr lang="en-US" altLang="zh-CN" sz="1200" kern="100" baseline="0" dirty="0" smtClean="0">
                          <a:latin typeface="Times New Roman"/>
                          <a:ea typeface="宋体"/>
                        </a:rPr>
                        <a:t> antenna</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0.1°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Azimuth </a:t>
                      </a:r>
                      <a:r>
                        <a:rPr lang="en-US" altLang="zh-CN" sz="1200" kern="100" baseline="0" dirty="0" smtClean="0">
                          <a:latin typeface="Times New Roman"/>
                          <a:ea typeface="+mn-ea"/>
                        </a:rPr>
                        <a:t>angle </a:t>
                      </a:r>
                      <a:r>
                        <a:rPr lang="en-US" altLang="zh-CN" sz="1200" kern="100" dirty="0" smtClean="0">
                          <a:latin typeface="Times New Roman"/>
                          <a:ea typeface="+mn-ea"/>
                        </a:rPr>
                        <a:t>of</a:t>
                      </a:r>
                      <a:r>
                        <a:rPr lang="en-US" altLang="zh-CN" sz="1200" kern="100" baseline="0" dirty="0" smtClean="0">
                          <a:latin typeface="Times New Roman"/>
                          <a:ea typeface="+mn-ea"/>
                        </a:rPr>
                        <a:t> antenna (</a:t>
                      </a:r>
                      <a:r>
                        <a:rPr lang="en-US" altLang="zh-CN" sz="1200" kern="100" dirty="0" smtClean="0">
                          <a:latin typeface="Times New Roman"/>
                          <a:ea typeface="+mn-ea"/>
                        </a:rPr>
                        <a:t>0~360°)</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DTS slowly changing telemetry</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29</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858180" cy="3105795"/>
        </p:xfrm>
        <a:graphic>
          <a:graphicData uri="http://schemas.openxmlformats.org/drawingml/2006/table">
            <a:tbl>
              <a:tblPr/>
              <a:tblGrid>
                <a:gridCol w="1071570"/>
                <a:gridCol w="2143140"/>
                <a:gridCol w="1000132"/>
                <a:gridCol w="571504"/>
                <a:gridCol w="3071834"/>
              </a:tblGrid>
              <a:tr h="420624">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650946">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TMYA033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Counter</a:t>
                      </a:r>
                      <a:r>
                        <a:rPr lang="en-US" altLang="zh-CN" sz="1200" kern="100" baseline="0" dirty="0" smtClean="0">
                          <a:latin typeface="Times New Roman"/>
                          <a:ea typeface="宋体"/>
                        </a:rPr>
                        <a:t> of receiving telecommand </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0~255</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TMYA034</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Counter</a:t>
                      </a:r>
                      <a:r>
                        <a:rPr lang="en-US" altLang="zh-CN" sz="1200" kern="100" baseline="0" dirty="0" smtClean="0">
                          <a:latin typeface="Times New Roman"/>
                          <a:ea typeface="宋体"/>
                        </a:rPr>
                        <a:t> of  executing telecommand </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0~255</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TMYA035</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Time synchronization state of antenna</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BL</a:t>
                      </a:r>
                      <a:endParaRPr lang="zh-CN" altLang="en-US" sz="1200" kern="10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0: Failure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1: Success</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TMYA036</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Injecting pack state of antenna</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0: Failure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1: Success</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8640">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TMYA037</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solidFill>
                            <a:schemeClr val="tx1"/>
                          </a:solidFill>
                          <a:latin typeface="Times New Roman"/>
                          <a:ea typeface="+mn-ea"/>
                          <a:cs typeface="+mn-cs"/>
                        </a:rPr>
                        <a:t>Antenna working mode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01:</a:t>
                      </a:r>
                      <a:r>
                        <a:rPr lang="en-US" altLang="zh-CN" sz="1200" kern="100" baseline="0" dirty="0" smtClean="0">
                          <a:solidFill>
                            <a:schemeClr val="tx1"/>
                          </a:solidFill>
                          <a:latin typeface="Times New Roman"/>
                          <a:ea typeface="+mn-ea"/>
                          <a:cs typeface="+mn-cs"/>
                        </a:rPr>
                        <a:t> Independent c</a:t>
                      </a:r>
                      <a:r>
                        <a:rPr lang="en-US" altLang="zh-CN" sz="1200" kern="100" dirty="0" smtClean="0">
                          <a:latin typeface="Times New Roman"/>
                          <a:ea typeface="+mn-ea"/>
                        </a:rPr>
                        <a:t>alculation mode</a:t>
                      </a:r>
                      <a:r>
                        <a:rPr lang="en-US" altLang="zh-CN" sz="1200" kern="100" baseline="0" dirty="0" smtClean="0">
                          <a:latin typeface="Times New Roman"/>
                          <a:ea typeface="+mn-ea"/>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00: Idle mode</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10:</a:t>
                      </a:r>
                      <a:r>
                        <a:rPr lang="en-US" altLang="zh-CN" sz="1200" kern="100" baseline="0" dirty="0" smtClean="0">
                          <a:solidFill>
                            <a:schemeClr val="tx1"/>
                          </a:solidFill>
                          <a:latin typeface="Times New Roman"/>
                          <a:ea typeface="+mn-ea"/>
                          <a:cs typeface="+mn-cs"/>
                        </a:rPr>
                        <a:t> I</a:t>
                      </a:r>
                      <a:r>
                        <a:rPr lang="en-US" altLang="zh-CN" sz="1200" kern="100" dirty="0" smtClean="0">
                          <a:latin typeface="Times New Roman"/>
                          <a:ea typeface="+mn-ea"/>
                        </a:rPr>
                        <a:t>njection Pointing mode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DTS slowly changing telemetry</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30</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858180" cy="2142534"/>
        </p:xfrm>
        <a:graphic>
          <a:graphicData uri="http://schemas.openxmlformats.org/drawingml/2006/table">
            <a:tbl>
              <a:tblPr/>
              <a:tblGrid>
                <a:gridCol w="1071570"/>
                <a:gridCol w="2143140"/>
                <a:gridCol w="1143008"/>
                <a:gridCol w="714380"/>
                <a:gridCol w="2786082"/>
              </a:tblGrid>
              <a:tr h="420624">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731520">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TMYA038</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Ground</a:t>
                      </a:r>
                      <a:r>
                        <a:rPr lang="en-US" altLang="zh-CN" sz="1200" kern="100" baseline="0" dirty="0" smtClean="0">
                          <a:latin typeface="Times New Roman"/>
                          <a:ea typeface="宋体"/>
                        </a:rPr>
                        <a:t> station marker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0001b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1</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0010b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2</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0011b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3</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0100b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4</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0101b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5</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0110b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6</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0111b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7</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1000b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8</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TMYA039</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Antenna</a:t>
                      </a:r>
                      <a:r>
                        <a:rPr lang="en-US" altLang="zh-CN" sz="1200" kern="100" baseline="0" dirty="0" smtClean="0">
                          <a:latin typeface="Times New Roman"/>
                          <a:ea typeface="宋体"/>
                        </a:rPr>
                        <a:t> inner time </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s</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Lower 4 bits of inner second </a:t>
                      </a:r>
                      <a:r>
                        <a:rPr lang="en-US" altLang="zh-CN" sz="1200" kern="100" baseline="0" dirty="0" smtClean="0">
                          <a:solidFill>
                            <a:schemeClr val="tx1"/>
                          </a:solidFill>
                          <a:latin typeface="Times New Roman"/>
                          <a:ea typeface="+mn-ea"/>
                          <a:cs typeface="+mn-cs"/>
                        </a:rPr>
                        <a:t>(0~15)</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TMYA040</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Injecting pack serial number of a</a:t>
                      </a:r>
                      <a:r>
                        <a:rPr lang="en-US" altLang="zh-CN" sz="1200" kern="100" dirty="0" smtClean="0">
                          <a:solidFill>
                            <a:schemeClr val="tx1"/>
                          </a:solidFill>
                          <a:latin typeface="Times New Roman"/>
                          <a:ea typeface="+mn-ea"/>
                          <a:cs typeface="+mn-cs"/>
                        </a:rPr>
                        <a:t>ntenna</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Lower 4 bits of injecting pack serial number (0~15)</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nvPr>
        </p:nvGraphicFramePr>
        <p:xfrm>
          <a:off x="457200" y="1017985"/>
          <a:ext cx="8229600" cy="357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31</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4 Sequence of operation</a:t>
            </a:r>
            <a:endParaRPr lang="zh-CN" altLang="en-US" dirty="0"/>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32</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nvGraphicFramePr>
        <p:xfrm>
          <a:off x="340826" y="548636"/>
          <a:ext cx="8404167" cy="21862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图示 7"/>
          <p:cNvGraphicFramePr/>
          <p:nvPr/>
        </p:nvGraphicFramePr>
        <p:xfrm>
          <a:off x="285721" y="1768073"/>
          <a:ext cx="8404167" cy="218624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图示 8"/>
          <p:cNvGraphicFramePr/>
          <p:nvPr/>
        </p:nvGraphicFramePr>
        <p:xfrm>
          <a:off x="285721" y="3010849"/>
          <a:ext cx="8404167" cy="218624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altLang="zh-CN" dirty="0" smtClean="0"/>
              <a:t>4 Sequence of operation</a:t>
            </a:r>
            <a:endParaRPr lang="zh-CN" altLang="en-US" dirty="0"/>
          </a:p>
        </p:txBody>
      </p:sp>
      <p:sp>
        <p:nvSpPr>
          <p:cNvPr id="3" name="内容占位符 2"/>
          <p:cNvSpPr>
            <a:spLocks noGrp="1"/>
          </p:cNvSpPr>
          <p:nvPr>
            <p:ph idx="1"/>
          </p:nvPr>
        </p:nvSpPr>
        <p:spPr/>
        <p:txBody>
          <a:bodyPr>
            <a:normAutofit fontScale="92500" lnSpcReduction="20000"/>
          </a:bodyPr>
          <a:lstStyle/>
          <a:p>
            <a:pPr marL="514350" indent="-514350">
              <a:buFont typeface="+mj-ea"/>
              <a:buAutoNum type="circleNumDbPlain"/>
            </a:pPr>
            <a:r>
              <a:rPr lang="en-US" altLang="zh-CN" dirty="0" smtClean="0"/>
              <a:t> Choosing SSM:</a:t>
            </a:r>
          </a:p>
          <a:p>
            <a:pPr>
              <a:buFont typeface="Wingdings" pitchFamily="2" charset="2"/>
              <a:buChar char="Ø"/>
            </a:pPr>
            <a:r>
              <a:rPr lang="en-US" altLang="zh-CN" sz="2800" b="0" dirty="0" smtClean="0"/>
              <a:t>Main SSM</a:t>
            </a:r>
          </a:p>
          <a:p>
            <a:pPr>
              <a:buFont typeface="Wingdings" pitchFamily="2" charset="2"/>
              <a:buChar char="Ø"/>
            </a:pPr>
            <a:r>
              <a:rPr lang="en-US" altLang="zh-CN" sz="2800" b="0" dirty="0" smtClean="0"/>
              <a:t>Standby SSM</a:t>
            </a:r>
          </a:p>
          <a:p>
            <a:pPr marL="514350" indent="-514350">
              <a:buFont typeface="+mj-ea"/>
              <a:buAutoNum type="circleNumDbPlain" startAt="2"/>
            </a:pPr>
            <a:r>
              <a:rPr lang="en-US" altLang="zh-CN" dirty="0" smtClean="0"/>
              <a:t> Choosing compression manner:</a:t>
            </a:r>
          </a:p>
          <a:p>
            <a:pPr>
              <a:buFont typeface="Wingdings" pitchFamily="2" charset="2"/>
              <a:buChar char="Ø"/>
            </a:pPr>
            <a:r>
              <a:rPr lang="en-US" altLang="zh-CN" sz="2800" b="0" dirty="0" smtClean="0"/>
              <a:t>Lossless compression</a:t>
            </a:r>
          </a:p>
          <a:p>
            <a:pPr>
              <a:buFont typeface="Wingdings" pitchFamily="2" charset="2"/>
              <a:buChar char="Ø"/>
            </a:pPr>
            <a:r>
              <a:rPr lang="en-US" altLang="zh-CN" sz="2800" b="0" dirty="0" smtClean="0"/>
              <a:t>2:1 compression</a:t>
            </a:r>
          </a:p>
          <a:p>
            <a:pPr>
              <a:buFont typeface="Wingdings" pitchFamily="2" charset="2"/>
              <a:buChar char="Ø"/>
            </a:pPr>
            <a:endParaRPr lang="en-US" altLang="zh-CN" dirty="0" smtClean="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33</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altLang="zh-CN" dirty="0" smtClean="0"/>
              <a:t>4 Sequence of operation</a:t>
            </a:r>
            <a:endParaRPr lang="zh-CN" altLang="en-US" dirty="0"/>
          </a:p>
        </p:txBody>
      </p:sp>
      <p:sp>
        <p:nvSpPr>
          <p:cNvPr id="3" name="内容占位符 2"/>
          <p:cNvSpPr>
            <a:spLocks noGrp="1"/>
          </p:cNvSpPr>
          <p:nvPr>
            <p:ph idx="1"/>
          </p:nvPr>
        </p:nvSpPr>
        <p:spPr/>
        <p:txBody>
          <a:bodyPr>
            <a:normAutofit fontScale="92500" lnSpcReduction="10000"/>
          </a:bodyPr>
          <a:lstStyle/>
          <a:p>
            <a:pPr marL="514350" lvl="0" indent="-514350">
              <a:buFont typeface="+mj-ea"/>
              <a:buAutoNum type="circleNumDbPlain" startAt="3"/>
            </a:pPr>
            <a:r>
              <a:rPr lang="en-US" altLang="zh-CN" dirty="0" smtClean="0"/>
              <a:t> Setting of recording manner:</a:t>
            </a:r>
          </a:p>
          <a:p>
            <a:pPr>
              <a:buFont typeface="Wingdings" pitchFamily="2" charset="2"/>
              <a:buChar char="Ø"/>
            </a:pPr>
            <a:r>
              <a:rPr lang="en-US" altLang="zh-CN" sz="2800" b="0" dirty="0" smtClean="0"/>
              <a:t>Recording by sequence</a:t>
            </a:r>
          </a:p>
          <a:p>
            <a:pPr>
              <a:buFont typeface="Wingdings" pitchFamily="2" charset="2"/>
              <a:buChar char="Ø"/>
            </a:pPr>
            <a:r>
              <a:rPr lang="en-US" altLang="zh-CN" sz="2800" b="0" dirty="0" smtClean="0"/>
              <a:t>Recording by address</a:t>
            </a:r>
          </a:p>
          <a:p>
            <a:pPr marL="514350" lvl="0" indent="-514350">
              <a:buFont typeface="+mj-ea"/>
              <a:buAutoNum type="circleNumDbPlain" startAt="4"/>
            </a:pPr>
            <a:r>
              <a:rPr lang="en-US" altLang="zh-CN" sz="2800" dirty="0" smtClean="0"/>
              <a:t> Setting of replaying manner:</a:t>
            </a:r>
          </a:p>
          <a:p>
            <a:pPr>
              <a:buFont typeface="Wingdings" pitchFamily="2" charset="2"/>
              <a:buChar char="Ø"/>
            </a:pPr>
            <a:r>
              <a:rPr lang="en-US" altLang="zh-CN" sz="2800" b="0" dirty="0" smtClean="0"/>
              <a:t>Replaying by sequence</a:t>
            </a:r>
          </a:p>
          <a:p>
            <a:pPr>
              <a:buFont typeface="Wingdings" pitchFamily="2" charset="2"/>
              <a:buChar char="Ø"/>
            </a:pPr>
            <a:r>
              <a:rPr lang="en-US" altLang="zh-CN" sz="2800" b="0" dirty="0" smtClean="0"/>
              <a:t>Replaying by address</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34</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altLang="zh-CN" dirty="0" smtClean="0"/>
              <a:t>4 Sequence of operation</a:t>
            </a:r>
            <a:endParaRPr lang="zh-CN" altLang="en-US" dirty="0"/>
          </a:p>
        </p:txBody>
      </p:sp>
      <p:sp>
        <p:nvSpPr>
          <p:cNvPr id="3" name="内容占位符 2"/>
          <p:cNvSpPr>
            <a:spLocks noGrp="1"/>
          </p:cNvSpPr>
          <p:nvPr>
            <p:ph idx="1"/>
          </p:nvPr>
        </p:nvSpPr>
        <p:spPr/>
        <p:txBody>
          <a:bodyPr>
            <a:normAutofit/>
          </a:bodyPr>
          <a:lstStyle/>
          <a:p>
            <a:pPr marL="514350" lvl="0" indent="-514350">
              <a:lnSpc>
                <a:spcPct val="200000"/>
              </a:lnSpc>
              <a:buFont typeface="+mj-ea"/>
              <a:buAutoNum type="circleNumDbPlain" startAt="5"/>
            </a:pPr>
            <a:r>
              <a:rPr lang="en-US" altLang="zh-CN" sz="2800" dirty="0" smtClean="0"/>
              <a:t>Setting of antenna pointing manner:</a:t>
            </a:r>
          </a:p>
          <a:p>
            <a:pPr>
              <a:lnSpc>
                <a:spcPct val="200000"/>
              </a:lnSpc>
              <a:buFont typeface="Wingdings" pitchFamily="2" charset="2"/>
              <a:buChar char="Ø"/>
            </a:pPr>
            <a:r>
              <a:rPr lang="en-US" altLang="zh-CN" sz="2800" b="0" dirty="0" smtClean="0"/>
              <a:t>Independent calculation mode </a:t>
            </a:r>
          </a:p>
          <a:p>
            <a:pPr>
              <a:lnSpc>
                <a:spcPct val="200000"/>
              </a:lnSpc>
              <a:buFont typeface="Wingdings" pitchFamily="2" charset="2"/>
              <a:buChar char="Ø"/>
            </a:pPr>
            <a:r>
              <a:rPr lang="en-US" altLang="zh-CN" sz="2800" b="0" dirty="0" smtClean="0"/>
              <a:t>Injection Pointing mode</a:t>
            </a:r>
          </a:p>
          <a:p>
            <a:pPr>
              <a:lnSpc>
                <a:spcPct val="200000"/>
              </a:lnSpc>
              <a:buFont typeface="Wingdings" pitchFamily="2" charset="2"/>
              <a:buChar char="Ø"/>
            </a:pPr>
            <a:r>
              <a:rPr lang="en-US" altLang="zh-CN" sz="2800" b="0" dirty="0" smtClean="0"/>
              <a:t>Idle mode</a:t>
            </a:r>
          </a:p>
          <a:p>
            <a:pPr>
              <a:buNone/>
            </a:pPr>
            <a:endParaRPr lang="en-US" altLang="zh-CN" sz="2800" b="0" dirty="0" smtClean="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35</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34529"/>
            <a:ext cx="9144000" cy="722710"/>
          </a:xfrm>
        </p:spPr>
        <p:txBody>
          <a:bodyPr rtlCol="0">
            <a:normAutofit/>
          </a:bodyPr>
          <a:lstStyle/>
          <a:p>
            <a:pPr>
              <a:defRPr/>
            </a:pPr>
            <a:r>
              <a:rPr lang="en-US" altLang="zh-CN" dirty="0" smtClean="0"/>
              <a:t>4 Sequence of operation</a:t>
            </a:r>
            <a:endParaRPr lang="en-US" altLang="zh-CN" dirty="0"/>
          </a:p>
        </p:txBody>
      </p:sp>
      <p:graphicFrame>
        <p:nvGraphicFramePr>
          <p:cNvPr id="5" name="表格 4"/>
          <p:cNvGraphicFramePr>
            <a:graphicFrameLocks noGrp="1"/>
          </p:cNvGraphicFramePr>
          <p:nvPr/>
        </p:nvGraphicFramePr>
        <p:xfrm>
          <a:off x="490540" y="964396"/>
          <a:ext cx="8224864" cy="3797019"/>
        </p:xfrm>
        <a:graphic>
          <a:graphicData uri="http://schemas.openxmlformats.org/drawingml/2006/table">
            <a:tbl>
              <a:tblPr/>
              <a:tblGrid>
                <a:gridCol w="800367"/>
                <a:gridCol w="2523279"/>
                <a:gridCol w="1778724"/>
                <a:gridCol w="1559923"/>
                <a:gridCol w="1562571"/>
              </a:tblGrid>
              <a:tr h="502718">
                <a:tc>
                  <a:txBody>
                    <a:bodyPr/>
                    <a:lstStyle/>
                    <a:p>
                      <a:pPr marL="0" marR="0" lvl="0" indent="0" algn="ctr" defTabSz="685800" rtl="0" eaLnBrk="1" fontAlgn="ctr" latinLnBrk="0" hangingPunct="1">
                        <a:lnSpc>
                          <a:spcPct val="100000"/>
                        </a:lnSpc>
                        <a:spcBef>
                          <a:spcPct val="0"/>
                        </a:spcBef>
                        <a:spcAft>
                          <a:spcPct val="0"/>
                        </a:spcAft>
                        <a:buClrTx/>
                        <a:buSzTx/>
                        <a:buFontTx/>
                        <a:buNone/>
                        <a:tabLst/>
                      </a:pPr>
                      <a:r>
                        <a:rPr kumimoji="0" lang="zh-CN" altLang="zh-CN" sz="1200" b="1" i="0" u="none" strike="noStrike" cap="none" normalizeH="0" baseline="0" dirty="0" smtClean="0">
                          <a:ln>
                            <a:noFill/>
                          </a:ln>
                          <a:solidFill>
                            <a:srgbClr val="FFFFFF"/>
                          </a:solidFill>
                          <a:effectLst/>
                          <a:latin typeface="Calibri" pitchFamily="34" charset="0"/>
                          <a:ea typeface="宋体" pitchFamily="2" charset="-122"/>
                        </a:rPr>
                        <a:t>No.</a:t>
                      </a: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p>
                      <a:pPr marL="0" marR="0" lvl="0" indent="0" algn="ctr" defTabSz="685800" rtl="0" eaLnBrk="1" fontAlgn="ctr" latinLnBrk="0" hangingPunct="1">
                        <a:lnSpc>
                          <a:spcPct val="100000"/>
                        </a:lnSpc>
                        <a:spcBef>
                          <a:spcPct val="0"/>
                        </a:spcBef>
                        <a:spcAft>
                          <a:spcPct val="0"/>
                        </a:spcAft>
                        <a:buClrTx/>
                        <a:buSzTx/>
                        <a:buFontTx/>
                        <a:buNone/>
                        <a:tabLst/>
                      </a:pPr>
                      <a:r>
                        <a:rPr kumimoji="0" lang="zh-CN" altLang="zh-CN" sz="1200" b="1" i="0" u="none" strike="noStrike" cap="none" normalizeH="0" baseline="0" dirty="0" smtClean="0">
                          <a:ln>
                            <a:noFill/>
                          </a:ln>
                          <a:solidFill>
                            <a:srgbClr val="FFFFFF"/>
                          </a:solidFill>
                          <a:effectLst/>
                          <a:latin typeface="Calibri" pitchFamily="34" charset="0"/>
                          <a:ea typeface="宋体" pitchFamily="2" charset="-122"/>
                        </a:rPr>
                        <a:t>Item</a:t>
                      </a: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FFFFFF"/>
                          </a:solidFill>
                          <a:effectLst/>
                          <a:latin typeface="Calibri" pitchFamily="34" charset="0"/>
                          <a:ea typeface="宋体" pitchFamily="2" charset="-122"/>
                        </a:rPr>
                        <a:t>Real Time</a:t>
                      </a:r>
                      <a:endParaRPr kumimoji="0" lang="zh-CN" altLang="en-US" sz="1200" b="1" i="0" u="none" strike="noStrike" cap="none" normalizeH="0" baseline="0" dirty="0" smtClean="0">
                        <a:ln>
                          <a:noFill/>
                        </a:ln>
                        <a:solidFill>
                          <a:srgbClr val="FFFFFF"/>
                        </a:solidFill>
                        <a:effectLst/>
                        <a:latin typeface="Calibri" pitchFamily="34" charset="0"/>
                        <a:ea typeface="宋体" pitchFamily="2" charset="-122"/>
                      </a:endParaRPr>
                    </a:p>
                  </a:txBody>
                  <a:tcPr marL="91443" marR="91443" marT="45698" marB="4569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FFFFFF"/>
                          </a:solidFill>
                          <a:effectLst/>
                          <a:latin typeface="Calibri" pitchFamily="34" charset="0"/>
                          <a:ea typeface="宋体" pitchFamily="2" charset="-122"/>
                        </a:rPr>
                        <a:t>Record</a:t>
                      </a:r>
                      <a:endParaRPr kumimoji="0" lang="zh-CN" altLang="en-US" sz="1200" b="1" i="0" u="none" strike="noStrike" cap="none" normalizeH="0" baseline="0" dirty="0" smtClean="0">
                        <a:ln>
                          <a:noFill/>
                        </a:ln>
                        <a:solidFill>
                          <a:srgbClr val="FFFFFF"/>
                        </a:solidFill>
                        <a:effectLst/>
                        <a:latin typeface="Calibri" pitchFamily="34" charset="0"/>
                        <a:ea typeface="宋体" pitchFamily="2" charset="-122"/>
                      </a:endParaRPr>
                    </a:p>
                  </a:txBody>
                  <a:tcPr marL="91443" marR="91443" marT="45698" marB="4569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FFFFFF"/>
                          </a:solidFill>
                          <a:effectLst/>
                          <a:latin typeface="Calibri" pitchFamily="34" charset="0"/>
                          <a:ea typeface="宋体" pitchFamily="2" charset="-122"/>
                        </a:rPr>
                        <a:t>Replay</a:t>
                      </a:r>
                      <a:endParaRPr kumimoji="0" lang="zh-CN" altLang="en-US" sz="1200" b="1" i="0" u="none" strike="noStrike" cap="none" normalizeH="0" baseline="0" dirty="0" smtClean="0">
                        <a:ln>
                          <a:noFill/>
                        </a:ln>
                        <a:solidFill>
                          <a:srgbClr val="FFFFFF"/>
                        </a:solidFill>
                        <a:effectLst/>
                        <a:latin typeface="Calibri" pitchFamily="34" charset="0"/>
                        <a:ea typeface="宋体" pitchFamily="2" charset="-122"/>
                      </a:endParaRPr>
                    </a:p>
                  </a:txBody>
                  <a:tcPr marL="91443" marR="91443" marT="45698" marB="4569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r>
              <a:tr h="373159">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1 </a:t>
                      </a:r>
                      <a:endParaRPr kumimoji="0" lang="zh-CN" altLang="zh-CN" sz="1200" b="0" i="0" u="none" strike="noStrike" cap="none" normalizeH="0" baseline="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rPr>
                        <a:t>Power on </a:t>
                      </a: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Integrated transmission machine</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r>
              <a:tr h="360333">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2</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lvl="0" algn="ctr"/>
                      <a:r>
                        <a:rPr lang="en-US" altLang="zh-CN" sz="1200" dirty="0" smtClean="0"/>
                        <a:t>Choosing SSM</a:t>
                      </a:r>
                      <a:endParaRPr lang="zh-CN" altLang="en-US" sz="1200" dirty="0"/>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r>
              <a:tr h="373159">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rPr>
                        <a:t>3</a:t>
                      </a: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b="0" dirty="0" smtClean="0">
                          <a:latin typeface="Calibri" pitchFamily="34" charset="0"/>
                        </a:rPr>
                        <a:t>Choosing of compression manner</a:t>
                      </a:r>
                      <a:r>
                        <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rPr>
                        <a:t> </a:t>
                      </a: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r>
              <a:tr h="360333">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4</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dirty="0" smtClean="0"/>
                        <a:t>Setting of recording manner</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r>
              <a:tr h="360333">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5</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b="0" dirty="0" smtClean="0">
                          <a:latin typeface="Calibri" pitchFamily="34" charset="0"/>
                        </a:rPr>
                        <a:t>Power on </a:t>
                      </a:r>
                      <a:r>
                        <a:rPr lang="en-US" altLang="zh-CN" sz="1200" b="0" dirty="0" smtClean="0"/>
                        <a:t>RF and antenna</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r>
              <a:tr h="373159">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6</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dirty="0" smtClean="0"/>
                        <a:t>Setting of antenna pointing mode</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r>
              <a:tr h="360333">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7</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dirty="0" smtClean="0"/>
                        <a:t>Setting of replaying manner</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r>
              <a:tr h="360333">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8</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b="0" dirty="0" smtClean="0">
                          <a:latin typeface="Calibri" pitchFamily="34" charset="0"/>
                        </a:rPr>
                        <a:t>Power off </a:t>
                      </a:r>
                      <a:r>
                        <a:rPr lang="en-US" altLang="zh-CN" sz="1200" b="0" dirty="0" smtClean="0"/>
                        <a:t>RF and antenna</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r>
              <a:tr h="373159">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9</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b="0" dirty="0" smtClean="0">
                          <a:latin typeface="Calibri" pitchFamily="34" charset="0"/>
                        </a:rPr>
                        <a:t>Power off Integrated transmission machine</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r>
            </a:tbl>
          </a:graphicData>
        </a:graphic>
      </p:graphicFrame>
      <p:sp>
        <p:nvSpPr>
          <p:cNvPr id="67653" name="灯片编号占位符 2"/>
          <p:cNvSpPr>
            <a:spLocks noGrp="1"/>
          </p:cNvSpPr>
          <p:nvPr>
            <p:ph type="sldNum" sz="quarter" idx="4294967295"/>
          </p:nvPr>
        </p:nvSpPr>
        <p:spPr bwMode="auto">
          <a:xfrm>
            <a:off x="7885114" y="4767263"/>
            <a:ext cx="801687"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400">
                <a:solidFill>
                  <a:schemeClr val="tx1"/>
                </a:solidFill>
                <a:latin typeface="Arial" pitchFamily="34" charset="0"/>
                <a:ea typeface="宋体" pitchFamily="2" charset="-122"/>
              </a:defRPr>
            </a:lvl1pPr>
            <a:lvl2pPr marL="742950" indent="-285750" eaLnBrk="0" hangingPunct="0">
              <a:defRPr sz="1400">
                <a:solidFill>
                  <a:schemeClr val="tx1"/>
                </a:solidFill>
                <a:latin typeface="Arial" pitchFamily="34" charset="0"/>
                <a:ea typeface="宋体" pitchFamily="2" charset="-122"/>
              </a:defRPr>
            </a:lvl2pPr>
            <a:lvl3pPr marL="1143000" indent="-228600" eaLnBrk="0" hangingPunct="0">
              <a:defRPr sz="1400">
                <a:solidFill>
                  <a:schemeClr val="tx1"/>
                </a:solidFill>
                <a:latin typeface="Arial" pitchFamily="34" charset="0"/>
                <a:ea typeface="宋体" pitchFamily="2" charset="-122"/>
              </a:defRPr>
            </a:lvl3pPr>
            <a:lvl4pPr marL="1600200" indent="-228600" eaLnBrk="0" hangingPunct="0">
              <a:defRPr sz="1400">
                <a:solidFill>
                  <a:schemeClr val="tx1"/>
                </a:solidFill>
                <a:latin typeface="Arial" pitchFamily="34" charset="0"/>
                <a:ea typeface="宋体" pitchFamily="2" charset="-122"/>
              </a:defRPr>
            </a:lvl4pPr>
            <a:lvl5pPr marL="2057400" indent="-228600" eaLnBrk="0" hangingPunct="0">
              <a:defRPr sz="1400">
                <a:solidFill>
                  <a:schemeClr val="tx1"/>
                </a:solidFill>
                <a:latin typeface="Arial" pitchFamily="34" charset="0"/>
                <a:ea typeface="宋体" pitchFamily="2" charset="-122"/>
              </a:defRPr>
            </a:lvl5pPr>
            <a:lvl6pPr marL="2514600" indent="-228600" defTabSz="685800" eaLnBrk="0" fontAlgn="base" hangingPunct="0">
              <a:spcBef>
                <a:spcPct val="0"/>
              </a:spcBef>
              <a:spcAft>
                <a:spcPct val="0"/>
              </a:spcAft>
              <a:defRPr sz="1400">
                <a:solidFill>
                  <a:schemeClr val="tx1"/>
                </a:solidFill>
                <a:latin typeface="Arial" pitchFamily="34" charset="0"/>
                <a:ea typeface="宋体" pitchFamily="2" charset="-122"/>
              </a:defRPr>
            </a:lvl6pPr>
            <a:lvl7pPr marL="2971800" indent="-228600" defTabSz="685800" eaLnBrk="0" fontAlgn="base" hangingPunct="0">
              <a:spcBef>
                <a:spcPct val="0"/>
              </a:spcBef>
              <a:spcAft>
                <a:spcPct val="0"/>
              </a:spcAft>
              <a:defRPr sz="1400">
                <a:solidFill>
                  <a:schemeClr val="tx1"/>
                </a:solidFill>
                <a:latin typeface="Arial" pitchFamily="34" charset="0"/>
                <a:ea typeface="宋体" pitchFamily="2" charset="-122"/>
              </a:defRPr>
            </a:lvl7pPr>
            <a:lvl8pPr marL="3429000" indent="-228600" defTabSz="685800" eaLnBrk="0" fontAlgn="base" hangingPunct="0">
              <a:spcBef>
                <a:spcPct val="0"/>
              </a:spcBef>
              <a:spcAft>
                <a:spcPct val="0"/>
              </a:spcAft>
              <a:defRPr sz="1400">
                <a:solidFill>
                  <a:schemeClr val="tx1"/>
                </a:solidFill>
                <a:latin typeface="Arial" pitchFamily="34" charset="0"/>
                <a:ea typeface="宋体" pitchFamily="2" charset="-122"/>
              </a:defRPr>
            </a:lvl8pPr>
            <a:lvl9pPr marL="3886200" indent="-228600" defTabSz="685800" eaLnBrk="0" fontAlgn="base" hangingPunct="0">
              <a:spcBef>
                <a:spcPct val="0"/>
              </a:spcBef>
              <a:spcAft>
                <a:spcPct val="0"/>
              </a:spcAft>
              <a:defRPr sz="1400">
                <a:solidFill>
                  <a:schemeClr val="tx1"/>
                </a:solidFill>
                <a:latin typeface="Arial" pitchFamily="34" charset="0"/>
                <a:ea typeface="宋体" pitchFamily="2" charset="-122"/>
              </a:defRPr>
            </a:lvl9pPr>
          </a:lstStyle>
          <a:p>
            <a:pPr eaLnBrk="1" hangingPunct="1"/>
            <a:r>
              <a:rPr lang="en-US" altLang="zh-CN" sz="1200" smtClean="0">
                <a:solidFill>
                  <a:srgbClr val="000000"/>
                </a:solidFill>
                <a:latin typeface="微软雅黑" pitchFamily="34" charset="-122"/>
                <a:ea typeface="微软雅黑" pitchFamily="34" charset="-122"/>
              </a:rPr>
              <a:t>PAGE</a:t>
            </a:r>
            <a:r>
              <a:rPr lang="zh-CN" altLang="en-US" sz="1200" smtClean="0">
                <a:solidFill>
                  <a:srgbClr val="000000"/>
                </a:solidFill>
                <a:ea typeface="微软雅黑" pitchFamily="34" charset="-122"/>
              </a:rPr>
              <a:t> </a:t>
            </a:r>
            <a:fld id="{E1259C20-33A5-449C-A98C-E19B3D092476}" type="slidenum">
              <a:rPr lang="zh-CN" altLang="en-US" sz="1200" smtClean="0">
                <a:solidFill>
                  <a:srgbClr val="000000"/>
                </a:solidFill>
                <a:ea typeface="微软雅黑" pitchFamily="34" charset="-122"/>
              </a:rPr>
              <a:pPr eaLnBrk="1" hangingPunct="1"/>
              <a:t>36</a:t>
            </a:fld>
            <a:r>
              <a:rPr lang="zh-CN" altLang="en-US" sz="1200" smtClean="0">
                <a:solidFill>
                  <a:srgbClr val="000000"/>
                </a:solidFill>
                <a:ea typeface="微软雅黑" pitchFamily="34" charset="-122"/>
              </a:rPr>
              <a:t> </a:t>
            </a:r>
            <a:endParaRPr lang="zh-CN" altLang="en-US" sz="1200" smtClean="0">
              <a:solidFill>
                <a:srgbClr val="000000"/>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nvPr>
        </p:nvGraphicFramePr>
        <p:xfrm>
          <a:off x="457200" y="1017985"/>
          <a:ext cx="8229600" cy="357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37</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77500" lnSpcReduction="20000"/>
          </a:bodyPr>
          <a:lstStyle/>
          <a:p>
            <a:pPr marL="514350" indent="-514350">
              <a:spcBef>
                <a:spcPts val="1200"/>
              </a:spcBef>
              <a:buFont typeface="+mj-ea"/>
              <a:buAutoNum type="circleNumDbPlain"/>
            </a:pPr>
            <a:r>
              <a:rPr lang="en-US" altLang="zh-CN" sz="2000" b="0" dirty="0" smtClean="0">
                <a:solidFill>
                  <a:schemeClr val="accent1">
                    <a:lumMod val="75000"/>
                  </a:schemeClr>
                </a:solidFill>
              </a:rPr>
              <a:t> The FPGA load time of integrated transmission machine is less than 15 seconds,  namely 15 seconds after the Integrated transmission machine is powered on, following is allowed.</a:t>
            </a:r>
          </a:p>
          <a:p>
            <a:pPr marL="514350" indent="-514350">
              <a:spcBef>
                <a:spcPts val="1200"/>
              </a:spcBef>
              <a:buFont typeface="+mj-ea"/>
              <a:buAutoNum type="circleNumDbPlain"/>
            </a:pPr>
            <a:r>
              <a:rPr lang="en-US" altLang="zh-CN" sz="2000" b="0" dirty="0" smtClean="0">
                <a:solidFill>
                  <a:schemeClr val="accent1">
                    <a:lumMod val="75000"/>
                  </a:schemeClr>
                </a:solidFill>
              </a:rPr>
              <a:t>The FPGA load time of phase-array antenna is less than 8 seconds, namely 8 seconds after the phase-array antenna is powered on, the antenna starts to work normally.</a:t>
            </a:r>
          </a:p>
          <a:p>
            <a:pPr marL="514350" indent="-514350">
              <a:spcBef>
                <a:spcPts val="1200"/>
              </a:spcBef>
              <a:buFont typeface="+mj-ea"/>
              <a:buAutoNum type="circleNumDbPlain"/>
            </a:pPr>
            <a:r>
              <a:rPr lang="en-US" altLang="zh-CN" sz="2000" b="0" dirty="0" smtClean="0">
                <a:solidFill>
                  <a:schemeClr val="accent1">
                    <a:lumMod val="75000"/>
                  </a:schemeClr>
                </a:solidFill>
              </a:rPr>
              <a:t>The erasing time of main/standby SSM is less than 4.5 minutes, and the self-test time of main/standby SSM is less than 6 minutes.</a:t>
            </a:r>
          </a:p>
          <a:p>
            <a:pPr marL="514350" indent="-514350">
              <a:spcBef>
                <a:spcPts val="1200"/>
              </a:spcBef>
              <a:buFont typeface="+mj-ea"/>
              <a:buAutoNum type="circleNumDbPlain"/>
            </a:pPr>
            <a:r>
              <a:rPr lang="en-US" altLang="zh-CN" sz="2000" b="0" dirty="0" smtClean="0">
                <a:solidFill>
                  <a:schemeClr val="accent1">
                    <a:lumMod val="75000"/>
                  </a:schemeClr>
                </a:solidFill>
              </a:rPr>
              <a:t>The SSM main/standby state is exclusive in the process of one working task.</a:t>
            </a:r>
          </a:p>
          <a:p>
            <a:pPr marL="514350" indent="-514350">
              <a:spcBef>
                <a:spcPts val="1200"/>
              </a:spcBef>
              <a:buFont typeface="+mj-ea"/>
              <a:buAutoNum type="circleNumDbPlain"/>
            </a:pPr>
            <a:endParaRPr lang="en-US" altLang="zh-CN" sz="2000" b="0" dirty="0" smtClean="0">
              <a:solidFill>
                <a:schemeClr val="accent1">
                  <a:lumMod val="75000"/>
                </a:schemeClr>
              </a:solidFill>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38</a:t>
            </a:fld>
            <a:r>
              <a:rPr lang="zh-CN" altLang="en-US" smtClean="0"/>
              <a:t> </a:t>
            </a:r>
            <a:endParaRPr lang="zh-CN" altLang="en-US" dirty="0">
              <a:latin typeface="微软雅黑" pitchFamily="34" charset="-122"/>
              <a:ea typeface="微软雅黑" pitchFamily="34" charset="-122"/>
            </a:endParaRPr>
          </a:p>
        </p:txBody>
      </p:sp>
      <p:sp>
        <p:nvSpPr>
          <p:cNvPr id="6" name="标题 5"/>
          <p:cNvSpPr>
            <a:spLocks noGrp="1"/>
          </p:cNvSpPr>
          <p:nvPr>
            <p:ph type="title"/>
          </p:nvPr>
        </p:nvSpPr>
        <p:spPr/>
        <p:txBody>
          <a:bodyPr/>
          <a:lstStyle/>
          <a:p>
            <a:r>
              <a:rPr lang="en-US" altLang="zh-CN" dirty="0" smtClean="0"/>
              <a:t>5 Important notice</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85000" lnSpcReduction="10000"/>
          </a:bodyPr>
          <a:lstStyle/>
          <a:p>
            <a:pPr marL="514350" indent="-514350">
              <a:spcBef>
                <a:spcPts val="1200"/>
              </a:spcBef>
              <a:buFont typeface="+mj-ea"/>
              <a:buAutoNum type="circleNumDbPlain" startAt="5"/>
            </a:pPr>
            <a:r>
              <a:rPr lang="en-US" altLang="zh-CN" sz="2000" b="0" dirty="0" smtClean="0">
                <a:solidFill>
                  <a:schemeClr val="accent1">
                    <a:lumMod val="75000"/>
                  </a:schemeClr>
                </a:solidFill>
              </a:rPr>
              <a:t>The compression state is exclusive in the process of one working task, namely lossless compression or 2:1 compression.</a:t>
            </a:r>
          </a:p>
          <a:p>
            <a:pPr marL="514350" indent="-514350">
              <a:spcBef>
                <a:spcPts val="1200"/>
              </a:spcBef>
              <a:buFont typeface="+mj-ea"/>
              <a:buAutoNum type="circleNumDbPlain" startAt="5"/>
            </a:pPr>
            <a:r>
              <a:rPr lang="en-US" altLang="zh-CN" sz="2000" b="0" dirty="0" smtClean="0">
                <a:solidFill>
                  <a:schemeClr val="accent1">
                    <a:lumMod val="75000"/>
                  </a:schemeClr>
                </a:solidFill>
              </a:rPr>
              <a:t>SSM pointer restoring command must be executed before recording or replaying operation, similarly SSM pointer saving command must be executed after recording or replaying operation.</a:t>
            </a:r>
          </a:p>
          <a:p>
            <a:pPr marL="514350" indent="-514350">
              <a:spcBef>
                <a:spcPts val="1200"/>
              </a:spcBef>
              <a:buFont typeface="+mj-ea"/>
              <a:buAutoNum type="circleNumDbPlain" startAt="5"/>
            </a:pPr>
            <a:r>
              <a:rPr lang="en-US" altLang="zh-CN" sz="2000" b="0" dirty="0" smtClean="0">
                <a:solidFill>
                  <a:schemeClr val="accent1">
                    <a:lumMod val="75000"/>
                  </a:schemeClr>
                </a:solidFill>
              </a:rPr>
              <a:t>When the SSM is recording by sequence, recording pointer is increasing from 0 to (16383-number of bad blocks). The SSM stop recording when the SSM is full.</a:t>
            </a:r>
          </a:p>
          <a:p>
            <a:pPr marL="514350" indent="-514350">
              <a:spcBef>
                <a:spcPts val="1200"/>
              </a:spcBef>
              <a:buFont typeface="+mj-ea"/>
              <a:buAutoNum type="circleNumDbPlain" startAt="5"/>
            </a:pPr>
            <a:endParaRPr lang="zh-CN" altLang="en-US" sz="2000" b="0" dirty="0" smtClean="0">
              <a:solidFill>
                <a:schemeClr val="accent1">
                  <a:lumMod val="75000"/>
                </a:schemeClr>
              </a:solidFill>
            </a:endParaRPr>
          </a:p>
          <a:p>
            <a:pPr marL="514350" indent="-514350">
              <a:spcBef>
                <a:spcPts val="1200"/>
              </a:spcBef>
              <a:buFont typeface="+mj-ea"/>
              <a:buAutoNum type="circleNumDbPlain" startAt="5"/>
            </a:pPr>
            <a:endParaRPr lang="en-US" altLang="zh-CN" sz="2000" b="0" dirty="0" smtClean="0">
              <a:solidFill>
                <a:schemeClr val="accent1">
                  <a:lumMod val="75000"/>
                </a:schemeClr>
              </a:solidFill>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39</a:t>
            </a:fld>
            <a:r>
              <a:rPr lang="zh-CN" altLang="en-US" smtClean="0"/>
              <a:t> </a:t>
            </a:r>
            <a:endParaRPr lang="zh-CN" altLang="en-US" dirty="0">
              <a:latin typeface="微软雅黑" pitchFamily="34" charset="-122"/>
              <a:ea typeface="微软雅黑" pitchFamily="34" charset="-122"/>
            </a:endParaRPr>
          </a:p>
        </p:txBody>
      </p:sp>
      <p:sp>
        <p:nvSpPr>
          <p:cNvPr id="6" name="标题 5"/>
          <p:cNvSpPr>
            <a:spLocks noGrp="1"/>
          </p:cNvSpPr>
          <p:nvPr>
            <p:ph type="title"/>
          </p:nvPr>
        </p:nvSpPr>
        <p:spPr/>
        <p:txBody>
          <a:bodyPr/>
          <a:lstStyle/>
          <a:p>
            <a:r>
              <a:rPr lang="en-US" altLang="zh-CN" dirty="0" smtClean="0"/>
              <a:t>5 Important notice</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2500"/>
          </a:bodyPr>
          <a:lstStyle/>
          <a:p>
            <a:pPr marL="514350" indent="-514350">
              <a:spcBef>
                <a:spcPts val="1200"/>
              </a:spcBef>
              <a:buFont typeface="+mj-ea"/>
              <a:buAutoNum type="circleNumDbPlain" startAt="8"/>
            </a:pPr>
            <a:r>
              <a:rPr lang="en-US" altLang="zh-CN" sz="1800" b="0" dirty="0" smtClean="0">
                <a:solidFill>
                  <a:schemeClr val="accent1">
                    <a:lumMod val="75000"/>
                  </a:schemeClr>
                </a:solidFill>
              </a:rPr>
              <a:t>When the SSM is replaying by sequence, replaying pointer is increasing from 0 to (16383-number of bad blocks). The SSM stop replaying when the SSM is already replayed over.</a:t>
            </a:r>
          </a:p>
          <a:p>
            <a:pPr marL="514350" indent="-514350">
              <a:spcBef>
                <a:spcPts val="1200"/>
              </a:spcBef>
              <a:buFont typeface="+mj-ea"/>
              <a:buAutoNum type="circleNumDbPlain" startAt="8"/>
            </a:pPr>
            <a:r>
              <a:rPr lang="en-US" altLang="zh-CN" sz="1800" b="0" dirty="0" smtClean="0">
                <a:solidFill>
                  <a:schemeClr val="accent1">
                    <a:lumMod val="75000"/>
                  </a:schemeClr>
                </a:solidFill>
              </a:rPr>
              <a:t>When the SSM is replaying by address, The SSM stop replaying when the replaying pointer arrives the </a:t>
            </a:r>
            <a:r>
              <a:rPr lang="en-US" altLang="zh-CN" sz="2000" b="0" dirty="0" smtClean="0">
                <a:solidFill>
                  <a:schemeClr val="accent1">
                    <a:lumMod val="75000"/>
                  </a:schemeClr>
                </a:solidFill>
              </a:rPr>
              <a:t>designated ending address by block2.</a:t>
            </a:r>
          </a:p>
          <a:p>
            <a:pPr marL="514350" indent="-514350">
              <a:spcBef>
                <a:spcPts val="1200"/>
              </a:spcBef>
              <a:buFont typeface="+mj-ea"/>
              <a:buAutoNum type="circleNumDbPlain" startAt="8"/>
            </a:pPr>
            <a:r>
              <a:rPr lang="en-US" altLang="zh-CN" sz="1800" b="0" dirty="0" smtClean="0">
                <a:solidFill>
                  <a:schemeClr val="accent1">
                    <a:lumMod val="75000"/>
                  </a:schemeClr>
                </a:solidFill>
              </a:rPr>
              <a:t>Before the phase-array antenna uses injection pointing mode, the angle pointing data block(block4) must be injected in idle mode, namely turning off the Independent calculation mode. </a:t>
            </a:r>
          </a:p>
          <a:p>
            <a:pPr marL="514350" indent="-514350">
              <a:spcBef>
                <a:spcPts val="1200"/>
              </a:spcBef>
              <a:buFont typeface="+mj-ea"/>
              <a:buAutoNum type="circleNumDbPlain" startAt="8"/>
            </a:pPr>
            <a:endParaRPr lang="en-US" altLang="zh-CN" sz="2000" b="0" dirty="0" smtClean="0">
              <a:solidFill>
                <a:schemeClr val="accent1">
                  <a:lumMod val="75000"/>
                </a:schemeClr>
              </a:solidFill>
            </a:endParaRPr>
          </a:p>
          <a:p>
            <a:pPr marL="514350" indent="-514350">
              <a:spcBef>
                <a:spcPts val="1200"/>
              </a:spcBef>
              <a:buFont typeface="+mj-ea"/>
              <a:buAutoNum type="circleNumDbPlain" startAt="8"/>
            </a:pPr>
            <a:endParaRPr lang="en-US" altLang="zh-CN" sz="2000" b="0" dirty="0" smtClean="0">
              <a:solidFill>
                <a:schemeClr val="accent1">
                  <a:lumMod val="75000"/>
                </a:schemeClr>
              </a:solidFill>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40</a:t>
            </a:fld>
            <a:r>
              <a:rPr lang="zh-CN" altLang="en-US" smtClean="0"/>
              <a:t> </a:t>
            </a:r>
            <a:endParaRPr lang="zh-CN" altLang="en-US" dirty="0">
              <a:latin typeface="微软雅黑" pitchFamily="34" charset="-122"/>
              <a:ea typeface="微软雅黑" pitchFamily="34" charset="-122"/>
            </a:endParaRPr>
          </a:p>
        </p:txBody>
      </p:sp>
      <p:sp>
        <p:nvSpPr>
          <p:cNvPr id="6" name="标题 5"/>
          <p:cNvSpPr>
            <a:spLocks noGrp="1"/>
          </p:cNvSpPr>
          <p:nvPr>
            <p:ph type="title"/>
          </p:nvPr>
        </p:nvSpPr>
        <p:spPr/>
        <p:txBody>
          <a:bodyPr/>
          <a:lstStyle/>
          <a:p>
            <a:r>
              <a:rPr lang="en-US" altLang="zh-CN" dirty="0" smtClean="0"/>
              <a:t>5 Important notice</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nvPr>
        </p:nvGraphicFramePr>
        <p:xfrm>
          <a:off x="457200" y="1017985"/>
          <a:ext cx="8229600" cy="357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41</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en-US" dirty="0" smtClean="0"/>
              <a:t>The Anomaly Operation </a:t>
            </a:r>
            <a:r>
              <a:rPr lang="en-US" altLang="zh-CN" dirty="0" smtClean="0"/>
              <a:t>in orbit</a:t>
            </a:r>
            <a:r>
              <a:rPr lang="zh-CN" altLang="en-US" dirty="0" smtClean="0"/>
              <a:t/>
            </a:r>
            <a:br>
              <a:rPr lang="zh-CN" altLang="en-US" dirty="0" smtClean="0"/>
            </a:b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42</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298772301"/>
              </p:ext>
            </p:extLst>
          </p:nvPr>
        </p:nvGraphicFramePr>
        <p:xfrm>
          <a:off x="285721" y="964395"/>
          <a:ext cx="8286807" cy="3750495"/>
        </p:xfrm>
        <a:graphic>
          <a:graphicData uri="http://schemas.openxmlformats.org/drawingml/2006/table">
            <a:tbl>
              <a:tblPr firstRow="1" firstCol="1" bandRow="1">
                <a:tableStyleId>{5C22544A-7EE6-4342-B048-85BDC9FD1C3A}</a:tableStyleId>
              </a:tblPr>
              <a:tblGrid>
                <a:gridCol w="450468"/>
                <a:gridCol w="1692672"/>
                <a:gridCol w="1428760"/>
                <a:gridCol w="1714512"/>
                <a:gridCol w="1785950"/>
                <a:gridCol w="1214445"/>
              </a:tblGrid>
              <a:tr h="533475">
                <a:tc>
                  <a:txBody>
                    <a:bodyPr/>
                    <a:lstStyle/>
                    <a:p>
                      <a:pPr algn="just">
                        <a:lnSpc>
                          <a:spcPct val="150000"/>
                        </a:lnSpc>
                        <a:spcAft>
                          <a:spcPts val="0"/>
                        </a:spcAft>
                      </a:pPr>
                      <a:r>
                        <a:rPr lang="en-US" sz="1200" kern="100" dirty="0" smtClean="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Mode</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Reason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Analysis</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Detection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Action</a:t>
                      </a:r>
                      <a:endParaRPr lang="zh-CN" sz="1200" kern="100" dirty="0">
                        <a:effectLst/>
                        <a:latin typeface="Times New Roman" pitchFamily="18" charset="0"/>
                        <a:ea typeface="宋体"/>
                        <a:cs typeface="Times New Roman" pitchFamily="18" charset="0"/>
                      </a:endParaRPr>
                    </a:p>
                  </a:txBody>
                  <a:tcPr marL="61722" marR="61722" marT="0" marB="0" anchor="ctr"/>
                </a:tc>
              </a:tr>
              <a:tr h="1440555">
                <a:tc>
                  <a:txBody>
                    <a:bodyPr/>
                    <a:lstStyle/>
                    <a:p>
                      <a:pPr marL="342900" lvl="0" indent="-342900" algn="just">
                        <a:lnSpc>
                          <a:spcPct val="150000"/>
                        </a:lnSpc>
                        <a:spcAft>
                          <a:spcPts val="0"/>
                        </a:spcAft>
                        <a:buFont typeface="+mj-lt"/>
                        <a:buNone/>
                      </a:pPr>
                      <a:r>
                        <a:rPr lang="en-US" altLang="zh-CN" sz="1200" kern="100" dirty="0" smtClean="0">
                          <a:effectLst/>
                          <a:latin typeface="Times New Roman" pitchFamily="18" charset="0"/>
                          <a:ea typeface="宋体"/>
                          <a:cs typeface="Times New Roman" pitchFamily="18" charset="0"/>
                        </a:rPr>
                        <a:t>1</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just">
                        <a:lnSpc>
                          <a:spcPct val="150000"/>
                        </a:lnSpc>
                        <a:spcAft>
                          <a:spcPts val="0"/>
                        </a:spcAft>
                      </a:pPr>
                      <a:r>
                        <a:rPr lang="en-US" sz="1200" kern="100" dirty="0" smtClean="0">
                          <a:effectLst/>
                          <a:latin typeface="Times New Roman" pitchFamily="18" charset="0"/>
                          <a:cs typeface="Times New Roman" pitchFamily="18" charset="0"/>
                        </a:rPr>
                        <a:t>Integrated transmission machine</a:t>
                      </a:r>
                      <a:r>
                        <a:rPr lang="en-US" sz="1200" kern="100" baseline="0" dirty="0" smtClean="0">
                          <a:effectLst/>
                          <a:latin typeface="Times New Roman" pitchFamily="18" charset="0"/>
                          <a:cs typeface="Times New Roman" pitchFamily="18" charset="0"/>
                        </a:rPr>
                        <a:t> doesn’t be powered 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just">
                        <a:lnSpc>
                          <a:spcPct val="150000"/>
                        </a:lnSpc>
                        <a:spcAft>
                          <a:spcPts val="0"/>
                        </a:spcAft>
                      </a:pPr>
                      <a:r>
                        <a:rPr lang="en-US" sz="1200" kern="100" dirty="0" smtClean="0">
                          <a:effectLst/>
                          <a:latin typeface="Times New Roman" pitchFamily="18" charset="0"/>
                          <a:cs typeface="Times New Roman" pitchFamily="18" charset="0"/>
                        </a:rPr>
                        <a:t>Command can’t be transmitted or executed</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l">
                        <a:lnSpc>
                          <a:spcPct val="150000"/>
                        </a:lnSpc>
                        <a:spcAft>
                          <a:spcPts val="0"/>
                        </a:spcAft>
                      </a:pPr>
                      <a:r>
                        <a:rPr lang="en-US" sz="1200" kern="100" dirty="0" smtClean="0">
                          <a:effectLst/>
                          <a:latin typeface="Times New Roman" pitchFamily="18" charset="0"/>
                          <a:cs typeface="Times New Roman" pitchFamily="18" charset="0"/>
                        </a:rPr>
                        <a:t>TDS</a:t>
                      </a:r>
                      <a:r>
                        <a:rPr lang="en-US" sz="1200" kern="100" baseline="0" dirty="0" smtClean="0">
                          <a:effectLst/>
                          <a:latin typeface="Times New Roman" pitchFamily="18" charset="0"/>
                          <a:cs typeface="Times New Roman" pitchFamily="18" charset="0"/>
                        </a:rPr>
                        <a:t> can’t work normally</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l">
                        <a:spcAft>
                          <a:spcPts val="0"/>
                        </a:spcAft>
                      </a:pPr>
                      <a:r>
                        <a:rPr lang="en-US" altLang="zh-CN" sz="1200" kern="100" dirty="0" smtClean="0">
                          <a:solidFill>
                            <a:schemeClr val="tx1"/>
                          </a:solidFill>
                          <a:latin typeface="Times New Roman"/>
                          <a:ea typeface="+mn-ea"/>
                          <a:cs typeface="+mn-cs"/>
                        </a:rPr>
                        <a:t>FPGA</a:t>
                      </a:r>
                      <a:r>
                        <a:rPr lang="en-US" altLang="zh-CN" sz="1200" kern="100" baseline="0" dirty="0" smtClean="0">
                          <a:solidFill>
                            <a:schemeClr val="tx1"/>
                          </a:solidFill>
                          <a:latin typeface="Times New Roman"/>
                          <a:ea typeface="+mn-ea"/>
                          <a:cs typeface="+mn-cs"/>
                        </a:rPr>
                        <a:t> Load state≠1: (Load failed)</a:t>
                      </a:r>
                      <a:endParaRPr lang="zh-CN" altLang="en-US" sz="1200" kern="100" dirty="0">
                        <a:latin typeface="Times New Roman"/>
                        <a:ea typeface="+mn-ea"/>
                      </a:endParaRPr>
                    </a:p>
                  </a:txBody>
                  <a:tcPr marL="61722" marR="61722" marT="0" marB="0" anchor="ctr"/>
                </a:tc>
                <a:tc>
                  <a:txBody>
                    <a:bodyPr/>
                    <a:lstStyle/>
                    <a:p>
                      <a:pPr algn="l">
                        <a:lnSpc>
                          <a:spcPct val="150000"/>
                        </a:lnSpc>
                        <a:spcAft>
                          <a:spcPts val="0"/>
                        </a:spcAft>
                      </a:pPr>
                      <a:r>
                        <a:rPr lang="en-US" sz="1200" kern="0" dirty="0" smtClean="0">
                          <a:effectLst/>
                          <a:latin typeface="Times New Roman" pitchFamily="18" charset="0"/>
                          <a:cs typeface="Times New Roman" pitchFamily="18" charset="0"/>
                        </a:rPr>
                        <a:t>inform </a:t>
                      </a:r>
                      <a:r>
                        <a:rPr lang="en-US" sz="1200" kern="0" dirty="0">
                          <a:effectLst/>
                          <a:latin typeface="Times New Roman" pitchFamily="18" charset="0"/>
                          <a:cs typeface="Times New Roman" pitchFamily="18" charset="0"/>
                        </a:rPr>
                        <a:t>DFH</a:t>
                      </a:r>
                      <a:endParaRPr lang="zh-CN" sz="1200" kern="100" dirty="0">
                        <a:effectLst/>
                        <a:latin typeface="Times New Roman" pitchFamily="18" charset="0"/>
                        <a:ea typeface="宋体"/>
                        <a:cs typeface="Times New Roman" pitchFamily="18" charset="0"/>
                      </a:endParaRPr>
                    </a:p>
                  </a:txBody>
                  <a:tcPr marL="61722" marR="61722" marT="0" marB="0" anchor="ctr"/>
                </a:tc>
              </a:tr>
              <a:tr h="1776465">
                <a:tc>
                  <a:txBody>
                    <a:bodyPr/>
                    <a:lstStyle/>
                    <a:p>
                      <a:pPr marL="342900" lvl="0" indent="-342900" algn="just">
                        <a:lnSpc>
                          <a:spcPct val="150000"/>
                        </a:lnSpc>
                        <a:spcAft>
                          <a:spcPts val="0"/>
                        </a:spcAft>
                        <a:buFont typeface="+mj-lt"/>
                        <a:buNone/>
                      </a:pPr>
                      <a:r>
                        <a:rPr lang="en-US" altLang="zh-CN" sz="1200" b="1" kern="100" dirty="0" smtClean="0">
                          <a:solidFill>
                            <a:schemeClr val="lt1"/>
                          </a:solidFill>
                          <a:effectLst/>
                          <a:latin typeface="Times New Roman" pitchFamily="18" charset="0"/>
                          <a:ea typeface="+mn-ea"/>
                          <a:cs typeface="Times New Roman" pitchFamily="18" charset="0"/>
                        </a:rPr>
                        <a:t>2</a:t>
                      </a:r>
                      <a:endParaRPr lang="zh-CN" sz="1200" b="1" kern="100" dirty="0">
                        <a:solidFill>
                          <a:schemeClr val="lt1"/>
                        </a:solidFill>
                        <a:effectLst/>
                        <a:latin typeface="Times New Roman" pitchFamily="18" charset="0"/>
                        <a:ea typeface="+mn-ea"/>
                        <a:cs typeface="Times New Roman" pitchFamily="18" charset="0"/>
                      </a:endParaRPr>
                    </a:p>
                  </a:txBody>
                  <a:tcPr marL="61722" marR="61722" marT="0" marB="0" anchor="ctr"/>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sz="1200" kern="100" dirty="0" smtClean="0">
                          <a:solidFill>
                            <a:schemeClr val="dk1"/>
                          </a:solidFill>
                          <a:effectLst/>
                          <a:latin typeface="Times New Roman" pitchFamily="18" charset="0"/>
                          <a:ea typeface="+mn-ea"/>
                          <a:cs typeface="Times New Roman" pitchFamily="18" charset="0"/>
                        </a:rPr>
                        <a:t>Several frames of the image date received by GS are missing or incorrect</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nSpc>
                          <a:spcPct val="150000"/>
                        </a:lnSpc>
                        <a:spcAft>
                          <a:spcPts val="0"/>
                        </a:spcAft>
                      </a:pPr>
                      <a:r>
                        <a:rPr lang="en-US" sz="1200" kern="100" baseline="0" dirty="0">
                          <a:solidFill>
                            <a:schemeClr val="dk1"/>
                          </a:solidFill>
                          <a:effectLst/>
                          <a:latin typeface="Times New Roman" pitchFamily="18" charset="0"/>
                          <a:ea typeface="+mn-ea"/>
                          <a:cs typeface="Times New Roman" pitchFamily="18" charset="0"/>
                        </a:rPr>
                        <a:t>Bad blocks occur in  SSM</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a:lnSpc>
                          <a:spcPct val="150000"/>
                        </a:lnSpc>
                        <a:spcAft>
                          <a:spcPts val="0"/>
                        </a:spcAft>
                      </a:pPr>
                      <a:r>
                        <a:rPr lang="en-US" sz="1200" kern="100" baseline="0" dirty="0">
                          <a:solidFill>
                            <a:schemeClr val="dk1"/>
                          </a:solidFill>
                          <a:effectLst/>
                          <a:latin typeface="Times New Roman" pitchFamily="18" charset="0"/>
                          <a:ea typeface="+mn-ea"/>
                          <a:cs typeface="Times New Roman" pitchFamily="18" charset="0"/>
                        </a:rPr>
                        <a:t>Partial image date received is missing or incorrect.</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a:lnSpc>
                          <a:spcPct val="150000"/>
                        </a:lnSpc>
                        <a:spcAft>
                          <a:spcPts val="0"/>
                        </a:spcAft>
                      </a:pPr>
                      <a:r>
                        <a:rPr lang="en-US" sz="1200" kern="100" baseline="0" dirty="0">
                          <a:solidFill>
                            <a:schemeClr val="dk1"/>
                          </a:solidFill>
                          <a:effectLst/>
                          <a:latin typeface="Times New Roman" pitchFamily="18" charset="0"/>
                          <a:ea typeface="+mn-ea"/>
                          <a:cs typeface="Times New Roman" pitchFamily="18" charset="0"/>
                        </a:rPr>
                        <a:t>Check the image date received at ground station.</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algn="l">
                        <a:lnSpc>
                          <a:spcPct val="150000"/>
                        </a:lnSpc>
                        <a:spcAft>
                          <a:spcPts val="0"/>
                        </a:spcAft>
                      </a:pPr>
                      <a:r>
                        <a:rPr lang="en-US" sz="1200" kern="0" dirty="0" smtClean="0">
                          <a:effectLst/>
                          <a:latin typeface="Times New Roman" pitchFamily="18" charset="0"/>
                          <a:cs typeface="Times New Roman" pitchFamily="18" charset="0"/>
                        </a:rPr>
                        <a:t>inform DFH</a:t>
                      </a:r>
                      <a:endParaRPr lang="zh-CN" altLang="en-US" sz="1200" kern="100" dirty="0">
                        <a:effectLst/>
                        <a:latin typeface="Times New Roman" pitchFamily="18" charset="0"/>
                        <a:ea typeface="+mn-ea"/>
                        <a:cs typeface="Times New Roman" pitchFamily="18" charset="0"/>
                      </a:endParaRPr>
                    </a:p>
                  </a:txBody>
                  <a:tcPr marL="61722" marR="61722" marT="0" marB="0" anchor="ct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en-US" dirty="0" smtClean="0"/>
              <a:t>The Anomaly Operation </a:t>
            </a:r>
            <a:r>
              <a:rPr lang="en-US" altLang="zh-CN" dirty="0" smtClean="0"/>
              <a:t>in orbit</a:t>
            </a:r>
            <a:r>
              <a:rPr lang="zh-CN" altLang="en-US" dirty="0" smtClean="0"/>
              <a:t/>
            </a:r>
            <a:br>
              <a:rPr lang="zh-CN" altLang="en-US" dirty="0" smtClean="0"/>
            </a:b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851660000"/>
              </p:ext>
            </p:extLst>
          </p:nvPr>
        </p:nvGraphicFramePr>
        <p:xfrm>
          <a:off x="573753" y="1054831"/>
          <a:ext cx="8102703" cy="3677159"/>
        </p:xfrm>
        <a:graphic>
          <a:graphicData uri="http://schemas.openxmlformats.org/drawingml/2006/table">
            <a:tbl>
              <a:tblPr firstRow="1" firstCol="1" bandRow="1">
                <a:tableStyleId>{5C22544A-7EE6-4342-B048-85BDC9FD1C3A}</a:tableStyleId>
              </a:tblPr>
              <a:tblGrid>
                <a:gridCol w="440460"/>
                <a:gridCol w="1515365"/>
                <a:gridCol w="1466869"/>
                <a:gridCol w="1676422"/>
                <a:gridCol w="1816123"/>
                <a:gridCol w="1187464"/>
              </a:tblGrid>
              <a:tr h="536684">
                <a:tc>
                  <a:txBody>
                    <a:bodyPr/>
                    <a:lstStyle/>
                    <a:p>
                      <a:pPr algn="just">
                        <a:lnSpc>
                          <a:spcPct val="150000"/>
                        </a:lnSpc>
                        <a:spcAft>
                          <a:spcPts val="0"/>
                        </a:spcAft>
                      </a:pPr>
                      <a:r>
                        <a:rPr lang="en-US" sz="1200" kern="100" dirty="0" smtClean="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Mode</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Reason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Analysis</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Detection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Action</a:t>
                      </a:r>
                      <a:endParaRPr lang="zh-CN" sz="1200" kern="100" dirty="0">
                        <a:effectLst/>
                        <a:latin typeface="Times New Roman" pitchFamily="18" charset="0"/>
                        <a:ea typeface="宋体"/>
                        <a:cs typeface="Times New Roman" pitchFamily="18" charset="0"/>
                      </a:endParaRPr>
                    </a:p>
                  </a:txBody>
                  <a:tcPr marL="61722" marR="61722" marT="0" marB="0" anchor="ctr"/>
                </a:tc>
              </a:tr>
              <a:tr h="1454929">
                <a:tc>
                  <a:txBody>
                    <a:bodyPr/>
                    <a:lstStyle/>
                    <a:p>
                      <a:pPr marL="342900" lvl="0" indent="-342900" algn="just">
                        <a:lnSpc>
                          <a:spcPct val="150000"/>
                        </a:lnSpc>
                        <a:spcAft>
                          <a:spcPts val="0"/>
                        </a:spcAft>
                        <a:buFont typeface="+mj-lt"/>
                        <a:buNone/>
                      </a:pPr>
                      <a:r>
                        <a:rPr lang="en-US" sz="1200" kern="100" dirty="0" smtClean="0">
                          <a:effectLst/>
                          <a:latin typeface="Times New Roman" pitchFamily="18" charset="0"/>
                          <a:cs typeface="Times New Roman" pitchFamily="18" charset="0"/>
                        </a:rPr>
                        <a:t>3</a:t>
                      </a:r>
                      <a:r>
                        <a:rPr lang="en-US" sz="1200" kern="100" dirty="0">
                          <a:effectLst/>
                          <a:latin typeface="Times New Roman" pitchFamily="18" charset="0"/>
                          <a:cs typeface="Times New Roman" pitchFamily="18" charset="0"/>
                        </a:rPr>
                        <a:t> </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smtClean="0">
                          <a:solidFill>
                            <a:schemeClr val="dk1"/>
                          </a:solidFill>
                          <a:effectLst/>
                          <a:latin typeface="Times New Roman" pitchFamily="18" charset="0"/>
                          <a:ea typeface="+mn-ea"/>
                          <a:cs typeface="Times New Roman" pitchFamily="18" charset="0"/>
                        </a:rPr>
                        <a:t>RF </a:t>
                      </a:r>
                      <a:r>
                        <a:rPr lang="en-US" sz="1200" kern="100" baseline="0" dirty="0">
                          <a:solidFill>
                            <a:schemeClr val="dk1"/>
                          </a:solidFill>
                          <a:effectLst/>
                          <a:latin typeface="Times New Roman" pitchFamily="18" charset="0"/>
                          <a:ea typeface="+mn-ea"/>
                          <a:cs typeface="Times New Roman" pitchFamily="18" charset="0"/>
                        </a:rPr>
                        <a:t>signal level is </a:t>
                      </a:r>
                      <a:r>
                        <a:rPr lang="en-US" sz="1200" kern="100" baseline="0" dirty="0" smtClean="0">
                          <a:solidFill>
                            <a:schemeClr val="dk1"/>
                          </a:solidFill>
                          <a:effectLst/>
                          <a:latin typeface="Times New Roman" pitchFamily="18" charset="0"/>
                          <a:ea typeface="+mn-ea"/>
                          <a:cs typeface="Times New Roman" pitchFamily="18" charset="0"/>
                        </a:rPr>
                        <a:t>lost or dropping</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smtClean="0">
                          <a:solidFill>
                            <a:schemeClr val="dk1"/>
                          </a:solidFill>
                          <a:effectLst/>
                          <a:latin typeface="Times New Roman" pitchFamily="18" charset="0"/>
                          <a:ea typeface="+mn-ea"/>
                          <a:cs typeface="Times New Roman" pitchFamily="18" charset="0"/>
                        </a:rPr>
                        <a:t>Transmitter or antenna can’t work normally</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smtClean="0">
                          <a:solidFill>
                            <a:schemeClr val="dk1"/>
                          </a:solidFill>
                          <a:effectLst/>
                          <a:latin typeface="Times New Roman" pitchFamily="18" charset="0"/>
                          <a:ea typeface="+mn-ea"/>
                          <a:cs typeface="Times New Roman" pitchFamily="18" charset="0"/>
                        </a:rPr>
                        <a:t>DTS can’t transmit image data or BER is increasing </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smtClean="0">
                          <a:solidFill>
                            <a:schemeClr val="dk1"/>
                          </a:solidFill>
                          <a:effectLst/>
                          <a:latin typeface="Times New Roman" pitchFamily="18" charset="0"/>
                          <a:ea typeface="+mn-ea"/>
                          <a:cs typeface="Times New Roman" pitchFamily="18" charset="0"/>
                        </a:rPr>
                        <a:t>The RF signal is lost or the signal </a:t>
                      </a:r>
                      <a:r>
                        <a:rPr lang="en-US" sz="1200" kern="100" baseline="0" dirty="0">
                          <a:solidFill>
                            <a:schemeClr val="dk1"/>
                          </a:solidFill>
                          <a:effectLst/>
                          <a:latin typeface="Times New Roman" pitchFamily="18" charset="0"/>
                          <a:ea typeface="+mn-ea"/>
                          <a:cs typeface="Times New Roman" pitchFamily="18" charset="0"/>
                        </a:rPr>
                        <a:t>received is lower.</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algn="l">
                        <a:lnSpc>
                          <a:spcPct val="150000"/>
                        </a:lnSpc>
                        <a:spcAft>
                          <a:spcPts val="0"/>
                        </a:spcAft>
                      </a:pPr>
                      <a:r>
                        <a:rPr lang="en-US" sz="1200" kern="0" dirty="0" smtClean="0">
                          <a:effectLst/>
                          <a:latin typeface="Times New Roman" pitchFamily="18" charset="0"/>
                          <a:cs typeface="Times New Roman" pitchFamily="18" charset="0"/>
                        </a:rPr>
                        <a:t>inform DFH</a:t>
                      </a:r>
                      <a:endParaRPr lang="zh-CN" altLang="en-US" sz="1200" kern="100" dirty="0">
                        <a:effectLst/>
                        <a:latin typeface="Times New Roman" pitchFamily="18" charset="0"/>
                        <a:ea typeface="+mn-ea"/>
                        <a:cs typeface="Times New Roman" pitchFamily="18" charset="0"/>
                      </a:endParaRPr>
                    </a:p>
                  </a:txBody>
                  <a:tcPr marL="61722" marR="61722" marT="0" marB="0" anchor="ctr"/>
                </a:tc>
              </a:tr>
              <a:tr h="1685546">
                <a:tc>
                  <a:txBody>
                    <a:bodyPr/>
                    <a:lstStyle/>
                    <a:p>
                      <a:pPr marL="342900" lvl="0" indent="-342900" algn="just">
                        <a:lnSpc>
                          <a:spcPct val="150000"/>
                        </a:lnSpc>
                        <a:spcAft>
                          <a:spcPts val="0"/>
                        </a:spcAft>
                        <a:buFont typeface="+mj-lt"/>
                        <a:buNone/>
                      </a:pPr>
                      <a:r>
                        <a:rPr lang="en-US" altLang="zh-CN" sz="1200" kern="100" dirty="0" smtClean="0">
                          <a:effectLst/>
                          <a:latin typeface="Times New Roman" pitchFamily="18" charset="0"/>
                          <a:ea typeface="宋体"/>
                          <a:cs typeface="Times New Roman" pitchFamily="18" charset="0"/>
                        </a:rPr>
                        <a:t>4</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DTS doesn’t response to OBDH</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The </a:t>
                      </a:r>
                      <a:r>
                        <a:rPr lang="en-US" sz="1200" kern="100" baseline="0" dirty="0" smtClean="0">
                          <a:solidFill>
                            <a:schemeClr val="dk1"/>
                          </a:solidFill>
                          <a:effectLst/>
                          <a:latin typeface="Times New Roman" pitchFamily="18" charset="0"/>
                          <a:ea typeface="+mn-ea"/>
                          <a:cs typeface="Times New Roman" pitchFamily="18" charset="0"/>
                        </a:rPr>
                        <a:t>CAN bus in DTS works </a:t>
                      </a:r>
                      <a:r>
                        <a:rPr lang="en-US" sz="1200" kern="100" baseline="0" dirty="0">
                          <a:solidFill>
                            <a:schemeClr val="dk1"/>
                          </a:solidFill>
                          <a:effectLst/>
                          <a:latin typeface="Times New Roman" pitchFamily="18" charset="0"/>
                          <a:ea typeface="+mn-ea"/>
                          <a:cs typeface="Times New Roman" pitchFamily="18" charset="0"/>
                        </a:rPr>
                        <a:t>abnormally </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One circle of satellite mission is failure.</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ctr"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DTS </a:t>
                      </a:r>
                      <a:r>
                        <a:rPr lang="en-US" sz="1200" kern="100" baseline="0" dirty="0" smtClean="0">
                          <a:solidFill>
                            <a:schemeClr val="dk1"/>
                          </a:solidFill>
                          <a:effectLst/>
                          <a:latin typeface="Times New Roman" pitchFamily="18" charset="0"/>
                          <a:ea typeface="+mn-ea"/>
                          <a:cs typeface="Times New Roman" pitchFamily="18" charset="0"/>
                        </a:rPr>
                        <a:t>TM is not updating</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algn="l">
                        <a:lnSpc>
                          <a:spcPct val="150000"/>
                        </a:lnSpc>
                        <a:spcAft>
                          <a:spcPts val="0"/>
                        </a:spcAft>
                      </a:pPr>
                      <a:r>
                        <a:rPr lang="en-US" sz="1200" kern="0" dirty="0" smtClean="0">
                          <a:effectLst/>
                          <a:latin typeface="Times New Roman" pitchFamily="18" charset="0"/>
                          <a:cs typeface="Times New Roman" pitchFamily="18" charset="0"/>
                        </a:rPr>
                        <a:t>inform DFH</a:t>
                      </a:r>
                      <a:endParaRPr lang="zh-CN" altLang="en-US" sz="1200" kern="100" dirty="0">
                        <a:effectLst/>
                        <a:latin typeface="Times New Roman" pitchFamily="18" charset="0"/>
                        <a:ea typeface="+mn-ea"/>
                        <a:cs typeface="Times New Roman" pitchFamily="18" charset="0"/>
                      </a:endParaRPr>
                    </a:p>
                  </a:txBody>
                  <a:tcPr marL="61722" marR="61722" marT="0" marB="0" anchor="ct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en-US" dirty="0" smtClean="0"/>
              <a:t>The Anomaly Operation </a:t>
            </a:r>
            <a:r>
              <a:rPr lang="en-US" altLang="zh-CN" dirty="0" smtClean="0"/>
              <a:t>in orbit</a:t>
            </a:r>
            <a:r>
              <a:rPr lang="zh-CN" altLang="en-US" dirty="0" smtClean="0"/>
              <a:t/>
            </a:r>
            <a:br>
              <a:rPr lang="zh-CN" altLang="en-US" dirty="0" smtClean="0"/>
            </a:b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44</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462795388"/>
              </p:ext>
            </p:extLst>
          </p:nvPr>
        </p:nvGraphicFramePr>
        <p:xfrm>
          <a:off x="389649" y="1017973"/>
          <a:ext cx="8286807" cy="3696917"/>
        </p:xfrm>
        <a:graphic>
          <a:graphicData uri="http://schemas.openxmlformats.org/drawingml/2006/table">
            <a:tbl>
              <a:tblPr firstRow="1" firstCol="1" bandRow="1">
                <a:tableStyleId>{5C22544A-7EE6-4342-B048-85BDC9FD1C3A}</a:tableStyleId>
              </a:tblPr>
              <a:tblGrid>
                <a:gridCol w="467546"/>
                <a:gridCol w="1264711"/>
                <a:gridCol w="1549915"/>
                <a:gridCol w="1641086"/>
                <a:gridCol w="2188115"/>
                <a:gridCol w="1175434"/>
              </a:tblGrid>
              <a:tr h="616153">
                <a:tc>
                  <a:txBody>
                    <a:bodyPr/>
                    <a:lstStyle/>
                    <a:p>
                      <a:pPr algn="just">
                        <a:lnSpc>
                          <a:spcPct val="150000"/>
                        </a:lnSpc>
                        <a:spcAft>
                          <a:spcPts val="0"/>
                        </a:spcAft>
                      </a:pPr>
                      <a:r>
                        <a:rPr lang="en-US" sz="1200" kern="100" dirty="0" smtClean="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Mode</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Reason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Analysis</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Detection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Action</a:t>
                      </a:r>
                      <a:endParaRPr lang="zh-CN" sz="1200" kern="100" dirty="0">
                        <a:effectLst/>
                        <a:latin typeface="Times New Roman" pitchFamily="18" charset="0"/>
                        <a:ea typeface="宋体"/>
                        <a:cs typeface="Times New Roman" pitchFamily="18" charset="0"/>
                      </a:endParaRPr>
                    </a:p>
                  </a:txBody>
                  <a:tcPr marL="61722" marR="61722" marT="0" marB="0" anchor="ctr"/>
                </a:tc>
              </a:tr>
              <a:tr h="3080764">
                <a:tc>
                  <a:txBody>
                    <a:bodyPr/>
                    <a:lstStyle/>
                    <a:p>
                      <a:pPr marL="342900" lvl="0" indent="-342900" algn="just">
                        <a:lnSpc>
                          <a:spcPct val="150000"/>
                        </a:lnSpc>
                        <a:spcAft>
                          <a:spcPts val="0"/>
                        </a:spcAft>
                        <a:buFont typeface="+mj-lt"/>
                        <a:buNone/>
                      </a:pPr>
                      <a:r>
                        <a:rPr lang="en-US" altLang="zh-CN" sz="1200" kern="100" dirty="0" smtClean="0">
                          <a:effectLst/>
                          <a:latin typeface="Times New Roman" pitchFamily="18" charset="0"/>
                          <a:ea typeface="宋体"/>
                          <a:cs typeface="Times New Roman" pitchFamily="18" charset="0"/>
                        </a:rPr>
                        <a:t>5</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marL="0" marR="0" indent="0" algn="ctr"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Antenna </a:t>
                      </a:r>
                      <a:r>
                        <a:rPr lang="en-US" sz="1200" kern="100" baseline="0" dirty="0" smtClean="0">
                          <a:solidFill>
                            <a:schemeClr val="dk1"/>
                          </a:solidFill>
                          <a:effectLst/>
                          <a:latin typeface="Times New Roman" pitchFamily="18" charset="0"/>
                          <a:ea typeface="+mn-ea"/>
                          <a:cs typeface="Times New Roman" pitchFamily="18" charset="0"/>
                        </a:rPr>
                        <a:t>pointing </a:t>
                      </a:r>
                      <a:r>
                        <a:rPr lang="en-US" sz="1200" kern="100" baseline="0" dirty="0">
                          <a:solidFill>
                            <a:schemeClr val="dk1"/>
                          </a:solidFill>
                          <a:effectLst/>
                          <a:latin typeface="Times New Roman" pitchFamily="18" charset="0"/>
                          <a:ea typeface="+mn-ea"/>
                          <a:cs typeface="Times New Roman" pitchFamily="18" charset="0"/>
                        </a:rPr>
                        <a:t>abnormally</a:t>
                      </a:r>
                      <a:endParaRPr lang="zh-CN" sz="1200" kern="100" baseline="0" dirty="0">
                        <a:solidFill>
                          <a:schemeClr val="dk1"/>
                        </a:solidFill>
                        <a:effectLst/>
                        <a:latin typeface="Times New Roman" pitchFamily="18" charset="0"/>
                        <a:ea typeface="+mn-ea"/>
                        <a:cs typeface="Times New Roman" pitchFamily="18" charset="0"/>
                      </a:endParaRPr>
                    </a:p>
                  </a:txBody>
                  <a:tcPr marL="28269" marR="28269" marT="0" marB="0" anchor="ctr"/>
                </a:tc>
                <a:tc>
                  <a:txBody>
                    <a:bodyPr/>
                    <a:lstStyle/>
                    <a:p>
                      <a:pPr marL="0" marR="0" indent="0" algn="ctr"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The </a:t>
                      </a:r>
                      <a:r>
                        <a:rPr lang="en-US" sz="1200" kern="100" baseline="0" dirty="0" smtClean="0">
                          <a:solidFill>
                            <a:schemeClr val="dk1"/>
                          </a:solidFill>
                          <a:effectLst/>
                          <a:latin typeface="Times New Roman" pitchFamily="18" charset="0"/>
                          <a:ea typeface="+mn-ea"/>
                          <a:cs typeface="Times New Roman" pitchFamily="18" charset="0"/>
                        </a:rPr>
                        <a:t>software of antenna pointing failed</a:t>
                      </a:r>
                      <a:endParaRPr lang="zh-CN" sz="1200" kern="100" baseline="0" dirty="0">
                        <a:solidFill>
                          <a:schemeClr val="dk1"/>
                        </a:solidFill>
                        <a:effectLst/>
                        <a:latin typeface="Times New Roman" pitchFamily="18" charset="0"/>
                        <a:ea typeface="+mn-ea"/>
                        <a:cs typeface="Times New Roman" pitchFamily="18" charset="0"/>
                      </a:endParaRPr>
                    </a:p>
                  </a:txBody>
                  <a:tcPr marL="28269" marR="28269" marT="0" marB="0" anchor="ctr"/>
                </a:tc>
                <a:tc>
                  <a:txBody>
                    <a:bodyPr/>
                    <a:lstStyle/>
                    <a:p>
                      <a:pPr marL="0" marR="0" indent="0" algn="ctr" defTabSz="914400" rtl="0" eaLnBrk="1" fontAlgn="b" latinLnBrk="0" hangingPunct="1">
                        <a:lnSpc>
                          <a:spcPct val="150000"/>
                        </a:lnSpc>
                        <a:spcBef>
                          <a:spcPts val="0"/>
                        </a:spcBef>
                        <a:spcAft>
                          <a:spcPts val="0"/>
                        </a:spcAft>
                        <a:buClrTx/>
                        <a:buSzTx/>
                        <a:buFontTx/>
                        <a:buNone/>
                        <a:tabLst/>
                        <a:defRPr/>
                      </a:pPr>
                      <a:r>
                        <a:rPr lang="en-US" sz="1200" kern="100" baseline="0" dirty="0" smtClean="0">
                          <a:solidFill>
                            <a:schemeClr val="dk1"/>
                          </a:solidFill>
                          <a:effectLst/>
                          <a:latin typeface="Times New Roman" pitchFamily="18" charset="0"/>
                          <a:ea typeface="+mn-ea"/>
                          <a:cs typeface="Times New Roman" pitchFamily="18" charset="0"/>
                        </a:rPr>
                        <a:t>The GS can’t receive DTS RF signal form satellite</a:t>
                      </a:r>
                      <a:endParaRPr lang="zh-CN" sz="1200" kern="100" baseline="0" dirty="0">
                        <a:solidFill>
                          <a:schemeClr val="dk1"/>
                        </a:solidFill>
                        <a:effectLst/>
                        <a:latin typeface="Times New Roman" pitchFamily="18" charset="0"/>
                        <a:ea typeface="+mn-ea"/>
                        <a:cs typeface="Times New Roman" pitchFamily="18" charset="0"/>
                      </a:endParaRPr>
                    </a:p>
                  </a:txBody>
                  <a:tcPr marL="28269" marR="28269" marT="0" marB="0" anchor="ctr"/>
                </a:tc>
                <a:tc>
                  <a:txBody>
                    <a:bodyPr/>
                    <a:lstStyle/>
                    <a:p>
                      <a:pPr marL="0" marR="0" lvl="0" indent="0" algn="ctr" defTabSz="914400" rtl="0" eaLnBrk="1" fontAlgn="b" latinLnBrk="0" hangingPunct="1">
                        <a:lnSpc>
                          <a:spcPct val="150000"/>
                        </a:lnSpc>
                        <a:spcBef>
                          <a:spcPts val="0"/>
                        </a:spcBef>
                        <a:spcAft>
                          <a:spcPts val="0"/>
                        </a:spcAft>
                        <a:buClrTx/>
                        <a:buSzTx/>
                        <a:buFontTx/>
                        <a:buNone/>
                        <a:tabLst/>
                        <a:defRPr/>
                      </a:pPr>
                      <a:r>
                        <a:rPr lang="en-US" altLang="zh-CN" sz="1200" kern="100" dirty="0" smtClean="0">
                          <a:latin typeface="Times New Roman"/>
                          <a:ea typeface="+mn-ea"/>
                        </a:rPr>
                        <a:t>The TM ‘</a:t>
                      </a:r>
                      <a:r>
                        <a:rPr lang="en-US" altLang="zh-CN" sz="1200" kern="100" baseline="0" dirty="0" smtClean="0">
                          <a:latin typeface="Times New Roman"/>
                          <a:ea typeface="+mn-ea"/>
                        </a:rPr>
                        <a:t>center angle of antenna’</a:t>
                      </a:r>
                      <a:r>
                        <a:rPr lang="en-US" altLang="zh-CN" sz="1200" kern="100" dirty="0" smtClean="0">
                          <a:latin typeface="Times New Roman"/>
                          <a:ea typeface="+mn-ea"/>
                        </a:rPr>
                        <a:t> </a:t>
                      </a:r>
                      <a:r>
                        <a:rPr lang="en-US" altLang="zh-CN" sz="1200" kern="100" baseline="0" dirty="0" smtClean="0">
                          <a:latin typeface="Times New Roman"/>
                          <a:ea typeface="+mn-ea"/>
                        </a:rPr>
                        <a:t> and </a:t>
                      </a:r>
                      <a:r>
                        <a:rPr lang="en-US" altLang="zh-CN" sz="1200" kern="100" dirty="0" smtClean="0">
                          <a:latin typeface="Times New Roman"/>
                          <a:ea typeface="+mn-ea"/>
                        </a:rPr>
                        <a:t> ‘Azimuth </a:t>
                      </a:r>
                      <a:r>
                        <a:rPr lang="en-US" altLang="zh-CN" sz="1200" kern="100" baseline="0" dirty="0" smtClean="0">
                          <a:latin typeface="Times New Roman"/>
                          <a:ea typeface="+mn-ea"/>
                        </a:rPr>
                        <a:t>angle </a:t>
                      </a:r>
                      <a:r>
                        <a:rPr lang="en-US" altLang="zh-CN" sz="1200" kern="100" dirty="0" smtClean="0">
                          <a:latin typeface="Times New Roman"/>
                          <a:ea typeface="+mn-ea"/>
                        </a:rPr>
                        <a:t>of</a:t>
                      </a:r>
                      <a:r>
                        <a:rPr lang="en-US" altLang="zh-CN" sz="1200" kern="100" baseline="0" dirty="0" smtClean="0">
                          <a:latin typeface="Times New Roman"/>
                          <a:ea typeface="+mn-ea"/>
                        </a:rPr>
                        <a:t> antenna’ </a:t>
                      </a:r>
                      <a:r>
                        <a:rPr lang="en-US" altLang="zh-CN" sz="1200" kern="100" dirty="0" smtClean="0">
                          <a:latin typeface="Times New Roman"/>
                          <a:ea typeface="+mn-ea"/>
                        </a:rPr>
                        <a:t>differ</a:t>
                      </a:r>
                      <a:r>
                        <a:rPr lang="en-US" altLang="zh-CN" sz="1200" kern="100" baseline="0" dirty="0" smtClean="0">
                          <a:latin typeface="Times New Roman"/>
                          <a:ea typeface="+mn-ea"/>
                        </a:rPr>
                        <a:t> from emulation data</a:t>
                      </a:r>
                      <a:r>
                        <a:rPr lang="en-US" altLang="zh-CN" sz="1200" kern="100" dirty="0" smtClean="0">
                          <a:latin typeface="Times New Roman"/>
                          <a:ea typeface="+mn-ea"/>
                        </a:rPr>
                        <a:t> </a:t>
                      </a:r>
                    </a:p>
                  </a:txBody>
                  <a:tcPr marL="28269" marR="28269" marT="0" marB="0" anchor="ct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200" kern="100" dirty="0" smtClean="0">
                          <a:effectLst/>
                          <a:latin typeface="Times New Roman" pitchFamily="18" charset="0"/>
                          <a:ea typeface="宋体"/>
                          <a:cs typeface="Times New Roman" pitchFamily="18" charset="0"/>
                        </a:rPr>
                        <a:t>Inform DFH</a:t>
                      </a:r>
                      <a:endParaRPr lang="zh-CN" altLang="en-US" sz="1200" kern="100" dirty="0" smtClean="0">
                        <a:effectLst/>
                        <a:latin typeface="Times New Roman" pitchFamily="18" charset="0"/>
                        <a:ea typeface="+mn-ea"/>
                        <a:cs typeface="Times New Roman" pitchFamily="18" charset="0"/>
                      </a:endParaRPr>
                    </a:p>
                  </a:txBody>
                  <a:tcPr marL="61722" marR="61722" marT="0" marB="0" anchor="ct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23678"/>
            <a:ext cx="8229600" cy="977712"/>
          </a:xfrm>
        </p:spPr>
        <p:txBody>
          <a:bodyPr>
            <a:noAutofit/>
          </a:bodyPr>
          <a:lstStyle/>
          <a:p>
            <a:pPr marL="0" indent="0" algn="ctr">
              <a:buNone/>
            </a:pPr>
            <a:r>
              <a:rPr lang="en-US" altLang="zh-CN" sz="4000" dirty="0" smtClean="0">
                <a:solidFill>
                  <a:schemeClr val="accent4">
                    <a:lumMod val="75000"/>
                  </a:schemeClr>
                </a:solidFill>
                <a:latin typeface="Cooper Black" pitchFamily="18" charset="0"/>
              </a:rPr>
              <a:t>THANK YOU!</a:t>
            </a:r>
            <a:endParaRPr lang="zh-CN" altLang="en-US" sz="4000" dirty="0">
              <a:solidFill>
                <a:schemeClr val="accent4">
                  <a:lumMod val="75000"/>
                </a:schemeClr>
              </a:solidFill>
              <a:latin typeface="Cooper Black"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45</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79114467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3108</TotalTime>
  <Words>4876</Words>
  <Application>Microsoft Office PowerPoint</Application>
  <PresentationFormat>全屏显示(16:9)</PresentationFormat>
  <Paragraphs>976</Paragraphs>
  <Slides>45</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47" baseType="lpstr">
      <vt:lpstr>Office 主题</vt:lpstr>
      <vt:lpstr>Visio</vt:lpstr>
      <vt:lpstr>ETRSS-1 DTS In orbit operation instructions</vt:lpstr>
      <vt:lpstr>CONTENTS </vt:lpstr>
      <vt:lpstr>1 Composition and function of DTS</vt:lpstr>
      <vt:lpstr>1 Composition and function of DTS</vt:lpstr>
      <vt:lpstr>PowerPoint 演示文稿</vt:lpstr>
      <vt:lpstr>1 Composition and function of DTS</vt:lpstr>
      <vt:lpstr>CONTENTS </vt:lpstr>
      <vt:lpstr>2 working mode of DTS in orbit</vt:lpstr>
      <vt:lpstr>2 working mode of DTS in orbit</vt:lpstr>
      <vt:lpstr>CONTENTS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CONTENTS </vt:lpstr>
      <vt:lpstr>4 Sequence of operation</vt:lpstr>
      <vt:lpstr>4 Sequence of operation</vt:lpstr>
      <vt:lpstr>4 Sequence of operation</vt:lpstr>
      <vt:lpstr>4 Sequence of operation</vt:lpstr>
      <vt:lpstr>4 Sequence of operation</vt:lpstr>
      <vt:lpstr>CONTENTS </vt:lpstr>
      <vt:lpstr>5 Important notice</vt:lpstr>
      <vt:lpstr>5 Important notice</vt:lpstr>
      <vt:lpstr>5 Important notice</vt:lpstr>
      <vt:lpstr>CONTENTS </vt:lpstr>
      <vt:lpstr>The Anomaly Operation in orbit </vt:lpstr>
      <vt:lpstr>The Anomaly Operation in orbit </vt:lpstr>
      <vt:lpstr>The Anomaly Operation in orbit </vt:lpstr>
      <vt:lpstr>PowerPoint 演示文稿</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DTS introduction</dc:title>
  <dc:creator>zhangjingyi</dc:creator>
  <cp:lastModifiedBy>侯天宝</cp:lastModifiedBy>
  <cp:revision>345</cp:revision>
  <dcterms:created xsi:type="dcterms:W3CDTF">2013-04-18T01:59:38Z</dcterms:created>
  <dcterms:modified xsi:type="dcterms:W3CDTF">2019-09-30T06:29:18Z</dcterms:modified>
</cp:coreProperties>
</file>