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74" r:id="rId1"/>
  </p:sldMasterIdLst>
  <p:notesMasterIdLst>
    <p:notesMasterId r:id="rId51"/>
  </p:notesMasterIdLst>
  <p:handoutMasterIdLst>
    <p:handoutMasterId r:id="rId52"/>
  </p:handoutMasterIdLst>
  <p:sldIdLst>
    <p:sldId id="256" r:id="rId2"/>
    <p:sldId id="266" r:id="rId3"/>
    <p:sldId id="359" r:id="rId4"/>
    <p:sldId id="273" r:id="rId5"/>
    <p:sldId id="357" r:id="rId6"/>
    <p:sldId id="358" r:id="rId7"/>
    <p:sldId id="351" r:id="rId8"/>
    <p:sldId id="306" r:id="rId9"/>
    <p:sldId id="317" r:id="rId10"/>
    <p:sldId id="307" r:id="rId11"/>
    <p:sldId id="308" r:id="rId12"/>
    <p:sldId id="318" r:id="rId13"/>
    <p:sldId id="320" r:id="rId14"/>
    <p:sldId id="321" r:id="rId15"/>
    <p:sldId id="315" r:id="rId16"/>
    <p:sldId id="311" r:id="rId17"/>
    <p:sldId id="319" r:id="rId18"/>
    <p:sldId id="325" r:id="rId19"/>
    <p:sldId id="327" r:id="rId20"/>
    <p:sldId id="352" r:id="rId21"/>
    <p:sldId id="275" r:id="rId22"/>
    <p:sldId id="347" r:id="rId23"/>
    <p:sldId id="348" r:id="rId24"/>
    <p:sldId id="353" r:id="rId25"/>
    <p:sldId id="297" r:id="rId26"/>
    <p:sldId id="293" r:id="rId27"/>
    <p:sldId id="295" r:id="rId28"/>
    <p:sldId id="354" r:id="rId29"/>
    <p:sldId id="292" r:id="rId30"/>
    <p:sldId id="298" r:id="rId31"/>
    <p:sldId id="304" r:id="rId32"/>
    <p:sldId id="302" r:id="rId33"/>
    <p:sldId id="336" r:id="rId34"/>
    <p:sldId id="337" r:id="rId35"/>
    <p:sldId id="339" r:id="rId36"/>
    <p:sldId id="340" r:id="rId37"/>
    <p:sldId id="341" r:id="rId38"/>
    <p:sldId id="342" r:id="rId39"/>
    <p:sldId id="344" r:id="rId40"/>
    <p:sldId id="349" r:id="rId41"/>
    <p:sldId id="345" r:id="rId42"/>
    <p:sldId id="350" r:id="rId43"/>
    <p:sldId id="346" r:id="rId44"/>
    <p:sldId id="316" r:id="rId45"/>
    <p:sldId id="314" r:id="rId46"/>
    <p:sldId id="355" r:id="rId47"/>
    <p:sldId id="356" r:id="rId48"/>
    <p:sldId id="313" r:id="rId49"/>
    <p:sldId id="265" r:id="rId50"/>
  </p:sldIdLst>
  <p:sldSz cx="9144000" cy="5143500" type="screen16x9"/>
  <p:notesSz cx="9144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石雷" initials="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5676"/>
    <a:srgbClr val="0983F1"/>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99" autoAdjust="0"/>
    <p:restoredTop sz="91630" autoAdjust="0"/>
  </p:normalViewPr>
  <p:slideViewPr>
    <p:cSldViewPr>
      <p:cViewPr>
        <p:scale>
          <a:sx n="100" d="100"/>
          <a:sy n="100" d="100"/>
        </p:scale>
        <p:origin x="-1254" y="-66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ata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_rels/drawing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accent2">
            <a:lumMod val="40000"/>
            <a:lumOff val="6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D96D4398-A970-431B-B29B-EF28D0452FCE}" type="presOf" srcId="{6EB5C57D-B6BD-4547-A73A-14E8F6B778E8}" destId="{AB5F01A8-D825-4A73-BE29-9CDBDEDFD023}" srcOrd="0" destOrd="0" presId="urn:microsoft.com/office/officeart/2005/8/layout/vList4#1"/>
    <dgm:cxn modelId="{A1F73649-BB1F-4BB4-88A5-EB12D9E5694D}" type="presOf" srcId="{3E8C039B-3FE9-44CE-A273-AD4D671F2F32}" destId="{006AC568-09FE-4FFA-9E01-ED48862ACC58}" srcOrd="0" destOrd="0" presId="urn:microsoft.com/office/officeart/2005/8/layout/vList4#1"/>
    <dgm:cxn modelId="{DAE757E8-BBF0-452C-A920-345664FF4DAA}" type="presOf" srcId="{2AEF3D7D-B345-413F-BCCB-533EC7F6D18F}" destId="{EEB3E59F-AED9-4E25-889D-E7C039330949}" srcOrd="1" destOrd="0" presId="urn:microsoft.com/office/officeart/2005/8/layout/vList4#1"/>
    <dgm:cxn modelId="{ADBB84B6-0478-41DC-AB02-7C3C54F8948B}" type="presOf" srcId="{6EB5C57D-B6BD-4547-A73A-14E8F6B778E8}" destId="{A0D54DDB-1CCA-4303-85C5-19289EF0024F}"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51E47198-1691-4E9E-B3D3-408AF6469D48}" srcId="{AA388733-7D22-4DFD-A722-255718C5692B}" destId="{2AEF3D7D-B345-413F-BCCB-533EC7F6D18F}" srcOrd="1" destOrd="0" parTransId="{79F9CCB9-8365-4D26-A195-5FF1A63F5BFE}" sibTransId="{8DDFCB94-0A30-4A45-8276-C608C6EF993D}"/>
    <dgm:cxn modelId="{9A6F09DE-118A-4E7A-AD46-27C46FDE03B4}" type="presOf" srcId="{62D58ABB-A3EA-4B6C-A4A7-B547B7CA31A2}" destId="{E7431CE0-400A-4C04-9E56-E2E5A0BDB267}" srcOrd="1" destOrd="0" presId="urn:microsoft.com/office/officeart/2005/8/layout/vList4#1"/>
    <dgm:cxn modelId="{D600C7ED-8639-477B-A2F9-05442C58933C}" srcId="{AA388733-7D22-4DFD-A722-255718C5692B}" destId="{35CA1BA4-7BF7-4BC3-B87E-38091D897104}" srcOrd="4" destOrd="0" parTransId="{B972990E-F4F5-491F-BFA0-E6B2B97A1D49}" sibTransId="{7B908E29-2A8B-4709-9F62-375CDFC14431}"/>
    <dgm:cxn modelId="{5D3596A3-BBB2-409D-BDF5-B9B7A83B27E3}" type="presOf" srcId="{35CA1BA4-7BF7-4BC3-B87E-38091D897104}" destId="{202B390B-5460-4E1B-BA41-0188A8F0D740}" srcOrd="0" destOrd="0" presId="urn:microsoft.com/office/officeart/2005/8/layout/vList4#1"/>
    <dgm:cxn modelId="{67FA7A02-172B-47B7-A714-5383B21970AF}" type="presOf" srcId="{C2CE87A9-84E7-40E9-A3C0-95449C55B5F4}" destId="{1C0906E4-228C-49A5-930F-114B0D2860D4}" srcOrd="0" destOrd="0" presId="urn:microsoft.com/office/officeart/2005/8/layout/vList4#1"/>
    <dgm:cxn modelId="{5F7613DD-C0EB-4E7C-BDE4-45ACB34E49AB}" type="presOf" srcId="{3E8C039B-3FE9-44CE-A273-AD4D671F2F32}" destId="{B6476F85-FD2C-4739-90DF-5FB79C0D5F2B}" srcOrd="1" destOrd="0" presId="urn:microsoft.com/office/officeart/2005/8/layout/vList4#1"/>
    <dgm:cxn modelId="{6CCC9C7F-4E89-4A50-B1D5-209D29CA3CAE}" type="presOf" srcId="{35CA1BA4-7BF7-4BC3-B87E-38091D897104}" destId="{B62AFC0E-CA8A-4C35-8A22-9E9565BF3D2E}" srcOrd="1" destOrd="0" presId="urn:microsoft.com/office/officeart/2005/8/layout/vList4#1"/>
    <dgm:cxn modelId="{635D9868-B40B-4ADF-ACB0-A3C6AF4A3845}" type="presOf" srcId="{AA388733-7D22-4DFD-A722-255718C5692B}" destId="{FC7B3208-D2A9-4019-AC93-430DEF449A4F}" srcOrd="0" destOrd="0" presId="urn:microsoft.com/office/officeart/2005/8/layout/vList4#1"/>
    <dgm:cxn modelId="{BBCFFA26-936E-4C8F-8509-8575C7C6119B}" type="presOf" srcId="{62D58ABB-A3EA-4B6C-A4A7-B547B7CA31A2}" destId="{093C2B38-EB07-4067-B631-2DE2999BBD32}" srcOrd="0"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CA280E8E-1368-4B07-A9F0-403B99F519E4}" srcId="{AA388733-7D22-4DFD-A722-255718C5692B}" destId="{62D58ABB-A3EA-4B6C-A4A7-B547B7CA31A2}" srcOrd="3" destOrd="0" parTransId="{9795E896-434C-4D66-9F69-A963CE1C300E}" sibTransId="{817577E1-DE7E-4862-94F1-2436596C10CA}"/>
    <dgm:cxn modelId="{307C5389-5D71-48B4-A6CD-5BEBC389A8BF}" srcId="{AA388733-7D22-4DFD-A722-255718C5692B}" destId="{3E8C039B-3FE9-44CE-A273-AD4D671F2F32}" srcOrd="5" destOrd="0" parTransId="{CE59B4B2-C1E7-4C79-8041-22CD2138F4FC}" sibTransId="{52FA4F95-5AD2-4D23-9C5F-96CC2F5EE1A9}"/>
    <dgm:cxn modelId="{AACF00E5-136B-4C7B-88CE-6FAD3D2938EF}" type="presOf" srcId="{2AEF3D7D-B345-413F-BCCB-533EC7F6D18F}" destId="{95FF92B4-9B78-46E2-BE94-9C617CF76318}" srcOrd="0" destOrd="0" presId="urn:microsoft.com/office/officeart/2005/8/layout/vList4#1"/>
    <dgm:cxn modelId="{1E1BAEB2-DAF9-438A-B548-33FB2F7DDFCD}" type="presOf" srcId="{C2CE87A9-84E7-40E9-A3C0-95449C55B5F4}" destId="{D8063EBA-19BE-4DBB-935F-F30044A97128}" srcOrd="1" destOrd="0" presId="urn:microsoft.com/office/officeart/2005/8/layout/vList4#1"/>
    <dgm:cxn modelId="{9175E3AC-2F9A-4E94-B76C-78974844B804}" type="presParOf" srcId="{FC7B3208-D2A9-4019-AC93-430DEF449A4F}" destId="{02EFF6CC-C90B-4FA6-B749-CA9A12A59A33}" srcOrd="0" destOrd="0" presId="urn:microsoft.com/office/officeart/2005/8/layout/vList4#1"/>
    <dgm:cxn modelId="{CFD44090-578E-4EE8-9B89-553E0437DF35}" type="presParOf" srcId="{02EFF6CC-C90B-4FA6-B749-CA9A12A59A33}" destId="{1C0906E4-228C-49A5-930F-114B0D2860D4}" srcOrd="0" destOrd="0" presId="urn:microsoft.com/office/officeart/2005/8/layout/vList4#1"/>
    <dgm:cxn modelId="{D003C77D-5BAC-4A56-8410-6FAB14A7C9CE}" type="presParOf" srcId="{02EFF6CC-C90B-4FA6-B749-CA9A12A59A33}" destId="{75DC55DC-3CBE-4290-AA72-35E3BE33B3AE}" srcOrd="1" destOrd="0" presId="urn:microsoft.com/office/officeart/2005/8/layout/vList4#1"/>
    <dgm:cxn modelId="{DDF87DC1-C13D-4DCB-92D4-DC348AECF6E6}" type="presParOf" srcId="{02EFF6CC-C90B-4FA6-B749-CA9A12A59A33}" destId="{D8063EBA-19BE-4DBB-935F-F30044A97128}" srcOrd="2" destOrd="0" presId="urn:microsoft.com/office/officeart/2005/8/layout/vList4#1"/>
    <dgm:cxn modelId="{934A48B7-2C46-48A6-9BB4-03D651960D49}" type="presParOf" srcId="{FC7B3208-D2A9-4019-AC93-430DEF449A4F}" destId="{2AE870FA-1138-49BA-B4E4-6C23F170701B}" srcOrd="1" destOrd="0" presId="urn:microsoft.com/office/officeart/2005/8/layout/vList4#1"/>
    <dgm:cxn modelId="{407E767D-B473-4FFB-95E5-2107296D7BF5}" type="presParOf" srcId="{FC7B3208-D2A9-4019-AC93-430DEF449A4F}" destId="{4AB63194-20E0-4663-83F2-A42110ABC115}" srcOrd="2" destOrd="0" presId="urn:microsoft.com/office/officeart/2005/8/layout/vList4#1"/>
    <dgm:cxn modelId="{F06863D0-B6CF-4ED6-8FDE-6DF72B0B3D0F}" type="presParOf" srcId="{4AB63194-20E0-4663-83F2-A42110ABC115}" destId="{95FF92B4-9B78-46E2-BE94-9C617CF76318}" srcOrd="0" destOrd="0" presId="urn:microsoft.com/office/officeart/2005/8/layout/vList4#1"/>
    <dgm:cxn modelId="{A73ACD02-7194-4686-91E3-7F1B91396276}" type="presParOf" srcId="{4AB63194-20E0-4663-83F2-A42110ABC115}" destId="{ED4C9ED4-5251-44C6-AB74-7B81AC72D136}" srcOrd="1" destOrd="0" presId="urn:microsoft.com/office/officeart/2005/8/layout/vList4#1"/>
    <dgm:cxn modelId="{5B890FEF-661E-4BEC-A064-7AB38EA06B18}" type="presParOf" srcId="{4AB63194-20E0-4663-83F2-A42110ABC115}" destId="{EEB3E59F-AED9-4E25-889D-E7C039330949}" srcOrd="2" destOrd="0" presId="urn:microsoft.com/office/officeart/2005/8/layout/vList4#1"/>
    <dgm:cxn modelId="{027482B7-C36C-4C27-95C7-59F0E522A4FF}" type="presParOf" srcId="{FC7B3208-D2A9-4019-AC93-430DEF449A4F}" destId="{1BA7C7DD-CDE5-4AAC-A268-0D3F7F039B6F}" srcOrd="3" destOrd="0" presId="urn:microsoft.com/office/officeart/2005/8/layout/vList4#1"/>
    <dgm:cxn modelId="{F1F75855-BAF2-46D3-9413-5C744C659264}" type="presParOf" srcId="{FC7B3208-D2A9-4019-AC93-430DEF449A4F}" destId="{21EF704A-A516-45B5-9343-FBA0AE7FCF48}" srcOrd="4" destOrd="0" presId="urn:microsoft.com/office/officeart/2005/8/layout/vList4#1"/>
    <dgm:cxn modelId="{074F99CA-C23F-4B8A-9326-E110452CA74F}" type="presParOf" srcId="{21EF704A-A516-45B5-9343-FBA0AE7FCF48}" destId="{AB5F01A8-D825-4A73-BE29-9CDBDEDFD023}" srcOrd="0" destOrd="0" presId="urn:microsoft.com/office/officeart/2005/8/layout/vList4#1"/>
    <dgm:cxn modelId="{69247CD9-76E0-4077-9EB6-4E1A7F6DCBC5}" type="presParOf" srcId="{21EF704A-A516-45B5-9343-FBA0AE7FCF48}" destId="{19B89E89-1C54-438E-AFD5-65BEF6473346}" srcOrd="1" destOrd="0" presId="urn:microsoft.com/office/officeart/2005/8/layout/vList4#1"/>
    <dgm:cxn modelId="{C3852625-2E5D-4519-877B-7DFB3187F497}" type="presParOf" srcId="{21EF704A-A516-45B5-9343-FBA0AE7FCF48}" destId="{A0D54DDB-1CCA-4303-85C5-19289EF0024F}" srcOrd="2" destOrd="0" presId="urn:microsoft.com/office/officeart/2005/8/layout/vList4#1"/>
    <dgm:cxn modelId="{3AD35C00-3803-40A3-828B-E62A4FE1BD72}" type="presParOf" srcId="{FC7B3208-D2A9-4019-AC93-430DEF449A4F}" destId="{BE2A8E9E-35AD-4FEC-BE93-AB54E370C953}" srcOrd="5" destOrd="0" presId="urn:microsoft.com/office/officeart/2005/8/layout/vList4#1"/>
    <dgm:cxn modelId="{70206FAF-C462-47D5-B1E5-4FE6FE72DFBB}" type="presParOf" srcId="{FC7B3208-D2A9-4019-AC93-430DEF449A4F}" destId="{648628EC-77FA-4E55-BEE2-2CC1D6907CDB}" srcOrd="6" destOrd="0" presId="urn:microsoft.com/office/officeart/2005/8/layout/vList4#1"/>
    <dgm:cxn modelId="{D9A77439-2E41-4EF3-9BE3-1DC63187E740}" type="presParOf" srcId="{648628EC-77FA-4E55-BEE2-2CC1D6907CDB}" destId="{093C2B38-EB07-4067-B631-2DE2999BBD32}" srcOrd="0" destOrd="0" presId="urn:microsoft.com/office/officeart/2005/8/layout/vList4#1"/>
    <dgm:cxn modelId="{492E7151-E98B-4EA0-BF0E-C3C44E15E470}" type="presParOf" srcId="{648628EC-77FA-4E55-BEE2-2CC1D6907CDB}" destId="{48C3C8E3-D33D-4ECA-90A9-DDD4B52AC937}" srcOrd="1" destOrd="0" presId="urn:microsoft.com/office/officeart/2005/8/layout/vList4#1"/>
    <dgm:cxn modelId="{63A7320F-FE5D-40BC-AF34-2212BB705611}" type="presParOf" srcId="{648628EC-77FA-4E55-BEE2-2CC1D6907CDB}" destId="{E7431CE0-400A-4C04-9E56-E2E5A0BDB267}" srcOrd="2" destOrd="0" presId="urn:microsoft.com/office/officeart/2005/8/layout/vList4#1"/>
    <dgm:cxn modelId="{56ECA547-0F5B-4998-BA26-D5BA1978F234}" type="presParOf" srcId="{FC7B3208-D2A9-4019-AC93-430DEF449A4F}" destId="{FDFB27D9-ACDC-4761-BF08-7E9A46ADBA41}" srcOrd="7" destOrd="0" presId="urn:microsoft.com/office/officeart/2005/8/layout/vList4#1"/>
    <dgm:cxn modelId="{14739035-A3B6-427F-BBEE-70928F1F812F}" type="presParOf" srcId="{FC7B3208-D2A9-4019-AC93-430DEF449A4F}" destId="{B5BDB983-CB06-4ECD-A0D1-8CFADC5B645B}" srcOrd="8" destOrd="0" presId="urn:microsoft.com/office/officeart/2005/8/layout/vList4#1"/>
    <dgm:cxn modelId="{B8EC325A-82DE-4F3F-B00A-AAFC8A4A48A0}" type="presParOf" srcId="{B5BDB983-CB06-4ECD-A0D1-8CFADC5B645B}" destId="{202B390B-5460-4E1B-BA41-0188A8F0D740}" srcOrd="0" destOrd="0" presId="urn:microsoft.com/office/officeart/2005/8/layout/vList4#1"/>
    <dgm:cxn modelId="{0E1194F6-7A94-4F68-B98D-621827BC50EC}" type="presParOf" srcId="{B5BDB983-CB06-4ECD-A0D1-8CFADC5B645B}" destId="{91EB64E9-54DD-4B11-84B9-1A4DB5DFF4B0}" srcOrd="1" destOrd="0" presId="urn:microsoft.com/office/officeart/2005/8/layout/vList4#1"/>
    <dgm:cxn modelId="{C74FD1AE-F50D-4DB4-8BD6-2EC22C2446F8}" type="presParOf" srcId="{B5BDB983-CB06-4ECD-A0D1-8CFADC5B645B}" destId="{B62AFC0E-CA8A-4C35-8A22-9E9565BF3D2E}" srcOrd="2" destOrd="0" presId="urn:microsoft.com/office/officeart/2005/8/layout/vList4#1"/>
    <dgm:cxn modelId="{AAD20F21-F89F-4E08-AE58-1EB8BEBF44EB}" type="presParOf" srcId="{FC7B3208-D2A9-4019-AC93-430DEF449A4F}" destId="{27546305-4218-4EAD-9D60-CF8D509EDEC1}" srcOrd="9" destOrd="0" presId="urn:microsoft.com/office/officeart/2005/8/layout/vList4#1"/>
    <dgm:cxn modelId="{3D23D8C8-8F4B-46FC-8F5A-DF5D18B38AA6}" type="presParOf" srcId="{FC7B3208-D2A9-4019-AC93-430DEF449A4F}" destId="{9C3CA623-CAF5-4F59-B326-559975F5E994}" srcOrd="10" destOrd="0" presId="urn:microsoft.com/office/officeart/2005/8/layout/vList4#1"/>
    <dgm:cxn modelId="{15BB975C-3764-4C3C-A83A-7965CC94CE09}" type="presParOf" srcId="{9C3CA623-CAF5-4F59-B326-559975F5E994}" destId="{006AC568-09FE-4FFA-9E01-ED48862ACC58}" srcOrd="0" destOrd="0" presId="urn:microsoft.com/office/officeart/2005/8/layout/vList4#1"/>
    <dgm:cxn modelId="{9D59BFFD-7D9B-407A-856F-5DED30639D85}" type="presParOf" srcId="{9C3CA623-CAF5-4F59-B326-559975F5E994}" destId="{C5D683A3-E16E-496B-A438-C277328A60B0}" srcOrd="1" destOrd="0" presId="urn:microsoft.com/office/officeart/2005/8/layout/vList4#1"/>
    <dgm:cxn modelId="{3C787272-2A46-44A0-86D1-9F825D38B7F5}"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6C74396-B132-4CDC-834A-4CDAE1D1A652}"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A7D216EF-1CC6-4922-B6C5-0D0B3632DFB7}">
      <dgm:prSet phldrT="[文本]" custT="1"/>
      <dgm:spPr/>
      <dgm:t>
        <a:bodyPr/>
        <a:lstStyle/>
        <a:p>
          <a:r>
            <a:rPr lang="en-US" altLang="zh-CN" sz="2000" dirty="0" smtClean="0">
              <a:latin typeface="Times New Roman" pitchFamily="18" charset="0"/>
              <a:cs typeface="Times New Roman" pitchFamily="18" charset="0"/>
            </a:rPr>
            <a:t>Transponder</a:t>
          </a:r>
          <a:endParaRPr lang="zh-CN" altLang="en-US" sz="2000" dirty="0">
            <a:latin typeface="Times New Roman" pitchFamily="18" charset="0"/>
            <a:cs typeface="Times New Roman" pitchFamily="18" charset="0"/>
          </a:endParaRPr>
        </a:p>
      </dgm:t>
    </dgm:pt>
    <dgm:pt modelId="{895C243F-A5C9-4133-BED6-880965CA7D66}" type="parTrans" cxnId="{44C311CE-A35A-4380-8E3D-3C1EF2AA2CFC}">
      <dgm:prSet/>
      <dgm:spPr/>
      <dgm:t>
        <a:bodyPr/>
        <a:lstStyle/>
        <a:p>
          <a:endParaRPr lang="zh-CN" altLang="en-US"/>
        </a:p>
      </dgm:t>
    </dgm:pt>
    <dgm:pt modelId="{107463A6-6511-4077-A7C7-5D304FA25478}" type="sibTrans" cxnId="{44C311CE-A35A-4380-8E3D-3C1EF2AA2CFC}">
      <dgm:prSet/>
      <dgm:spPr/>
      <dgm:t>
        <a:bodyPr/>
        <a:lstStyle/>
        <a:p>
          <a:endParaRPr lang="zh-CN" altLang="en-US"/>
        </a:p>
      </dgm:t>
    </dgm:pt>
    <dgm:pt modelId="{FEF0A3BD-43E7-4B12-95D9-83D3181A8BEB}">
      <dgm:prSet phldrT="[文本]" custT="1"/>
      <dgm:spPr/>
      <dgm:t>
        <a:bodyPr/>
        <a:lstStyle/>
        <a:p>
          <a:r>
            <a:rPr lang="x-none" altLang="zh-CN" sz="1800" b="1" dirty="0" smtClean="0">
              <a:latin typeface="Times New Roman" pitchFamily="18" charset="0"/>
              <a:cs typeface="Times New Roman" pitchFamily="18" charset="0"/>
            </a:rPr>
            <a:t>To transmit telemetry</a:t>
          </a:r>
          <a:r>
            <a:rPr lang="en-US" altLang="zh-CN" sz="1800" b="1" dirty="0" smtClean="0">
              <a:latin typeface="Times New Roman" pitchFamily="18" charset="0"/>
              <a:cs typeface="Times New Roman" pitchFamily="18" charset="0"/>
            </a:rPr>
            <a:t>.</a:t>
          </a:r>
          <a:endParaRPr lang="zh-CN" altLang="en-US" sz="1800" dirty="0"/>
        </a:p>
      </dgm:t>
    </dgm:pt>
    <dgm:pt modelId="{6F87C2DA-68E6-4A4D-8113-F384ED48164E}" type="parTrans" cxnId="{07D9CACA-A1BC-420B-B5E0-A0683F41B273}">
      <dgm:prSet/>
      <dgm:spPr/>
      <dgm:t>
        <a:bodyPr/>
        <a:lstStyle/>
        <a:p>
          <a:endParaRPr lang="zh-CN" altLang="en-US"/>
        </a:p>
      </dgm:t>
    </dgm:pt>
    <dgm:pt modelId="{974615E0-5C9C-42DD-B106-8C1867B41975}" type="sibTrans" cxnId="{07D9CACA-A1BC-420B-B5E0-A0683F41B273}">
      <dgm:prSet/>
      <dgm:spPr/>
      <dgm:t>
        <a:bodyPr/>
        <a:lstStyle/>
        <a:p>
          <a:endParaRPr lang="zh-CN" altLang="en-US"/>
        </a:p>
      </dgm:t>
    </dgm:pt>
    <dgm:pt modelId="{B9497FEF-5546-4128-A091-05065B18CA34}">
      <dgm:prSet phldrT="[文本]" custT="1"/>
      <dgm:spPr/>
      <dgm:t>
        <a:bodyPr/>
        <a:lstStyle/>
        <a:p>
          <a:r>
            <a:rPr lang="en-US" altLang="zh-CN" sz="2000" dirty="0" smtClean="0"/>
            <a:t>GPS receiver</a:t>
          </a:r>
          <a:endParaRPr lang="zh-CN" altLang="en-US" sz="2000" dirty="0"/>
        </a:p>
      </dgm:t>
    </dgm:pt>
    <dgm:pt modelId="{472E4583-8526-4505-B743-256E723D09E7}" type="parTrans" cxnId="{E2608EEB-2FCC-4C42-8266-AB682348D13A}">
      <dgm:prSet/>
      <dgm:spPr/>
      <dgm:t>
        <a:bodyPr/>
        <a:lstStyle/>
        <a:p>
          <a:endParaRPr lang="zh-CN" altLang="en-US"/>
        </a:p>
      </dgm:t>
    </dgm:pt>
    <dgm:pt modelId="{FEA886D9-130D-48E7-B8FF-C74EFC01BD73}" type="sibTrans" cxnId="{E2608EEB-2FCC-4C42-8266-AB682348D13A}">
      <dgm:prSet/>
      <dgm:spPr/>
      <dgm:t>
        <a:bodyPr/>
        <a:lstStyle/>
        <a:p>
          <a:endParaRPr lang="zh-CN" altLang="en-US"/>
        </a:p>
      </dgm:t>
    </dgm:pt>
    <dgm:pt modelId="{B92880BC-21E1-4EF1-B583-F59A965AD62A}">
      <dgm:prSet phldrT="[文本]" custT="1"/>
      <dgm:spPr/>
      <dgm:t>
        <a:bodyPr/>
        <a:lstStyle/>
        <a:p>
          <a:r>
            <a:rPr lang="en-US" altLang="zh-CN" sz="1800" b="1" dirty="0" smtClean="0">
              <a:latin typeface="Times New Roman" pitchFamily="18" charset="0"/>
              <a:cs typeface="Times New Roman" pitchFamily="18" charset="0"/>
            </a:rPr>
            <a:t>Output</a:t>
          </a:r>
          <a:r>
            <a:rPr lang="x-none" altLang="zh-CN" sz="1800" b="1" dirty="0" smtClean="0">
              <a:latin typeface="Times New Roman" pitchFamily="18" charset="0"/>
              <a:cs typeface="Times New Roman" pitchFamily="18" charset="0"/>
            </a:rPr>
            <a:t> positi</a:t>
          </a:r>
          <a:r>
            <a:rPr lang="en-US" altLang="zh-CN" sz="1800" b="1" dirty="0" smtClean="0">
              <a:latin typeface="Times New Roman" pitchFamily="18" charset="0"/>
              <a:cs typeface="Times New Roman" pitchFamily="18" charset="0"/>
            </a:rPr>
            <a:t>on </a:t>
          </a:r>
          <a:r>
            <a:rPr lang="x-none" altLang="zh-CN" sz="1800" b="1" dirty="0" smtClean="0">
              <a:latin typeface="Times New Roman" pitchFamily="18" charset="0"/>
              <a:cs typeface="Times New Roman" pitchFamily="18" charset="0"/>
            </a:rPr>
            <a:t>and orbit determination messages</a:t>
          </a:r>
          <a:r>
            <a:rPr lang="en-US" altLang="zh-CN" sz="1800" b="1" dirty="0" smtClean="0">
              <a:latin typeface="Times New Roman" pitchFamily="18" charset="0"/>
              <a:cs typeface="Times New Roman" pitchFamily="18" charset="0"/>
            </a:rPr>
            <a:t>.</a:t>
          </a:r>
          <a:endParaRPr lang="zh-CN" altLang="en-US" sz="1800" dirty="0"/>
        </a:p>
      </dgm:t>
    </dgm:pt>
    <dgm:pt modelId="{B3E2C527-B746-44A6-914C-8154DEED0316}" type="parTrans" cxnId="{147E2A6F-EE79-46A5-B351-599BBCBC79D3}">
      <dgm:prSet/>
      <dgm:spPr/>
      <dgm:t>
        <a:bodyPr/>
        <a:lstStyle/>
        <a:p>
          <a:endParaRPr lang="zh-CN" altLang="en-US"/>
        </a:p>
      </dgm:t>
    </dgm:pt>
    <dgm:pt modelId="{11D493B8-7D70-4841-A904-994A3AED6535}" type="sibTrans" cxnId="{147E2A6F-EE79-46A5-B351-599BBCBC79D3}">
      <dgm:prSet/>
      <dgm:spPr/>
      <dgm:t>
        <a:bodyPr/>
        <a:lstStyle/>
        <a:p>
          <a:endParaRPr lang="zh-CN" altLang="en-US"/>
        </a:p>
      </dgm:t>
    </dgm:pt>
    <dgm:pt modelId="{510CF909-F6CC-4EA1-8637-7E652EEE6399}">
      <dgm:prSet phldrT="[文本]" custT="1"/>
      <dgm:spPr/>
      <dgm:t>
        <a:bodyPr/>
        <a:lstStyle/>
        <a:p>
          <a:r>
            <a:rPr lang="en-US" altLang="zh-CN" sz="2000" dirty="0" smtClean="0"/>
            <a:t>Antenna </a:t>
          </a:r>
          <a:endParaRPr lang="zh-CN" altLang="en-US" sz="2000" dirty="0"/>
        </a:p>
      </dgm:t>
    </dgm:pt>
    <dgm:pt modelId="{59C697ED-73BF-440A-A83D-DB8A051E974B}" type="parTrans" cxnId="{D4AB38D3-0E2B-4503-9A36-DCB2913A202C}">
      <dgm:prSet/>
      <dgm:spPr/>
      <dgm:t>
        <a:bodyPr/>
        <a:lstStyle/>
        <a:p>
          <a:endParaRPr lang="zh-CN" altLang="en-US"/>
        </a:p>
      </dgm:t>
    </dgm:pt>
    <dgm:pt modelId="{10FD02C4-4922-45C6-B9EB-A6C28B1CFB88}" type="sibTrans" cxnId="{D4AB38D3-0E2B-4503-9A36-DCB2913A202C}">
      <dgm:prSet/>
      <dgm:spPr/>
      <dgm:t>
        <a:bodyPr/>
        <a:lstStyle/>
        <a:p>
          <a:endParaRPr lang="zh-CN" altLang="en-US"/>
        </a:p>
      </dgm:t>
    </dgm:pt>
    <dgm:pt modelId="{67DAB766-ADEC-4BF5-8D83-9BE1ACCE2BBA}">
      <dgm:prSet phldrT="[文本]" custT="1"/>
      <dgm:spPr/>
      <dgm:t>
        <a:bodyPr/>
        <a:lstStyle/>
        <a:p>
          <a:r>
            <a:rPr lang="en-US" sz="1800" b="1" dirty="0" smtClean="0">
              <a:latin typeface="Times New Roman" pitchFamily="18" charset="0"/>
              <a:cs typeface="Times New Roman" pitchFamily="18" charset="0"/>
            </a:rPr>
            <a:t>The TT&amp;C antenna receives or transmits the TT&amp;C signal.</a:t>
          </a:r>
          <a:endParaRPr lang="zh-CN" altLang="en-US" sz="1800" b="1" dirty="0">
            <a:latin typeface="Times New Roman" pitchFamily="18" charset="0"/>
            <a:cs typeface="Times New Roman" pitchFamily="18" charset="0"/>
          </a:endParaRPr>
        </a:p>
      </dgm:t>
    </dgm:pt>
    <dgm:pt modelId="{7DD309FE-8E21-46D9-9870-0EC0F16B6377}" type="parTrans" cxnId="{B6BF1D9D-756B-48C2-8AC3-AC39A0025C49}">
      <dgm:prSet/>
      <dgm:spPr/>
      <dgm:t>
        <a:bodyPr/>
        <a:lstStyle/>
        <a:p>
          <a:endParaRPr lang="zh-CN" altLang="en-US"/>
        </a:p>
      </dgm:t>
    </dgm:pt>
    <dgm:pt modelId="{59BA63FA-34D0-4A85-9C0A-9CFFC5E13D48}" type="sibTrans" cxnId="{B6BF1D9D-756B-48C2-8AC3-AC39A0025C49}">
      <dgm:prSet/>
      <dgm:spPr/>
      <dgm:t>
        <a:bodyPr/>
        <a:lstStyle/>
        <a:p>
          <a:endParaRPr lang="zh-CN" altLang="en-US"/>
        </a:p>
      </dgm:t>
    </dgm:pt>
    <dgm:pt modelId="{C64AC37B-DED3-4E6E-8C7D-B1E2EFF06A8B}">
      <dgm:prSet phldrT="[文本]" custT="1"/>
      <dgm:spPr/>
      <dgm:t>
        <a:bodyPr/>
        <a:lstStyle/>
        <a:p>
          <a:r>
            <a:rPr lang="en-US" sz="1800" b="1" dirty="0" smtClean="0">
              <a:latin typeface="Times New Roman" pitchFamily="18" charset="0"/>
              <a:cs typeface="Times New Roman" pitchFamily="18" charset="0"/>
            </a:rPr>
            <a:t>The GPS antenna receives signals from the GPS navigation satellites.</a:t>
          </a:r>
          <a:endParaRPr lang="zh-CN" altLang="en-US" sz="1800" b="1" dirty="0">
            <a:latin typeface="Times New Roman" pitchFamily="18" charset="0"/>
            <a:cs typeface="Times New Roman" pitchFamily="18" charset="0"/>
          </a:endParaRPr>
        </a:p>
      </dgm:t>
    </dgm:pt>
    <dgm:pt modelId="{D59D470C-4FC1-4E49-AC24-908854C8E7C6}" type="parTrans" cxnId="{321CC7FB-253F-464F-9946-C9B81B5907E3}">
      <dgm:prSet/>
      <dgm:spPr/>
      <dgm:t>
        <a:bodyPr/>
        <a:lstStyle/>
        <a:p>
          <a:endParaRPr lang="zh-CN" altLang="en-US"/>
        </a:p>
      </dgm:t>
    </dgm:pt>
    <dgm:pt modelId="{6D5EF14E-E0BD-49EF-8531-4E19298A4AA0}" type="sibTrans" cxnId="{321CC7FB-253F-464F-9946-C9B81B5907E3}">
      <dgm:prSet/>
      <dgm:spPr/>
      <dgm:t>
        <a:bodyPr/>
        <a:lstStyle/>
        <a:p>
          <a:endParaRPr lang="zh-CN" altLang="en-US"/>
        </a:p>
      </dgm:t>
    </dgm:pt>
    <dgm:pt modelId="{E8C85801-D847-4F48-96F9-55A93732915B}">
      <dgm:prSet phldrT="[文本]" custT="1"/>
      <dgm:spPr/>
      <dgm:t>
        <a:bodyPr/>
        <a:lstStyle/>
        <a:p>
          <a:r>
            <a:rPr lang="en-US" altLang="zh-CN" sz="1800" b="1" dirty="0" smtClean="0">
              <a:latin typeface="Times New Roman" pitchFamily="18" charset="0"/>
              <a:cs typeface="Times New Roman" pitchFamily="18" charset="0"/>
            </a:rPr>
            <a:t>To receive and demodulate the uplink signals and output PCM signal to OBDH.</a:t>
          </a:r>
          <a:endParaRPr lang="zh-CN" altLang="en-US" sz="1800" dirty="0"/>
        </a:p>
      </dgm:t>
    </dgm:pt>
    <dgm:pt modelId="{77D3B5E2-719C-453E-9237-0A3DB29704D3}" type="parTrans" cxnId="{E37625C2-A5D7-41A4-AF76-B2E6B6600319}">
      <dgm:prSet/>
      <dgm:spPr/>
      <dgm:t>
        <a:bodyPr/>
        <a:lstStyle/>
        <a:p>
          <a:endParaRPr lang="zh-CN" altLang="en-US"/>
        </a:p>
      </dgm:t>
    </dgm:pt>
    <dgm:pt modelId="{8638D784-B690-4351-8139-EDF3FFE2C962}" type="sibTrans" cxnId="{E37625C2-A5D7-41A4-AF76-B2E6B6600319}">
      <dgm:prSet/>
      <dgm:spPr/>
      <dgm:t>
        <a:bodyPr/>
        <a:lstStyle/>
        <a:p>
          <a:endParaRPr lang="zh-CN" altLang="en-US"/>
        </a:p>
      </dgm:t>
    </dgm:pt>
    <dgm:pt modelId="{84D57974-B432-4AE1-8C66-A435030D4657}">
      <dgm:prSet phldrT="[文本]" custT="1"/>
      <dgm:spPr/>
      <dgm:t>
        <a:bodyPr/>
        <a:lstStyle/>
        <a:p>
          <a:r>
            <a:rPr lang="en-US" altLang="zh-CN" sz="1800" b="1" dirty="0" smtClean="0">
              <a:latin typeface="Times New Roman" pitchFamily="18" charset="0"/>
              <a:cs typeface="Times New Roman" pitchFamily="18" charset="0"/>
            </a:rPr>
            <a:t>B</a:t>
          </a:r>
          <a:r>
            <a:rPr lang="x-none" altLang="zh-CN" sz="1800" b="1" dirty="0" smtClean="0">
              <a:latin typeface="Times New Roman" pitchFamily="18" charset="0"/>
              <a:cs typeface="Times New Roman" pitchFamily="18" charset="0"/>
            </a:rPr>
            <a:t>roadcast</a:t>
          </a:r>
          <a:r>
            <a:rPr lang="en-US" altLang="zh-CN" sz="1800" b="1" dirty="0" smtClean="0">
              <a:latin typeface="Times New Roman" pitchFamily="18" charset="0"/>
              <a:cs typeface="Times New Roman" pitchFamily="18" charset="0"/>
            </a:rPr>
            <a:t> </a:t>
          </a:r>
          <a:r>
            <a:rPr lang="x-none" altLang="zh-CN" sz="1800" b="1" dirty="0" smtClean="0">
              <a:latin typeface="Times New Roman" pitchFamily="18" charset="0"/>
              <a:cs typeface="Times New Roman" pitchFamily="18" charset="0"/>
            </a:rPr>
            <a:t>the PPS signal which synchronizes satellite time</a:t>
          </a:r>
          <a:r>
            <a:rPr lang="en-US" altLang="zh-CN" sz="1800" b="1" dirty="0" smtClean="0">
              <a:latin typeface="Times New Roman" pitchFamily="18" charset="0"/>
              <a:cs typeface="Times New Roman" pitchFamily="18" charset="0"/>
            </a:rPr>
            <a:t>.</a:t>
          </a:r>
          <a:endParaRPr lang="zh-CN" altLang="en-US" sz="1800" dirty="0"/>
        </a:p>
      </dgm:t>
    </dgm:pt>
    <dgm:pt modelId="{C4711036-786E-4202-959F-0986008DCB4A}" type="parTrans" cxnId="{5D3D7BF7-0C7A-4BDB-A396-30B626E62E71}">
      <dgm:prSet/>
      <dgm:spPr/>
      <dgm:t>
        <a:bodyPr/>
        <a:lstStyle/>
        <a:p>
          <a:endParaRPr lang="zh-CN" altLang="en-US"/>
        </a:p>
      </dgm:t>
    </dgm:pt>
    <dgm:pt modelId="{5AFB8079-F4CB-4982-BF0A-922E84A38E78}" type="sibTrans" cxnId="{5D3D7BF7-0C7A-4BDB-A396-30B626E62E71}">
      <dgm:prSet/>
      <dgm:spPr/>
      <dgm:t>
        <a:bodyPr/>
        <a:lstStyle/>
        <a:p>
          <a:endParaRPr lang="zh-CN" altLang="en-US"/>
        </a:p>
      </dgm:t>
    </dgm:pt>
    <dgm:pt modelId="{08FCA213-4E58-4ADA-95C4-F47628DD4B33}">
      <dgm:prSet phldrT="[文本]" custT="1"/>
      <dgm:spPr/>
      <dgm:t>
        <a:bodyPr/>
        <a:lstStyle/>
        <a:p>
          <a:r>
            <a:rPr lang="en-US" sz="1800" b="1" dirty="0" smtClean="0">
              <a:latin typeface="Times New Roman" pitchFamily="18" charset="0"/>
              <a:cs typeface="Times New Roman" pitchFamily="18" charset="0"/>
            </a:rPr>
            <a:t>The Multiplexer blends or distributes the TT&amp;C signal.</a:t>
          </a:r>
          <a:endParaRPr lang="zh-CN" altLang="en-US" sz="1800" b="1" dirty="0">
            <a:latin typeface="Times New Roman" pitchFamily="18" charset="0"/>
            <a:cs typeface="Times New Roman" pitchFamily="18" charset="0"/>
          </a:endParaRPr>
        </a:p>
      </dgm:t>
    </dgm:pt>
    <dgm:pt modelId="{609AC512-B6D5-4096-9160-D7E47A62731A}" type="parTrans" cxnId="{E173F2F7-A948-48F6-9AE0-945BAC25BD0D}">
      <dgm:prSet/>
      <dgm:spPr/>
      <dgm:t>
        <a:bodyPr/>
        <a:lstStyle/>
        <a:p>
          <a:endParaRPr lang="zh-CN" altLang="en-US"/>
        </a:p>
      </dgm:t>
    </dgm:pt>
    <dgm:pt modelId="{0509E9BB-8220-4AD5-AEEA-A257CD2DB52A}" type="sibTrans" cxnId="{E173F2F7-A948-48F6-9AE0-945BAC25BD0D}">
      <dgm:prSet/>
      <dgm:spPr/>
      <dgm:t>
        <a:bodyPr/>
        <a:lstStyle/>
        <a:p>
          <a:endParaRPr lang="zh-CN" altLang="en-US"/>
        </a:p>
      </dgm:t>
    </dgm:pt>
    <dgm:pt modelId="{4D87263E-D85F-4990-BB58-DAB8DC9E9D43}">
      <dgm:prSet phldrT="[文本]" custT="1"/>
      <dgm:spPr/>
      <dgm:t>
        <a:bodyPr/>
        <a:lstStyle/>
        <a:p>
          <a:r>
            <a:rPr lang="en-US" altLang="zh-CN" sz="1800" b="1" dirty="0" smtClean="0">
              <a:latin typeface="Times New Roman" pitchFamily="18" charset="0"/>
              <a:cs typeface="Times New Roman" pitchFamily="18" charset="0"/>
            </a:rPr>
            <a:t>B</a:t>
          </a:r>
          <a:r>
            <a:rPr lang="x-none" altLang="zh-CN" sz="1800" b="1" dirty="0" smtClean="0">
              <a:latin typeface="Times New Roman" pitchFamily="18" charset="0"/>
              <a:cs typeface="Times New Roman" pitchFamily="18" charset="0"/>
            </a:rPr>
            <a:t>roadcast</a:t>
          </a:r>
          <a:r>
            <a:rPr lang="en-US" altLang="zh-CN" sz="1800" b="1" dirty="0" smtClean="0">
              <a:latin typeface="Times New Roman" pitchFamily="18" charset="0"/>
              <a:cs typeface="Times New Roman" pitchFamily="18" charset="0"/>
            </a:rPr>
            <a:t> UTC time. </a:t>
          </a:r>
          <a:endParaRPr lang="zh-CN" altLang="en-US" sz="1800" dirty="0"/>
        </a:p>
      </dgm:t>
    </dgm:pt>
    <dgm:pt modelId="{16303A20-50C5-44A0-8383-B63525BBF634}" type="parTrans" cxnId="{C69EEB17-DEA9-4449-8D28-43084F41761C}">
      <dgm:prSet/>
      <dgm:spPr/>
      <dgm:t>
        <a:bodyPr/>
        <a:lstStyle/>
        <a:p>
          <a:endParaRPr lang="zh-CN" altLang="en-US"/>
        </a:p>
      </dgm:t>
    </dgm:pt>
    <dgm:pt modelId="{2FF68AE2-3E63-4E53-89F6-40EB77F68F48}" type="sibTrans" cxnId="{C69EEB17-DEA9-4449-8D28-43084F41761C}">
      <dgm:prSet/>
      <dgm:spPr/>
      <dgm:t>
        <a:bodyPr/>
        <a:lstStyle/>
        <a:p>
          <a:endParaRPr lang="zh-CN" altLang="en-US"/>
        </a:p>
      </dgm:t>
    </dgm:pt>
    <dgm:pt modelId="{25AAB105-FE87-4428-9AC7-0D8FF0A98AAF}" type="pres">
      <dgm:prSet presAssocID="{46C74396-B132-4CDC-834A-4CDAE1D1A652}" presName="linearFlow" presStyleCnt="0">
        <dgm:presLayoutVars>
          <dgm:dir/>
          <dgm:animLvl val="lvl"/>
          <dgm:resizeHandles val="exact"/>
        </dgm:presLayoutVars>
      </dgm:prSet>
      <dgm:spPr/>
      <dgm:t>
        <a:bodyPr/>
        <a:lstStyle/>
        <a:p>
          <a:endParaRPr lang="zh-CN" altLang="en-US"/>
        </a:p>
      </dgm:t>
    </dgm:pt>
    <dgm:pt modelId="{7B78F930-F183-4EBA-893A-DA8102F5EF2E}" type="pres">
      <dgm:prSet presAssocID="{A7D216EF-1CC6-4922-B6C5-0D0B3632DFB7}" presName="composite" presStyleCnt="0"/>
      <dgm:spPr/>
    </dgm:pt>
    <dgm:pt modelId="{7025EDF0-DF87-4927-9B13-48A072C53FAB}" type="pres">
      <dgm:prSet presAssocID="{A7D216EF-1CC6-4922-B6C5-0D0B3632DFB7}" presName="parentText" presStyleLbl="alignNode1" presStyleIdx="0" presStyleCnt="3" custScaleX="103788" custLinFactNeighborX="-1278">
        <dgm:presLayoutVars>
          <dgm:chMax val="1"/>
          <dgm:bulletEnabled val="1"/>
        </dgm:presLayoutVars>
      </dgm:prSet>
      <dgm:spPr/>
      <dgm:t>
        <a:bodyPr/>
        <a:lstStyle/>
        <a:p>
          <a:endParaRPr lang="zh-CN" altLang="en-US"/>
        </a:p>
      </dgm:t>
    </dgm:pt>
    <dgm:pt modelId="{AC07C0B1-0571-4F32-975F-E6674EA290F7}" type="pres">
      <dgm:prSet presAssocID="{A7D216EF-1CC6-4922-B6C5-0D0B3632DFB7}" presName="descendantText" presStyleLbl="alignAcc1" presStyleIdx="0" presStyleCnt="3" custScaleY="100000" custLinFactNeighborY="3123">
        <dgm:presLayoutVars>
          <dgm:bulletEnabled val="1"/>
        </dgm:presLayoutVars>
      </dgm:prSet>
      <dgm:spPr/>
      <dgm:t>
        <a:bodyPr/>
        <a:lstStyle/>
        <a:p>
          <a:endParaRPr lang="zh-CN" altLang="en-US"/>
        </a:p>
      </dgm:t>
    </dgm:pt>
    <dgm:pt modelId="{3B4A776A-4F60-4272-9F13-294C465F3D88}" type="pres">
      <dgm:prSet presAssocID="{107463A6-6511-4077-A7C7-5D304FA25478}" presName="sp" presStyleCnt="0"/>
      <dgm:spPr/>
    </dgm:pt>
    <dgm:pt modelId="{A7C9F600-B58F-46CE-9104-8D36EFBAA7AC}" type="pres">
      <dgm:prSet presAssocID="{B9497FEF-5546-4128-A091-05065B18CA34}" presName="composite" presStyleCnt="0"/>
      <dgm:spPr/>
    </dgm:pt>
    <dgm:pt modelId="{7271C218-2752-485F-AFAD-BED97068C1D6}" type="pres">
      <dgm:prSet presAssocID="{B9497FEF-5546-4128-A091-05065B18CA34}" presName="parentText" presStyleLbl="alignNode1" presStyleIdx="1" presStyleCnt="3" custLinFactNeighborY="2332">
        <dgm:presLayoutVars>
          <dgm:chMax val="1"/>
          <dgm:bulletEnabled val="1"/>
        </dgm:presLayoutVars>
      </dgm:prSet>
      <dgm:spPr/>
      <dgm:t>
        <a:bodyPr/>
        <a:lstStyle/>
        <a:p>
          <a:endParaRPr lang="zh-CN" altLang="en-US"/>
        </a:p>
      </dgm:t>
    </dgm:pt>
    <dgm:pt modelId="{F37FFDCE-17C9-4208-9FB4-2FC21FC66D27}" type="pres">
      <dgm:prSet presAssocID="{B9497FEF-5546-4128-A091-05065B18CA34}" presName="descendantText" presStyleLbl="alignAcc1" presStyleIdx="1" presStyleCnt="3" custScaleY="119995" custLinFactNeighborX="259" custLinFactNeighborY="2289">
        <dgm:presLayoutVars>
          <dgm:bulletEnabled val="1"/>
        </dgm:presLayoutVars>
      </dgm:prSet>
      <dgm:spPr/>
      <dgm:t>
        <a:bodyPr/>
        <a:lstStyle/>
        <a:p>
          <a:endParaRPr lang="zh-CN" altLang="en-US"/>
        </a:p>
      </dgm:t>
    </dgm:pt>
    <dgm:pt modelId="{9D56AEEE-87B4-4E73-BB8E-A961CBAE91D6}" type="pres">
      <dgm:prSet presAssocID="{FEA886D9-130D-48E7-B8FF-C74EFC01BD73}" presName="sp" presStyleCnt="0"/>
      <dgm:spPr/>
    </dgm:pt>
    <dgm:pt modelId="{85FB3288-04BC-468D-BC82-B5EC319BBF30}" type="pres">
      <dgm:prSet presAssocID="{510CF909-F6CC-4EA1-8637-7E652EEE6399}" presName="composite" presStyleCnt="0"/>
      <dgm:spPr/>
    </dgm:pt>
    <dgm:pt modelId="{8C408CDA-E92F-472E-B29E-27C907C24381}" type="pres">
      <dgm:prSet presAssocID="{510CF909-F6CC-4EA1-8637-7E652EEE6399}" presName="parentText" presStyleLbl="alignNode1" presStyleIdx="2" presStyleCnt="3" custLinFactNeighborY="-10433">
        <dgm:presLayoutVars>
          <dgm:chMax val="1"/>
          <dgm:bulletEnabled val="1"/>
        </dgm:presLayoutVars>
      </dgm:prSet>
      <dgm:spPr/>
      <dgm:t>
        <a:bodyPr/>
        <a:lstStyle/>
        <a:p>
          <a:endParaRPr lang="zh-CN" altLang="en-US"/>
        </a:p>
      </dgm:t>
    </dgm:pt>
    <dgm:pt modelId="{1683C194-8780-442E-88E1-EDCB9360945B}" type="pres">
      <dgm:prSet presAssocID="{510CF909-F6CC-4EA1-8637-7E652EEE6399}" presName="descendantText" presStyleLbl="alignAcc1" presStyleIdx="2" presStyleCnt="3" custScaleY="149315" custLinFactNeighborX="137" custLinFactNeighborY="1609">
        <dgm:presLayoutVars>
          <dgm:bulletEnabled val="1"/>
        </dgm:presLayoutVars>
      </dgm:prSet>
      <dgm:spPr/>
      <dgm:t>
        <a:bodyPr/>
        <a:lstStyle/>
        <a:p>
          <a:endParaRPr lang="zh-CN" altLang="en-US"/>
        </a:p>
      </dgm:t>
    </dgm:pt>
  </dgm:ptLst>
  <dgm:cxnLst>
    <dgm:cxn modelId="{321CC7FB-253F-464F-9946-C9B81B5907E3}" srcId="{510CF909-F6CC-4EA1-8637-7E652EEE6399}" destId="{C64AC37B-DED3-4E6E-8C7D-B1E2EFF06A8B}" srcOrd="1" destOrd="0" parTransId="{D59D470C-4FC1-4E49-AC24-908854C8E7C6}" sibTransId="{6D5EF14E-E0BD-49EF-8531-4E19298A4AA0}"/>
    <dgm:cxn modelId="{CEBC7EFD-5B25-48C9-814B-4AA9444E9B00}" type="presOf" srcId="{FEF0A3BD-43E7-4B12-95D9-83D3181A8BEB}" destId="{AC07C0B1-0571-4F32-975F-E6674EA290F7}" srcOrd="0" destOrd="0" presId="urn:microsoft.com/office/officeart/2005/8/layout/chevron2"/>
    <dgm:cxn modelId="{5112D4CE-31DB-421B-92D6-65803EB8EF8F}" type="presOf" srcId="{4D87263E-D85F-4990-BB58-DAB8DC9E9D43}" destId="{F37FFDCE-17C9-4208-9FB4-2FC21FC66D27}" srcOrd="0" destOrd="1" presId="urn:microsoft.com/office/officeart/2005/8/layout/chevron2"/>
    <dgm:cxn modelId="{87DD425A-65EE-455E-9C11-F1B58BF68DCC}" type="presOf" srcId="{46C74396-B132-4CDC-834A-4CDAE1D1A652}" destId="{25AAB105-FE87-4428-9AC7-0D8FF0A98AAF}" srcOrd="0" destOrd="0" presId="urn:microsoft.com/office/officeart/2005/8/layout/chevron2"/>
    <dgm:cxn modelId="{E37625C2-A5D7-41A4-AF76-B2E6B6600319}" srcId="{A7D216EF-1CC6-4922-B6C5-0D0B3632DFB7}" destId="{E8C85801-D847-4F48-96F9-55A93732915B}" srcOrd="1" destOrd="0" parTransId="{77D3B5E2-719C-453E-9237-0A3DB29704D3}" sibTransId="{8638D784-B690-4351-8139-EDF3FFE2C962}"/>
    <dgm:cxn modelId="{91C7A94B-F7CC-4AC6-AABB-3FB0EDC76A93}" type="presOf" srcId="{E8C85801-D847-4F48-96F9-55A93732915B}" destId="{AC07C0B1-0571-4F32-975F-E6674EA290F7}" srcOrd="0" destOrd="1" presId="urn:microsoft.com/office/officeart/2005/8/layout/chevron2"/>
    <dgm:cxn modelId="{6AA1EE5E-CEF8-4372-9BDA-CA5EECC1EBCC}" type="presOf" srcId="{B92880BC-21E1-4EF1-B583-F59A965AD62A}" destId="{F37FFDCE-17C9-4208-9FB4-2FC21FC66D27}" srcOrd="0" destOrd="0" presId="urn:microsoft.com/office/officeart/2005/8/layout/chevron2"/>
    <dgm:cxn modelId="{9B005AC3-7536-4438-B2C6-0229B39BCD3F}" type="presOf" srcId="{C64AC37B-DED3-4E6E-8C7D-B1E2EFF06A8B}" destId="{1683C194-8780-442E-88E1-EDCB9360945B}" srcOrd="0" destOrd="1" presId="urn:microsoft.com/office/officeart/2005/8/layout/chevron2"/>
    <dgm:cxn modelId="{147E2A6F-EE79-46A5-B351-599BBCBC79D3}" srcId="{B9497FEF-5546-4128-A091-05065B18CA34}" destId="{B92880BC-21E1-4EF1-B583-F59A965AD62A}" srcOrd="0" destOrd="0" parTransId="{B3E2C527-B746-44A6-914C-8154DEED0316}" sibTransId="{11D493B8-7D70-4841-A904-994A3AED6535}"/>
    <dgm:cxn modelId="{E2608EEB-2FCC-4C42-8266-AB682348D13A}" srcId="{46C74396-B132-4CDC-834A-4CDAE1D1A652}" destId="{B9497FEF-5546-4128-A091-05065B18CA34}" srcOrd="1" destOrd="0" parTransId="{472E4583-8526-4505-B743-256E723D09E7}" sibTransId="{FEA886D9-130D-48E7-B8FF-C74EFC01BD73}"/>
    <dgm:cxn modelId="{E173F2F7-A948-48F6-9AE0-945BAC25BD0D}" srcId="{510CF909-F6CC-4EA1-8637-7E652EEE6399}" destId="{08FCA213-4E58-4ADA-95C4-F47628DD4B33}" srcOrd="2" destOrd="0" parTransId="{609AC512-B6D5-4096-9160-D7E47A62731A}" sibTransId="{0509E9BB-8220-4AD5-AEEA-A257CD2DB52A}"/>
    <dgm:cxn modelId="{80F0E226-E429-4647-9DEE-CC79982A65E8}" type="presOf" srcId="{B9497FEF-5546-4128-A091-05065B18CA34}" destId="{7271C218-2752-485F-AFAD-BED97068C1D6}" srcOrd="0" destOrd="0" presId="urn:microsoft.com/office/officeart/2005/8/layout/chevron2"/>
    <dgm:cxn modelId="{C69EEB17-DEA9-4449-8D28-43084F41761C}" srcId="{B9497FEF-5546-4128-A091-05065B18CA34}" destId="{4D87263E-D85F-4990-BB58-DAB8DC9E9D43}" srcOrd="1" destOrd="0" parTransId="{16303A20-50C5-44A0-8383-B63525BBF634}" sibTransId="{2FF68AE2-3E63-4E53-89F6-40EB77F68F48}"/>
    <dgm:cxn modelId="{3C2D8FB2-9F11-47DB-A0EA-E0EA21AC20A8}" type="presOf" srcId="{A7D216EF-1CC6-4922-B6C5-0D0B3632DFB7}" destId="{7025EDF0-DF87-4927-9B13-48A072C53FAB}" srcOrd="0" destOrd="0" presId="urn:microsoft.com/office/officeart/2005/8/layout/chevron2"/>
    <dgm:cxn modelId="{B6BF1D9D-756B-48C2-8AC3-AC39A0025C49}" srcId="{510CF909-F6CC-4EA1-8637-7E652EEE6399}" destId="{67DAB766-ADEC-4BF5-8D83-9BE1ACCE2BBA}" srcOrd="0" destOrd="0" parTransId="{7DD309FE-8E21-46D9-9870-0EC0F16B6377}" sibTransId="{59BA63FA-34D0-4A85-9C0A-9CFFC5E13D48}"/>
    <dgm:cxn modelId="{44C311CE-A35A-4380-8E3D-3C1EF2AA2CFC}" srcId="{46C74396-B132-4CDC-834A-4CDAE1D1A652}" destId="{A7D216EF-1CC6-4922-B6C5-0D0B3632DFB7}" srcOrd="0" destOrd="0" parTransId="{895C243F-A5C9-4133-BED6-880965CA7D66}" sibTransId="{107463A6-6511-4077-A7C7-5D304FA25478}"/>
    <dgm:cxn modelId="{8EDA9C3F-901A-4B43-A61D-D55E8F8A0249}" type="presOf" srcId="{08FCA213-4E58-4ADA-95C4-F47628DD4B33}" destId="{1683C194-8780-442E-88E1-EDCB9360945B}" srcOrd="0" destOrd="2" presId="urn:microsoft.com/office/officeart/2005/8/layout/chevron2"/>
    <dgm:cxn modelId="{CA040F8D-9FFD-429B-8946-D9252E0F391F}" type="presOf" srcId="{510CF909-F6CC-4EA1-8637-7E652EEE6399}" destId="{8C408CDA-E92F-472E-B29E-27C907C24381}" srcOrd="0" destOrd="0" presId="urn:microsoft.com/office/officeart/2005/8/layout/chevron2"/>
    <dgm:cxn modelId="{5D3D7BF7-0C7A-4BDB-A396-30B626E62E71}" srcId="{B9497FEF-5546-4128-A091-05065B18CA34}" destId="{84D57974-B432-4AE1-8C66-A435030D4657}" srcOrd="2" destOrd="0" parTransId="{C4711036-786E-4202-959F-0986008DCB4A}" sibTransId="{5AFB8079-F4CB-4982-BF0A-922E84A38E78}"/>
    <dgm:cxn modelId="{D4AB38D3-0E2B-4503-9A36-DCB2913A202C}" srcId="{46C74396-B132-4CDC-834A-4CDAE1D1A652}" destId="{510CF909-F6CC-4EA1-8637-7E652EEE6399}" srcOrd="2" destOrd="0" parTransId="{59C697ED-73BF-440A-A83D-DB8A051E974B}" sibTransId="{10FD02C4-4922-45C6-B9EB-A6C28B1CFB88}"/>
    <dgm:cxn modelId="{07D9CACA-A1BC-420B-B5E0-A0683F41B273}" srcId="{A7D216EF-1CC6-4922-B6C5-0D0B3632DFB7}" destId="{FEF0A3BD-43E7-4B12-95D9-83D3181A8BEB}" srcOrd="0" destOrd="0" parTransId="{6F87C2DA-68E6-4A4D-8113-F384ED48164E}" sibTransId="{974615E0-5C9C-42DD-B106-8C1867B41975}"/>
    <dgm:cxn modelId="{C28324DE-3642-4C5A-A708-5639C4D9213A}" type="presOf" srcId="{84D57974-B432-4AE1-8C66-A435030D4657}" destId="{F37FFDCE-17C9-4208-9FB4-2FC21FC66D27}" srcOrd="0" destOrd="2" presId="urn:microsoft.com/office/officeart/2005/8/layout/chevron2"/>
    <dgm:cxn modelId="{EFF82B52-1955-4784-998E-F2AD06A7E53A}" type="presOf" srcId="{67DAB766-ADEC-4BF5-8D83-9BE1ACCE2BBA}" destId="{1683C194-8780-442E-88E1-EDCB9360945B}" srcOrd="0" destOrd="0" presId="urn:microsoft.com/office/officeart/2005/8/layout/chevron2"/>
    <dgm:cxn modelId="{F308E297-AF40-4277-8CF1-BC1528DC5D8E}" type="presParOf" srcId="{25AAB105-FE87-4428-9AC7-0D8FF0A98AAF}" destId="{7B78F930-F183-4EBA-893A-DA8102F5EF2E}" srcOrd="0" destOrd="0" presId="urn:microsoft.com/office/officeart/2005/8/layout/chevron2"/>
    <dgm:cxn modelId="{C0EB02D5-0BC9-4C7A-84EE-3E5E35C792A0}" type="presParOf" srcId="{7B78F930-F183-4EBA-893A-DA8102F5EF2E}" destId="{7025EDF0-DF87-4927-9B13-48A072C53FAB}" srcOrd="0" destOrd="0" presId="urn:microsoft.com/office/officeart/2005/8/layout/chevron2"/>
    <dgm:cxn modelId="{E052BD01-317D-45E5-96F9-31132A9D4EDA}" type="presParOf" srcId="{7B78F930-F183-4EBA-893A-DA8102F5EF2E}" destId="{AC07C0B1-0571-4F32-975F-E6674EA290F7}" srcOrd="1" destOrd="0" presId="urn:microsoft.com/office/officeart/2005/8/layout/chevron2"/>
    <dgm:cxn modelId="{AC35DE00-2475-4FBF-845E-34EAED6DEB30}" type="presParOf" srcId="{25AAB105-FE87-4428-9AC7-0D8FF0A98AAF}" destId="{3B4A776A-4F60-4272-9F13-294C465F3D88}" srcOrd="1" destOrd="0" presId="urn:microsoft.com/office/officeart/2005/8/layout/chevron2"/>
    <dgm:cxn modelId="{EE838FBD-AFFF-430F-819A-65031D38691C}" type="presParOf" srcId="{25AAB105-FE87-4428-9AC7-0D8FF0A98AAF}" destId="{A7C9F600-B58F-46CE-9104-8D36EFBAA7AC}" srcOrd="2" destOrd="0" presId="urn:microsoft.com/office/officeart/2005/8/layout/chevron2"/>
    <dgm:cxn modelId="{DBB793A2-8319-4A5F-8742-4B31BA533234}" type="presParOf" srcId="{A7C9F600-B58F-46CE-9104-8D36EFBAA7AC}" destId="{7271C218-2752-485F-AFAD-BED97068C1D6}" srcOrd="0" destOrd="0" presId="urn:microsoft.com/office/officeart/2005/8/layout/chevron2"/>
    <dgm:cxn modelId="{3F1FD8DC-2154-4EAE-933C-EF8A96877335}" type="presParOf" srcId="{A7C9F600-B58F-46CE-9104-8D36EFBAA7AC}" destId="{F37FFDCE-17C9-4208-9FB4-2FC21FC66D27}" srcOrd="1" destOrd="0" presId="urn:microsoft.com/office/officeart/2005/8/layout/chevron2"/>
    <dgm:cxn modelId="{70A160F5-7F25-4E7C-AB5B-B466BC74C655}" type="presParOf" srcId="{25AAB105-FE87-4428-9AC7-0D8FF0A98AAF}" destId="{9D56AEEE-87B4-4E73-BB8E-A961CBAE91D6}" srcOrd="3" destOrd="0" presId="urn:microsoft.com/office/officeart/2005/8/layout/chevron2"/>
    <dgm:cxn modelId="{5328D04C-40A1-40D7-B180-EB189E9345B6}" type="presParOf" srcId="{25AAB105-FE87-4428-9AC7-0D8FF0A98AAF}" destId="{85FB3288-04BC-468D-BC82-B5EC319BBF30}" srcOrd="4" destOrd="0" presId="urn:microsoft.com/office/officeart/2005/8/layout/chevron2"/>
    <dgm:cxn modelId="{06624A6C-15E0-4E90-B5FB-0F11F2D59D51}" type="presParOf" srcId="{85FB3288-04BC-468D-BC82-B5EC319BBF30}" destId="{8C408CDA-E92F-472E-B29E-27C907C24381}" srcOrd="0" destOrd="0" presId="urn:microsoft.com/office/officeart/2005/8/layout/chevron2"/>
    <dgm:cxn modelId="{D5801B2C-E699-42E9-A6E5-A1FB367667C7}" type="presParOf" srcId="{85FB3288-04BC-468D-BC82-B5EC319BBF30}" destId="{1683C194-8780-442E-88E1-EDCB9360945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accent2">
            <a:lumMod val="40000"/>
            <a:lumOff val="6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custLinFactNeighborY="-8795"/>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462"/>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8478257E-0402-4833-91CE-5694B6B607E8}" type="presOf" srcId="{35CA1BA4-7BF7-4BC3-B87E-38091D897104}" destId="{B62AFC0E-CA8A-4C35-8A22-9E9565BF3D2E}" srcOrd="1" destOrd="0" presId="urn:microsoft.com/office/officeart/2005/8/layout/vList4#1"/>
    <dgm:cxn modelId="{6F981FE5-D32F-4224-BBB6-9D7E899DE9FC}" type="presOf" srcId="{AA388733-7D22-4DFD-A722-255718C5692B}" destId="{FC7B3208-D2A9-4019-AC93-430DEF449A4F}" srcOrd="0"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8D8EE635-6D62-4C1C-B322-8DC1C492AD01}" type="presOf" srcId="{35CA1BA4-7BF7-4BC3-B87E-38091D897104}" destId="{202B390B-5460-4E1B-BA41-0188A8F0D740}" srcOrd="0" destOrd="0" presId="urn:microsoft.com/office/officeart/2005/8/layout/vList4#1"/>
    <dgm:cxn modelId="{02D41ACE-A801-4434-9A16-EDCCF3448704}" type="presOf" srcId="{2AEF3D7D-B345-413F-BCCB-533EC7F6D18F}" destId="{95FF92B4-9B78-46E2-BE94-9C617CF76318}" srcOrd="0" destOrd="0" presId="urn:microsoft.com/office/officeart/2005/8/layout/vList4#1"/>
    <dgm:cxn modelId="{28F9B44E-781A-4986-91B3-56E476568C6C}" type="presOf" srcId="{6EB5C57D-B6BD-4547-A73A-14E8F6B778E8}" destId="{A0D54DDB-1CCA-4303-85C5-19289EF0024F}" srcOrd="1" destOrd="0" presId="urn:microsoft.com/office/officeart/2005/8/layout/vList4#1"/>
    <dgm:cxn modelId="{D21FED89-BDFA-4699-8A29-413872B4D17D}" type="presOf" srcId="{6EB5C57D-B6BD-4547-A73A-14E8F6B778E8}" destId="{AB5F01A8-D825-4A73-BE29-9CDBDEDFD023}" srcOrd="0" destOrd="0" presId="urn:microsoft.com/office/officeart/2005/8/layout/vList4#1"/>
    <dgm:cxn modelId="{7ED779DB-A2C5-42C8-84AB-906FC663ACC8}" type="presOf" srcId="{C2CE87A9-84E7-40E9-A3C0-95449C55B5F4}" destId="{D8063EBA-19BE-4DBB-935F-F30044A97128}" srcOrd="1"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61A1D98F-CC6A-47F5-AAFD-34DC37CABE9B}" type="presOf" srcId="{2AEF3D7D-B345-413F-BCCB-533EC7F6D18F}" destId="{EEB3E59F-AED9-4E25-889D-E7C039330949}" srcOrd="1" destOrd="0" presId="urn:microsoft.com/office/officeart/2005/8/layout/vList4#1"/>
    <dgm:cxn modelId="{6F4B7DDA-F74C-4E8C-A758-104260C66DE8}" type="presOf" srcId="{3E8C039B-3FE9-44CE-A273-AD4D671F2F32}" destId="{B6476F85-FD2C-4739-90DF-5FB79C0D5F2B}"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D600C7ED-8639-477B-A2F9-05442C58933C}" srcId="{AA388733-7D22-4DFD-A722-255718C5692B}" destId="{35CA1BA4-7BF7-4BC3-B87E-38091D897104}" srcOrd="4" destOrd="0" parTransId="{B972990E-F4F5-491F-BFA0-E6B2B97A1D49}" sibTransId="{7B908E29-2A8B-4709-9F62-375CDFC14431}"/>
    <dgm:cxn modelId="{6CDF1D22-AD48-49F5-8C50-3225AA2F18F3}" type="presOf" srcId="{3E8C039B-3FE9-44CE-A273-AD4D671F2F32}" destId="{006AC568-09FE-4FFA-9E01-ED48862ACC58}" srcOrd="0" destOrd="0" presId="urn:microsoft.com/office/officeart/2005/8/layout/vList4#1"/>
    <dgm:cxn modelId="{9D729D27-2701-4795-9EEA-B95D91717DF2}" type="presOf" srcId="{C2CE87A9-84E7-40E9-A3C0-95449C55B5F4}" destId="{1C0906E4-228C-49A5-930F-114B0D2860D4}" srcOrd="0" destOrd="0" presId="urn:microsoft.com/office/officeart/2005/8/layout/vList4#1"/>
    <dgm:cxn modelId="{1DB5CE34-0713-4F27-92FD-43DDBA5EAC27}" type="presOf" srcId="{62D58ABB-A3EA-4B6C-A4A7-B547B7CA31A2}" destId="{093C2B38-EB07-4067-B631-2DE2999BBD32}" srcOrd="0"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22ED3BF6-EDA4-4B76-A472-2296ADEDD2E9}" type="presOf" srcId="{62D58ABB-A3EA-4B6C-A4A7-B547B7CA31A2}" destId="{E7431CE0-400A-4C04-9E56-E2E5A0BDB267}" srcOrd="1" destOrd="0" presId="urn:microsoft.com/office/officeart/2005/8/layout/vList4#1"/>
    <dgm:cxn modelId="{B7CA2327-7BA6-472B-B83C-A58697E6215E}" type="presParOf" srcId="{FC7B3208-D2A9-4019-AC93-430DEF449A4F}" destId="{02EFF6CC-C90B-4FA6-B749-CA9A12A59A33}" srcOrd="0" destOrd="0" presId="urn:microsoft.com/office/officeart/2005/8/layout/vList4#1"/>
    <dgm:cxn modelId="{0CEF67E0-49A5-499E-8C01-4D8A8939514D}" type="presParOf" srcId="{02EFF6CC-C90B-4FA6-B749-CA9A12A59A33}" destId="{1C0906E4-228C-49A5-930F-114B0D2860D4}" srcOrd="0" destOrd="0" presId="urn:microsoft.com/office/officeart/2005/8/layout/vList4#1"/>
    <dgm:cxn modelId="{4611D4E9-A103-49B7-8C92-9512AF3F3964}" type="presParOf" srcId="{02EFF6CC-C90B-4FA6-B749-CA9A12A59A33}" destId="{75DC55DC-3CBE-4290-AA72-35E3BE33B3AE}" srcOrd="1" destOrd="0" presId="urn:microsoft.com/office/officeart/2005/8/layout/vList4#1"/>
    <dgm:cxn modelId="{69FFC7AF-FB8C-439B-A4BF-EF11FE634552}" type="presParOf" srcId="{02EFF6CC-C90B-4FA6-B749-CA9A12A59A33}" destId="{D8063EBA-19BE-4DBB-935F-F30044A97128}" srcOrd="2" destOrd="0" presId="urn:microsoft.com/office/officeart/2005/8/layout/vList4#1"/>
    <dgm:cxn modelId="{18E4EFF2-2CA8-4E6B-97D9-E5FDD4EFDC1F}" type="presParOf" srcId="{FC7B3208-D2A9-4019-AC93-430DEF449A4F}" destId="{2AE870FA-1138-49BA-B4E4-6C23F170701B}" srcOrd="1" destOrd="0" presId="urn:microsoft.com/office/officeart/2005/8/layout/vList4#1"/>
    <dgm:cxn modelId="{6813B007-7C34-4D5B-9D22-A004163EB8A4}" type="presParOf" srcId="{FC7B3208-D2A9-4019-AC93-430DEF449A4F}" destId="{4AB63194-20E0-4663-83F2-A42110ABC115}" srcOrd="2" destOrd="0" presId="urn:microsoft.com/office/officeart/2005/8/layout/vList4#1"/>
    <dgm:cxn modelId="{5512F727-5AAB-4605-98EC-2CC14E93773B}" type="presParOf" srcId="{4AB63194-20E0-4663-83F2-A42110ABC115}" destId="{95FF92B4-9B78-46E2-BE94-9C617CF76318}" srcOrd="0" destOrd="0" presId="urn:microsoft.com/office/officeart/2005/8/layout/vList4#1"/>
    <dgm:cxn modelId="{99A3F6F9-2C4F-49F7-905B-C09C652148D8}" type="presParOf" srcId="{4AB63194-20E0-4663-83F2-A42110ABC115}" destId="{ED4C9ED4-5251-44C6-AB74-7B81AC72D136}" srcOrd="1" destOrd="0" presId="urn:microsoft.com/office/officeart/2005/8/layout/vList4#1"/>
    <dgm:cxn modelId="{E3DED6F9-F897-40E2-AD89-4C1DC8E80873}" type="presParOf" srcId="{4AB63194-20E0-4663-83F2-A42110ABC115}" destId="{EEB3E59F-AED9-4E25-889D-E7C039330949}" srcOrd="2" destOrd="0" presId="urn:microsoft.com/office/officeart/2005/8/layout/vList4#1"/>
    <dgm:cxn modelId="{87282DB8-5819-4B2C-9208-986711E14420}" type="presParOf" srcId="{FC7B3208-D2A9-4019-AC93-430DEF449A4F}" destId="{1BA7C7DD-CDE5-4AAC-A268-0D3F7F039B6F}" srcOrd="3" destOrd="0" presId="urn:microsoft.com/office/officeart/2005/8/layout/vList4#1"/>
    <dgm:cxn modelId="{BF9A0219-5515-4694-8EE9-363877A08A67}" type="presParOf" srcId="{FC7B3208-D2A9-4019-AC93-430DEF449A4F}" destId="{21EF704A-A516-45B5-9343-FBA0AE7FCF48}" srcOrd="4" destOrd="0" presId="urn:microsoft.com/office/officeart/2005/8/layout/vList4#1"/>
    <dgm:cxn modelId="{2FCE7B69-2A94-400A-B506-6F0A933D438F}" type="presParOf" srcId="{21EF704A-A516-45B5-9343-FBA0AE7FCF48}" destId="{AB5F01A8-D825-4A73-BE29-9CDBDEDFD023}" srcOrd="0" destOrd="0" presId="urn:microsoft.com/office/officeart/2005/8/layout/vList4#1"/>
    <dgm:cxn modelId="{D6E95B82-4341-4265-929D-323731DBFFA7}" type="presParOf" srcId="{21EF704A-A516-45B5-9343-FBA0AE7FCF48}" destId="{19B89E89-1C54-438E-AFD5-65BEF6473346}" srcOrd="1" destOrd="0" presId="urn:microsoft.com/office/officeart/2005/8/layout/vList4#1"/>
    <dgm:cxn modelId="{73ADF685-DB68-4818-B61C-8B9FA76EC61C}" type="presParOf" srcId="{21EF704A-A516-45B5-9343-FBA0AE7FCF48}" destId="{A0D54DDB-1CCA-4303-85C5-19289EF0024F}" srcOrd="2" destOrd="0" presId="urn:microsoft.com/office/officeart/2005/8/layout/vList4#1"/>
    <dgm:cxn modelId="{01F52DE8-E66C-4AFB-89ED-8E9AC0DDCC23}" type="presParOf" srcId="{FC7B3208-D2A9-4019-AC93-430DEF449A4F}" destId="{BE2A8E9E-35AD-4FEC-BE93-AB54E370C953}" srcOrd="5" destOrd="0" presId="urn:microsoft.com/office/officeart/2005/8/layout/vList4#1"/>
    <dgm:cxn modelId="{6B91A6B2-811D-4021-8417-3BEF9796C592}" type="presParOf" srcId="{FC7B3208-D2A9-4019-AC93-430DEF449A4F}" destId="{648628EC-77FA-4E55-BEE2-2CC1D6907CDB}" srcOrd="6" destOrd="0" presId="urn:microsoft.com/office/officeart/2005/8/layout/vList4#1"/>
    <dgm:cxn modelId="{ADCA5AEB-3FE9-407D-82CF-043DCFF7EF74}" type="presParOf" srcId="{648628EC-77FA-4E55-BEE2-2CC1D6907CDB}" destId="{093C2B38-EB07-4067-B631-2DE2999BBD32}" srcOrd="0" destOrd="0" presId="urn:microsoft.com/office/officeart/2005/8/layout/vList4#1"/>
    <dgm:cxn modelId="{5052F2D6-3294-47D1-A5F5-383D9B03D1B0}" type="presParOf" srcId="{648628EC-77FA-4E55-BEE2-2CC1D6907CDB}" destId="{48C3C8E3-D33D-4ECA-90A9-DDD4B52AC937}" srcOrd="1" destOrd="0" presId="urn:microsoft.com/office/officeart/2005/8/layout/vList4#1"/>
    <dgm:cxn modelId="{A7E2D45E-AE7F-4F9A-9A20-56DB5A7075E6}" type="presParOf" srcId="{648628EC-77FA-4E55-BEE2-2CC1D6907CDB}" destId="{E7431CE0-400A-4C04-9E56-E2E5A0BDB267}" srcOrd="2" destOrd="0" presId="urn:microsoft.com/office/officeart/2005/8/layout/vList4#1"/>
    <dgm:cxn modelId="{2FDE5593-1EE8-464B-AB52-39CF952111DE}" type="presParOf" srcId="{FC7B3208-D2A9-4019-AC93-430DEF449A4F}" destId="{FDFB27D9-ACDC-4761-BF08-7E9A46ADBA41}" srcOrd="7" destOrd="0" presId="urn:microsoft.com/office/officeart/2005/8/layout/vList4#1"/>
    <dgm:cxn modelId="{5F18FA64-D980-4278-B514-27A3335F767A}" type="presParOf" srcId="{FC7B3208-D2A9-4019-AC93-430DEF449A4F}" destId="{B5BDB983-CB06-4ECD-A0D1-8CFADC5B645B}" srcOrd="8" destOrd="0" presId="urn:microsoft.com/office/officeart/2005/8/layout/vList4#1"/>
    <dgm:cxn modelId="{45572695-AA2A-4902-B72C-AD4D0E9864D5}" type="presParOf" srcId="{B5BDB983-CB06-4ECD-A0D1-8CFADC5B645B}" destId="{202B390B-5460-4E1B-BA41-0188A8F0D740}" srcOrd="0" destOrd="0" presId="urn:microsoft.com/office/officeart/2005/8/layout/vList4#1"/>
    <dgm:cxn modelId="{652F3B4C-3DA2-4E78-93DE-005E9DAFCFF7}" type="presParOf" srcId="{B5BDB983-CB06-4ECD-A0D1-8CFADC5B645B}" destId="{91EB64E9-54DD-4B11-84B9-1A4DB5DFF4B0}" srcOrd="1" destOrd="0" presId="urn:microsoft.com/office/officeart/2005/8/layout/vList4#1"/>
    <dgm:cxn modelId="{CA12725B-425E-4121-8493-126C4370BBA8}" type="presParOf" srcId="{B5BDB983-CB06-4ECD-A0D1-8CFADC5B645B}" destId="{B62AFC0E-CA8A-4C35-8A22-9E9565BF3D2E}" srcOrd="2" destOrd="0" presId="urn:microsoft.com/office/officeart/2005/8/layout/vList4#1"/>
    <dgm:cxn modelId="{F854BF25-61F8-40FC-B5F9-F66672045F1A}" type="presParOf" srcId="{FC7B3208-D2A9-4019-AC93-430DEF449A4F}" destId="{27546305-4218-4EAD-9D60-CF8D509EDEC1}" srcOrd="9" destOrd="0" presId="urn:microsoft.com/office/officeart/2005/8/layout/vList4#1"/>
    <dgm:cxn modelId="{A73B5A85-1F17-43EB-A178-8FEE6768461E}" type="presParOf" srcId="{FC7B3208-D2A9-4019-AC93-430DEF449A4F}" destId="{9C3CA623-CAF5-4F59-B326-559975F5E994}" srcOrd="10" destOrd="0" presId="urn:microsoft.com/office/officeart/2005/8/layout/vList4#1"/>
    <dgm:cxn modelId="{310AF1BB-C2A5-4D3F-9EA7-D9C8B8DCA9AC}" type="presParOf" srcId="{9C3CA623-CAF5-4F59-B326-559975F5E994}" destId="{006AC568-09FE-4FFA-9E01-ED48862ACC58}" srcOrd="0" destOrd="0" presId="urn:microsoft.com/office/officeart/2005/8/layout/vList4#1"/>
    <dgm:cxn modelId="{3C96AF80-FA5B-408A-B2D8-F16271FA271D}" type="presParOf" srcId="{9C3CA623-CAF5-4F59-B326-559975F5E994}" destId="{C5D683A3-E16E-496B-A438-C277328A60B0}" srcOrd="1" destOrd="0" presId="urn:microsoft.com/office/officeart/2005/8/layout/vList4#1"/>
    <dgm:cxn modelId="{EEA6B2DB-E766-4814-B299-F121E57ADC47}"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a:solidFill>
          <a:schemeClr val="accent2">
            <a:lumMod val="40000"/>
            <a:lumOff val="60000"/>
          </a:schemeClr>
        </a:solidFill>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16663"/>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F49EA0DE-5337-4A10-8C8C-5EC3AC39C313}" type="presOf" srcId="{C2CE87A9-84E7-40E9-A3C0-95449C55B5F4}" destId="{D8063EBA-19BE-4DBB-935F-F30044A97128}" srcOrd="1" destOrd="0" presId="urn:microsoft.com/office/officeart/2005/8/layout/vList4#1"/>
    <dgm:cxn modelId="{443D1822-5D86-4CE7-BBF3-1271A728A15B}" type="presOf" srcId="{62D58ABB-A3EA-4B6C-A4A7-B547B7CA31A2}" destId="{093C2B38-EB07-4067-B631-2DE2999BBD32}" srcOrd="0"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B0C0B95F-2001-46DF-96A2-D2ED1A7B1546}" type="presOf" srcId="{35CA1BA4-7BF7-4BC3-B87E-38091D897104}" destId="{B62AFC0E-CA8A-4C35-8A22-9E9565BF3D2E}" srcOrd="1" destOrd="0" presId="urn:microsoft.com/office/officeart/2005/8/layout/vList4#1"/>
    <dgm:cxn modelId="{DDD8FF9C-AB64-4275-BE3E-2666DF19F996}" type="presOf" srcId="{2AEF3D7D-B345-413F-BCCB-533EC7F6D18F}" destId="{95FF92B4-9B78-46E2-BE94-9C617CF76318}" srcOrd="0" destOrd="0" presId="urn:microsoft.com/office/officeart/2005/8/layout/vList4#1"/>
    <dgm:cxn modelId="{05EC418B-0600-4BAD-897B-071693E68750}" type="presOf" srcId="{C2CE87A9-84E7-40E9-A3C0-95449C55B5F4}" destId="{1C0906E4-228C-49A5-930F-114B0D2860D4}" srcOrd="0"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DE8559FB-6A1F-4B2C-AB90-A53DA2690B9C}" type="presOf" srcId="{35CA1BA4-7BF7-4BC3-B87E-38091D897104}" destId="{202B390B-5460-4E1B-BA41-0188A8F0D740}" srcOrd="0" destOrd="0" presId="urn:microsoft.com/office/officeart/2005/8/layout/vList4#1"/>
    <dgm:cxn modelId="{EB207E7F-C21C-4C4D-A3EC-06154B93E61D}" type="presOf" srcId="{6EB5C57D-B6BD-4547-A73A-14E8F6B778E8}" destId="{AB5F01A8-D825-4A73-BE29-9CDBDEDFD023}" srcOrd="0" destOrd="0" presId="urn:microsoft.com/office/officeart/2005/8/layout/vList4#1"/>
    <dgm:cxn modelId="{2999EE19-AA94-4364-97A5-290FB59C57C0}" type="presOf" srcId="{3E8C039B-3FE9-44CE-A273-AD4D671F2F32}" destId="{006AC568-09FE-4FFA-9E01-ED48862ACC58}" srcOrd="0"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952DB5AB-EDBC-42FA-B829-9BA4A24B8F80}" type="presOf" srcId="{AA388733-7D22-4DFD-A722-255718C5692B}" destId="{FC7B3208-D2A9-4019-AC93-430DEF449A4F}" srcOrd="0" destOrd="0" presId="urn:microsoft.com/office/officeart/2005/8/layout/vList4#1"/>
    <dgm:cxn modelId="{307C5389-5D71-48B4-A6CD-5BEBC389A8BF}" srcId="{AA388733-7D22-4DFD-A722-255718C5692B}" destId="{3E8C039B-3FE9-44CE-A273-AD4D671F2F32}" srcOrd="5" destOrd="0" parTransId="{CE59B4B2-C1E7-4C79-8041-22CD2138F4FC}" sibTransId="{52FA4F95-5AD2-4D23-9C5F-96CC2F5EE1A9}"/>
    <dgm:cxn modelId="{F87CACBD-95BC-4A9C-8744-92D923424CF6}" type="presOf" srcId="{2AEF3D7D-B345-413F-BCCB-533EC7F6D18F}" destId="{EEB3E59F-AED9-4E25-889D-E7C039330949}" srcOrd="1" destOrd="0" presId="urn:microsoft.com/office/officeart/2005/8/layout/vList4#1"/>
    <dgm:cxn modelId="{D600C7ED-8639-477B-A2F9-05442C58933C}" srcId="{AA388733-7D22-4DFD-A722-255718C5692B}" destId="{35CA1BA4-7BF7-4BC3-B87E-38091D897104}" srcOrd="4" destOrd="0" parTransId="{B972990E-F4F5-491F-BFA0-E6B2B97A1D49}" sibTransId="{7B908E29-2A8B-4709-9F62-375CDFC14431}"/>
    <dgm:cxn modelId="{08C6D2BB-D8CA-47A7-A676-D239C6736562}" type="presOf" srcId="{3E8C039B-3FE9-44CE-A273-AD4D671F2F32}" destId="{B6476F85-FD2C-4739-90DF-5FB79C0D5F2B}" srcOrd="1" destOrd="0" presId="urn:microsoft.com/office/officeart/2005/8/layout/vList4#1"/>
    <dgm:cxn modelId="{214C3A69-50AA-4B9A-B9BF-772CD4731817}" type="presOf" srcId="{62D58ABB-A3EA-4B6C-A4A7-B547B7CA31A2}" destId="{E7431CE0-400A-4C04-9E56-E2E5A0BDB267}" srcOrd="1" destOrd="0" presId="urn:microsoft.com/office/officeart/2005/8/layout/vList4#1"/>
    <dgm:cxn modelId="{CA6C6C87-BB48-4185-A7DD-58C07E89D736}" type="presOf" srcId="{6EB5C57D-B6BD-4547-A73A-14E8F6B778E8}" destId="{A0D54DDB-1CCA-4303-85C5-19289EF0024F}"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4210355F-F236-4372-8BC8-3FA2D9A56B5C}" type="presParOf" srcId="{FC7B3208-D2A9-4019-AC93-430DEF449A4F}" destId="{02EFF6CC-C90B-4FA6-B749-CA9A12A59A33}" srcOrd="0" destOrd="0" presId="urn:microsoft.com/office/officeart/2005/8/layout/vList4#1"/>
    <dgm:cxn modelId="{1E85D3B5-1955-4E59-9D19-9E9679E29723}" type="presParOf" srcId="{02EFF6CC-C90B-4FA6-B749-CA9A12A59A33}" destId="{1C0906E4-228C-49A5-930F-114B0D2860D4}" srcOrd="0" destOrd="0" presId="urn:microsoft.com/office/officeart/2005/8/layout/vList4#1"/>
    <dgm:cxn modelId="{0BF8C516-218D-4168-9A7F-A827241B0FB7}" type="presParOf" srcId="{02EFF6CC-C90B-4FA6-B749-CA9A12A59A33}" destId="{75DC55DC-3CBE-4290-AA72-35E3BE33B3AE}" srcOrd="1" destOrd="0" presId="urn:microsoft.com/office/officeart/2005/8/layout/vList4#1"/>
    <dgm:cxn modelId="{0D8092BB-23AC-4EAA-A0E6-CC8FE0847371}" type="presParOf" srcId="{02EFF6CC-C90B-4FA6-B749-CA9A12A59A33}" destId="{D8063EBA-19BE-4DBB-935F-F30044A97128}" srcOrd="2" destOrd="0" presId="urn:microsoft.com/office/officeart/2005/8/layout/vList4#1"/>
    <dgm:cxn modelId="{343D17FB-D298-4080-AF97-6A9A8AFA073E}" type="presParOf" srcId="{FC7B3208-D2A9-4019-AC93-430DEF449A4F}" destId="{2AE870FA-1138-49BA-B4E4-6C23F170701B}" srcOrd="1" destOrd="0" presId="urn:microsoft.com/office/officeart/2005/8/layout/vList4#1"/>
    <dgm:cxn modelId="{F68D3133-DA9F-497E-83CF-D5F6CE37EC64}" type="presParOf" srcId="{FC7B3208-D2A9-4019-AC93-430DEF449A4F}" destId="{4AB63194-20E0-4663-83F2-A42110ABC115}" srcOrd="2" destOrd="0" presId="urn:microsoft.com/office/officeart/2005/8/layout/vList4#1"/>
    <dgm:cxn modelId="{CF12C76A-600A-4CDD-94F0-128900FA4A56}" type="presParOf" srcId="{4AB63194-20E0-4663-83F2-A42110ABC115}" destId="{95FF92B4-9B78-46E2-BE94-9C617CF76318}" srcOrd="0" destOrd="0" presId="urn:microsoft.com/office/officeart/2005/8/layout/vList4#1"/>
    <dgm:cxn modelId="{C720E69F-5BDD-4EDD-91F0-E38B533A94D0}" type="presParOf" srcId="{4AB63194-20E0-4663-83F2-A42110ABC115}" destId="{ED4C9ED4-5251-44C6-AB74-7B81AC72D136}" srcOrd="1" destOrd="0" presId="urn:microsoft.com/office/officeart/2005/8/layout/vList4#1"/>
    <dgm:cxn modelId="{88743282-738C-4E2D-8711-6D23B01FDE46}" type="presParOf" srcId="{4AB63194-20E0-4663-83F2-A42110ABC115}" destId="{EEB3E59F-AED9-4E25-889D-E7C039330949}" srcOrd="2" destOrd="0" presId="urn:microsoft.com/office/officeart/2005/8/layout/vList4#1"/>
    <dgm:cxn modelId="{EA43616F-7682-4CA3-BCEE-45A9BB25071C}" type="presParOf" srcId="{FC7B3208-D2A9-4019-AC93-430DEF449A4F}" destId="{1BA7C7DD-CDE5-4AAC-A268-0D3F7F039B6F}" srcOrd="3" destOrd="0" presId="urn:microsoft.com/office/officeart/2005/8/layout/vList4#1"/>
    <dgm:cxn modelId="{9407981D-D124-4785-8595-A8C319612BA4}" type="presParOf" srcId="{FC7B3208-D2A9-4019-AC93-430DEF449A4F}" destId="{21EF704A-A516-45B5-9343-FBA0AE7FCF48}" srcOrd="4" destOrd="0" presId="urn:microsoft.com/office/officeart/2005/8/layout/vList4#1"/>
    <dgm:cxn modelId="{DB879C81-CF51-4C9C-A736-220A07079AF8}" type="presParOf" srcId="{21EF704A-A516-45B5-9343-FBA0AE7FCF48}" destId="{AB5F01A8-D825-4A73-BE29-9CDBDEDFD023}" srcOrd="0" destOrd="0" presId="urn:microsoft.com/office/officeart/2005/8/layout/vList4#1"/>
    <dgm:cxn modelId="{089A4200-09BC-4FFB-ACCE-A33478C9E2A0}" type="presParOf" srcId="{21EF704A-A516-45B5-9343-FBA0AE7FCF48}" destId="{19B89E89-1C54-438E-AFD5-65BEF6473346}" srcOrd="1" destOrd="0" presId="urn:microsoft.com/office/officeart/2005/8/layout/vList4#1"/>
    <dgm:cxn modelId="{F07C27CC-1599-4041-A1B2-D4F7E35CFF30}" type="presParOf" srcId="{21EF704A-A516-45B5-9343-FBA0AE7FCF48}" destId="{A0D54DDB-1CCA-4303-85C5-19289EF0024F}" srcOrd="2" destOrd="0" presId="urn:microsoft.com/office/officeart/2005/8/layout/vList4#1"/>
    <dgm:cxn modelId="{BDE07B1F-B2BA-4971-A82E-9DA5EE255F08}" type="presParOf" srcId="{FC7B3208-D2A9-4019-AC93-430DEF449A4F}" destId="{BE2A8E9E-35AD-4FEC-BE93-AB54E370C953}" srcOrd="5" destOrd="0" presId="urn:microsoft.com/office/officeart/2005/8/layout/vList4#1"/>
    <dgm:cxn modelId="{EF154F06-0804-4EEC-9E15-1EB0EAAB1BDB}" type="presParOf" srcId="{FC7B3208-D2A9-4019-AC93-430DEF449A4F}" destId="{648628EC-77FA-4E55-BEE2-2CC1D6907CDB}" srcOrd="6" destOrd="0" presId="urn:microsoft.com/office/officeart/2005/8/layout/vList4#1"/>
    <dgm:cxn modelId="{B66DA03A-BD2F-4C4D-A114-EBF036204E48}" type="presParOf" srcId="{648628EC-77FA-4E55-BEE2-2CC1D6907CDB}" destId="{093C2B38-EB07-4067-B631-2DE2999BBD32}" srcOrd="0" destOrd="0" presId="urn:microsoft.com/office/officeart/2005/8/layout/vList4#1"/>
    <dgm:cxn modelId="{041549B1-2AA6-4361-A89D-03C36D2BC2DF}" type="presParOf" srcId="{648628EC-77FA-4E55-BEE2-2CC1D6907CDB}" destId="{48C3C8E3-D33D-4ECA-90A9-DDD4B52AC937}" srcOrd="1" destOrd="0" presId="urn:microsoft.com/office/officeart/2005/8/layout/vList4#1"/>
    <dgm:cxn modelId="{FF8F30D1-51AD-42AC-835F-DBEF06D420E7}" type="presParOf" srcId="{648628EC-77FA-4E55-BEE2-2CC1D6907CDB}" destId="{E7431CE0-400A-4C04-9E56-E2E5A0BDB267}" srcOrd="2" destOrd="0" presId="urn:microsoft.com/office/officeart/2005/8/layout/vList4#1"/>
    <dgm:cxn modelId="{AEC3DEBD-54D7-473F-A6C0-22693E5EDDAC}" type="presParOf" srcId="{FC7B3208-D2A9-4019-AC93-430DEF449A4F}" destId="{FDFB27D9-ACDC-4761-BF08-7E9A46ADBA41}" srcOrd="7" destOrd="0" presId="urn:microsoft.com/office/officeart/2005/8/layout/vList4#1"/>
    <dgm:cxn modelId="{A233D9D6-B924-4111-AAA2-F401BBD2B146}" type="presParOf" srcId="{FC7B3208-D2A9-4019-AC93-430DEF449A4F}" destId="{B5BDB983-CB06-4ECD-A0D1-8CFADC5B645B}" srcOrd="8" destOrd="0" presId="urn:microsoft.com/office/officeart/2005/8/layout/vList4#1"/>
    <dgm:cxn modelId="{01066488-FB1C-4107-8307-3E3A4ABA2EE7}" type="presParOf" srcId="{B5BDB983-CB06-4ECD-A0D1-8CFADC5B645B}" destId="{202B390B-5460-4E1B-BA41-0188A8F0D740}" srcOrd="0" destOrd="0" presId="urn:microsoft.com/office/officeart/2005/8/layout/vList4#1"/>
    <dgm:cxn modelId="{C97CDB17-72DC-4E0F-91E9-BD8DE3EE3075}" type="presParOf" srcId="{B5BDB983-CB06-4ECD-A0D1-8CFADC5B645B}" destId="{91EB64E9-54DD-4B11-84B9-1A4DB5DFF4B0}" srcOrd="1" destOrd="0" presId="urn:microsoft.com/office/officeart/2005/8/layout/vList4#1"/>
    <dgm:cxn modelId="{B528A6CC-3559-439E-94E4-D6C831BD9894}" type="presParOf" srcId="{B5BDB983-CB06-4ECD-A0D1-8CFADC5B645B}" destId="{B62AFC0E-CA8A-4C35-8A22-9E9565BF3D2E}" srcOrd="2" destOrd="0" presId="urn:microsoft.com/office/officeart/2005/8/layout/vList4#1"/>
    <dgm:cxn modelId="{E22904A4-73DD-4277-929B-BE84D50A6484}" type="presParOf" srcId="{FC7B3208-D2A9-4019-AC93-430DEF449A4F}" destId="{27546305-4218-4EAD-9D60-CF8D509EDEC1}" srcOrd="9" destOrd="0" presId="urn:microsoft.com/office/officeart/2005/8/layout/vList4#1"/>
    <dgm:cxn modelId="{2AA85152-82B8-4A42-A16D-AA24F6279D70}" type="presParOf" srcId="{FC7B3208-D2A9-4019-AC93-430DEF449A4F}" destId="{9C3CA623-CAF5-4F59-B326-559975F5E994}" srcOrd="10" destOrd="0" presId="urn:microsoft.com/office/officeart/2005/8/layout/vList4#1"/>
    <dgm:cxn modelId="{0F433B9F-870C-4122-85CA-B95CD3F0B988}" type="presParOf" srcId="{9C3CA623-CAF5-4F59-B326-559975F5E994}" destId="{006AC568-09FE-4FFA-9E01-ED48862ACC58}" srcOrd="0" destOrd="0" presId="urn:microsoft.com/office/officeart/2005/8/layout/vList4#1"/>
    <dgm:cxn modelId="{99A0A851-B2AB-4BBB-B8EF-D8189EE2C08E}" type="presParOf" srcId="{9C3CA623-CAF5-4F59-B326-559975F5E994}" destId="{C5D683A3-E16E-496B-A438-C277328A60B0}" srcOrd="1" destOrd="0" presId="urn:microsoft.com/office/officeart/2005/8/layout/vList4#1"/>
    <dgm:cxn modelId="{BF329B39-56FA-4373-94CE-E8B22750A819}"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a:solidFill>
          <a:schemeClr val="accent2">
            <a:lumMod val="40000"/>
            <a:lumOff val="60000"/>
          </a:schemeClr>
        </a:solidFill>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D3A10F7D-6828-480A-8219-867F5623A75E}" type="presOf" srcId="{C2CE87A9-84E7-40E9-A3C0-95449C55B5F4}" destId="{D8063EBA-19BE-4DBB-935F-F30044A97128}" srcOrd="1" destOrd="0" presId="urn:microsoft.com/office/officeart/2005/8/layout/vList4#1"/>
    <dgm:cxn modelId="{44451F7F-0CFA-4DC2-91F1-DE021984EBA4}" type="presOf" srcId="{2AEF3D7D-B345-413F-BCCB-533EC7F6D18F}" destId="{EEB3E59F-AED9-4E25-889D-E7C039330949}" srcOrd="1" destOrd="0" presId="urn:microsoft.com/office/officeart/2005/8/layout/vList4#1"/>
    <dgm:cxn modelId="{FEE0D00E-7832-4BE9-9A4B-B6C1D2074EF2}" type="presOf" srcId="{6EB5C57D-B6BD-4547-A73A-14E8F6B778E8}" destId="{A0D54DDB-1CCA-4303-85C5-19289EF0024F}" srcOrd="1"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E885B071-3E42-4EE1-BB24-2BB78F84E330}" type="presOf" srcId="{6EB5C57D-B6BD-4547-A73A-14E8F6B778E8}" destId="{AB5F01A8-D825-4A73-BE29-9CDBDEDFD023}" srcOrd="0" destOrd="0" presId="urn:microsoft.com/office/officeart/2005/8/layout/vList4#1"/>
    <dgm:cxn modelId="{538138E3-AFEC-4822-9B38-BA0700ACCB29}" type="presOf" srcId="{62D58ABB-A3EA-4B6C-A4A7-B547B7CA31A2}" destId="{E7431CE0-400A-4C04-9E56-E2E5A0BDB267}" srcOrd="1"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334837A9-7B94-4A4F-8F5C-3FE52FF7F2B8}" type="presOf" srcId="{C2CE87A9-84E7-40E9-A3C0-95449C55B5F4}" destId="{1C0906E4-228C-49A5-930F-114B0D2860D4}" srcOrd="0" destOrd="0" presId="urn:microsoft.com/office/officeart/2005/8/layout/vList4#1"/>
    <dgm:cxn modelId="{C1562C6A-E443-403B-86B5-EB57C68AE38F}" type="presOf" srcId="{AA388733-7D22-4DFD-A722-255718C5692B}" destId="{FC7B3208-D2A9-4019-AC93-430DEF449A4F}" srcOrd="0" destOrd="0" presId="urn:microsoft.com/office/officeart/2005/8/layout/vList4#1"/>
    <dgm:cxn modelId="{FAE323AE-45AF-4925-A7F1-A9ABBE6129EB}" type="presOf" srcId="{3E8C039B-3FE9-44CE-A273-AD4D671F2F32}" destId="{006AC568-09FE-4FFA-9E01-ED48862ACC58}" srcOrd="0" destOrd="0" presId="urn:microsoft.com/office/officeart/2005/8/layout/vList4#1"/>
    <dgm:cxn modelId="{633A7D29-1E08-4E38-A58B-F314F6FD4306}" type="presOf" srcId="{3E8C039B-3FE9-44CE-A273-AD4D671F2F32}" destId="{B6476F85-FD2C-4739-90DF-5FB79C0D5F2B}"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D600C7ED-8639-477B-A2F9-05442C58933C}" srcId="{AA388733-7D22-4DFD-A722-255718C5692B}" destId="{35CA1BA4-7BF7-4BC3-B87E-38091D897104}" srcOrd="4" destOrd="0" parTransId="{B972990E-F4F5-491F-BFA0-E6B2B97A1D49}" sibTransId="{7B908E29-2A8B-4709-9F62-375CDFC14431}"/>
    <dgm:cxn modelId="{3EBC1215-4834-4C0F-A0EB-90EC64C7A03C}" type="presOf" srcId="{62D58ABB-A3EA-4B6C-A4A7-B547B7CA31A2}" destId="{093C2B38-EB07-4067-B631-2DE2999BBD32}" srcOrd="0" destOrd="0" presId="urn:microsoft.com/office/officeart/2005/8/layout/vList4#1"/>
    <dgm:cxn modelId="{BD5E962A-D339-42D1-B9BE-D04E1C42DDED}" type="presOf" srcId="{35CA1BA4-7BF7-4BC3-B87E-38091D897104}" destId="{202B390B-5460-4E1B-BA41-0188A8F0D740}" srcOrd="0" destOrd="0" presId="urn:microsoft.com/office/officeart/2005/8/layout/vList4#1"/>
    <dgm:cxn modelId="{53DE72FE-1305-432D-9A1C-EC620AEE202C}" type="presOf" srcId="{2AEF3D7D-B345-413F-BCCB-533EC7F6D18F}" destId="{95FF92B4-9B78-46E2-BE94-9C617CF76318}" srcOrd="0" destOrd="0" presId="urn:microsoft.com/office/officeart/2005/8/layout/vList4#1"/>
    <dgm:cxn modelId="{B831A647-F59B-4642-A5FE-AE9D4CC20E89}" type="presOf" srcId="{35CA1BA4-7BF7-4BC3-B87E-38091D897104}" destId="{B62AFC0E-CA8A-4C35-8A22-9E9565BF3D2E}"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82FCB2E8-5855-4028-A852-F2220AA85A70}" type="presParOf" srcId="{FC7B3208-D2A9-4019-AC93-430DEF449A4F}" destId="{02EFF6CC-C90B-4FA6-B749-CA9A12A59A33}" srcOrd="0" destOrd="0" presId="urn:microsoft.com/office/officeart/2005/8/layout/vList4#1"/>
    <dgm:cxn modelId="{DAAED0CB-D77E-4E00-97FB-0DC4F9A22EBF}" type="presParOf" srcId="{02EFF6CC-C90B-4FA6-B749-CA9A12A59A33}" destId="{1C0906E4-228C-49A5-930F-114B0D2860D4}" srcOrd="0" destOrd="0" presId="urn:microsoft.com/office/officeart/2005/8/layout/vList4#1"/>
    <dgm:cxn modelId="{2D2A5830-9877-4B62-A755-73285ED02D66}" type="presParOf" srcId="{02EFF6CC-C90B-4FA6-B749-CA9A12A59A33}" destId="{75DC55DC-3CBE-4290-AA72-35E3BE33B3AE}" srcOrd="1" destOrd="0" presId="urn:microsoft.com/office/officeart/2005/8/layout/vList4#1"/>
    <dgm:cxn modelId="{F9F147A8-F182-4BC1-9966-F0B024266330}" type="presParOf" srcId="{02EFF6CC-C90B-4FA6-B749-CA9A12A59A33}" destId="{D8063EBA-19BE-4DBB-935F-F30044A97128}" srcOrd="2" destOrd="0" presId="urn:microsoft.com/office/officeart/2005/8/layout/vList4#1"/>
    <dgm:cxn modelId="{B4DD3D2E-1A20-4298-8AD2-52E4BF493E40}" type="presParOf" srcId="{FC7B3208-D2A9-4019-AC93-430DEF449A4F}" destId="{2AE870FA-1138-49BA-B4E4-6C23F170701B}" srcOrd="1" destOrd="0" presId="urn:microsoft.com/office/officeart/2005/8/layout/vList4#1"/>
    <dgm:cxn modelId="{26E43A40-52C5-4F4A-967F-462F19CC6826}" type="presParOf" srcId="{FC7B3208-D2A9-4019-AC93-430DEF449A4F}" destId="{4AB63194-20E0-4663-83F2-A42110ABC115}" srcOrd="2" destOrd="0" presId="urn:microsoft.com/office/officeart/2005/8/layout/vList4#1"/>
    <dgm:cxn modelId="{5A84C3BD-53B0-4812-A21A-075CA584454C}" type="presParOf" srcId="{4AB63194-20E0-4663-83F2-A42110ABC115}" destId="{95FF92B4-9B78-46E2-BE94-9C617CF76318}" srcOrd="0" destOrd="0" presId="urn:microsoft.com/office/officeart/2005/8/layout/vList4#1"/>
    <dgm:cxn modelId="{BD2A4D81-73FD-4B21-9F43-BD8B66548C64}" type="presParOf" srcId="{4AB63194-20E0-4663-83F2-A42110ABC115}" destId="{ED4C9ED4-5251-44C6-AB74-7B81AC72D136}" srcOrd="1" destOrd="0" presId="urn:microsoft.com/office/officeart/2005/8/layout/vList4#1"/>
    <dgm:cxn modelId="{F8FFE3A7-BB8D-4076-AB6C-89278D14B098}" type="presParOf" srcId="{4AB63194-20E0-4663-83F2-A42110ABC115}" destId="{EEB3E59F-AED9-4E25-889D-E7C039330949}" srcOrd="2" destOrd="0" presId="urn:microsoft.com/office/officeart/2005/8/layout/vList4#1"/>
    <dgm:cxn modelId="{5044672B-FA59-4F56-82C1-53AC843B8590}" type="presParOf" srcId="{FC7B3208-D2A9-4019-AC93-430DEF449A4F}" destId="{1BA7C7DD-CDE5-4AAC-A268-0D3F7F039B6F}" srcOrd="3" destOrd="0" presId="urn:microsoft.com/office/officeart/2005/8/layout/vList4#1"/>
    <dgm:cxn modelId="{CC70F6F5-9914-43DA-8BB9-A4092B361C3B}" type="presParOf" srcId="{FC7B3208-D2A9-4019-AC93-430DEF449A4F}" destId="{21EF704A-A516-45B5-9343-FBA0AE7FCF48}" srcOrd="4" destOrd="0" presId="urn:microsoft.com/office/officeart/2005/8/layout/vList4#1"/>
    <dgm:cxn modelId="{7C779D1F-FDE0-43D1-86B0-80DBC0AFB97A}" type="presParOf" srcId="{21EF704A-A516-45B5-9343-FBA0AE7FCF48}" destId="{AB5F01A8-D825-4A73-BE29-9CDBDEDFD023}" srcOrd="0" destOrd="0" presId="urn:microsoft.com/office/officeart/2005/8/layout/vList4#1"/>
    <dgm:cxn modelId="{8F9BF0D2-7E42-4592-86DC-D482A941525C}" type="presParOf" srcId="{21EF704A-A516-45B5-9343-FBA0AE7FCF48}" destId="{19B89E89-1C54-438E-AFD5-65BEF6473346}" srcOrd="1" destOrd="0" presId="urn:microsoft.com/office/officeart/2005/8/layout/vList4#1"/>
    <dgm:cxn modelId="{26B28CFB-5093-4E84-8F90-D91C029E29A3}" type="presParOf" srcId="{21EF704A-A516-45B5-9343-FBA0AE7FCF48}" destId="{A0D54DDB-1CCA-4303-85C5-19289EF0024F}" srcOrd="2" destOrd="0" presId="urn:microsoft.com/office/officeart/2005/8/layout/vList4#1"/>
    <dgm:cxn modelId="{65B03F6E-0741-4B38-9268-A40094B5EBFE}" type="presParOf" srcId="{FC7B3208-D2A9-4019-AC93-430DEF449A4F}" destId="{BE2A8E9E-35AD-4FEC-BE93-AB54E370C953}" srcOrd="5" destOrd="0" presId="urn:microsoft.com/office/officeart/2005/8/layout/vList4#1"/>
    <dgm:cxn modelId="{7E8C1600-91AC-44A9-8944-0B7701330551}" type="presParOf" srcId="{FC7B3208-D2A9-4019-AC93-430DEF449A4F}" destId="{648628EC-77FA-4E55-BEE2-2CC1D6907CDB}" srcOrd="6" destOrd="0" presId="urn:microsoft.com/office/officeart/2005/8/layout/vList4#1"/>
    <dgm:cxn modelId="{849837DF-3D78-4493-9A86-6C85A7A86DC0}" type="presParOf" srcId="{648628EC-77FA-4E55-BEE2-2CC1D6907CDB}" destId="{093C2B38-EB07-4067-B631-2DE2999BBD32}" srcOrd="0" destOrd="0" presId="urn:microsoft.com/office/officeart/2005/8/layout/vList4#1"/>
    <dgm:cxn modelId="{4FA46247-A945-4579-9AA6-4C5E340F468D}" type="presParOf" srcId="{648628EC-77FA-4E55-BEE2-2CC1D6907CDB}" destId="{48C3C8E3-D33D-4ECA-90A9-DDD4B52AC937}" srcOrd="1" destOrd="0" presId="urn:microsoft.com/office/officeart/2005/8/layout/vList4#1"/>
    <dgm:cxn modelId="{9030A8E9-5C2A-4A48-A8C8-2D732AA49589}" type="presParOf" srcId="{648628EC-77FA-4E55-BEE2-2CC1D6907CDB}" destId="{E7431CE0-400A-4C04-9E56-E2E5A0BDB267}" srcOrd="2" destOrd="0" presId="urn:microsoft.com/office/officeart/2005/8/layout/vList4#1"/>
    <dgm:cxn modelId="{B21AFD04-0497-40C8-89AC-7546A0934D24}" type="presParOf" srcId="{FC7B3208-D2A9-4019-AC93-430DEF449A4F}" destId="{FDFB27D9-ACDC-4761-BF08-7E9A46ADBA41}" srcOrd="7" destOrd="0" presId="urn:microsoft.com/office/officeart/2005/8/layout/vList4#1"/>
    <dgm:cxn modelId="{0E4D4883-29F0-4A56-81A9-295F37CDB9AB}" type="presParOf" srcId="{FC7B3208-D2A9-4019-AC93-430DEF449A4F}" destId="{B5BDB983-CB06-4ECD-A0D1-8CFADC5B645B}" srcOrd="8" destOrd="0" presId="urn:microsoft.com/office/officeart/2005/8/layout/vList4#1"/>
    <dgm:cxn modelId="{CE69794E-A628-46D9-8AED-C3D44E506F58}" type="presParOf" srcId="{B5BDB983-CB06-4ECD-A0D1-8CFADC5B645B}" destId="{202B390B-5460-4E1B-BA41-0188A8F0D740}" srcOrd="0" destOrd="0" presId="urn:microsoft.com/office/officeart/2005/8/layout/vList4#1"/>
    <dgm:cxn modelId="{58193243-0E70-4E80-A5FF-CD53B7003A02}" type="presParOf" srcId="{B5BDB983-CB06-4ECD-A0D1-8CFADC5B645B}" destId="{91EB64E9-54DD-4B11-84B9-1A4DB5DFF4B0}" srcOrd="1" destOrd="0" presId="urn:microsoft.com/office/officeart/2005/8/layout/vList4#1"/>
    <dgm:cxn modelId="{507A9235-878F-4255-A387-1FCE0D9E8DB4}" type="presParOf" srcId="{B5BDB983-CB06-4ECD-A0D1-8CFADC5B645B}" destId="{B62AFC0E-CA8A-4C35-8A22-9E9565BF3D2E}" srcOrd="2" destOrd="0" presId="urn:microsoft.com/office/officeart/2005/8/layout/vList4#1"/>
    <dgm:cxn modelId="{EBAE215E-75F7-4290-85AE-8F99A0FFB3E9}" type="presParOf" srcId="{FC7B3208-D2A9-4019-AC93-430DEF449A4F}" destId="{27546305-4218-4EAD-9D60-CF8D509EDEC1}" srcOrd="9" destOrd="0" presId="urn:microsoft.com/office/officeart/2005/8/layout/vList4#1"/>
    <dgm:cxn modelId="{93A8D718-EBA1-440B-A64B-EADDC4C568A2}" type="presParOf" srcId="{FC7B3208-D2A9-4019-AC93-430DEF449A4F}" destId="{9C3CA623-CAF5-4F59-B326-559975F5E994}" srcOrd="10" destOrd="0" presId="urn:microsoft.com/office/officeart/2005/8/layout/vList4#1"/>
    <dgm:cxn modelId="{A8390413-5B95-4E0D-A49A-631C46027835}" type="presParOf" srcId="{9C3CA623-CAF5-4F59-B326-559975F5E994}" destId="{006AC568-09FE-4FFA-9E01-ED48862ACC58}" srcOrd="0" destOrd="0" presId="urn:microsoft.com/office/officeart/2005/8/layout/vList4#1"/>
    <dgm:cxn modelId="{1EDFF8AC-EDF9-4655-B452-7D62CAE9F422}" type="presParOf" srcId="{9C3CA623-CAF5-4F59-B326-559975F5E994}" destId="{C5D683A3-E16E-496B-A438-C277328A60B0}" srcOrd="1" destOrd="0" presId="urn:microsoft.com/office/officeart/2005/8/layout/vList4#1"/>
    <dgm:cxn modelId="{25C3D3C6-4DD5-45E8-B18B-519E2437A84D}"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a:solidFill>
          <a:schemeClr val="accent2">
            <a:lumMod val="40000"/>
            <a:lumOff val="60000"/>
          </a:schemeClr>
        </a:solidFill>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F2AD75EB-3E84-4924-AAAA-58D6AFCBD8BF}" type="presOf" srcId="{C2CE87A9-84E7-40E9-A3C0-95449C55B5F4}" destId="{D8063EBA-19BE-4DBB-935F-F30044A97128}" srcOrd="1"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AE57F3E8-91AA-4CD0-8517-D5393D6C711C}" type="presOf" srcId="{62D58ABB-A3EA-4B6C-A4A7-B547B7CA31A2}" destId="{E7431CE0-400A-4C04-9E56-E2E5A0BDB267}" srcOrd="1" destOrd="0" presId="urn:microsoft.com/office/officeart/2005/8/layout/vList4#1"/>
    <dgm:cxn modelId="{DC90B586-B1A5-4200-8765-7B80D4FAE10C}" type="presOf" srcId="{6EB5C57D-B6BD-4547-A73A-14E8F6B778E8}" destId="{AB5F01A8-D825-4A73-BE29-9CDBDEDFD023}" srcOrd="0" destOrd="0" presId="urn:microsoft.com/office/officeart/2005/8/layout/vList4#1"/>
    <dgm:cxn modelId="{763B768C-6FE8-446E-B295-FB6AADC1BCD7}" type="presOf" srcId="{C2CE87A9-84E7-40E9-A3C0-95449C55B5F4}" destId="{1C0906E4-228C-49A5-930F-114B0D2860D4}" srcOrd="0" destOrd="0" presId="urn:microsoft.com/office/officeart/2005/8/layout/vList4#1"/>
    <dgm:cxn modelId="{23A32CE3-A588-424E-BE79-CCE262AA758D}" type="presOf" srcId="{35CA1BA4-7BF7-4BC3-B87E-38091D897104}" destId="{B62AFC0E-CA8A-4C35-8A22-9E9565BF3D2E}" srcOrd="1"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12A1B5EB-364C-406D-959C-CFA85B2ACEB2}" type="presOf" srcId="{35CA1BA4-7BF7-4BC3-B87E-38091D897104}" destId="{202B390B-5460-4E1B-BA41-0188A8F0D740}" srcOrd="0" destOrd="0" presId="urn:microsoft.com/office/officeart/2005/8/layout/vList4#1"/>
    <dgm:cxn modelId="{DB3631B9-FF70-498A-939A-5A2D040CF7FC}" type="presOf" srcId="{AA388733-7D22-4DFD-A722-255718C5692B}" destId="{FC7B3208-D2A9-4019-AC93-430DEF449A4F}" srcOrd="0" destOrd="0" presId="urn:microsoft.com/office/officeart/2005/8/layout/vList4#1"/>
    <dgm:cxn modelId="{C60A9A50-0BC3-4F06-962C-1B36330AE273}" type="presOf" srcId="{2AEF3D7D-B345-413F-BCCB-533EC7F6D18F}" destId="{EEB3E59F-AED9-4E25-889D-E7C039330949}"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E0FB10A9-40F6-47E3-80DA-3B205604D23C}" type="presOf" srcId="{62D58ABB-A3EA-4B6C-A4A7-B547B7CA31A2}" destId="{093C2B38-EB07-4067-B631-2DE2999BBD32}" srcOrd="0" destOrd="0" presId="urn:microsoft.com/office/officeart/2005/8/layout/vList4#1"/>
    <dgm:cxn modelId="{D600C7ED-8639-477B-A2F9-05442C58933C}" srcId="{AA388733-7D22-4DFD-A722-255718C5692B}" destId="{35CA1BA4-7BF7-4BC3-B87E-38091D897104}" srcOrd="4" destOrd="0" parTransId="{B972990E-F4F5-491F-BFA0-E6B2B97A1D49}" sibTransId="{7B908E29-2A8B-4709-9F62-375CDFC14431}"/>
    <dgm:cxn modelId="{6A6ACC99-022E-4D74-BEE5-A3C5DF0F5FD5}" type="presOf" srcId="{3E8C039B-3FE9-44CE-A273-AD4D671F2F32}" destId="{006AC568-09FE-4FFA-9E01-ED48862ACC58}" srcOrd="0" destOrd="0" presId="urn:microsoft.com/office/officeart/2005/8/layout/vList4#1"/>
    <dgm:cxn modelId="{DB90F5F3-6D27-4056-9DC4-F2AF159EEFE6}" type="presOf" srcId="{2AEF3D7D-B345-413F-BCCB-533EC7F6D18F}" destId="{95FF92B4-9B78-46E2-BE94-9C617CF76318}" srcOrd="0" destOrd="0" presId="urn:microsoft.com/office/officeart/2005/8/layout/vList4#1"/>
    <dgm:cxn modelId="{0F93C54E-CF95-467E-A2CE-30DE879EFAC0}" type="presOf" srcId="{6EB5C57D-B6BD-4547-A73A-14E8F6B778E8}" destId="{A0D54DDB-1CCA-4303-85C5-19289EF0024F}" srcOrd="1"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2E9E49F9-6DF7-4245-AA96-75887669CF07}" type="presOf" srcId="{3E8C039B-3FE9-44CE-A273-AD4D671F2F32}" destId="{B6476F85-FD2C-4739-90DF-5FB79C0D5F2B}" srcOrd="1" destOrd="0" presId="urn:microsoft.com/office/officeart/2005/8/layout/vList4#1"/>
    <dgm:cxn modelId="{62545BC6-8FCA-48FC-ABC5-ACE6AC32E0A9}" type="presParOf" srcId="{FC7B3208-D2A9-4019-AC93-430DEF449A4F}" destId="{02EFF6CC-C90B-4FA6-B749-CA9A12A59A33}" srcOrd="0" destOrd="0" presId="urn:microsoft.com/office/officeart/2005/8/layout/vList4#1"/>
    <dgm:cxn modelId="{CA918976-A0AC-490D-A15C-8621B4F2641B}" type="presParOf" srcId="{02EFF6CC-C90B-4FA6-B749-CA9A12A59A33}" destId="{1C0906E4-228C-49A5-930F-114B0D2860D4}" srcOrd="0" destOrd="0" presId="urn:microsoft.com/office/officeart/2005/8/layout/vList4#1"/>
    <dgm:cxn modelId="{78191F11-FF5B-4B58-A1F4-CE85D6CE5A65}" type="presParOf" srcId="{02EFF6CC-C90B-4FA6-B749-CA9A12A59A33}" destId="{75DC55DC-3CBE-4290-AA72-35E3BE33B3AE}" srcOrd="1" destOrd="0" presId="urn:microsoft.com/office/officeart/2005/8/layout/vList4#1"/>
    <dgm:cxn modelId="{3CF7FF28-6EC3-4E99-BD50-BF2D57E30138}" type="presParOf" srcId="{02EFF6CC-C90B-4FA6-B749-CA9A12A59A33}" destId="{D8063EBA-19BE-4DBB-935F-F30044A97128}" srcOrd="2" destOrd="0" presId="urn:microsoft.com/office/officeart/2005/8/layout/vList4#1"/>
    <dgm:cxn modelId="{3CA354DA-79D4-4142-A1D8-D6E23494328C}" type="presParOf" srcId="{FC7B3208-D2A9-4019-AC93-430DEF449A4F}" destId="{2AE870FA-1138-49BA-B4E4-6C23F170701B}" srcOrd="1" destOrd="0" presId="urn:microsoft.com/office/officeart/2005/8/layout/vList4#1"/>
    <dgm:cxn modelId="{72E9B0FB-4ADA-4ACC-A856-52B72D652721}" type="presParOf" srcId="{FC7B3208-D2A9-4019-AC93-430DEF449A4F}" destId="{4AB63194-20E0-4663-83F2-A42110ABC115}" srcOrd="2" destOrd="0" presId="urn:microsoft.com/office/officeart/2005/8/layout/vList4#1"/>
    <dgm:cxn modelId="{83713FA3-2B8A-44CB-B682-151097BC142F}" type="presParOf" srcId="{4AB63194-20E0-4663-83F2-A42110ABC115}" destId="{95FF92B4-9B78-46E2-BE94-9C617CF76318}" srcOrd="0" destOrd="0" presId="urn:microsoft.com/office/officeart/2005/8/layout/vList4#1"/>
    <dgm:cxn modelId="{87031D37-E36F-451B-A583-F1C32E6B2D9E}" type="presParOf" srcId="{4AB63194-20E0-4663-83F2-A42110ABC115}" destId="{ED4C9ED4-5251-44C6-AB74-7B81AC72D136}" srcOrd="1" destOrd="0" presId="urn:microsoft.com/office/officeart/2005/8/layout/vList4#1"/>
    <dgm:cxn modelId="{8568BC3F-196E-472E-A431-AEFBD8F1F7E4}" type="presParOf" srcId="{4AB63194-20E0-4663-83F2-A42110ABC115}" destId="{EEB3E59F-AED9-4E25-889D-E7C039330949}" srcOrd="2" destOrd="0" presId="urn:microsoft.com/office/officeart/2005/8/layout/vList4#1"/>
    <dgm:cxn modelId="{A723FBBA-B9E1-4F3E-9BA1-7E631BA901F5}" type="presParOf" srcId="{FC7B3208-D2A9-4019-AC93-430DEF449A4F}" destId="{1BA7C7DD-CDE5-4AAC-A268-0D3F7F039B6F}" srcOrd="3" destOrd="0" presId="urn:microsoft.com/office/officeart/2005/8/layout/vList4#1"/>
    <dgm:cxn modelId="{62066090-CBAE-4284-8A7B-85DAB3B37B91}" type="presParOf" srcId="{FC7B3208-D2A9-4019-AC93-430DEF449A4F}" destId="{21EF704A-A516-45B5-9343-FBA0AE7FCF48}" srcOrd="4" destOrd="0" presId="urn:microsoft.com/office/officeart/2005/8/layout/vList4#1"/>
    <dgm:cxn modelId="{BB3ACAD2-BB3E-4FA3-83E2-A9BC593E3EBD}" type="presParOf" srcId="{21EF704A-A516-45B5-9343-FBA0AE7FCF48}" destId="{AB5F01A8-D825-4A73-BE29-9CDBDEDFD023}" srcOrd="0" destOrd="0" presId="urn:microsoft.com/office/officeart/2005/8/layout/vList4#1"/>
    <dgm:cxn modelId="{7DA7C8BE-29F9-4C22-922F-F6FCB1176A1B}" type="presParOf" srcId="{21EF704A-A516-45B5-9343-FBA0AE7FCF48}" destId="{19B89E89-1C54-438E-AFD5-65BEF6473346}" srcOrd="1" destOrd="0" presId="urn:microsoft.com/office/officeart/2005/8/layout/vList4#1"/>
    <dgm:cxn modelId="{BF2E7786-3C1F-4EC1-9D1C-9350FD66D733}" type="presParOf" srcId="{21EF704A-A516-45B5-9343-FBA0AE7FCF48}" destId="{A0D54DDB-1CCA-4303-85C5-19289EF0024F}" srcOrd="2" destOrd="0" presId="urn:microsoft.com/office/officeart/2005/8/layout/vList4#1"/>
    <dgm:cxn modelId="{E46B4DFE-E42F-4650-ADD3-0DA097F909BE}" type="presParOf" srcId="{FC7B3208-D2A9-4019-AC93-430DEF449A4F}" destId="{BE2A8E9E-35AD-4FEC-BE93-AB54E370C953}" srcOrd="5" destOrd="0" presId="urn:microsoft.com/office/officeart/2005/8/layout/vList4#1"/>
    <dgm:cxn modelId="{79C7C402-05F4-4B1D-A0AD-D2D3DE30FF59}" type="presParOf" srcId="{FC7B3208-D2A9-4019-AC93-430DEF449A4F}" destId="{648628EC-77FA-4E55-BEE2-2CC1D6907CDB}" srcOrd="6" destOrd="0" presId="urn:microsoft.com/office/officeart/2005/8/layout/vList4#1"/>
    <dgm:cxn modelId="{E8F79F34-CAF3-477C-B8F8-1825C2B54D28}" type="presParOf" srcId="{648628EC-77FA-4E55-BEE2-2CC1D6907CDB}" destId="{093C2B38-EB07-4067-B631-2DE2999BBD32}" srcOrd="0" destOrd="0" presId="urn:microsoft.com/office/officeart/2005/8/layout/vList4#1"/>
    <dgm:cxn modelId="{946F46B6-6AAE-44DD-B3D3-733DBECF3661}" type="presParOf" srcId="{648628EC-77FA-4E55-BEE2-2CC1D6907CDB}" destId="{48C3C8E3-D33D-4ECA-90A9-DDD4B52AC937}" srcOrd="1" destOrd="0" presId="urn:microsoft.com/office/officeart/2005/8/layout/vList4#1"/>
    <dgm:cxn modelId="{E431A3B5-A833-47EE-91A3-F13283425409}" type="presParOf" srcId="{648628EC-77FA-4E55-BEE2-2CC1D6907CDB}" destId="{E7431CE0-400A-4C04-9E56-E2E5A0BDB267}" srcOrd="2" destOrd="0" presId="urn:microsoft.com/office/officeart/2005/8/layout/vList4#1"/>
    <dgm:cxn modelId="{10BBE64F-C82C-4A60-9953-B76EA652EE92}" type="presParOf" srcId="{FC7B3208-D2A9-4019-AC93-430DEF449A4F}" destId="{FDFB27D9-ACDC-4761-BF08-7E9A46ADBA41}" srcOrd="7" destOrd="0" presId="urn:microsoft.com/office/officeart/2005/8/layout/vList4#1"/>
    <dgm:cxn modelId="{680F7124-3264-4F1D-850B-B11EDF1A7940}" type="presParOf" srcId="{FC7B3208-D2A9-4019-AC93-430DEF449A4F}" destId="{B5BDB983-CB06-4ECD-A0D1-8CFADC5B645B}" srcOrd="8" destOrd="0" presId="urn:microsoft.com/office/officeart/2005/8/layout/vList4#1"/>
    <dgm:cxn modelId="{2D58D397-842F-44CA-B9BC-EEA03CA084C6}" type="presParOf" srcId="{B5BDB983-CB06-4ECD-A0D1-8CFADC5B645B}" destId="{202B390B-5460-4E1B-BA41-0188A8F0D740}" srcOrd="0" destOrd="0" presId="urn:microsoft.com/office/officeart/2005/8/layout/vList4#1"/>
    <dgm:cxn modelId="{54CBF6BE-7BE8-458A-AF28-1D0E72D8C1A1}" type="presParOf" srcId="{B5BDB983-CB06-4ECD-A0D1-8CFADC5B645B}" destId="{91EB64E9-54DD-4B11-84B9-1A4DB5DFF4B0}" srcOrd="1" destOrd="0" presId="urn:microsoft.com/office/officeart/2005/8/layout/vList4#1"/>
    <dgm:cxn modelId="{D6226568-C3B7-4D54-9E1C-360067BA00DD}" type="presParOf" srcId="{B5BDB983-CB06-4ECD-A0D1-8CFADC5B645B}" destId="{B62AFC0E-CA8A-4C35-8A22-9E9565BF3D2E}" srcOrd="2" destOrd="0" presId="urn:microsoft.com/office/officeart/2005/8/layout/vList4#1"/>
    <dgm:cxn modelId="{0560BD09-6401-4F28-AEEB-990495D10586}" type="presParOf" srcId="{FC7B3208-D2A9-4019-AC93-430DEF449A4F}" destId="{27546305-4218-4EAD-9D60-CF8D509EDEC1}" srcOrd="9" destOrd="0" presId="urn:microsoft.com/office/officeart/2005/8/layout/vList4#1"/>
    <dgm:cxn modelId="{5D0A2039-2E06-4396-942E-D76AD2DE5944}" type="presParOf" srcId="{FC7B3208-D2A9-4019-AC93-430DEF449A4F}" destId="{9C3CA623-CAF5-4F59-B326-559975F5E994}" srcOrd="10" destOrd="0" presId="urn:microsoft.com/office/officeart/2005/8/layout/vList4#1"/>
    <dgm:cxn modelId="{95F2B0F3-AC38-4222-9AA3-5FA6A7AA2A4F}" type="presParOf" srcId="{9C3CA623-CAF5-4F59-B326-559975F5E994}" destId="{006AC568-09FE-4FFA-9E01-ED48862ACC58}" srcOrd="0" destOrd="0" presId="urn:microsoft.com/office/officeart/2005/8/layout/vList4#1"/>
    <dgm:cxn modelId="{991C2871-B66B-4A46-A3ED-0E0BA8522C2D}" type="presParOf" srcId="{9C3CA623-CAF5-4F59-B326-559975F5E994}" destId="{C5D683A3-E16E-496B-A438-C277328A60B0}" srcOrd="1" destOrd="0" presId="urn:microsoft.com/office/officeart/2005/8/layout/vList4#1"/>
    <dgm:cxn modelId="{E2094290-0715-4161-83D1-79C99A21F504}"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A388733-7D22-4DFD-A722-255718C5692B}" type="doc">
      <dgm:prSet loTypeId="urn:microsoft.com/office/officeart/2005/8/layout/vList4#1" loCatId="list" qsTypeId="urn:microsoft.com/office/officeart/2005/8/quickstyle/simple1" qsCatId="simple" csTypeId="urn:microsoft.com/office/officeart/2005/8/colors/accent1_2" csCatId="accent1" phldr="1"/>
      <dgm:spPr/>
      <dgm:t>
        <a:bodyPr/>
        <a:lstStyle/>
        <a:p>
          <a:endParaRPr lang="zh-CN" altLang="en-US"/>
        </a:p>
      </dgm:t>
    </dgm:pt>
    <dgm:pt modelId="{2AEF3D7D-B345-413F-BCCB-533EC7F6D18F}">
      <dgm:prSet phldrT="[文本]" custT="1"/>
      <dgm:spPr>
        <a:solidFill>
          <a:schemeClr val="tx2">
            <a:lumMod val="60000"/>
            <a:lumOff val="40000"/>
          </a:schemeClr>
        </a:solidFill>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altLang="zh-CN" sz="2800" b="1" dirty="0" smtClean="0">
              <a:latin typeface="Times New Roman" pitchFamily="18" charset="0"/>
              <a:cs typeface="Times New Roman" pitchFamily="18" charset="0"/>
            </a:rPr>
            <a:t>Operation Overview</a:t>
          </a:r>
          <a:endParaRPr lang="zh-CN" altLang="en-US" sz="2800" b="1" u="none" dirty="0">
            <a:solidFill>
              <a:srgbClr val="FFFF00"/>
            </a:solidFill>
            <a:latin typeface="Times New Roman" pitchFamily="18" charset="0"/>
            <a:cs typeface="Times New Roman" pitchFamily="18" charset="0"/>
          </a:endParaRPr>
        </a:p>
      </dgm:t>
    </dgm:pt>
    <dgm:pt modelId="{79F9CCB9-8365-4D26-A195-5FF1A63F5BFE}" type="par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8DDFCB94-0A30-4A45-8276-C608C6EF993D}" type="sibTrans" cxnId="{51E47198-1691-4E9E-B3D3-408AF6469D48}">
      <dgm:prSet/>
      <dgm:spPr/>
      <dgm:t>
        <a:bodyPr/>
        <a:lstStyle/>
        <a:p>
          <a:endParaRPr lang="zh-CN" altLang="en-US" sz="2800" b="1">
            <a:solidFill>
              <a:srgbClr val="FFFF00"/>
            </a:solidFill>
            <a:latin typeface="Times New Roman" pitchFamily="18" charset="0"/>
            <a:cs typeface="Times New Roman" pitchFamily="18" charset="0"/>
          </a:endParaRPr>
        </a:p>
      </dgm:t>
    </dgm:pt>
    <dgm:pt modelId="{6EB5C57D-B6BD-4547-A73A-14E8F6B778E8}">
      <dgm:prSet phldrT="[文本]" custT="1"/>
      <dgm:spPr/>
      <dgm:t>
        <a:bodyPr/>
        <a:lstStyle/>
        <a:p>
          <a:r>
            <a:rPr lang="en-US" altLang="zh-CN" sz="2800" b="1" dirty="0" smtClean="0">
              <a:solidFill>
                <a:schemeClr val="bg1"/>
              </a:solidFill>
              <a:latin typeface="Times New Roman" pitchFamily="18" charset="0"/>
              <a:cs typeface="Times New Roman" pitchFamily="18" charset="0"/>
            </a:rPr>
            <a:t>TC and Telemetry</a:t>
          </a:r>
          <a:endParaRPr lang="zh-CN" altLang="en-US" sz="2800" b="1" u="none" dirty="0">
            <a:solidFill>
              <a:srgbClr val="FFFF00"/>
            </a:solidFill>
            <a:latin typeface="Times New Roman" pitchFamily="18" charset="0"/>
            <a:cs typeface="Times New Roman" pitchFamily="18" charset="0"/>
          </a:endParaRPr>
        </a:p>
      </dgm:t>
    </dgm:pt>
    <dgm:pt modelId="{0A733459-9A55-4872-BB1F-4BE983B367A8}" type="par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4BEFF038-57DB-49AE-9673-63B633C6B05D}" type="sibTrans" cxnId="{7A06A9BD-D499-4C67-B6FE-ECC6AD963480}">
      <dgm:prSet/>
      <dgm:spPr/>
      <dgm:t>
        <a:bodyPr/>
        <a:lstStyle/>
        <a:p>
          <a:endParaRPr lang="zh-CN" altLang="en-US" sz="2800" b="1">
            <a:solidFill>
              <a:srgbClr val="FFFF00"/>
            </a:solidFill>
            <a:latin typeface="Times New Roman" pitchFamily="18" charset="0"/>
            <a:cs typeface="Times New Roman" pitchFamily="18" charset="0"/>
          </a:endParaRPr>
        </a:p>
      </dgm:t>
    </dgm:pt>
    <dgm:pt modelId="{62D58ABB-A3EA-4B6C-A4A7-B547B7CA31A2}">
      <dgm:prSet phldrT="[文本]" custT="1"/>
      <dgm:spPr/>
      <dgm:t>
        <a:bodyPr/>
        <a:lstStyle/>
        <a:p>
          <a:r>
            <a:rPr lang="en-US" altLang="zh-CN" sz="2800" b="1" dirty="0" smtClean="0">
              <a:solidFill>
                <a:schemeClr val="bg1"/>
              </a:solidFill>
              <a:latin typeface="Times New Roman" pitchFamily="18" charset="0"/>
              <a:cs typeface="Times New Roman" pitchFamily="18" charset="0"/>
            </a:rPr>
            <a:t>In-orbit configuration</a:t>
          </a:r>
          <a:endParaRPr lang="zh-CN" altLang="en-US" sz="2800" b="1" u="none" dirty="0">
            <a:solidFill>
              <a:srgbClr val="FFFF00"/>
            </a:solidFill>
            <a:latin typeface="Times New Roman" pitchFamily="18" charset="0"/>
            <a:cs typeface="Times New Roman" pitchFamily="18" charset="0"/>
          </a:endParaRPr>
        </a:p>
      </dgm:t>
    </dgm:pt>
    <dgm:pt modelId="{9795E896-434C-4D66-9F69-A963CE1C300E}" type="par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817577E1-DE7E-4862-94F1-2436596C10CA}" type="sibTrans" cxnId="{CA280E8E-1368-4B07-A9F0-403B99F519E4}">
      <dgm:prSet/>
      <dgm:spPr/>
      <dgm:t>
        <a:bodyPr/>
        <a:lstStyle/>
        <a:p>
          <a:endParaRPr lang="zh-CN" altLang="en-US" sz="2800" b="1">
            <a:solidFill>
              <a:srgbClr val="FFFF00"/>
            </a:solidFill>
            <a:latin typeface="Times New Roman" pitchFamily="18" charset="0"/>
            <a:cs typeface="Times New Roman" pitchFamily="18" charset="0"/>
          </a:endParaRPr>
        </a:p>
      </dgm:t>
    </dgm:pt>
    <dgm:pt modelId="{35CA1BA4-7BF7-4BC3-B87E-38091D897104}">
      <dgm:prSet phldrT="[文本]" custT="1"/>
      <dgm:spPr/>
      <dgm:t>
        <a:bodyPr/>
        <a:lstStyle/>
        <a:p>
          <a:r>
            <a:rPr lang="en-US" sz="2800" b="1" dirty="0" smtClean="0">
              <a:latin typeface="Times New Roman" pitchFamily="18" charset="0"/>
              <a:cs typeface="Times New Roman" pitchFamily="18" charset="0"/>
            </a:rPr>
            <a:t>Constrains</a:t>
          </a:r>
          <a:endParaRPr lang="zh-CN" altLang="en-US" sz="2800" b="1" u="none" dirty="0">
            <a:solidFill>
              <a:srgbClr val="FFFF00"/>
            </a:solidFill>
            <a:latin typeface="Times New Roman" pitchFamily="18" charset="0"/>
            <a:cs typeface="Times New Roman" pitchFamily="18" charset="0"/>
          </a:endParaRPr>
        </a:p>
      </dgm:t>
    </dgm:pt>
    <dgm:pt modelId="{B972990E-F4F5-491F-BFA0-E6B2B97A1D49}" type="par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7B908E29-2A8B-4709-9F62-375CDFC14431}" type="sibTrans" cxnId="{D600C7ED-8639-477B-A2F9-05442C58933C}">
      <dgm:prSet/>
      <dgm:spPr/>
      <dgm:t>
        <a:bodyPr/>
        <a:lstStyle/>
        <a:p>
          <a:endParaRPr lang="zh-CN" altLang="en-US" sz="2800" b="1">
            <a:solidFill>
              <a:srgbClr val="FFFF00"/>
            </a:solidFill>
            <a:latin typeface="Times New Roman" pitchFamily="18" charset="0"/>
            <a:cs typeface="Times New Roman" pitchFamily="18" charset="0"/>
          </a:endParaRPr>
        </a:p>
      </dgm:t>
    </dgm:pt>
    <dgm:pt modelId="{3E8C039B-3FE9-44CE-A273-AD4D671F2F32}">
      <dgm:prSet phldrT="[文本]" custT="1"/>
      <dgm:spPr>
        <a:solidFill>
          <a:schemeClr val="accent2">
            <a:lumMod val="40000"/>
            <a:lumOff val="60000"/>
          </a:schemeClr>
        </a:solidFill>
      </dgm:spPr>
      <dgm:t>
        <a:bodyPr/>
        <a:lstStyle/>
        <a:p>
          <a:r>
            <a:rPr lang="en-US" sz="2800" b="1" dirty="0" smtClean="0">
              <a:latin typeface="Times New Roman" pitchFamily="18" charset="0"/>
              <a:cs typeface="Times New Roman" pitchFamily="18" charset="0"/>
            </a:rPr>
            <a:t>Manual Procedure</a:t>
          </a:r>
          <a:endParaRPr lang="zh-CN" altLang="en-US" sz="2800" b="1" u="none" dirty="0">
            <a:solidFill>
              <a:srgbClr val="FFFF00"/>
            </a:solidFill>
            <a:latin typeface="Times New Roman" pitchFamily="18" charset="0"/>
            <a:cs typeface="Times New Roman" pitchFamily="18" charset="0"/>
          </a:endParaRPr>
        </a:p>
      </dgm:t>
    </dgm:pt>
    <dgm:pt modelId="{CE59B4B2-C1E7-4C79-8041-22CD2138F4FC}" type="par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52FA4F95-5AD2-4D23-9C5F-96CC2F5EE1A9}" type="sibTrans" cxnId="{307C5389-5D71-48B4-A6CD-5BEBC389A8BF}">
      <dgm:prSet/>
      <dgm:spPr/>
      <dgm:t>
        <a:bodyPr/>
        <a:lstStyle/>
        <a:p>
          <a:endParaRPr lang="zh-CN" altLang="en-US" sz="2800" b="1">
            <a:solidFill>
              <a:srgbClr val="FFFF00"/>
            </a:solidFill>
            <a:latin typeface="Times New Roman" pitchFamily="18" charset="0"/>
            <a:cs typeface="Times New Roman" pitchFamily="18" charset="0"/>
          </a:endParaRPr>
        </a:p>
      </dgm:t>
    </dgm:pt>
    <dgm:pt modelId="{C2CE87A9-84E7-40E9-A3C0-95449C55B5F4}">
      <dgm:prSet/>
      <dgm:spPr>
        <a:solidFill>
          <a:schemeClr val="tx2">
            <a:lumMod val="60000"/>
            <a:lumOff val="40000"/>
          </a:schemeClr>
        </a:solidFill>
      </dgm:spPr>
      <dgm:t>
        <a:bodyPr/>
        <a:lstStyle/>
        <a:p>
          <a:r>
            <a:rPr lang="en-US" altLang="zh-CN" dirty="0" smtClean="0"/>
            <a:t>Composition and function</a:t>
          </a:r>
          <a:endParaRPr lang="zh-CN" altLang="en-US" dirty="0"/>
        </a:p>
      </dgm:t>
    </dgm:pt>
    <dgm:pt modelId="{07EEB629-EF2C-4818-AAEE-D2F6120DA7AE}" type="parTrans" cxnId="{777242BB-4FB2-4DF5-9CA2-895875DFB902}">
      <dgm:prSet/>
      <dgm:spPr/>
      <dgm:t>
        <a:bodyPr/>
        <a:lstStyle/>
        <a:p>
          <a:endParaRPr lang="zh-CN" altLang="en-US"/>
        </a:p>
      </dgm:t>
    </dgm:pt>
    <dgm:pt modelId="{A6CBF731-C9C7-40D6-AD6E-D7E6B78E3F17}" type="sibTrans" cxnId="{777242BB-4FB2-4DF5-9CA2-895875DFB902}">
      <dgm:prSet/>
      <dgm:spPr/>
      <dgm:t>
        <a:bodyPr/>
        <a:lstStyle/>
        <a:p>
          <a:endParaRPr lang="zh-CN" altLang="en-US"/>
        </a:p>
      </dgm:t>
    </dgm:pt>
    <dgm:pt modelId="{FC7B3208-D2A9-4019-AC93-430DEF449A4F}" type="pres">
      <dgm:prSet presAssocID="{AA388733-7D22-4DFD-A722-255718C5692B}" presName="linear" presStyleCnt="0">
        <dgm:presLayoutVars>
          <dgm:dir/>
          <dgm:resizeHandles val="exact"/>
        </dgm:presLayoutVars>
      </dgm:prSet>
      <dgm:spPr/>
      <dgm:t>
        <a:bodyPr/>
        <a:lstStyle/>
        <a:p>
          <a:endParaRPr lang="zh-CN" altLang="en-US"/>
        </a:p>
      </dgm:t>
    </dgm:pt>
    <dgm:pt modelId="{02EFF6CC-C90B-4FA6-B749-CA9A12A59A33}" type="pres">
      <dgm:prSet presAssocID="{C2CE87A9-84E7-40E9-A3C0-95449C55B5F4}" presName="comp" presStyleCnt="0"/>
      <dgm:spPr/>
    </dgm:pt>
    <dgm:pt modelId="{1C0906E4-228C-49A5-930F-114B0D2860D4}" type="pres">
      <dgm:prSet presAssocID="{C2CE87A9-84E7-40E9-A3C0-95449C55B5F4}" presName="box" presStyleLbl="node1" presStyleIdx="0" presStyleCnt="6"/>
      <dgm:spPr/>
      <dgm:t>
        <a:bodyPr/>
        <a:lstStyle/>
        <a:p>
          <a:endParaRPr lang="zh-CN" altLang="en-US"/>
        </a:p>
      </dgm:t>
    </dgm:pt>
    <dgm:pt modelId="{75DC55DC-3CBE-4290-AA72-35E3BE33B3AE}" type="pres">
      <dgm:prSet presAssocID="{C2CE87A9-84E7-40E9-A3C0-95449C55B5F4}" presName="img" presStyleLbl="fgImgPlace1" presStyleIdx="0" presStyleCnt="6" custScaleX="70824"/>
      <dgm:spPr>
        <a:blipFill rotWithShape="0">
          <a:blip xmlns:r="http://schemas.openxmlformats.org/officeDocument/2006/relationships" r:embed="rId1"/>
          <a:stretch>
            <a:fillRect/>
          </a:stretch>
        </a:blipFill>
      </dgm:spPr>
      <dgm:t>
        <a:bodyPr/>
        <a:lstStyle/>
        <a:p>
          <a:endParaRPr lang="zh-CN" altLang="en-US"/>
        </a:p>
      </dgm:t>
    </dgm:pt>
    <dgm:pt modelId="{D8063EBA-19BE-4DBB-935F-F30044A97128}" type="pres">
      <dgm:prSet presAssocID="{C2CE87A9-84E7-40E9-A3C0-95449C55B5F4}" presName="text" presStyleLbl="node1" presStyleIdx="0" presStyleCnt="6">
        <dgm:presLayoutVars>
          <dgm:bulletEnabled val="1"/>
        </dgm:presLayoutVars>
      </dgm:prSet>
      <dgm:spPr/>
      <dgm:t>
        <a:bodyPr/>
        <a:lstStyle/>
        <a:p>
          <a:endParaRPr lang="zh-CN" altLang="en-US"/>
        </a:p>
      </dgm:t>
    </dgm:pt>
    <dgm:pt modelId="{2AE870FA-1138-49BA-B4E4-6C23F170701B}" type="pres">
      <dgm:prSet presAssocID="{A6CBF731-C9C7-40D6-AD6E-D7E6B78E3F17}" presName="spacer" presStyleCnt="0"/>
      <dgm:spPr/>
    </dgm:pt>
    <dgm:pt modelId="{4AB63194-20E0-4663-83F2-A42110ABC115}" type="pres">
      <dgm:prSet presAssocID="{2AEF3D7D-B345-413F-BCCB-533EC7F6D18F}" presName="comp" presStyleCnt="0"/>
      <dgm:spPr/>
    </dgm:pt>
    <dgm:pt modelId="{95FF92B4-9B78-46E2-BE94-9C617CF76318}" type="pres">
      <dgm:prSet presAssocID="{2AEF3D7D-B345-413F-BCCB-533EC7F6D18F}" presName="box" presStyleLbl="node1" presStyleIdx="1" presStyleCnt="6" custScaleY="94769" custLinFactNeighborY="4916"/>
      <dgm:spPr/>
      <dgm:t>
        <a:bodyPr/>
        <a:lstStyle/>
        <a:p>
          <a:endParaRPr lang="zh-CN" altLang="en-US"/>
        </a:p>
      </dgm:t>
    </dgm:pt>
    <dgm:pt modelId="{ED4C9ED4-5251-44C6-AB74-7B81AC72D136}" type="pres">
      <dgm:prSet presAssocID="{2AEF3D7D-B345-413F-BCCB-533EC7F6D18F}" presName="img" presStyleLbl="fgImgPlace1" presStyleIdx="1" presStyleCnt="6" custScaleX="65983"/>
      <dgm:spPr>
        <a:blipFill rotWithShape="0">
          <a:blip xmlns:r="http://schemas.openxmlformats.org/officeDocument/2006/relationships" r:embed="rId2"/>
          <a:stretch>
            <a:fillRect/>
          </a:stretch>
        </a:blipFill>
      </dgm:spPr>
      <dgm:t>
        <a:bodyPr/>
        <a:lstStyle/>
        <a:p>
          <a:endParaRPr lang="zh-CN" altLang="en-US"/>
        </a:p>
      </dgm:t>
    </dgm:pt>
    <dgm:pt modelId="{EEB3E59F-AED9-4E25-889D-E7C039330949}" type="pres">
      <dgm:prSet presAssocID="{2AEF3D7D-B345-413F-BCCB-533EC7F6D18F}" presName="text" presStyleLbl="node1" presStyleIdx="1" presStyleCnt="6">
        <dgm:presLayoutVars>
          <dgm:bulletEnabled val="1"/>
        </dgm:presLayoutVars>
      </dgm:prSet>
      <dgm:spPr/>
      <dgm:t>
        <a:bodyPr/>
        <a:lstStyle/>
        <a:p>
          <a:endParaRPr lang="zh-CN" altLang="en-US"/>
        </a:p>
      </dgm:t>
    </dgm:pt>
    <dgm:pt modelId="{1BA7C7DD-CDE5-4AAC-A268-0D3F7F039B6F}" type="pres">
      <dgm:prSet presAssocID="{8DDFCB94-0A30-4A45-8276-C608C6EF993D}" presName="spacer" presStyleCnt="0"/>
      <dgm:spPr/>
    </dgm:pt>
    <dgm:pt modelId="{21EF704A-A516-45B5-9343-FBA0AE7FCF48}" type="pres">
      <dgm:prSet presAssocID="{6EB5C57D-B6BD-4547-A73A-14E8F6B778E8}" presName="comp" presStyleCnt="0"/>
      <dgm:spPr/>
    </dgm:pt>
    <dgm:pt modelId="{AB5F01A8-D825-4A73-BE29-9CDBDEDFD023}" type="pres">
      <dgm:prSet presAssocID="{6EB5C57D-B6BD-4547-A73A-14E8F6B778E8}" presName="box" presStyleLbl="node1" presStyleIdx="2" presStyleCnt="6" custLinFactNeighborY="3564"/>
      <dgm:spPr/>
      <dgm:t>
        <a:bodyPr/>
        <a:lstStyle/>
        <a:p>
          <a:endParaRPr lang="zh-CN" altLang="en-US"/>
        </a:p>
      </dgm:t>
    </dgm:pt>
    <dgm:pt modelId="{19B89E89-1C54-438E-AFD5-65BEF6473346}" type="pres">
      <dgm:prSet presAssocID="{6EB5C57D-B6BD-4547-A73A-14E8F6B778E8}" presName="img" presStyleLbl="fgImgPlace1" presStyleIdx="2" presStyleCnt="6" custScaleX="65983"/>
      <dgm:spPr>
        <a:blipFill rotWithShape="0">
          <a:blip xmlns:r="http://schemas.openxmlformats.org/officeDocument/2006/relationships" r:embed="rId2"/>
          <a:stretch>
            <a:fillRect/>
          </a:stretch>
        </a:blipFill>
      </dgm:spPr>
      <dgm:t>
        <a:bodyPr/>
        <a:lstStyle/>
        <a:p>
          <a:endParaRPr lang="zh-CN" altLang="en-US"/>
        </a:p>
      </dgm:t>
    </dgm:pt>
    <dgm:pt modelId="{A0D54DDB-1CCA-4303-85C5-19289EF0024F}" type="pres">
      <dgm:prSet presAssocID="{6EB5C57D-B6BD-4547-A73A-14E8F6B778E8}" presName="text" presStyleLbl="node1" presStyleIdx="2" presStyleCnt="6">
        <dgm:presLayoutVars>
          <dgm:bulletEnabled val="1"/>
        </dgm:presLayoutVars>
      </dgm:prSet>
      <dgm:spPr/>
      <dgm:t>
        <a:bodyPr/>
        <a:lstStyle/>
        <a:p>
          <a:endParaRPr lang="zh-CN" altLang="en-US"/>
        </a:p>
      </dgm:t>
    </dgm:pt>
    <dgm:pt modelId="{BE2A8E9E-35AD-4FEC-BE93-AB54E370C953}" type="pres">
      <dgm:prSet presAssocID="{4BEFF038-57DB-49AE-9673-63B633C6B05D}" presName="spacer" presStyleCnt="0"/>
      <dgm:spPr/>
    </dgm:pt>
    <dgm:pt modelId="{648628EC-77FA-4E55-BEE2-2CC1D6907CDB}" type="pres">
      <dgm:prSet presAssocID="{62D58ABB-A3EA-4B6C-A4A7-B547B7CA31A2}" presName="comp" presStyleCnt="0"/>
      <dgm:spPr/>
    </dgm:pt>
    <dgm:pt modelId="{093C2B38-EB07-4067-B631-2DE2999BBD32}" type="pres">
      <dgm:prSet presAssocID="{62D58ABB-A3EA-4B6C-A4A7-B547B7CA31A2}" presName="box" presStyleLbl="node1" presStyleIdx="3" presStyleCnt="6"/>
      <dgm:spPr/>
      <dgm:t>
        <a:bodyPr/>
        <a:lstStyle/>
        <a:p>
          <a:endParaRPr lang="zh-CN" altLang="en-US"/>
        </a:p>
      </dgm:t>
    </dgm:pt>
    <dgm:pt modelId="{48C3C8E3-D33D-4ECA-90A9-DDD4B52AC937}" type="pres">
      <dgm:prSet presAssocID="{62D58ABB-A3EA-4B6C-A4A7-B547B7CA31A2}" presName="img" presStyleLbl="fgImgPlace1" presStyleIdx="3" presStyleCnt="6" custScaleX="65983"/>
      <dgm:spPr>
        <a:blipFill rotWithShape="0">
          <a:blip xmlns:r="http://schemas.openxmlformats.org/officeDocument/2006/relationships" r:embed="rId2"/>
          <a:stretch>
            <a:fillRect/>
          </a:stretch>
        </a:blipFill>
      </dgm:spPr>
      <dgm:t>
        <a:bodyPr/>
        <a:lstStyle/>
        <a:p>
          <a:endParaRPr lang="zh-CN" altLang="en-US"/>
        </a:p>
      </dgm:t>
    </dgm:pt>
    <dgm:pt modelId="{E7431CE0-400A-4C04-9E56-E2E5A0BDB267}" type="pres">
      <dgm:prSet presAssocID="{62D58ABB-A3EA-4B6C-A4A7-B547B7CA31A2}" presName="text" presStyleLbl="node1" presStyleIdx="3" presStyleCnt="6">
        <dgm:presLayoutVars>
          <dgm:bulletEnabled val="1"/>
        </dgm:presLayoutVars>
      </dgm:prSet>
      <dgm:spPr/>
      <dgm:t>
        <a:bodyPr/>
        <a:lstStyle/>
        <a:p>
          <a:endParaRPr lang="zh-CN" altLang="en-US"/>
        </a:p>
      </dgm:t>
    </dgm:pt>
    <dgm:pt modelId="{FDFB27D9-ACDC-4761-BF08-7E9A46ADBA41}" type="pres">
      <dgm:prSet presAssocID="{817577E1-DE7E-4862-94F1-2436596C10CA}" presName="spacer" presStyleCnt="0"/>
      <dgm:spPr/>
    </dgm:pt>
    <dgm:pt modelId="{B5BDB983-CB06-4ECD-A0D1-8CFADC5B645B}" type="pres">
      <dgm:prSet presAssocID="{35CA1BA4-7BF7-4BC3-B87E-38091D897104}" presName="comp" presStyleCnt="0"/>
      <dgm:spPr/>
    </dgm:pt>
    <dgm:pt modelId="{202B390B-5460-4E1B-BA41-0188A8F0D740}" type="pres">
      <dgm:prSet presAssocID="{35CA1BA4-7BF7-4BC3-B87E-38091D897104}" presName="box" presStyleLbl="node1" presStyleIdx="4" presStyleCnt="6" custLinFactNeighborX="-980" custLinFactNeighborY="-4743"/>
      <dgm:spPr/>
      <dgm:t>
        <a:bodyPr/>
        <a:lstStyle/>
        <a:p>
          <a:endParaRPr lang="zh-CN" altLang="en-US"/>
        </a:p>
      </dgm:t>
    </dgm:pt>
    <dgm:pt modelId="{91EB64E9-54DD-4B11-84B9-1A4DB5DFF4B0}" type="pres">
      <dgm:prSet presAssocID="{35CA1BA4-7BF7-4BC3-B87E-38091D897104}" presName="img" presStyleLbl="fgImgPlace1" presStyleIdx="4" presStyleCnt="6" custScaleX="65983" custLinFactNeighborX="-328" custLinFactNeighborY="-6743"/>
      <dgm:spPr>
        <a:blipFill rotWithShape="0">
          <a:blip xmlns:r="http://schemas.openxmlformats.org/officeDocument/2006/relationships" r:embed="rId2"/>
          <a:stretch>
            <a:fillRect/>
          </a:stretch>
        </a:blipFill>
      </dgm:spPr>
      <dgm:t>
        <a:bodyPr/>
        <a:lstStyle/>
        <a:p>
          <a:endParaRPr lang="zh-CN" altLang="en-US"/>
        </a:p>
      </dgm:t>
    </dgm:pt>
    <dgm:pt modelId="{B62AFC0E-CA8A-4C35-8A22-9E9565BF3D2E}" type="pres">
      <dgm:prSet presAssocID="{35CA1BA4-7BF7-4BC3-B87E-38091D897104}" presName="text" presStyleLbl="node1" presStyleIdx="4" presStyleCnt="6">
        <dgm:presLayoutVars>
          <dgm:bulletEnabled val="1"/>
        </dgm:presLayoutVars>
      </dgm:prSet>
      <dgm:spPr/>
      <dgm:t>
        <a:bodyPr/>
        <a:lstStyle/>
        <a:p>
          <a:endParaRPr lang="zh-CN" altLang="en-US"/>
        </a:p>
      </dgm:t>
    </dgm:pt>
    <dgm:pt modelId="{27546305-4218-4EAD-9D60-CF8D509EDEC1}" type="pres">
      <dgm:prSet presAssocID="{7B908E29-2A8B-4709-9F62-375CDFC14431}" presName="spacer" presStyleCnt="0"/>
      <dgm:spPr/>
    </dgm:pt>
    <dgm:pt modelId="{9C3CA623-CAF5-4F59-B326-559975F5E994}" type="pres">
      <dgm:prSet presAssocID="{3E8C039B-3FE9-44CE-A273-AD4D671F2F32}" presName="comp" presStyleCnt="0"/>
      <dgm:spPr/>
    </dgm:pt>
    <dgm:pt modelId="{006AC568-09FE-4FFA-9E01-ED48862ACC58}" type="pres">
      <dgm:prSet presAssocID="{3E8C039B-3FE9-44CE-A273-AD4D671F2F32}" presName="box" presStyleLbl="node1" presStyleIdx="5" presStyleCnt="6" custLinFactNeighborY="-10050"/>
      <dgm:spPr/>
      <dgm:t>
        <a:bodyPr/>
        <a:lstStyle/>
        <a:p>
          <a:endParaRPr lang="zh-CN" altLang="en-US"/>
        </a:p>
      </dgm:t>
    </dgm:pt>
    <dgm:pt modelId="{C5D683A3-E16E-496B-A438-C277328A60B0}" type="pres">
      <dgm:prSet presAssocID="{3E8C039B-3FE9-44CE-A273-AD4D671F2F32}" presName="img" presStyleLbl="fgImgPlace1" presStyleIdx="5" presStyleCnt="6" custScaleX="65983" custLinFactNeighborX="-718" custLinFactNeighborY="-4017"/>
      <dgm:spPr>
        <a:blipFill rotWithShape="0">
          <a:blip xmlns:r="http://schemas.openxmlformats.org/officeDocument/2006/relationships" r:embed="rId2"/>
          <a:stretch>
            <a:fillRect/>
          </a:stretch>
        </a:blipFill>
      </dgm:spPr>
      <dgm:t>
        <a:bodyPr/>
        <a:lstStyle/>
        <a:p>
          <a:endParaRPr lang="zh-CN" altLang="en-US"/>
        </a:p>
      </dgm:t>
    </dgm:pt>
    <dgm:pt modelId="{B6476F85-FD2C-4739-90DF-5FB79C0D5F2B}" type="pres">
      <dgm:prSet presAssocID="{3E8C039B-3FE9-44CE-A273-AD4D671F2F32}" presName="text" presStyleLbl="node1" presStyleIdx="5" presStyleCnt="6">
        <dgm:presLayoutVars>
          <dgm:bulletEnabled val="1"/>
        </dgm:presLayoutVars>
      </dgm:prSet>
      <dgm:spPr/>
      <dgm:t>
        <a:bodyPr/>
        <a:lstStyle/>
        <a:p>
          <a:endParaRPr lang="zh-CN" altLang="en-US"/>
        </a:p>
      </dgm:t>
    </dgm:pt>
  </dgm:ptLst>
  <dgm:cxnLst>
    <dgm:cxn modelId="{56BB7623-2808-49BD-9A3F-930A1935F733}" type="presOf" srcId="{62D58ABB-A3EA-4B6C-A4A7-B547B7CA31A2}" destId="{E7431CE0-400A-4C04-9E56-E2E5A0BDB267}" srcOrd="1" destOrd="0" presId="urn:microsoft.com/office/officeart/2005/8/layout/vList4#1"/>
    <dgm:cxn modelId="{CA280E8E-1368-4B07-A9F0-403B99F519E4}" srcId="{AA388733-7D22-4DFD-A722-255718C5692B}" destId="{62D58ABB-A3EA-4B6C-A4A7-B547B7CA31A2}" srcOrd="3" destOrd="0" parTransId="{9795E896-434C-4D66-9F69-A963CE1C300E}" sibTransId="{817577E1-DE7E-4862-94F1-2436596C10CA}"/>
    <dgm:cxn modelId="{CE8CFC64-1BA9-4D5F-A8E2-F039E771F7D5}" type="presOf" srcId="{6EB5C57D-B6BD-4547-A73A-14E8F6B778E8}" destId="{A0D54DDB-1CCA-4303-85C5-19289EF0024F}" srcOrd="1" destOrd="0" presId="urn:microsoft.com/office/officeart/2005/8/layout/vList4#1"/>
    <dgm:cxn modelId="{45A26A3F-3EA3-4EBF-92F9-D682F5990F43}" type="presOf" srcId="{2AEF3D7D-B345-413F-BCCB-533EC7F6D18F}" destId="{EEB3E59F-AED9-4E25-889D-E7C039330949}" srcOrd="1" destOrd="0" presId="urn:microsoft.com/office/officeart/2005/8/layout/vList4#1"/>
    <dgm:cxn modelId="{9617192F-2B4A-4888-A542-E1A5D427864D}" type="presOf" srcId="{3E8C039B-3FE9-44CE-A273-AD4D671F2F32}" destId="{006AC568-09FE-4FFA-9E01-ED48862ACC58}" srcOrd="0" destOrd="0" presId="urn:microsoft.com/office/officeart/2005/8/layout/vList4#1"/>
    <dgm:cxn modelId="{61D53BA8-04C9-4BC8-A70C-19B2CB5309E8}" type="presOf" srcId="{35CA1BA4-7BF7-4BC3-B87E-38091D897104}" destId="{B62AFC0E-CA8A-4C35-8A22-9E9565BF3D2E}" srcOrd="1" destOrd="0" presId="urn:microsoft.com/office/officeart/2005/8/layout/vList4#1"/>
    <dgm:cxn modelId="{4EF4F4B5-442D-4F6B-84DA-FEAB409B716E}" type="presOf" srcId="{C2CE87A9-84E7-40E9-A3C0-95449C55B5F4}" destId="{1C0906E4-228C-49A5-930F-114B0D2860D4}" srcOrd="0" destOrd="0" presId="urn:microsoft.com/office/officeart/2005/8/layout/vList4#1"/>
    <dgm:cxn modelId="{DD6E2C26-8FF2-4F45-9E62-05F8608D24B7}" type="presOf" srcId="{35CA1BA4-7BF7-4BC3-B87E-38091D897104}" destId="{202B390B-5460-4E1B-BA41-0188A8F0D740}" srcOrd="0" destOrd="0" presId="urn:microsoft.com/office/officeart/2005/8/layout/vList4#1"/>
    <dgm:cxn modelId="{51E47198-1691-4E9E-B3D3-408AF6469D48}" srcId="{AA388733-7D22-4DFD-A722-255718C5692B}" destId="{2AEF3D7D-B345-413F-BCCB-533EC7F6D18F}" srcOrd="1" destOrd="0" parTransId="{79F9CCB9-8365-4D26-A195-5FF1A63F5BFE}" sibTransId="{8DDFCB94-0A30-4A45-8276-C608C6EF993D}"/>
    <dgm:cxn modelId="{ED03C9DF-3A9C-447E-884F-09CC7AA17722}" type="presOf" srcId="{3E8C039B-3FE9-44CE-A273-AD4D671F2F32}" destId="{B6476F85-FD2C-4739-90DF-5FB79C0D5F2B}" srcOrd="1" destOrd="0" presId="urn:microsoft.com/office/officeart/2005/8/layout/vList4#1"/>
    <dgm:cxn modelId="{777242BB-4FB2-4DF5-9CA2-895875DFB902}" srcId="{AA388733-7D22-4DFD-A722-255718C5692B}" destId="{C2CE87A9-84E7-40E9-A3C0-95449C55B5F4}" srcOrd="0" destOrd="0" parTransId="{07EEB629-EF2C-4818-AAEE-D2F6120DA7AE}" sibTransId="{A6CBF731-C9C7-40D6-AD6E-D7E6B78E3F17}"/>
    <dgm:cxn modelId="{307C5389-5D71-48B4-A6CD-5BEBC389A8BF}" srcId="{AA388733-7D22-4DFD-A722-255718C5692B}" destId="{3E8C039B-3FE9-44CE-A273-AD4D671F2F32}" srcOrd="5" destOrd="0" parTransId="{CE59B4B2-C1E7-4C79-8041-22CD2138F4FC}" sibTransId="{52FA4F95-5AD2-4D23-9C5F-96CC2F5EE1A9}"/>
    <dgm:cxn modelId="{D600C7ED-8639-477B-A2F9-05442C58933C}" srcId="{AA388733-7D22-4DFD-A722-255718C5692B}" destId="{35CA1BA4-7BF7-4BC3-B87E-38091D897104}" srcOrd="4" destOrd="0" parTransId="{B972990E-F4F5-491F-BFA0-E6B2B97A1D49}" sibTransId="{7B908E29-2A8B-4709-9F62-375CDFC14431}"/>
    <dgm:cxn modelId="{07FBCE77-3F50-4941-A3B8-DBDEFAB85C5A}" type="presOf" srcId="{6EB5C57D-B6BD-4547-A73A-14E8F6B778E8}" destId="{AB5F01A8-D825-4A73-BE29-9CDBDEDFD023}" srcOrd="0" destOrd="0" presId="urn:microsoft.com/office/officeart/2005/8/layout/vList4#1"/>
    <dgm:cxn modelId="{8EAAF867-2FCB-4C59-894C-ED3E5C78D66D}" type="presOf" srcId="{C2CE87A9-84E7-40E9-A3C0-95449C55B5F4}" destId="{D8063EBA-19BE-4DBB-935F-F30044A97128}" srcOrd="1" destOrd="0" presId="urn:microsoft.com/office/officeart/2005/8/layout/vList4#1"/>
    <dgm:cxn modelId="{D503D342-F742-4E1E-B354-04A9AC854DD5}" type="presOf" srcId="{AA388733-7D22-4DFD-A722-255718C5692B}" destId="{FC7B3208-D2A9-4019-AC93-430DEF449A4F}" srcOrd="0" destOrd="0" presId="urn:microsoft.com/office/officeart/2005/8/layout/vList4#1"/>
    <dgm:cxn modelId="{5E741E47-EFEC-47BA-BA05-D11BB481A594}" type="presOf" srcId="{2AEF3D7D-B345-413F-BCCB-533EC7F6D18F}" destId="{95FF92B4-9B78-46E2-BE94-9C617CF76318}" srcOrd="0" destOrd="0" presId="urn:microsoft.com/office/officeart/2005/8/layout/vList4#1"/>
    <dgm:cxn modelId="{0A5A7549-4D28-493C-B9AE-6F726BF042A2}" type="presOf" srcId="{62D58ABB-A3EA-4B6C-A4A7-B547B7CA31A2}" destId="{093C2B38-EB07-4067-B631-2DE2999BBD32}" srcOrd="0" destOrd="0" presId="urn:microsoft.com/office/officeart/2005/8/layout/vList4#1"/>
    <dgm:cxn modelId="{7A06A9BD-D499-4C67-B6FE-ECC6AD963480}" srcId="{AA388733-7D22-4DFD-A722-255718C5692B}" destId="{6EB5C57D-B6BD-4547-A73A-14E8F6B778E8}" srcOrd="2" destOrd="0" parTransId="{0A733459-9A55-4872-BB1F-4BE983B367A8}" sibTransId="{4BEFF038-57DB-49AE-9673-63B633C6B05D}"/>
    <dgm:cxn modelId="{8AA3C19E-F372-4713-9BE1-23B932FF0DFD}" type="presParOf" srcId="{FC7B3208-D2A9-4019-AC93-430DEF449A4F}" destId="{02EFF6CC-C90B-4FA6-B749-CA9A12A59A33}" srcOrd="0" destOrd="0" presId="urn:microsoft.com/office/officeart/2005/8/layout/vList4#1"/>
    <dgm:cxn modelId="{A18E2C0E-53A4-4D42-9A99-F62CBA96375F}" type="presParOf" srcId="{02EFF6CC-C90B-4FA6-B749-CA9A12A59A33}" destId="{1C0906E4-228C-49A5-930F-114B0D2860D4}" srcOrd="0" destOrd="0" presId="urn:microsoft.com/office/officeart/2005/8/layout/vList4#1"/>
    <dgm:cxn modelId="{9BAE142D-1FB9-47A3-AFD1-E4FB3FD11050}" type="presParOf" srcId="{02EFF6CC-C90B-4FA6-B749-CA9A12A59A33}" destId="{75DC55DC-3CBE-4290-AA72-35E3BE33B3AE}" srcOrd="1" destOrd="0" presId="urn:microsoft.com/office/officeart/2005/8/layout/vList4#1"/>
    <dgm:cxn modelId="{999AF824-DEA5-4841-83C8-E398E71FBB92}" type="presParOf" srcId="{02EFF6CC-C90B-4FA6-B749-CA9A12A59A33}" destId="{D8063EBA-19BE-4DBB-935F-F30044A97128}" srcOrd="2" destOrd="0" presId="urn:microsoft.com/office/officeart/2005/8/layout/vList4#1"/>
    <dgm:cxn modelId="{EB3E66BB-F544-4A58-99C5-458CFF42D7C0}" type="presParOf" srcId="{FC7B3208-D2A9-4019-AC93-430DEF449A4F}" destId="{2AE870FA-1138-49BA-B4E4-6C23F170701B}" srcOrd="1" destOrd="0" presId="urn:microsoft.com/office/officeart/2005/8/layout/vList4#1"/>
    <dgm:cxn modelId="{0B7EDDA7-30A2-4D78-97C3-673A885F75ED}" type="presParOf" srcId="{FC7B3208-D2A9-4019-AC93-430DEF449A4F}" destId="{4AB63194-20E0-4663-83F2-A42110ABC115}" srcOrd="2" destOrd="0" presId="urn:microsoft.com/office/officeart/2005/8/layout/vList4#1"/>
    <dgm:cxn modelId="{67C48529-F5E7-4632-A29A-9AA189FB7BAE}" type="presParOf" srcId="{4AB63194-20E0-4663-83F2-A42110ABC115}" destId="{95FF92B4-9B78-46E2-BE94-9C617CF76318}" srcOrd="0" destOrd="0" presId="urn:microsoft.com/office/officeart/2005/8/layout/vList4#1"/>
    <dgm:cxn modelId="{F838B587-69CB-46EC-8001-8933004CDB9D}" type="presParOf" srcId="{4AB63194-20E0-4663-83F2-A42110ABC115}" destId="{ED4C9ED4-5251-44C6-AB74-7B81AC72D136}" srcOrd="1" destOrd="0" presId="urn:microsoft.com/office/officeart/2005/8/layout/vList4#1"/>
    <dgm:cxn modelId="{9FBCD991-32B8-41BA-A38E-B4524647AB4F}" type="presParOf" srcId="{4AB63194-20E0-4663-83F2-A42110ABC115}" destId="{EEB3E59F-AED9-4E25-889D-E7C039330949}" srcOrd="2" destOrd="0" presId="urn:microsoft.com/office/officeart/2005/8/layout/vList4#1"/>
    <dgm:cxn modelId="{E1B8E8A7-DE59-41AA-9E2F-AC803E8ED7C1}" type="presParOf" srcId="{FC7B3208-D2A9-4019-AC93-430DEF449A4F}" destId="{1BA7C7DD-CDE5-4AAC-A268-0D3F7F039B6F}" srcOrd="3" destOrd="0" presId="urn:microsoft.com/office/officeart/2005/8/layout/vList4#1"/>
    <dgm:cxn modelId="{E33362A4-B4E9-42F1-9F45-41EB4EB14589}" type="presParOf" srcId="{FC7B3208-D2A9-4019-AC93-430DEF449A4F}" destId="{21EF704A-A516-45B5-9343-FBA0AE7FCF48}" srcOrd="4" destOrd="0" presId="urn:microsoft.com/office/officeart/2005/8/layout/vList4#1"/>
    <dgm:cxn modelId="{0E0B69C6-67F3-47BE-85D7-9C5F24F7E377}" type="presParOf" srcId="{21EF704A-A516-45B5-9343-FBA0AE7FCF48}" destId="{AB5F01A8-D825-4A73-BE29-9CDBDEDFD023}" srcOrd="0" destOrd="0" presId="urn:microsoft.com/office/officeart/2005/8/layout/vList4#1"/>
    <dgm:cxn modelId="{F77F3D8F-ACE8-4E50-8BB3-24D8D3C05209}" type="presParOf" srcId="{21EF704A-A516-45B5-9343-FBA0AE7FCF48}" destId="{19B89E89-1C54-438E-AFD5-65BEF6473346}" srcOrd="1" destOrd="0" presId="urn:microsoft.com/office/officeart/2005/8/layout/vList4#1"/>
    <dgm:cxn modelId="{6C5F3189-7157-40F3-8657-51C3613F7C43}" type="presParOf" srcId="{21EF704A-A516-45B5-9343-FBA0AE7FCF48}" destId="{A0D54DDB-1CCA-4303-85C5-19289EF0024F}" srcOrd="2" destOrd="0" presId="urn:microsoft.com/office/officeart/2005/8/layout/vList4#1"/>
    <dgm:cxn modelId="{494399C8-233F-4B12-9659-3B19EF5F7E22}" type="presParOf" srcId="{FC7B3208-D2A9-4019-AC93-430DEF449A4F}" destId="{BE2A8E9E-35AD-4FEC-BE93-AB54E370C953}" srcOrd="5" destOrd="0" presId="urn:microsoft.com/office/officeart/2005/8/layout/vList4#1"/>
    <dgm:cxn modelId="{E8037DDC-95D0-46EB-8CC4-773F2A637122}" type="presParOf" srcId="{FC7B3208-D2A9-4019-AC93-430DEF449A4F}" destId="{648628EC-77FA-4E55-BEE2-2CC1D6907CDB}" srcOrd="6" destOrd="0" presId="urn:microsoft.com/office/officeart/2005/8/layout/vList4#1"/>
    <dgm:cxn modelId="{D0E28C6E-9071-4838-921B-A6F29498040E}" type="presParOf" srcId="{648628EC-77FA-4E55-BEE2-2CC1D6907CDB}" destId="{093C2B38-EB07-4067-B631-2DE2999BBD32}" srcOrd="0" destOrd="0" presId="urn:microsoft.com/office/officeart/2005/8/layout/vList4#1"/>
    <dgm:cxn modelId="{5E8CF186-2878-4F53-B536-BE01F1759FAA}" type="presParOf" srcId="{648628EC-77FA-4E55-BEE2-2CC1D6907CDB}" destId="{48C3C8E3-D33D-4ECA-90A9-DDD4B52AC937}" srcOrd="1" destOrd="0" presId="urn:microsoft.com/office/officeart/2005/8/layout/vList4#1"/>
    <dgm:cxn modelId="{DE25918E-9689-4632-8BE0-9D973FD7EFB8}" type="presParOf" srcId="{648628EC-77FA-4E55-BEE2-2CC1D6907CDB}" destId="{E7431CE0-400A-4C04-9E56-E2E5A0BDB267}" srcOrd="2" destOrd="0" presId="urn:microsoft.com/office/officeart/2005/8/layout/vList4#1"/>
    <dgm:cxn modelId="{833B906A-EE48-41CA-B2A4-31A17B5915C4}" type="presParOf" srcId="{FC7B3208-D2A9-4019-AC93-430DEF449A4F}" destId="{FDFB27D9-ACDC-4761-BF08-7E9A46ADBA41}" srcOrd="7" destOrd="0" presId="urn:microsoft.com/office/officeart/2005/8/layout/vList4#1"/>
    <dgm:cxn modelId="{FEE55383-2408-4EF2-B0DD-77DA2809EEE3}" type="presParOf" srcId="{FC7B3208-D2A9-4019-AC93-430DEF449A4F}" destId="{B5BDB983-CB06-4ECD-A0D1-8CFADC5B645B}" srcOrd="8" destOrd="0" presId="urn:microsoft.com/office/officeart/2005/8/layout/vList4#1"/>
    <dgm:cxn modelId="{F3B0C641-551D-4D1D-8BB7-D5C39D23F387}" type="presParOf" srcId="{B5BDB983-CB06-4ECD-A0D1-8CFADC5B645B}" destId="{202B390B-5460-4E1B-BA41-0188A8F0D740}" srcOrd="0" destOrd="0" presId="urn:microsoft.com/office/officeart/2005/8/layout/vList4#1"/>
    <dgm:cxn modelId="{0209361D-04F0-439F-9F41-5C37707ABAE1}" type="presParOf" srcId="{B5BDB983-CB06-4ECD-A0D1-8CFADC5B645B}" destId="{91EB64E9-54DD-4B11-84B9-1A4DB5DFF4B0}" srcOrd="1" destOrd="0" presId="urn:microsoft.com/office/officeart/2005/8/layout/vList4#1"/>
    <dgm:cxn modelId="{9635C959-C8DA-49BF-8232-EADFD4AF7336}" type="presParOf" srcId="{B5BDB983-CB06-4ECD-A0D1-8CFADC5B645B}" destId="{B62AFC0E-CA8A-4C35-8A22-9E9565BF3D2E}" srcOrd="2" destOrd="0" presId="urn:microsoft.com/office/officeart/2005/8/layout/vList4#1"/>
    <dgm:cxn modelId="{E7D6C84D-0D01-40C5-868C-9D3DCDED0F53}" type="presParOf" srcId="{FC7B3208-D2A9-4019-AC93-430DEF449A4F}" destId="{27546305-4218-4EAD-9D60-CF8D509EDEC1}" srcOrd="9" destOrd="0" presId="urn:microsoft.com/office/officeart/2005/8/layout/vList4#1"/>
    <dgm:cxn modelId="{07A6ADF0-0372-44A1-B00B-E314FBEEA0D2}" type="presParOf" srcId="{FC7B3208-D2A9-4019-AC93-430DEF449A4F}" destId="{9C3CA623-CAF5-4F59-B326-559975F5E994}" srcOrd="10" destOrd="0" presId="urn:microsoft.com/office/officeart/2005/8/layout/vList4#1"/>
    <dgm:cxn modelId="{2C50CB23-0D4E-4C91-BDCF-F53D620094D6}" type="presParOf" srcId="{9C3CA623-CAF5-4F59-B326-559975F5E994}" destId="{006AC568-09FE-4FFA-9E01-ED48862ACC58}" srcOrd="0" destOrd="0" presId="urn:microsoft.com/office/officeart/2005/8/layout/vList4#1"/>
    <dgm:cxn modelId="{8B5F203E-4289-4DB6-B753-FD68E37C3524}" type="presParOf" srcId="{9C3CA623-CAF5-4F59-B326-559975F5E994}" destId="{C5D683A3-E16E-496B-A438-C277328A60B0}" srcOrd="1" destOrd="0" presId="urn:microsoft.com/office/officeart/2005/8/layout/vList4#1"/>
    <dgm:cxn modelId="{3C85ADBE-2DB3-4DF0-B6BA-A89EE41E1138}" type="presParOf" srcId="{9C3CA623-CAF5-4F59-B326-559975F5E994}" destId="{B6476F85-FD2C-4739-90DF-5FB79C0D5F2B}" srcOrd="2" destOrd="0" presId="urn:microsoft.com/office/officeart/2005/8/layout/vList4#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6624736" cy="549794"/>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l" defTabSz="1111250">
            <a:lnSpc>
              <a:spcPct val="90000"/>
            </a:lnSpc>
            <a:spcBef>
              <a:spcPct val="0"/>
            </a:spcBef>
            <a:spcAft>
              <a:spcPct val="35000"/>
            </a:spcAft>
          </a:pPr>
          <a:r>
            <a:rPr lang="en-US" altLang="zh-CN" sz="2500" kern="1200" dirty="0" smtClean="0"/>
            <a:t>Composition and function</a:t>
          </a:r>
          <a:endParaRPr lang="zh-CN" altLang="en-US" sz="2500" kern="1200" dirty="0"/>
        </a:p>
      </dsp:txBody>
      <dsp:txXfrm>
        <a:off x="1379926" y="0"/>
        <a:ext cx="5244809" cy="549794"/>
      </dsp:txXfrm>
    </dsp:sp>
    <dsp:sp modelId="{75DC55DC-3CBE-4290-AA72-35E3BE33B3AE}">
      <dsp:nvSpPr>
        <dsp:cNvPr id="0" name=""/>
        <dsp:cNvSpPr/>
      </dsp:nvSpPr>
      <dsp:spPr>
        <a:xfrm>
          <a:off x="248262" y="54979"/>
          <a:ext cx="938380" cy="439835"/>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631802"/>
          <a:ext cx="6624736" cy="521035"/>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379926" y="631802"/>
        <a:ext cx="5244809" cy="521035"/>
      </dsp:txXfrm>
    </dsp:sp>
    <dsp:sp modelId="{ED4C9ED4-5251-44C6-AB74-7B81AC72D136}">
      <dsp:nvSpPr>
        <dsp:cNvPr id="0" name=""/>
        <dsp:cNvSpPr/>
      </dsp:nvSpPr>
      <dsp:spPr>
        <a:xfrm>
          <a:off x="280333" y="645374"/>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200383"/>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379926" y="1200383"/>
        <a:ext cx="5244809" cy="549794"/>
      </dsp:txXfrm>
    </dsp:sp>
    <dsp:sp modelId="{19B89E89-1C54-438E-AFD5-65BEF6473346}">
      <dsp:nvSpPr>
        <dsp:cNvPr id="0" name=""/>
        <dsp:cNvSpPr/>
      </dsp:nvSpPr>
      <dsp:spPr>
        <a:xfrm>
          <a:off x="280333" y="1235768"/>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785563"/>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379926" y="1785563"/>
        <a:ext cx="5244809" cy="549794"/>
      </dsp:txXfrm>
    </dsp:sp>
    <dsp:sp modelId="{48C3C8E3-D33D-4ECA-90A9-DDD4B52AC937}">
      <dsp:nvSpPr>
        <dsp:cNvPr id="0" name=""/>
        <dsp:cNvSpPr/>
      </dsp:nvSpPr>
      <dsp:spPr>
        <a:xfrm>
          <a:off x="280333" y="1840543"/>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364261"/>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379926" y="2364261"/>
        <a:ext cx="5244809" cy="549794"/>
      </dsp:txXfrm>
    </dsp:sp>
    <dsp:sp modelId="{91EB64E9-54DD-4B11-84B9-1A4DB5DFF4B0}">
      <dsp:nvSpPr>
        <dsp:cNvPr id="0" name=""/>
        <dsp:cNvSpPr/>
      </dsp:nvSpPr>
      <dsp:spPr>
        <a:xfrm>
          <a:off x="275987" y="2415659"/>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2939858"/>
          <a:ext cx="6624736" cy="5497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379926" y="2939858"/>
        <a:ext cx="5244809" cy="549794"/>
      </dsp:txXfrm>
    </dsp:sp>
    <dsp:sp modelId="{C5D683A3-E16E-496B-A438-C277328A60B0}">
      <dsp:nvSpPr>
        <dsp:cNvPr id="0" name=""/>
        <dsp:cNvSpPr/>
      </dsp:nvSpPr>
      <dsp:spPr>
        <a:xfrm>
          <a:off x="270820" y="3032423"/>
          <a:ext cx="874239" cy="4398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5EDF0-DF87-4927-9B13-48A072C53FAB}">
      <dsp:nvSpPr>
        <dsp:cNvPr id="0" name=""/>
        <dsp:cNvSpPr/>
      </dsp:nvSpPr>
      <dsp:spPr>
        <a:xfrm rot="5400000">
          <a:off x="-176324" y="170964"/>
          <a:ext cx="1229850" cy="89350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latin typeface="Times New Roman" pitchFamily="18" charset="0"/>
              <a:cs typeface="Times New Roman" pitchFamily="18" charset="0"/>
            </a:rPr>
            <a:t>Transponder</a:t>
          </a:r>
          <a:endParaRPr lang="zh-CN" altLang="en-US" sz="2000" kern="1200" dirty="0">
            <a:latin typeface="Times New Roman" pitchFamily="18" charset="0"/>
            <a:cs typeface="Times New Roman" pitchFamily="18" charset="0"/>
          </a:endParaRPr>
        </a:p>
      </dsp:txBody>
      <dsp:txXfrm rot="-5400000">
        <a:off x="-8151" y="449545"/>
        <a:ext cx="893505" cy="336345"/>
      </dsp:txXfrm>
    </dsp:sp>
    <dsp:sp modelId="{AC07C0B1-0571-4F32-975F-E6674EA290F7}">
      <dsp:nvSpPr>
        <dsp:cNvPr id="0" name=""/>
        <dsp:cNvSpPr/>
      </dsp:nvSpPr>
      <dsp:spPr>
        <a:xfrm rot="5400000">
          <a:off x="4287160" y="-3390342"/>
          <a:ext cx="799822" cy="763604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x-none" altLang="zh-CN" sz="1800" b="1" kern="1200" dirty="0" smtClean="0">
              <a:latin typeface="Times New Roman" pitchFamily="18" charset="0"/>
              <a:cs typeface="Times New Roman" pitchFamily="18" charset="0"/>
            </a:rPr>
            <a:t>To transmit telemetry</a:t>
          </a:r>
          <a:r>
            <a:rPr lang="en-US" altLang="zh-CN" sz="1800" b="1" kern="1200" dirty="0" smtClean="0">
              <a:latin typeface="Times New Roman" pitchFamily="18" charset="0"/>
              <a:cs typeface="Times New Roman" pitchFamily="18" charset="0"/>
            </a:rPr>
            <a:t>.</a:t>
          </a:r>
          <a:endParaRPr lang="zh-CN" altLang="en-US" sz="1800" kern="1200" dirty="0"/>
        </a:p>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To receive and demodulate the uplink signals and output PCM signal to OBDH.</a:t>
          </a:r>
          <a:endParaRPr lang="zh-CN" altLang="en-US" sz="1800" kern="1200" dirty="0"/>
        </a:p>
      </dsp:txBody>
      <dsp:txXfrm rot="-5400000">
        <a:off x="869047" y="66815"/>
        <a:ext cx="7597004" cy="721734"/>
      </dsp:txXfrm>
    </dsp:sp>
    <dsp:sp modelId="{7271C218-2752-485F-AFAD-BED97068C1D6}">
      <dsp:nvSpPr>
        <dsp:cNvPr id="0" name=""/>
        <dsp:cNvSpPr/>
      </dsp:nvSpPr>
      <dsp:spPr>
        <a:xfrm rot="5400000">
          <a:off x="-192630" y="1343066"/>
          <a:ext cx="1229850" cy="86089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GPS receiver</a:t>
          </a:r>
          <a:endParaRPr lang="zh-CN" altLang="en-US" sz="2000" kern="1200" dirty="0"/>
        </a:p>
      </dsp:txBody>
      <dsp:txXfrm rot="-5400000">
        <a:off x="-8152" y="1589037"/>
        <a:ext cx="860895" cy="368955"/>
      </dsp:txXfrm>
    </dsp:sp>
    <dsp:sp modelId="{F37FFDCE-17C9-4208-9FB4-2FC21FC66D27}">
      <dsp:nvSpPr>
        <dsp:cNvPr id="0" name=""/>
        <dsp:cNvSpPr/>
      </dsp:nvSpPr>
      <dsp:spPr>
        <a:xfrm rot="5400000">
          <a:off x="4199297" y="-2270116"/>
          <a:ext cx="959243" cy="763604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Output</a:t>
          </a:r>
          <a:r>
            <a:rPr lang="x-none" altLang="zh-CN" sz="1800" b="1" kern="1200" dirty="0" smtClean="0">
              <a:latin typeface="Times New Roman" pitchFamily="18" charset="0"/>
              <a:cs typeface="Times New Roman" pitchFamily="18" charset="0"/>
            </a:rPr>
            <a:t> positi</a:t>
          </a:r>
          <a:r>
            <a:rPr lang="en-US" altLang="zh-CN" sz="1800" b="1" kern="1200" dirty="0" smtClean="0">
              <a:latin typeface="Times New Roman" pitchFamily="18" charset="0"/>
              <a:cs typeface="Times New Roman" pitchFamily="18" charset="0"/>
            </a:rPr>
            <a:t>on </a:t>
          </a:r>
          <a:r>
            <a:rPr lang="x-none" altLang="zh-CN" sz="1800" b="1" kern="1200" dirty="0" smtClean="0">
              <a:latin typeface="Times New Roman" pitchFamily="18" charset="0"/>
              <a:cs typeface="Times New Roman" pitchFamily="18" charset="0"/>
            </a:rPr>
            <a:t>and orbit determination messages</a:t>
          </a:r>
          <a:r>
            <a:rPr lang="en-US" altLang="zh-CN" sz="1800" b="1" kern="1200" dirty="0" smtClean="0">
              <a:latin typeface="Times New Roman" pitchFamily="18" charset="0"/>
              <a:cs typeface="Times New Roman" pitchFamily="18" charset="0"/>
            </a:rPr>
            <a:t>.</a:t>
          </a:r>
          <a:endParaRPr lang="zh-CN" altLang="en-US" sz="1800" kern="1200" dirty="0"/>
        </a:p>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B</a:t>
          </a:r>
          <a:r>
            <a:rPr lang="x-none" altLang="zh-CN" sz="1800" b="1" kern="1200" dirty="0" smtClean="0">
              <a:latin typeface="Times New Roman" pitchFamily="18" charset="0"/>
              <a:cs typeface="Times New Roman" pitchFamily="18" charset="0"/>
            </a:rPr>
            <a:t>roadcast</a:t>
          </a:r>
          <a:r>
            <a:rPr lang="en-US" altLang="zh-CN" sz="1800" b="1" kern="1200" dirty="0" smtClean="0">
              <a:latin typeface="Times New Roman" pitchFamily="18" charset="0"/>
              <a:cs typeface="Times New Roman" pitchFamily="18" charset="0"/>
            </a:rPr>
            <a:t> UTC time. </a:t>
          </a:r>
          <a:endParaRPr lang="zh-CN" altLang="en-US" sz="1800" kern="1200" dirty="0"/>
        </a:p>
        <a:p>
          <a:pPr marL="171450" lvl="1" indent="-171450" algn="l" defTabSz="800100">
            <a:lnSpc>
              <a:spcPct val="90000"/>
            </a:lnSpc>
            <a:spcBef>
              <a:spcPct val="0"/>
            </a:spcBef>
            <a:spcAft>
              <a:spcPct val="15000"/>
            </a:spcAft>
            <a:buChar char="••"/>
          </a:pPr>
          <a:r>
            <a:rPr lang="en-US" altLang="zh-CN" sz="1800" b="1" kern="1200" dirty="0" smtClean="0">
              <a:latin typeface="Times New Roman" pitchFamily="18" charset="0"/>
              <a:cs typeface="Times New Roman" pitchFamily="18" charset="0"/>
            </a:rPr>
            <a:t>B</a:t>
          </a:r>
          <a:r>
            <a:rPr lang="x-none" altLang="zh-CN" sz="1800" b="1" kern="1200" dirty="0" smtClean="0">
              <a:latin typeface="Times New Roman" pitchFamily="18" charset="0"/>
              <a:cs typeface="Times New Roman" pitchFamily="18" charset="0"/>
            </a:rPr>
            <a:t>roadcast</a:t>
          </a:r>
          <a:r>
            <a:rPr lang="en-US" altLang="zh-CN" sz="1800" b="1" kern="1200" dirty="0" smtClean="0">
              <a:latin typeface="Times New Roman" pitchFamily="18" charset="0"/>
              <a:cs typeface="Times New Roman" pitchFamily="18" charset="0"/>
            </a:rPr>
            <a:t> </a:t>
          </a:r>
          <a:r>
            <a:rPr lang="x-none" altLang="zh-CN" sz="1800" b="1" kern="1200" dirty="0" smtClean="0">
              <a:latin typeface="Times New Roman" pitchFamily="18" charset="0"/>
              <a:cs typeface="Times New Roman" pitchFamily="18" charset="0"/>
            </a:rPr>
            <a:t>the PPS signal which synchronizes satellite time</a:t>
          </a:r>
          <a:r>
            <a:rPr lang="en-US" altLang="zh-CN" sz="1800" b="1" kern="1200" dirty="0" smtClean="0">
              <a:latin typeface="Times New Roman" pitchFamily="18" charset="0"/>
              <a:cs typeface="Times New Roman" pitchFamily="18" charset="0"/>
            </a:rPr>
            <a:t>.</a:t>
          </a:r>
          <a:endParaRPr lang="zh-CN" altLang="en-US" sz="1800" kern="1200" dirty="0"/>
        </a:p>
      </dsp:txBody>
      <dsp:txXfrm rot="-5400000">
        <a:off x="860895" y="1115112"/>
        <a:ext cx="7589222" cy="865591"/>
      </dsp:txXfrm>
    </dsp:sp>
    <dsp:sp modelId="{8C408CDA-E92F-472E-B29E-27C907C24381}">
      <dsp:nvSpPr>
        <dsp:cNvPr id="0" name=""/>
        <dsp:cNvSpPr/>
      </dsp:nvSpPr>
      <dsp:spPr>
        <a:xfrm rot="5400000">
          <a:off x="-192630" y="2430385"/>
          <a:ext cx="1229850" cy="860895"/>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Antenna </a:t>
          </a:r>
          <a:endParaRPr lang="zh-CN" altLang="en-US" sz="2000" kern="1200" dirty="0"/>
        </a:p>
      </dsp:txBody>
      <dsp:txXfrm rot="-5400000">
        <a:off x="-8152" y="2676356"/>
        <a:ext cx="860895" cy="368955"/>
      </dsp:txXfrm>
    </dsp:sp>
    <dsp:sp modelId="{1683C194-8780-442E-88E1-EDCB9360945B}">
      <dsp:nvSpPr>
        <dsp:cNvPr id="0" name=""/>
        <dsp:cNvSpPr/>
      </dsp:nvSpPr>
      <dsp:spPr>
        <a:xfrm rot="5400000">
          <a:off x="4082105" y="-1031242"/>
          <a:ext cx="1193627" cy="7636048"/>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smtClean="0">
              <a:latin typeface="Times New Roman" pitchFamily="18" charset="0"/>
              <a:cs typeface="Times New Roman" pitchFamily="18" charset="0"/>
            </a:rPr>
            <a:t>The TT&amp;C antenna receives or transmits the TT&amp;C signal.</a:t>
          </a:r>
          <a:endParaRPr lang="zh-CN" altLang="en-US" sz="1800" b="1" kern="1200" dirty="0">
            <a:latin typeface="Times New Roman" pitchFamily="18" charset="0"/>
            <a:cs typeface="Times New Roman" pitchFamily="18" charset="0"/>
          </a:endParaRPr>
        </a:p>
        <a:p>
          <a:pPr marL="171450" lvl="1" indent="-171450" algn="l" defTabSz="800100">
            <a:lnSpc>
              <a:spcPct val="90000"/>
            </a:lnSpc>
            <a:spcBef>
              <a:spcPct val="0"/>
            </a:spcBef>
            <a:spcAft>
              <a:spcPct val="15000"/>
            </a:spcAft>
            <a:buChar char="••"/>
          </a:pPr>
          <a:r>
            <a:rPr lang="en-US" sz="1800" b="1" kern="1200" dirty="0" smtClean="0">
              <a:latin typeface="Times New Roman" pitchFamily="18" charset="0"/>
              <a:cs typeface="Times New Roman" pitchFamily="18" charset="0"/>
            </a:rPr>
            <a:t>The GPS antenna receives signals from the GPS navigation satellites.</a:t>
          </a:r>
          <a:endParaRPr lang="zh-CN" altLang="en-US" sz="1800" b="1" kern="1200" dirty="0">
            <a:latin typeface="Times New Roman" pitchFamily="18" charset="0"/>
            <a:cs typeface="Times New Roman" pitchFamily="18" charset="0"/>
          </a:endParaRPr>
        </a:p>
        <a:p>
          <a:pPr marL="171450" lvl="1" indent="-171450" algn="l" defTabSz="800100">
            <a:lnSpc>
              <a:spcPct val="90000"/>
            </a:lnSpc>
            <a:spcBef>
              <a:spcPct val="0"/>
            </a:spcBef>
            <a:spcAft>
              <a:spcPct val="15000"/>
            </a:spcAft>
            <a:buChar char="••"/>
          </a:pPr>
          <a:r>
            <a:rPr lang="en-US" sz="1800" b="1" kern="1200" dirty="0" smtClean="0">
              <a:latin typeface="Times New Roman" pitchFamily="18" charset="0"/>
              <a:cs typeface="Times New Roman" pitchFamily="18" charset="0"/>
            </a:rPr>
            <a:t>The Multiplexer blends or distributes the TT&amp;C signal.</a:t>
          </a:r>
          <a:endParaRPr lang="zh-CN" altLang="en-US" sz="1800" b="1" kern="1200" dirty="0">
            <a:latin typeface="Times New Roman" pitchFamily="18" charset="0"/>
            <a:cs typeface="Times New Roman" pitchFamily="18" charset="0"/>
          </a:endParaRPr>
        </a:p>
      </dsp:txBody>
      <dsp:txXfrm rot="-5400000">
        <a:off x="860895" y="2248236"/>
        <a:ext cx="7577780" cy="10770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6696744" cy="508793"/>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a:lnSpc>
              <a:spcPct val="90000"/>
            </a:lnSpc>
            <a:spcBef>
              <a:spcPct val="0"/>
            </a:spcBef>
            <a:spcAft>
              <a:spcPct val="35000"/>
            </a:spcAft>
          </a:pPr>
          <a:r>
            <a:rPr lang="en-US" altLang="zh-CN" sz="2300" kern="1200" dirty="0" smtClean="0"/>
            <a:t>Composition and function</a:t>
          </a:r>
          <a:endParaRPr lang="zh-CN" altLang="en-US" sz="2300" kern="1200" dirty="0"/>
        </a:p>
      </dsp:txBody>
      <dsp:txXfrm>
        <a:off x="1390228" y="0"/>
        <a:ext cx="5306515" cy="508793"/>
      </dsp:txXfrm>
    </dsp:sp>
    <dsp:sp modelId="{75DC55DC-3CBE-4290-AA72-35E3BE33B3AE}">
      <dsp:nvSpPr>
        <dsp:cNvPr id="0" name=""/>
        <dsp:cNvSpPr/>
      </dsp:nvSpPr>
      <dsp:spPr>
        <a:xfrm>
          <a:off x="246263" y="50879"/>
          <a:ext cx="948580" cy="407035"/>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536970"/>
          <a:ext cx="6696744" cy="482178"/>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390228" y="536970"/>
        <a:ext cx="5306515" cy="482178"/>
      </dsp:txXfrm>
    </dsp:sp>
    <dsp:sp modelId="{ED4C9ED4-5251-44C6-AB74-7B81AC72D136}">
      <dsp:nvSpPr>
        <dsp:cNvPr id="0" name=""/>
        <dsp:cNvSpPr/>
      </dsp:nvSpPr>
      <dsp:spPr>
        <a:xfrm>
          <a:off x="278682" y="597245"/>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110864"/>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390228" y="1110864"/>
        <a:ext cx="5306515" cy="508793"/>
      </dsp:txXfrm>
    </dsp:sp>
    <dsp:sp modelId="{19B89E89-1C54-438E-AFD5-65BEF6473346}">
      <dsp:nvSpPr>
        <dsp:cNvPr id="0" name=""/>
        <dsp:cNvSpPr/>
      </dsp:nvSpPr>
      <dsp:spPr>
        <a:xfrm>
          <a:off x="278682" y="1143610"/>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652404"/>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390228" y="1652404"/>
        <a:ext cx="5306515" cy="508793"/>
      </dsp:txXfrm>
    </dsp:sp>
    <dsp:sp modelId="{48C3C8E3-D33D-4ECA-90A9-DDD4B52AC937}">
      <dsp:nvSpPr>
        <dsp:cNvPr id="0" name=""/>
        <dsp:cNvSpPr/>
      </dsp:nvSpPr>
      <dsp:spPr>
        <a:xfrm>
          <a:off x="278682" y="1703284"/>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187946"/>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390228" y="2187946"/>
        <a:ext cx="5306515" cy="508793"/>
      </dsp:txXfrm>
    </dsp:sp>
    <dsp:sp modelId="{91EB64E9-54DD-4B11-84B9-1A4DB5DFF4B0}">
      <dsp:nvSpPr>
        <dsp:cNvPr id="0" name=""/>
        <dsp:cNvSpPr/>
      </dsp:nvSpPr>
      <dsp:spPr>
        <a:xfrm>
          <a:off x="274289" y="2235511"/>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2720617"/>
          <a:ext cx="6696744" cy="50879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390228" y="2720617"/>
        <a:ext cx="5306515" cy="508793"/>
      </dsp:txXfrm>
    </dsp:sp>
    <dsp:sp modelId="{C5D683A3-E16E-496B-A438-C277328A60B0}">
      <dsp:nvSpPr>
        <dsp:cNvPr id="0" name=""/>
        <dsp:cNvSpPr/>
      </dsp:nvSpPr>
      <dsp:spPr>
        <a:xfrm>
          <a:off x="269066" y="2806280"/>
          <a:ext cx="883742" cy="407035"/>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6696744" cy="560958"/>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a:lnSpc>
              <a:spcPct val="90000"/>
            </a:lnSpc>
            <a:spcBef>
              <a:spcPct val="0"/>
            </a:spcBef>
            <a:spcAft>
              <a:spcPct val="35000"/>
            </a:spcAft>
          </a:pPr>
          <a:r>
            <a:rPr lang="en-US" altLang="zh-CN" sz="2600" kern="1200" dirty="0" smtClean="0"/>
            <a:t>Composition and function</a:t>
          </a:r>
          <a:endParaRPr lang="zh-CN" altLang="en-US" sz="2600" kern="1200" dirty="0"/>
        </a:p>
      </dsp:txBody>
      <dsp:txXfrm>
        <a:off x="1395444" y="0"/>
        <a:ext cx="5301299" cy="560958"/>
      </dsp:txXfrm>
    </dsp:sp>
    <dsp:sp modelId="{75DC55DC-3CBE-4290-AA72-35E3BE33B3AE}">
      <dsp:nvSpPr>
        <dsp:cNvPr id="0" name=""/>
        <dsp:cNvSpPr/>
      </dsp:nvSpPr>
      <dsp:spPr>
        <a:xfrm>
          <a:off x="251480" y="56095"/>
          <a:ext cx="948580" cy="448766"/>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10526"/>
          <a:ext cx="6696744" cy="531614"/>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395444" y="710526"/>
        <a:ext cx="5301299" cy="531614"/>
      </dsp:txXfrm>
    </dsp:sp>
    <dsp:sp modelId="{ED4C9ED4-5251-44C6-AB74-7B81AC72D136}">
      <dsp:nvSpPr>
        <dsp:cNvPr id="0" name=""/>
        <dsp:cNvSpPr/>
      </dsp:nvSpPr>
      <dsp:spPr>
        <a:xfrm>
          <a:off x="283898" y="658478"/>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224757"/>
          <a:ext cx="6696744" cy="560958"/>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395444" y="1224757"/>
        <a:ext cx="5301299" cy="560958"/>
      </dsp:txXfrm>
    </dsp:sp>
    <dsp:sp modelId="{19B89E89-1C54-438E-AFD5-65BEF6473346}">
      <dsp:nvSpPr>
        <dsp:cNvPr id="0" name=""/>
        <dsp:cNvSpPr/>
      </dsp:nvSpPr>
      <dsp:spPr>
        <a:xfrm>
          <a:off x="283898" y="1260860"/>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821818"/>
          <a:ext cx="6696744" cy="5609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395444" y="1821818"/>
        <a:ext cx="5301299" cy="560958"/>
      </dsp:txXfrm>
    </dsp:sp>
    <dsp:sp modelId="{48C3C8E3-D33D-4ECA-90A9-DDD4B52AC937}">
      <dsp:nvSpPr>
        <dsp:cNvPr id="0" name=""/>
        <dsp:cNvSpPr/>
      </dsp:nvSpPr>
      <dsp:spPr>
        <a:xfrm>
          <a:off x="283898" y="1877914"/>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412266"/>
          <a:ext cx="6696744" cy="5609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395444" y="2412266"/>
        <a:ext cx="5301299" cy="560958"/>
      </dsp:txXfrm>
    </dsp:sp>
    <dsp:sp modelId="{91EB64E9-54DD-4B11-84B9-1A4DB5DFF4B0}">
      <dsp:nvSpPr>
        <dsp:cNvPr id="0" name=""/>
        <dsp:cNvSpPr/>
      </dsp:nvSpPr>
      <dsp:spPr>
        <a:xfrm>
          <a:off x="279505" y="2464708"/>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2999550"/>
          <a:ext cx="6696744" cy="56095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395444" y="2999550"/>
        <a:ext cx="5301299" cy="560958"/>
      </dsp:txXfrm>
    </dsp:sp>
    <dsp:sp modelId="{C5D683A3-E16E-496B-A438-C277328A60B0}">
      <dsp:nvSpPr>
        <dsp:cNvPr id="0" name=""/>
        <dsp:cNvSpPr/>
      </dsp:nvSpPr>
      <dsp:spPr>
        <a:xfrm>
          <a:off x="274282" y="3093995"/>
          <a:ext cx="883742" cy="448766"/>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7200800" cy="617511"/>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kern="1200" dirty="0" smtClean="0"/>
            <a:t>Composition and function</a:t>
          </a:r>
          <a:endParaRPr lang="zh-CN" altLang="en-US" sz="2800" kern="1200" dirty="0"/>
        </a:p>
      </dsp:txBody>
      <dsp:txXfrm>
        <a:off x="1501911" y="0"/>
        <a:ext cx="5698888" cy="617511"/>
      </dsp:txXfrm>
    </dsp:sp>
    <dsp:sp modelId="{75DC55DC-3CBE-4290-AA72-35E3BE33B3AE}">
      <dsp:nvSpPr>
        <dsp:cNvPr id="0" name=""/>
        <dsp:cNvSpPr/>
      </dsp:nvSpPr>
      <dsp:spPr>
        <a:xfrm>
          <a:off x="271841" y="61751"/>
          <a:ext cx="1019978" cy="49400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09619"/>
          <a:ext cx="7200800" cy="585209"/>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501911" y="709619"/>
        <a:ext cx="5698888" cy="585209"/>
      </dsp:txXfrm>
    </dsp:sp>
    <dsp:sp modelId="{ED4C9ED4-5251-44C6-AB74-7B81AC72D136}">
      <dsp:nvSpPr>
        <dsp:cNvPr id="0" name=""/>
        <dsp:cNvSpPr/>
      </dsp:nvSpPr>
      <dsp:spPr>
        <a:xfrm>
          <a:off x="306700" y="724862"/>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348231"/>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501911" y="1348231"/>
        <a:ext cx="5698888" cy="617511"/>
      </dsp:txXfrm>
    </dsp:sp>
    <dsp:sp modelId="{19B89E89-1C54-438E-AFD5-65BEF6473346}">
      <dsp:nvSpPr>
        <dsp:cNvPr id="0" name=""/>
        <dsp:cNvSpPr/>
      </dsp:nvSpPr>
      <dsp:spPr>
        <a:xfrm>
          <a:off x="306700" y="1387974"/>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2005485"/>
          <a:ext cx="7200800" cy="617511"/>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501911" y="2005485"/>
        <a:ext cx="5698888" cy="617511"/>
      </dsp:txXfrm>
    </dsp:sp>
    <dsp:sp modelId="{48C3C8E3-D33D-4ECA-90A9-DDD4B52AC937}">
      <dsp:nvSpPr>
        <dsp:cNvPr id="0" name=""/>
        <dsp:cNvSpPr/>
      </dsp:nvSpPr>
      <dsp:spPr>
        <a:xfrm>
          <a:off x="306700" y="2067236"/>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655459"/>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501911" y="2655459"/>
        <a:ext cx="5698888" cy="617511"/>
      </dsp:txXfrm>
    </dsp:sp>
    <dsp:sp modelId="{91EB64E9-54DD-4B11-84B9-1A4DB5DFF4B0}">
      <dsp:nvSpPr>
        <dsp:cNvPr id="0" name=""/>
        <dsp:cNvSpPr/>
      </dsp:nvSpPr>
      <dsp:spPr>
        <a:xfrm>
          <a:off x="301977" y="2713188"/>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3301951"/>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501911" y="3301951"/>
        <a:ext cx="5698888" cy="617511"/>
      </dsp:txXfrm>
    </dsp:sp>
    <dsp:sp modelId="{C5D683A3-E16E-496B-A438-C277328A60B0}">
      <dsp:nvSpPr>
        <dsp:cNvPr id="0" name=""/>
        <dsp:cNvSpPr/>
      </dsp:nvSpPr>
      <dsp:spPr>
        <a:xfrm>
          <a:off x="296360" y="3405917"/>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7200800" cy="609205"/>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kern="1200" dirty="0" smtClean="0"/>
            <a:t>Composition and function</a:t>
          </a:r>
          <a:endParaRPr lang="zh-CN" altLang="en-US" sz="2800" kern="1200" dirty="0"/>
        </a:p>
      </dsp:txBody>
      <dsp:txXfrm>
        <a:off x="1501080" y="0"/>
        <a:ext cx="5699719" cy="609205"/>
      </dsp:txXfrm>
    </dsp:sp>
    <dsp:sp modelId="{75DC55DC-3CBE-4290-AA72-35E3BE33B3AE}">
      <dsp:nvSpPr>
        <dsp:cNvPr id="0" name=""/>
        <dsp:cNvSpPr/>
      </dsp:nvSpPr>
      <dsp:spPr>
        <a:xfrm>
          <a:off x="271011" y="60920"/>
          <a:ext cx="1019978" cy="487364"/>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00074"/>
          <a:ext cx="7200800" cy="577337"/>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501080" y="700074"/>
        <a:ext cx="5699719" cy="577337"/>
      </dsp:txXfrm>
    </dsp:sp>
    <dsp:sp modelId="{ED4C9ED4-5251-44C6-AB74-7B81AC72D136}">
      <dsp:nvSpPr>
        <dsp:cNvPr id="0" name=""/>
        <dsp:cNvSpPr/>
      </dsp:nvSpPr>
      <dsp:spPr>
        <a:xfrm>
          <a:off x="305870" y="715112"/>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330095"/>
          <a:ext cx="7200800" cy="6092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501080" y="1330095"/>
        <a:ext cx="5699719" cy="609205"/>
      </dsp:txXfrm>
    </dsp:sp>
    <dsp:sp modelId="{19B89E89-1C54-438E-AFD5-65BEF6473346}">
      <dsp:nvSpPr>
        <dsp:cNvPr id="0" name=""/>
        <dsp:cNvSpPr/>
      </dsp:nvSpPr>
      <dsp:spPr>
        <a:xfrm>
          <a:off x="305870" y="1369304"/>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1978509"/>
          <a:ext cx="7200800" cy="6092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501080" y="1978509"/>
        <a:ext cx="5699719" cy="609205"/>
      </dsp:txXfrm>
    </dsp:sp>
    <dsp:sp modelId="{48C3C8E3-D33D-4ECA-90A9-DDD4B52AC937}">
      <dsp:nvSpPr>
        <dsp:cNvPr id="0" name=""/>
        <dsp:cNvSpPr/>
      </dsp:nvSpPr>
      <dsp:spPr>
        <a:xfrm>
          <a:off x="305870" y="2039429"/>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619740"/>
          <a:ext cx="7200800" cy="609205"/>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501080" y="2619740"/>
        <a:ext cx="5699719" cy="609205"/>
      </dsp:txXfrm>
    </dsp:sp>
    <dsp:sp modelId="{91EB64E9-54DD-4B11-84B9-1A4DB5DFF4B0}">
      <dsp:nvSpPr>
        <dsp:cNvPr id="0" name=""/>
        <dsp:cNvSpPr/>
      </dsp:nvSpPr>
      <dsp:spPr>
        <a:xfrm>
          <a:off x="301146" y="2676692"/>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3257535"/>
          <a:ext cx="7200800" cy="6092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501080" y="3257535"/>
        <a:ext cx="5699719" cy="609205"/>
      </dsp:txXfrm>
    </dsp:sp>
    <dsp:sp modelId="{C5D683A3-E16E-496B-A438-C277328A60B0}">
      <dsp:nvSpPr>
        <dsp:cNvPr id="0" name=""/>
        <dsp:cNvSpPr/>
      </dsp:nvSpPr>
      <dsp:spPr>
        <a:xfrm>
          <a:off x="295529" y="3360103"/>
          <a:ext cx="950260" cy="487364"/>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0906E4-228C-49A5-930F-114B0D2860D4}">
      <dsp:nvSpPr>
        <dsp:cNvPr id="0" name=""/>
        <dsp:cNvSpPr/>
      </dsp:nvSpPr>
      <dsp:spPr>
        <a:xfrm>
          <a:off x="0" y="0"/>
          <a:ext cx="7200800" cy="617511"/>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kern="1200" dirty="0" smtClean="0"/>
            <a:t>Composition and function</a:t>
          </a:r>
          <a:endParaRPr lang="zh-CN" altLang="en-US" sz="2800" kern="1200" dirty="0"/>
        </a:p>
      </dsp:txBody>
      <dsp:txXfrm>
        <a:off x="1501911" y="0"/>
        <a:ext cx="5698888" cy="617511"/>
      </dsp:txXfrm>
    </dsp:sp>
    <dsp:sp modelId="{75DC55DC-3CBE-4290-AA72-35E3BE33B3AE}">
      <dsp:nvSpPr>
        <dsp:cNvPr id="0" name=""/>
        <dsp:cNvSpPr/>
      </dsp:nvSpPr>
      <dsp:spPr>
        <a:xfrm>
          <a:off x="271841" y="61751"/>
          <a:ext cx="1019978" cy="494009"/>
        </a:xfrm>
        <a:prstGeom prst="roundRect">
          <a:avLst>
            <a:gd name="adj" fmla="val 10000"/>
          </a:avLst>
        </a:prstGeom>
        <a:blipFill rotWithShape="0">
          <a:blip xmlns:r="http://schemas.openxmlformats.org/officeDocument/2006/relationships" r:embed="rId1"/>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FF92B4-9B78-46E2-BE94-9C617CF76318}">
      <dsp:nvSpPr>
        <dsp:cNvPr id="0" name=""/>
        <dsp:cNvSpPr/>
      </dsp:nvSpPr>
      <dsp:spPr>
        <a:xfrm>
          <a:off x="0" y="709619"/>
          <a:ext cx="7200800" cy="585209"/>
        </a:xfrm>
        <a:prstGeom prst="roundRect">
          <a:avLst>
            <a:gd name="adj" fmla="val 10000"/>
          </a:avLst>
        </a:prstGeom>
        <a:solidFill>
          <a:schemeClr val="tx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US" altLang="zh-CN" sz="2800" b="1" kern="1200" dirty="0" smtClean="0">
              <a:latin typeface="Times New Roman" pitchFamily="18" charset="0"/>
              <a:cs typeface="Times New Roman" pitchFamily="18" charset="0"/>
            </a:rPr>
            <a:t>Operation Overview</a:t>
          </a:r>
          <a:endParaRPr lang="zh-CN" altLang="en-US" sz="2800" b="1" u="none" kern="1200" dirty="0">
            <a:solidFill>
              <a:srgbClr val="FFFF00"/>
            </a:solidFill>
            <a:latin typeface="Times New Roman" pitchFamily="18" charset="0"/>
            <a:cs typeface="Times New Roman" pitchFamily="18" charset="0"/>
          </a:endParaRPr>
        </a:p>
      </dsp:txBody>
      <dsp:txXfrm>
        <a:off x="1501911" y="709619"/>
        <a:ext cx="5698888" cy="585209"/>
      </dsp:txXfrm>
    </dsp:sp>
    <dsp:sp modelId="{ED4C9ED4-5251-44C6-AB74-7B81AC72D136}">
      <dsp:nvSpPr>
        <dsp:cNvPr id="0" name=""/>
        <dsp:cNvSpPr/>
      </dsp:nvSpPr>
      <dsp:spPr>
        <a:xfrm>
          <a:off x="306700" y="724862"/>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5F01A8-D825-4A73-BE29-9CDBDEDFD023}">
      <dsp:nvSpPr>
        <dsp:cNvPr id="0" name=""/>
        <dsp:cNvSpPr/>
      </dsp:nvSpPr>
      <dsp:spPr>
        <a:xfrm>
          <a:off x="0" y="1348231"/>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TC and Telemetry</a:t>
          </a:r>
          <a:endParaRPr lang="zh-CN" altLang="en-US" sz="2800" b="1" u="none" kern="1200" dirty="0">
            <a:solidFill>
              <a:srgbClr val="FFFF00"/>
            </a:solidFill>
            <a:latin typeface="Times New Roman" pitchFamily="18" charset="0"/>
            <a:cs typeface="Times New Roman" pitchFamily="18" charset="0"/>
          </a:endParaRPr>
        </a:p>
      </dsp:txBody>
      <dsp:txXfrm>
        <a:off x="1501911" y="1348231"/>
        <a:ext cx="5698888" cy="617511"/>
      </dsp:txXfrm>
    </dsp:sp>
    <dsp:sp modelId="{19B89E89-1C54-438E-AFD5-65BEF6473346}">
      <dsp:nvSpPr>
        <dsp:cNvPr id="0" name=""/>
        <dsp:cNvSpPr/>
      </dsp:nvSpPr>
      <dsp:spPr>
        <a:xfrm>
          <a:off x="306700" y="1387974"/>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3C2B38-EB07-4067-B631-2DE2999BBD32}">
      <dsp:nvSpPr>
        <dsp:cNvPr id="0" name=""/>
        <dsp:cNvSpPr/>
      </dsp:nvSpPr>
      <dsp:spPr>
        <a:xfrm>
          <a:off x="0" y="2005485"/>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altLang="zh-CN" sz="2800" b="1" kern="1200" dirty="0" smtClean="0">
              <a:solidFill>
                <a:schemeClr val="bg1"/>
              </a:solidFill>
              <a:latin typeface="Times New Roman" pitchFamily="18" charset="0"/>
              <a:cs typeface="Times New Roman" pitchFamily="18" charset="0"/>
            </a:rPr>
            <a:t>In-orbit configuration</a:t>
          </a:r>
          <a:endParaRPr lang="zh-CN" altLang="en-US" sz="2800" b="1" u="none" kern="1200" dirty="0">
            <a:solidFill>
              <a:srgbClr val="FFFF00"/>
            </a:solidFill>
            <a:latin typeface="Times New Roman" pitchFamily="18" charset="0"/>
            <a:cs typeface="Times New Roman" pitchFamily="18" charset="0"/>
          </a:endParaRPr>
        </a:p>
      </dsp:txBody>
      <dsp:txXfrm>
        <a:off x="1501911" y="2005485"/>
        <a:ext cx="5698888" cy="617511"/>
      </dsp:txXfrm>
    </dsp:sp>
    <dsp:sp modelId="{48C3C8E3-D33D-4ECA-90A9-DDD4B52AC937}">
      <dsp:nvSpPr>
        <dsp:cNvPr id="0" name=""/>
        <dsp:cNvSpPr/>
      </dsp:nvSpPr>
      <dsp:spPr>
        <a:xfrm>
          <a:off x="306700" y="2067236"/>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2B390B-5460-4E1B-BA41-0188A8F0D740}">
      <dsp:nvSpPr>
        <dsp:cNvPr id="0" name=""/>
        <dsp:cNvSpPr/>
      </dsp:nvSpPr>
      <dsp:spPr>
        <a:xfrm>
          <a:off x="0" y="2655459"/>
          <a:ext cx="7200800" cy="61751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Constrains</a:t>
          </a:r>
          <a:endParaRPr lang="zh-CN" altLang="en-US" sz="2800" b="1" u="none" kern="1200" dirty="0">
            <a:solidFill>
              <a:srgbClr val="FFFF00"/>
            </a:solidFill>
            <a:latin typeface="Times New Roman" pitchFamily="18" charset="0"/>
            <a:cs typeface="Times New Roman" pitchFamily="18" charset="0"/>
          </a:endParaRPr>
        </a:p>
      </dsp:txBody>
      <dsp:txXfrm>
        <a:off x="1501911" y="2655459"/>
        <a:ext cx="5698888" cy="617511"/>
      </dsp:txXfrm>
    </dsp:sp>
    <dsp:sp modelId="{91EB64E9-54DD-4B11-84B9-1A4DB5DFF4B0}">
      <dsp:nvSpPr>
        <dsp:cNvPr id="0" name=""/>
        <dsp:cNvSpPr/>
      </dsp:nvSpPr>
      <dsp:spPr>
        <a:xfrm>
          <a:off x="301977" y="2713188"/>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6AC568-09FE-4FFA-9E01-ED48862ACC58}">
      <dsp:nvSpPr>
        <dsp:cNvPr id="0" name=""/>
        <dsp:cNvSpPr/>
      </dsp:nvSpPr>
      <dsp:spPr>
        <a:xfrm>
          <a:off x="0" y="3301951"/>
          <a:ext cx="7200800" cy="617511"/>
        </a:xfrm>
        <a:prstGeom prst="roundRect">
          <a:avLst>
            <a:gd name="adj" fmla="val 10000"/>
          </a:avLst>
        </a:prstGeom>
        <a:solidFill>
          <a:schemeClr val="accent2">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n-US" sz="2800" b="1" kern="1200" dirty="0" smtClean="0">
              <a:latin typeface="Times New Roman" pitchFamily="18" charset="0"/>
              <a:cs typeface="Times New Roman" pitchFamily="18" charset="0"/>
            </a:rPr>
            <a:t>Manual Procedure</a:t>
          </a:r>
          <a:endParaRPr lang="zh-CN" altLang="en-US" sz="2800" b="1" u="none" kern="1200" dirty="0">
            <a:solidFill>
              <a:srgbClr val="FFFF00"/>
            </a:solidFill>
            <a:latin typeface="Times New Roman" pitchFamily="18" charset="0"/>
            <a:cs typeface="Times New Roman" pitchFamily="18" charset="0"/>
          </a:endParaRPr>
        </a:p>
      </dsp:txBody>
      <dsp:txXfrm>
        <a:off x="1501911" y="3301951"/>
        <a:ext cx="5698888" cy="617511"/>
      </dsp:txXfrm>
    </dsp:sp>
    <dsp:sp modelId="{C5D683A3-E16E-496B-A438-C277328A60B0}">
      <dsp:nvSpPr>
        <dsp:cNvPr id="0" name=""/>
        <dsp:cNvSpPr/>
      </dsp:nvSpPr>
      <dsp:spPr>
        <a:xfrm>
          <a:off x="296360" y="3405917"/>
          <a:ext cx="950260" cy="494009"/>
        </a:xfrm>
        <a:prstGeom prst="roundRect">
          <a:avLst>
            <a:gd name="adj" fmla="val 10000"/>
          </a:avLst>
        </a:prstGeom>
        <a:blipFill rotWithShape="0">
          <a:blip xmlns:r="http://schemas.openxmlformats.org/officeDocument/2006/relationships" r:embed="rId2"/>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4#1">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2900"/>
          </a:xfrm>
          <a:prstGeom prst="rect">
            <a:avLst/>
          </a:prstGeom>
        </p:spPr>
        <p:txBody>
          <a:bodyPr vert="horz" lIns="91440" tIns="45720" rIns="91440" bIns="45720" rtlCol="0"/>
          <a:lstStyle>
            <a:lvl1pPr algn="r">
              <a:defRPr sz="1200"/>
            </a:lvl1pPr>
          </a:lstStyle>
          <a:p>
            <a:fld id="{A663AA2D-EB93-4B6F-8321-69BB05715A8F}" type="datetimeFigureOut">
              <a:rPr lang="zh-CN" altLang="en-US" smtClean="0"/>
              <a:pPr/>
              <a:t>2019-9-30</a:t>
            </a:fld>
            <a:endParaRPr lang="zh-CN" altLang="en-US"/>
          </a:p>
        </p:txBody>
      </p:sp>
      <p:sp>
        <p:nvSpPr>
          <p:cNvPr id="4" name="页脚占位符 3"/>
          <p:cNvSpPr>
            <a:spLocks noGrp="1"/>
          </p:cNvSpPr>
          <p:nvPr>
            <p:ph type="ftr" sz="quarter" idx="2"/>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2900"/>
          </a:xfrm>
          <a:prstGeom prst="rect">
            <a:avLst/>
          </a:prstGeom>
        </p:spPr>
        <p:txBody>
          <a:bodyPr vert="horz" lIns="91440" tIns="45720" rIns="91440" bIns="45720" rtlCol="0" anchor="b"/>
          <a:lstStyle>
            <a:lvl1pPr algn="r">
              <a:defRPr sz="1200"/>
            </a:lvl1pPr>
          </a:lstStyle>
          <a:p>
            <a:fld id="{965DF430-C1D4-4206-9B25-51242FC9125A}" type="slidenum">
              <a:rPr lang="zh-CN" altLang="en-US" smtClean="0"/>
              <a:pPr/>
              <a:t>‹#›</a:t>
            </a:fld>
            <a:endParaRPr lang="zh-CN" altLang="en-US"/>
          </a:p>
        </p:txBody>
      </p:sp>
    </p:spTree>
    <p:extLst>
      <p:ext uri="{BB962C8B-B14F-4D97-AF65-F5344CB8AC3E}">
        <p14:creationId xmlns:p14="http://schemas.microsoft.com/office/powerpoint/2010/main" val="8487866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2019-9-30</a:t>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3981186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r>
              <a:rPr lang="en-US" altLang="zh-CN" sz="1200" kern="1200" dirty="0" smtClean="0">
                <a:solidFill>
                  <a:schemeClr val="dk1"/>
                </a:solidFill>
                <a:effectLst/>
                <a:latin typeface="Times New Roman" pitchFamily="18" charset="0"/>
                <a:ea typeface="+mn-ea"/>
                <a:cs typeface="Times New Roman" pitchFamily="18" charset="0"/>
              </a:rPr>
              <a:t>F0: Fixed format telemetry </a:t>
            </a:r>
          </a:p>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val="3340871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pPr lvl="0" fontAlgn="base"/>
            <a:r>
              <a:rPr lang="en-US" altLang="zh-CN" sz="1200" kern="1200" dirty="0" smtClean="0">
                <a:solidFill>
                  <a:schemeClr val="tx1"/>
                </a:solidFill>
                <a:effectLst/>
                <a:latin typeface="+mn-lt"/>
                <a:ea typeface="+mn-ea"/>
                <a:cs typeface="+mn-cs"/>
              </a:rPr>
              <a:t>1PPS  output control strategy:</a:t>
            </a:r>
            <a:endParaRPr lang="zh-CN" altLang="zh-CN" sz="1200" kern="1200" dirty="0" smtClean="0">
              <a:solidFill>
                <a:schemeClr val="tx1"/>
              </a:solidFill>
              <a:effectLst/>
              <a:latin typeface="+mn-lt"/>
              <a:ea typeface="+mn-ea"/>
              <a:cs typeface="+mn-cs"/>
            </a:endParaRPr>
          </a:p>
          <a:p>
            <a:pPr lvl="0" fontAlgn="base"/>
            <a:r>
              <a:rPr lang="en-US" altLang="zh-CN" dirty="0" smtClean="0">
                <a:effectLst/>
              </a:rPr>
              <a:t>Controlled by GPS positioning status (default): sending 1PPS on positioning status, otherwise not output pulse. </a:t>
            </a:r>
            <a:endParaRPr lang="zh-CN" altLang="zh-CN" dirty="0" smtClean="0">
              <a:effectLst/>
            </a:endParaRPr>
          </a:p>
          <a:p>
            <a:pPr lvl="0" fontAlgn="base"/>
            <a:r>
              <a:rPr lang="en-US" altLang="zh-CN" dirty="0" smtClean="0">
                <a:effectLst/>
              </a:rPr>
              <a:t>Controlled by commands: There are two commands: 1PPS Output Allow and Forbid 1PPS Output.1PPS and broadcasting data of time  only controlled by the commands, and have nothing with positioning status until the GPS receiver being reset.</a:t>
            </a:r>
            <a:endParaRPr lang="zh-CN" altLang="zh-CN" dirty="0" smtClean="0">
              <a:effectLst/>
            </a:endParaRPr>
          </a:p>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12</a:t>
            </a:fld>
            <a:endParaRPr lang="zh-CN" altLang="en-US"/>
          </a:p>
        </p:txBody>
      </p:sp>
    </p:spTree>
    <p:extLst>
      <p:ext uri="{BB962C8B-B14F-4D97-AF65-F5344CB8AC3E}">
        <p14:creationId xmlns:p14="http://schemas.microsoft.com/office/powerpoint/2010/main" val="3325708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15</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17</a:t>
            </a:fld>
            <a:endParaRPr lang="zh-CN" altLang="en-US"/>
          </a:p>
        </p:txBody>
      </p:sp>
    </p:spTree>
    <p:extLst>
      <p:ext uri="{BB962C8B-B14F-4D97-AF65-F5344CB8AC3E}">
        <p14:creationId xmlns:p14="http://schemas.microsoft.com/office/powerpoint/2010/main" val="3281155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18</a:t>
            </a:fld>
            <a:endParaRPr lang="zh-CN" altLang="en-US"/>
          </a:p>
        </p:txBody>
      </p:sp>
    </p:spTree>
    <p:extLst>
      <p:ext uri="{BB962C8B-B14F-4D97-AF65-F5344CB8AC3E}">
        <p14:creationId xmlns:p14="http://schemas.microsoft.com/office/powerpoint/2010/main" val="3281155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19</a:t>
            </a:fld>
            <a:endParaRPr lang="zh-CN" altLang="en-US"/>
          </a:p>
        </p:txBody>
      </p:sp>
    </p:spTree>
    <p:extLst>
      <p:ext uri="{BB962C8B-B14F-4D97-AF65-F5344CB8AC3E}">
        <p14:creationId xmlns:p14="http://schemas.microsoft.com/office/powerpoint/2010/main" val="3281155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20</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24</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25</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normAutofit fontScale="700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29</a:t>
            </a:fld>
            <a:endParaRPr lang="zh-CN" altLang="en-US"/>
          </a:p>
        </p:txBody>
      </p:sp>
    </p:spTree>
    <p:extLst>
      <p:ext uri="{BB962C8B-B14F-4D97-AF65-F5344CB8AC3E}">
        <p14:creationId xmlns:p14="http://schemas.microsoft.com/office/powerpoint/2010/main" val="2542223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30</a:t>
            </a:fld>
            <a:endParaRPr lang="zh-CN" altLang="en-US"/>
          </a:p>
        </p:txBody>
      </p:sp>
    </p:spTree>
    <p:extLst>
      <p:ext uri="{BB962C8B-B14F-4D97-AF65-F5344CB8AC3E}">
        <p14:creationId xmlns:p14="http://schemas.microsoft.com/office/powerpoint/2010/main" val="15913686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31</a:t>
            </a:fld>
            <a:endParaRPr lang="zh-CN" altLang="en-US"/>
          </a:p>
        </p:txBody>
      </p:sp>
    </p:spTree>
    <p:extLst>
      <p:ext uri="{BB962C8B-B14F-4D97-AF65-F5344CB8AC3E}">
        <p14:creationId xmlns:p14="http://schemas.microsoft.com/office/powerpoint/2010/main" val="15913686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0" y="514350"/>
            <a:ext cx="4572000" cy="257175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32</a:t>
            </a:fld>
            <a:endParaRPr lang="zh-CN" altLang="en-US"/>
          </a:p>
        </p:txBody>
      </p:sp>
    </p:spTree>
    <p:extLst>
      <p:ext uri="{BB962C8B-B14F-4D97-AF65-F5344CB8AC3E}">
        <p14:creationId xmlns:p14="http://schemas.microsoft.com/office/powerpoint/2010/main" val="1588837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gi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6"/>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6" name="图片 5"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extLst>
      <p:ext uri="{BB962C8B-B14F-4D97-AF65-F5344CB8AC3E}">
        <p14:creationId xmlns:p14="http://schemas.microsoft.com/office/powerpoint/2010/main" val="354184023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51691975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4831352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032023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a:stretch>
            <a:fillRect/>
          </a:stretch>
        </p:blipFill>
        <p:spPr>
          <a:xfrm rot="2940000">
            <a:off x="6740036" y="251736"/>
            <a:ext cx="1471124" cy="1231277"/>
          </a:xfrm>
          <a:prstGeom prst="rect">
            <a:avLst/>
          </a:prstGeom>
        </p:spPr>
      </p:pic>
    </p:spTree>
    <p:extLst>
      <p:ext uri="{BB962C8B-B14F-4D97-AF65-F5344CB8AC3E}">
        <p14:creationId xmlns:p14="http://schemas.microsoft.com/office/powerpoint/2010/main" val="91627960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7D2F2ECA-68D8-4484-A3FD-38D448761F1B}" type="datetimeFigureOut">
              <a:rPr lang="zh-CN" altLang="en-US" smtClean="0"/>
              <a:pPr/>
              <a:t>2019-9-30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ED22382-861D-4182-9743-E5047164911E}" type="slidenum">
              <a:rPr lang="zh-CN" altLang="en-US" smtClean="0"/>
              <a:pPr/>
              <a:t>‹#›</a:t>
            </a:fld>
            <a:endParaRPr lang="zh-CN" altLang="en-US"/>
          </a:p>
        </p:txBody>
      </p:sp>
    </p:spTree>
    <p:extLst>
      <p:ext uri="{BB962C8B-B14F-4D97-AF65-F5344CB8AC3E}">
        <p14:creationId xmlns:p14="http://schemas.microsoft.com/office/powerpoint/2010/main" val="98879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1_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5143500"/>
          </a:xfrm>
          <a:prstGeom prst="rect">
            <a:avLst/>
          </a:prstGeom>
        </p:spPr>
      </p:pic>
      <p:sp>
        <p:nvSpPr>
          <p:cNvPr id="3" name="日期占位符 2"/>
          <p:cNvSpPr>
            <a:spLocks noGrp="1"/>
          </p:cNvSpPr>
          <p:nvPr>
            <p:ph type="dt" sz="half" idx="10"/>
          </p:nvPr>
        </p:nvSpPr>
        <p:spPr>
          <a:xfrm>
            <a:off x="457200" y="4767263"/>
            <a:ext cx="2133600" cy="273844"/>
          </a:xfrm>
          <a:prstGeom prst="rect">
            <a:avLst/>
          </a:prstGeom>
        </p:spPr>
        <p:txBody>
          <a:bodyPr/>
          <a:lstStyle/>
          <a:p>
            <a:fld id="{F7C8C616-22E7-4F99-B1A4-46FEB0EB544A}" type="datetime1">
              <a:rPr lang="zh-CN" altLang="en-US" smtClean="0"/>
              <a:pPr/>
              <a:t>2019-9-30</a:t>
            </a:fld>
            <a:endParaRPr lang="zh-CN" altLang="en-US"/>
          </a:p>
        </p:txBody>
      </p:sp>
      <p:sp>
        <p:nvSpPr>
          <p:cNvPr id="4" name="页脚占位符 3"/>
          <p:cNvSpPr>
            <a:spLocks noGrp="1"/>
          </p:cNvSpPr>
          <p:nvPr>
            <p:ph type="ftr" sz="quarter" idx="11"/>
          </p:nvPr>
        </p:nvSpPr>
        <p:spPr/>
        <p:txBody>
          <a:bodyPr/>
          <a:lstStyle/>
          <a:p>
            <a:r>
              <a:rPr lang="zh-CN" altLang="en-US" dirty="0" smtClean="0"/>
              <a:t>航天东方红卫星有限公司</a:t>
            </a:r>
          </a:p>
        </p:txBody>
      </p:sp>
      <p:sp>
        <p:nvSpPr>
          <p:cNvPr id="5" name="灯片编号占位符 4"/>
          <p:cNvSpPr>
            <a:spLocks noGrp="1"/>
          </p:cNvSpPr>
          <p:nvPr>
            <p:ph type="sldNum" sz="quarter" idx="12"/>
          </p:nvPr>
        </p:nvSpPr>
        <p:spPr/>
        <p:txBody>
          <a:bodyPr/>
          <a:lstStyle/>
          <a:p>
            <a:r>
              <a:rPr lang="zh-CN" altLang="en-US" dirty="0" smtClean="0">
                <a:latin typeface="微软雅黑" pitchFamily="34" charset="-122"/>
                <a:ea typeface="微软雅黑" pitchFamily="34" charset="-122"/>
              </a:rPr>
              <a:t>第</a:t>
            </a:r>
            <a:r>
              <a:rPr lang="zh-CN" altLang="en-US" dirty="0" smtClean="0"/>
              <a:t> </a:t>
            </a:r>
            <a:fld id="{E1EFCB46-C834-4067-A327-0EA79FD50686}" type="slidenum">
              <a:rPr lang="zh-CN" altLang="en-US" smtClean="0"/>
              <a:pPr/>
              <a:t>‹#›</a:t>
            </a:fld>
            <a:r>
              <a:rPr lang="zh-CN" altLang="en-US" dirty="0" smtClean="0"/>
              <a:t> </a:t>
            </a:r>
            <a:r>
              <a:rPr lang="zh-CN" altLang="en-US" dirty="0" smtClean="0">
                <a:latin typeface="微软雅黑" pitchFamily="34" charset="-122"/>
                <a:ea typeface="微软雅黑" pitchFamily="34" charset="-122"/>
              </a:rPr>
              <a:t>页</a:t>
            </a:r>
            <a:endParaRPr lang="zh-CN" altLang="en-US" dirty="0">
              <a:latin typeface="微软雅黑" pitchFamily="34" charset="-122"/>
              <a:ea typeface="微软雅黑" pitchFamily="34" charset="-122"/>
            </a:endParaRPr>
          </a:p>
        </p:txBody>
      </p:sp>
      <p:pic>
        <p:nvPicPr>
          <p:cNvPr id="11" name="图片 10" descr="航天标志（圆）.jpg"/>
          <p:cNvPicPr>
            <a:picLocks noChangeAspect="1"/>
          </p:cNvPicPr>
          <p:nvPr userDrawn="1"/>
        </p:nvPicPr>
        <p:blipFill>
          <a:blip r:embed="rId3" cstate="print">
            <a:clrChange>
              <a:clrFrom>
                <a:srgbClr val="FFFFFF"/>
              </a:clrFrom>
              <a:clrTo>
                <a:srgbClr val="FFFFFF">
                  <a:alpha val="0"/>
                </a:srgbClr>
              </a:clrTo>
            </a:clrChange>
            <a:duotone>
              <a:prstClr val="black"/>
              <a:schemeClr val="accent1">
                <a:tint val="45000"/>
                <a:satMod val="400000"/>
              </a:schemeClr>
            </a:duotone>
          </a:blip>
          <a:srcRect l="53125" t="23506" r="2343" b="16594"/>
          <a:stretch>
            <a:fillRect/>
          </a:stretch>
        </p:blipFill>
        <p:spPr>
          <a:xfrm>
            <a:off x="3503178" y="4768468"/>
            <a:ext cx="425880" cy="291392"/>
          </a:xfrm>
          <a:prstGeom prst="rect">
            <a:avLst/>
          </a:prstGeom>
        </p:spPr>
      </p:pic>
      <p:pic>
        <p:nvPicPr>
          <p:cNvPr id="13" name="图片 12" descr="小卫星.gif"/>
          <p:cNvPicPr>
            <a:picLocks noChangeAspect="1"/>
          </p:cNvPicPr>
          <p:nvPr userDrawn="1"/>
        </p:nvPicPr>
        <p:blipFill>
          <a:blip r:embed="rId4"/>
          <a:stretch>
            <a:fillRect/>
          </a:stretch>
        </p:blipFill>
        <p:spPr>
          <a:xfrm rot="2940000">
            <a:off x="6740036" y="251736"/>
            <a:ext cx="1471124" cy="1231277"/>
          </a:xfrm>
          <a:prstGeom prst="rect">
            <a:avLst/>
          </a:prstGeom>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gif"/><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9"/>
          <a:srcRect t="10773" b="69020"/>
          <a:stretch>
            <a:fillRect/>
          </a:stretch>
        </p:blipFill>
        <p:spPr>
          <a:xfrm>
            <a:off x="0" y="0"/>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4"/>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4"/>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4767263"/>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9"/>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10"/>
          <a:stretch>
            <a:fillRect/>
          </a:stretch>
        </p:blipFill>
        <p:spPr>
          <a:xfrm rot="2940000">
            <a:off x="7901405" y="67538"/>
            <a:ext cx="735105" cy="615256"/>
          </a:xfrm>
          <a:prstGeom prst="rect">
            <a:avLst/>
          </a:prstGeom>
        </p:spPr>
      </p:pic>
      <p:pic>
        <p:nvPicPr>
          <p:cNvPr id="16" name="图片 15"/>
          <p:cNvPicPr>
            <a:picLocks noChangeAspect="1"/>
          </p:cNvPicPr>
          <p:nvPr userDrawn="1"/>
        </p:nvPicPr>
        <p:blipFill rotWithShape="1">
          <a:blip r:embed="rId11"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extLst>
      <p:ext uri="{BB962C8B-B14F-4D97-AF65-F5344CB8AC3E}">
        <p14:creationId xmlns:p14="http://schemas.microsoft.com/office/powerpoint/2010/main" val="177078730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714348" y="1635646"/>
            <a:ext cx="7586658" cy="1196862"/>
          </a:xfrm>
        </p:spPr>
        <p:txBody>
          <a:bodyPr>
            <a:noAutofit/>
          </a:bodyPr>
          <a:lstStyle/>
          <a:p>
            <a:r>
              <a:rPr lang="en-US" altLang="zh-CN" sz="4000" dirty="0" smtClean="0">
                <a:solidFill>
                  <a:schemeClr val="tx2"/>
                </a:solidFill>
                <a:effectLst>
                  <a:outerShdw blurRad="38100" dist="38100" dir="2700000" algn="tl">
                    <a:srgbClr val="000000">
                      <a:alpha val="43137"/>
                    </a:srgbClr>
                  </a:outerShdw>
                </a:effectLst>
              </a:rPr>
              <a:t>TT&amp;C Subsystem </a:t>
            </a:r>
            <a:r>
              <a:rPr lang="en-US" altLang="zh-CN" sz="4000" dirty="0" smtClean="0">
                <a:solidFill>
                  <a:schemeClr val="tx2"/>
                </a:solidFill>
              </a:rPr>
              <a:t>In</a:t>
            </a:r>
            <a:r>
              <a:rPr lang="en-US" altLang="zh-CN" sz="4000" dirty="0" smtClean="0">
                <a:solidFill>
                  <a:schemeClr val="tx2"/>
                </a:solidFill>
                <a:effectLst>
                  <a:outerShdw blurRad="38100" dist="38100" dir="2700000" algn="tl">
                    <a:srgbClr val="000000">
                      <a:alpha val="43137"/>
                    </a:srgbClr>
                  </a:outerShdw>
                </a:effectLst>
              </a:rPr>
              <a:t>-Orbit </a:t>
            </a:r>
            <a:r>
              <a:rPr lang="en-US" altLang="zh-CN" sz="4000" dirty="0">
                <a:solidFill>
                  <a:schemeClr val="tx2"/>
                </a:solidFill>
                <a:effectLst>
                  <a:outerShdw blurRad="38100" dist="38100" dir="2700000" algn="tl">
                    <a:srgbClr val="000000">
                      <a:alpha val="43137"/>
                    </a:srgbClr>
                  </a:outerShdw>
                </a:effectLst>
              </a:rPr>
              <a:t>O</a:t>
            </a:r>
            <a:r>
              <a:rPr lang="en-US" altLang="zh-CN" sz="4000" dirty="0" smtClean="0">
                <a:solidFill>
                  <a:schemeClr val="tx2"/>
                </a:solidFill>
                <a:effectLst>
                  <a:outerShdw blurRad="38100" dist="38100" dir="2700000" algn="tl">
                    <a:srgbClr val="000000">
                      <a:alpha val="43137"/>
                    </a:srgbClr>
                  </a:outerShdw>
                </a:effectLst>
              </a:rPr>
              <a:t>peration </a:t>
            </a:r>
            <a:r>
              <a:rPr lang="en-US" altLang="zh-CN" sz="4000" dirty="0" smtClean="0">
                <a:solidFill>
                  <a:schemeClr val="tx2"/>
                </a:solidFill>
              </a:rPr>
              <a:t>instructions</a:t>
            </a:r>
            <a:endParaRPr lang="zh-CN" altLang="en-US" sz="4000" dirty="0">
              <a:solidFill>
                <a:schemeClr val="tx2"/>
              </a:solidFill>
            </a:endParaRPr>
          </a:p>
        </p:txBody>
      </p:sp>
      <p:sp>
        <p:nvSpPr>
          <p:cNvPr id="4" name="副标题 2"/>
          <p:cNvSpPr txBox="1">
            <a:spLocks/>
          </p:cNvSpPr>
          <p:nvPr/>
        </p:nvSpPr>
        <p:spPr>
          <a:xfrm>
            <a:off x="1979712" y="3597864"/>
            <a:ext cx="4914912" cy="514356"/>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0"/>
              </a:spcBef>
              <a:buFont typeface="Arial" pitchFamily="34" charset="0"/>
              <a:buNone/>
              <a:defRPr sz="3200" b="1" kern="1200"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cs typeface="+mn-cs"/>
              </a:defRPr>
            </a:lvl1pPr>
            <a:lvl2pPr marL="457200" indent="0" algn="ctr" defTabSz="914400" rtl="0" eaLnBrk="1" latinLnBrk="0" hangingPunct="1">
              <a:lnSpc>
                <a:spcPct val="150000"/>
              </a:lnSpc>
              <a:spcBef>
                <a:spcPts val="0"/>
              </a:spcBef>
              <a:buFont typeface="Arial" pitchFamily="34" charset="0"/>
              <a:buNone/>
              <a:defRPr sz="2800" b="1" kern="1200">
                <a:solidFill>
                  <a:schemeClr val="tx1">
                    <a:tint val="75000"/>
                  </a:schemeClr>
                </a:solidFill>
                <a:latin typeface="微软雅黑" pitchFamily="34" charset="-122"/>
                <a:ea typeface="微软雅黑" pitchFamily="34" charset="-122"/>
                <a:cs typeface="+mn-cs"/>
              </a:defRPr>
            </a:lvl2pPr>
            <a:lvl3pPr marL="914400" indent="0" algn="ctr" defTabSz="914400" rtl="0" eaLnBrk="1" latinLnBrk="0" hangingPunct="1">
              <a:lnSpc>
                <a:spcPct val="150000"/>
              </a:lnSpc>
              <a:spcBef>
                <a:spcPts val="0"/>
              </a:spcBef>
              <a:buFont typeface="Arial" pitchFamily="34" charset="0"/>
              <a:buNone/>
              <a:defRPr sz="2400" b="1" kern="1200">
                <a:solidFill>
                  <a:schemeClr val="tx1">
                    <a:tint val="75000"/>
                  </a:schemeClr>
                </a:solidFill>
                <a:latin typeface="微软雅黑" pitchFamily="34" charset="-122"/>
                <a:ea typeface="微软雅黑" pitchFamily="34" charset="-122"/>
                <a:cs typeface="+mn-cs"/>
              </a:defRPr>
            </a:lvl3pPr>
            <a:lvl4pPr marL="1371600" indent="0" algn="ctr" defTabSz="914400" rtl="0" eaLnBrk="1" latinLnBrk="0" hangingPunct="1">
              <a:lnSpc>
                <a:spcPct val="150000"/>
              </a:lnSpc>
              <a:spcBef>
                <a:spcPts val="0"/>
              </a:spcBef>
              <a:buFont typeface="Arial" pitchFamily="34" charset="0"/>
              <a:buNone/>
              <a:defRPr sz="2000" b="1" kern="1200">
                <a:solidFill>
                  <a:schemeClr val="tx1">
                    <a:tint val="75000"/>
                  </a:schemeClr>
                </a:solidFill>
                <a:latin typeface="微软雅黑" pitchFamily="34" charset="-122"/>
                <a:ea typeface="微软雅黑" pitchFamily="34" charset="-122"/>
                <a:cs typeface="+mn-cs"/>
              </a:defRPr>
            </a:lvl4pPr>
            <a:lvl5pPr marL="1828800" indent="0" algn="ctr" defTabSz="914400" rtl="0" eaLnBrk="1" latinLnBrk="0" hangingPunct="1">
              <a:lnSpc>
                <a:spcPct val="150000"/>
              </a:lnSpc>
              <a:spcBef>
                <a:spcPts val="0"/>
              </a:spcBef>
              <a:buFont typeface="Arial" pitchFamily="34" charset="0"/>
              <a:buNone/>
              <a:defRPr sz="2000" b="1" kern="1200">
                <a:solidFill>
                  <a:schemeClr val="tx1">
                    <a:tint val="75000"/>
                  </a:schemeClr>
                </a:solidFill>
                <a:latin typeface="微软雅黑" pitchFamily="34" charset="-122"/>
                <a:ea typeface="微软雅黑" pitchFamily="34" charset="-122"/>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altLang="zh-CN" sz="2000" dirty="0" smtClean="0"/>
              <a:t>DFH SATELLITE </a:t>
            </a:r>
            <a:r>
              <a:rPr lang="en-US" altLang="zh-CN" sz="2000" dirty="0" smtClean="0"/>
              <a:t>CO., LTD.</a:t>
            </a:r>
          </a:p>
          <a:p>
            <a:r>
              <a:rPr lang="en-US" altLang="zh-CN" sz="2000" dirty="0" smtClean="0"/>
              <a:t>Oct, 2019</a:t>
            </a:r>
            <a:endParaRPr lang="zh-CN" alt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graphicFrame>
        <p:nvGraphicFramePr>
          <p:cNvPr id="11" name="图示 10"/>
          <p:cNvGraphicFramePr/>
          <p:nvPr>
            <p:extLst>
              <p:ext uri="{D42A27DB-BD31-4B8C-83A1-F6EECF244321}">
                <p14:modId xmlns:p14="http://schemas.microsoft.com/office/powerpoint/2010/main" val="2459818401"/>
              </p:ext>
            </p:extLst>
          </p:nvPr>
        </p:nvGraphicFramePr>
        <p:xfrm>
          <a:off x="1547664" y="1131590"/>
          <a:ext cx="6624736" cy="35463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07139"/>
            <a:ext cx="8229600" cy="811995"/>
          </a:xfrm>
        </p:spPr>
        <p:txBody>
          <a:bodyPr>
            <a:normAutofit fontScale="90000"/>
          </a:bodyPr>
          <a:lstStyle/>
          <a:p>
            <a:r>
              <a:rPr lang="en-US" altLang="zh-CN" sz="3600" dirty="0" smtClean="0"/>
              <a:t>1 </a:t>
            </a:r>
            <a:r>
              <a:rPr lang="gsw-FR" altLang="zh-CN" sz="3600" dirty="0" smtClean="0"/>
              <a:t>Composition</a:t>
            </a:r>
            <a:r>
              <a:rPr lang="en-US" altLang="zh-CN" sz="3600" dirty="0" smtClean="0"/>
              <a:t> and function of TT&amp;C</a:t>
            </a:r>
            <a:endParaRPr lang="zh-CN" altLang="en-US" sz="36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870831"/>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868451"/>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12" name="矩形 11"/>
          <p:cNvSpPr/>
          <p:nvPr/>
        </p:nvSpPr>
        <p:spPr>
          <a:xfrm>
            <a:off x="857224" y="4484058"/>
            <a:ext cx="7072362" cy="307777"/>
          </a:xfrm>
          <a:prstGeom prst="rect">
            <a:avLst/>
          </a:prstGeom>
        </p:spPr>
        <p:txBody>
          <a:bodyPr wrap="square">
            <a:spAutoFit/>
          </a:bodyPr>
          <a:lstStyle/>
          <a:p>
            <a:r>
              <a:rPr lang="en-US" sz="1400" b="1" dirty="0" smtClean="0"/>
              <a:t>2 USB transponders, 2 GPS receivers,  2 S band antennas, 1 S band hybrid, 2 GPS antennas.</a:t>
            </a:r>
            <a:endParaRPr lang="zh-CN" altLang="en-US" sz="1400" b="1" dirty="0"/>
          </a:p>
        </p:txBody>
      </p:sp>
      <p:sp>
        <p:nvSpPr>
          <p:cNvPr id="4098"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097" name="Object 1"/>
          <p:cNvGraphicFramePr>
            <a:graphicFrameLocks noChangeAspect="1"/>
          </p:cNvGraphicFramePr>
          <p:nvPr/>
        </p:nvGraphicFramePr>
        <p:xfrm>
          <a:off x="1071538" y="910817"/>
          <a:ext cx="7072362" cy="3500171"/>
        </p:xfrm>
        <a:graphic>
          <a:graphicData uri="http://schemas.openxmlformats.org/presentationml/2006/ole">
            <mc:AlternateContent xmlns:mc="http://schemas.openxmlformats.org/markup-compatibility/2006">
              <mc:Choice xmlns:v="urn:schemas-microsoft-com:vml" Requires="v">
                <p:oleObj spid="_x0000_s4100" name="Visio" r:id="rId4" imgW="6790944" imgH="5447995" progId="Visio.Drawing.11">
                  <p:embed/>
                </p:oleObj>
              </mc:Choice>
              <mc:Fallback>
                <p:oleObj name="Visio" r:id="rId4" imgW="6790944" imgH="5447995" progId="Visio.Drawing.11">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1538" y="910817"/>
                        <a:ext cx="7072362" cy="350017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07139"/>
            <a:ext cx="8229600" cy="811995"/>
          </a:xfrm>
        </p:spPr>
        <p:txBody>
          <a:bodyPr>
            <a:normAutofit fontScale="90000"/>
          </a:bodyPr>
          <a:lstStyle/>
          <a:p>
            <a:r>
              <a:rPr lang="en-US" altLang="zh-CN" sz="3600" dirty="0" smtClean="0"/>
              <a:t>1 </a:t>
            </a:r>
            <a:r>
              <a:rPr lang="gsw-FR" altLang="zh-CN" sz="3600" dirty="0" smtClean="0"/>
              <a:t>Composition</a:t>
            </a:r>
            <a:r>
              <a:rPr lang="en-US" altLang="zh-CN" sz="3600" dirty="0" smtClean="0"/>
              <a:t> and function of TT&amp;C</a:t>
            </a:r>
            <a:endParaRPr lang="zh-CN" altLang="en-US" sz="36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870831"/>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868451"/>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graphicFrame>
        <p:nvGraphicFramePr>
          <p:cNvPr id="13" name="图示 12"/>
          <p:cNvGraphicFramePr/>
          <p:nvPr>
            <p:extLst>
              <p:ext uri="{D42A27DB-BD31-4B8C-83A1-F6EECF244321}">
                <p14:modId xmlns:p14="http://schemas.microsoft.com/office/powerpoint/2010/main" val="3002396441"/>
              </p:ext>
            </p:extLst>
          </p:nvPr>
        </p:nvGraphicFramePr>
        <p:xfrm>
          <a:off x="251520" y="1125130"/>
          <a:ext cx="8496944" cy="36068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360747675"/>
              </p:ext>
            </p:extLst>
          </p:nvPr>
        </p:nvGraphicFramePr>
        <p:xfrm>
          <a:off x="1403648" y="1234045"/>
          <a:ext cx="6696744" cy="32819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107139"/>
            <a:ext cx="8229600" cy="811995"/>
          </a:xfrm>
        </p:spPr>
        <p:txBody>
          <a:bodyPr>
            <a:normAutofit/>
          </a:bodyPr>
          <a:lstStyle/>
          <a:p>
            <a:r>
              <a:rPr lang="en-US" altLang="zh-CN" sz="3600" dirty="0" smtClean="0">
                <a:latin typeface="Times New Roman" pitchFamily="18" charset="0"/>
                <a:cs typeface="Times New Roman" pitchFamily="18" charset="0"/>
              </a:rPr>
              <a:t>2  Operation </a:t>
            </a:r>
            <a:r>
              <a:rPr lang="en-US" altLang="zh-CN" sz="3600" dirty="0">
                <a:latin typeface="Times New Roman" pitchFamily="18" charset="0"/>
                <a:cs typeface="Times New Roman" pitchFamily="18" charset="0"/>
              </a:rPr>
              <a:t>Overview</a:t>
            </a:r>
            <a:endParaRPr lang="zh-CN" altLang="en-US" sz="3600" dirty="0">
              <a:latin typeface="Times New Roman" pitchFamily="18" charset="0"/>
              <a:cs typeface="Times New Roman" pitchFamily="18" charset="0"/>
            </a:endParaRPr>
          </a:p>
        </p:txBody>
      </p:sp>
      <p:sp>
        <p:nvSpPr>
          <p:cNvPr id="8" name="内容占位符 7"/>
          <p:cNvSpPr>
            <a:spLocks noGrp="1"/>
          </p:cNvSpPr>
          <p:nvPr>
            <p:ph idx="1"/>
          </p:nvPr>
        </p:nvSpPr>
        <p:spPr>
          <a:xfrm>
            <a:off x="323528" y="1005576"/>
            <a:ext cx="8424936" cy="3834426"/>
          </a:xfrm>
        </p:spPr>
        <p:txBody>
          <a:bodyPr>
            <a:noAutofit/>
          </a:bodyPr>
          <a:lstStyle/>
          <a:p>
            <a:pPr algn="just">
              <a:buFont typeface="Wingdings" pitchFamily="2" charset="2"/>
              <a:buChar char="u"/>
            </a:pPr>
            <a:r>
              <a:rPr lang="en-US" altLang="zh-CN" sz="1600" dirty="0">
                <a:latin typeface="Times New Roman" pitchFamily="18" charset="0"/>
                <a:cs typeface="Times New Roman" pitchFamily="18" charset="0"/>
              </a:rPr>
              <a:t>The routine operation of TT&amp;C system together with GCS during long-term management phase including </a:t>
            </a:r>
            <a:r>
              <a:rPr lang="en-US" altLang="zh-CN" sz="1600" dirty="0" smtClean="0">
                <a:latin typeface="Times New Roman" pitchFamily="18" charset="0"/>
                <a:cs typeface="Times New Roman" pitchFamily="18" charset="0"/>
              </a:rPr>
              <a:t>telemetry, telecommand, tracking</a:t>
            </a:r>
            <a:r>
              <a:rPr lang="en-US" altLang="zh-CN" sz="1600" dirty="0">
                <a:latin typeface="Times New Roman" pitchFamily="18" charset="0"/>
                <a:cs typeface="Times New Roman" pitchFamily="18" charset="0"/>
              </a:rPr>
              <a:t>, and orbit maintenance</a:t>
            </a:r>
            <a:r>
              <a:rPr lang="en-US" altLang="zh-CN" sz="1600" dirty="0" smtClean="0">
                <a:latin typeface="Times New Roman" pitchFamily="18" charset="0"/>
                <a:cs typeface="Times New Roman" pitchFamily="18" charset="0"/>
              </a:rPr>
              <a:t>.</a:t>
            </a:r>
          </a:p>
          <a:p>
            <a:pPr algn="just">
              <a:buFont typeface="Wingdings" pitchFamily="2" charset="2"/>
              <a:buChar char="u"/>
            </a:pPr>
            <a:r>
              <a:rPr lang="en-US" altLang="zh-CN" sz="1600" dirty="0" smtClean="0">
                <a:latin typeface="Times New Roman" pitchFamily="18" charset="0"/>
                <a:cs typeface="Times New Roman" pitchFamily="18" charset="0"/>
              </a:rPr>
              <a:t>At </a:t>
            </a:r>
            <a:r>
              <a:rPr lang="en-US" altLang="zh-CN" sz="1600" dirty="0">
                <a:latin typeface="Times New Roman" pitchFamily="18" charset="0"/>
                <a:cs typeface="Times New Roman" pitchFamily="18" charset="0"/>
              </a:rPr>
              <a:t>normal situation, two receivers of transponder work at the same time. The transmitter of transponder and GPS receiver operate on main module. </a:t>
            </a:r>
            <a:endParaRPr lang="zh-CN" altLang="zh-CN" sz="1600" dirty="0">
              <a:latin typeface="Times New Roman" pitchFamily="18" charset="0"/>
              <a:cs typeface="Times New Roman" pitchFamily="18" charset="0"/>
            </a:endParaRPr>
          </a:p>
          <a:p>
            <a:pPr lvl="0" algn="just">
              <a:buFont typeface="Wingdings" pitchFamily="2" charset="2"/>
              <a:buChar char="u"/>
            </a:pPr>
            <a:r>
              <a:rPr lang="en-US" altLang="zh-CN" sz="1600" dirty="0" smtClean="0">
                <a:latin typeface="Times New Roman" pitchFamily="18" charset="0"/>
                <a:cs typeface="Times New Roman" pitchFamily="18" charset="0"/>
              </a:rPr>
              <a:t>ETRSS-1 </a:t>
            </a:r>
            <a:r>
              <a:rPr lang="en-US" altLang="zh-CN" sz="1600" dirty="0">
                <a:latin typeface="Times New Roman" pitchFamily="18" charset="0"/>
                <a:cs typeface="Times New Roman" pitchFamily="18" charset="0"/>
              </a:rPr>
              <a:t>TT&amp;C subsystem of satellite is not allowed to be operated by command in long-term management phase except emergency of TT&amp;C </a:t>
            </a:r>
            <a:r>
              <a:rPr lang="en-US" altLang="zh-CN" sz="1600" dirty="0" smtClean="0">
                <a:latin typeface="Times New Roman" pitchFamily="18" charset="0"/>
                <a:cs typeface="Times New Roman" pitchFamily="18" charset="0"/>
              </a:rPr>
              <a:t>subsystem.</a:t>
            </a:r>
          </a:p>
          <a:p>
            <a:pPr algn="just">
              <a:buFont typeface="Wingdings" pitchFamily="2" charset="2"/>
              <a:buChar char="u"/>
            </a:pPr>
            <a:r>
              <a:rPr lang="en-US" altLang="zh-CN" sz="1600" dirty="0">
                <a:latin typeface="Times New Roman" pitchFamily="18" charset="0"/>
                <a:cs typeface="Times New Roman" pitchFamily="18" charset="0"/>
              </a:rPr>
              <a:t>Any abnormal situation or any switch from main module to </a:t>
            </a:r>
            <a:r>
              <a:rPr lang="en-US" altLang="zh-CN" sz="1600" dirty="0" smtClean="0">
                <a:latin typeface="Times New Roman" pitchFamily="18" charset="0"/>
                <a:cs typeface="Times New Roman" pitchFamily="18" charset="0"/>
              </a:rPr>
              <a:t>standby </a:t>
            </a:r>
            <a:r>
              <a:rPr lang="en-US" altLang="zh-CN" sz="1600" dirty="0">
                <a:latin typeface="Times New Roman" pitchFamily="18" charset="0"/>
                <a:cs typeface="Times New Roman" pitchFamily="18" charset="0"/>
              </a:rPr>
              <a:t>module should be monitored and reported DFH immediately. </a:t>
            </a:r>
            <a:endParaRPr lang="zh-CN" altLang="en-US" sz="16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870831"/>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868451"/>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843123745"/>
              </p:ext>
            </p:extLst>
          </p:nvPr>
        </p:nvGraphicFramePr>
        <p:xfrm>
          <a:off x="1331640" y="1131590"/>
          <a:ext cx="6696744" cy="36184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4" name="矩形 3"/>
          <p:cNvSpPr/>
          <p:nvPr/>
        </p:nvSpPr>
        <p:spPr>
          <a:xfrm>
            <a:off x="215900" y="196454"/>
            <a:ext cx="6066661"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59396"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7"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8"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9" name="TextBox 5"/>
          <p:cNvSpPr txBox="1">
            <a:spLocks noChangeArrowheads="1"/>
          </p:cNvSpPr>
          <p:nvPr/>
        </p:nvSpPr>
        <p:spPr bwMode="auto">
          <a:xfrm>
            <a:off x="215898" y="951569"/>
            <a:ext cx="8820598" cy="2053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1600" dirty="0" smtClean="0">
                <a:solidFill>
                  <a:srgbClr val="0070C0"/>
                </a:solidFill>
                <a:latin typeface="Times New Roman" pitchFamily="18" charset="0"/>
                <a:cs typeface="Times New Roman" pitchFamily="18" charset="0"/>
              </a:rPr>
              <a:t>3.1  Telecommands </a:t>
            </a:r>
            <a:r>
              <a:rPr lang="en-US" altLang="zh-CN" sz="1600" dirty="0">
                <a:solidFill>
                  <a:srgbClr val="0070C0"/>
                </a:solidFill>
                <a:latin typeface="Times New Roman" pitchFamily="18" charset="0"/>
                <a:cs typeface="Times New Roman" pitchFamily="18" charset="0"/>
              </a:rPr>
              <a:t>Of S Band Transponder</a:t>
            </a:r>
          </a:p>
          <a:p>
            <a:pPr lvl="1" eaLnBrk="1" hangingPunct="1">
              <a:spcAft>
                <a:spcPts val="1200"/>
              </a:spcAft>
              <a:buFont typeface="Wingdings" pitchFamily="2" charset="2"/>
              <a:buChar char="l"/>
            </a:pPr>
            <a:r>
              <a:rPr lang="en-US" altLang="zh-CN" sz="1600" dirty="0">
                <a:solidFill>
                  <a:schemeClr val="tx1"/>
                </a:solidFill>
                <a:latin typeface="Times New Roman" pitchFamily="18" charset="0"/>
                <a:cs typeface="Times New Roman" pitchFamily="18" charset="0"/>
              </a:rPr>
              <a:t>All of the transponder’s commands are OC </a:t>
            </a:r>
            <a:r>
              <a:rPr lang="en-US" altLang="zh-CN" sz="1600" dirty="0" smtClean="0">
                <a:solidFill>
                  <a:schemeClr val="tx1"/>
                </a:solidFill>
                <a:latin typeface="Times New Roman" pitchFamily="18" charset="0"/>
                <a:cs typeface="Times New Roman" pitchFamily="18" charset="0"/>
              </a:rPr>
              <a:t>TC, the </a:t>
            </a:r>
            <a:r>
              <a:rPr lang="en-US" altLang="zh-CN" sz="1600" dirty="0">
                <a:solidFill>
                  <a:schemeClr val="tx1"/>
                </a:solidFill>
                <a:latin typeface="Times New Roman" pitchFamily="18" charset="0"/>
                <a:cs typeface="Times New Roman" pitchFamily="18" charset="0"/>
              </a:rPr>
              <a:t>S band transponders commands </a:t>
            </a:r>
            <a:r>
              <a:rPr lang="en-US" altLang="zh-CN" sz="1600" dirty="0" smtClean="0">
                <a:solidFill>
                  <a:schemeClr val="tx1"/>
                </a:solidFill>
                <a:latin typeface="Times New Roman" pitchFamily="18" charset="0"/>
                <a:cs typeface="Times New Roman" pitchFamily="18" charset="0"/>
              </a:rPr>
              <a:t>are </a:t>
            </a:r>
            <a:r>
              <a:rPr lang="en-US" altLang="zh-CN" sz="1600" dirty="0">
                <a:solidFill>
                  <a:schemeClr val="tx1"/>
                </a:solidFill>
                <a:latin typeface="Times New Roman" pitchFamily="18" charset="0"/>
                <a:cs typeface="Times New Roman" pitchFamily="18" charset="0"/>
              </a:rPr>
              <a:t>shown in the table.</a:t>
            </a:r>
          </a:p>
          <a:p>
            <a:pPr lvl="1" algn="l" eaLnBrk="1" hangingPunct="1">
              <a:spcAft>
                <a:spcPts val="1200"/>
              </a:spcAft>
              <a:buFont typeface="Wingdings" pitchFamily="2" charset="2"/>
              <a:buChar char="l"/>
            </a:pPr>
            <a:r>
              <a:rPr lang="en-US" altLang="zh-CN" sz="1600" dirty="0" smtClean="0">
                <a:solidFill>
                  <a:schemeClr val="tx1"/>
                </a:solidFill>
                <a:latin typeface="Times New Roman" pitchFamily="18" charset="0"/>
                <a:cs typeface="Times New Roman" pitchFamily="18" charset="0"/>
              </a:rPr>
              <a:t>The </a:t>
            </a:r>
            <a:r>
              <a:rPr lang="en-US" altLang="zh-CN" sz="1600" dirty="0">
                <a:solidFill>
                  <a:schemeClr val="tx1"/>
                </a:solidFill>
                <a:latin typeface="Times New Roman" pitchFamily="18" charset="0"/>
                <a:cs typeface="Times New Roman" pitchFamily="18" charset="0"/>
              </a:rPr>
              <a:t>commands listed in the table can be used to </a:t>
            </a:r>
            <a:r>
              <a:rPr lang="en-US" altLang="zh-CN" sz="1600" dirty="0" smtClean="0">
                <a:solidFill>
                  <a:schemeClr val="tx1"/>
                </a:solidFill>
                <a:latin typeface="Times New Roman" pitchFamily="18" charset="0"/>
                <a:cs typeface="Times New Roman" pitchFamily="18" charset="0"/>
              </a:rPr>
              <a:t>switch </a:t>
            </a:r>
            <a:r>
              <a:rPr lang="en-US" altLang="zh-CN" sz="1600" dirty="0">
                <a:solidFill>
                  <a:schemeClr val="tx1"/>
                </a:solidFill>
                <a:latin typeface="Times New Roman" pitchFamily="18" charset="0"/>
                <a:cs typeface="Times New Roman" pitchFamily="18" charset="0"/>
              </a:rPr>
              <a:t>on or off the transponder’s transmitter</a:t>
            </a:r>
            <a:r>
              <a:rPr lang="en-US" altLang="zh-CN" sz="1600" dirty="0" smtClean="0">
                <a:solidFill>
                  <a:schemeClr val="tx1"/>
                </a:solidFill>
                <a:latin typeface="Times New Roman" pitchFamily="18" charset="0"/>
                <a:cs typeface="Times New Roman" pitchFamily="18" charset="0"/>
              </a:rPr>
              <a:t>. (Direct TC and indirect TC)</a:t>
            </a:r>
          </a:p>
          <a:p>
            <a:pPr lvl="1" eaLnBrk="1" hangingPunct="1">
              <a:spcAft>
                <a:spcPts val="1200"/>
              </a:spcAft>
              <a:buFont typeface="Wingdings" pitchFamily="2" charset="2"/>
              <a:buChar char="l"/>
            </a:pPr>
            <a:r>
              <a:rPr lang="en-US" altLang="zh-CN" sz="1600" dirty="0" smtClean="0">
                <a:solidFill>
                  <a:schemeClr val="tx1"/>
                </a:solidFill>
                <a:latin typeface="Times New Roman" pitchFamily="18" charset="0"/>
                <a:cs typeface="Times New Roman" pitchFamily="18" charset="0"/>
              </a:rPr>
              <a:t>Switch on transmitter  B before Switch off  transmitter  A. </a:t>
            </a:r>
            <a:endParaRPr lang="en-US" altLang="zh-CN" sz="1600" dirty="0">
              <a:solidFill>
                <a:schemeClr val="tx1"/>
              </a:solidFill>
              <a:latin typeface="Times New Roman" pitchFamily="18" charset="0"/>
              <a:cs typeface="Times New Roman" pitchFamily="18" charset="0"/>
            </a:endParaRPr>
          </a:p>
        </p:txBody>
      </p:sp>
      <p:sp>
        <p:nvSpPr>
          <p:cNvPr id="59400"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40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2050559826"/>
              </p:ext>
            </p:extLst>
          </p:nvPr>
        </p:nvGraphicFramePr>
        <p:xfrm>
          <a:off x="446782" y="3003798"/>
          <a:ext cx="8373690" cy="1872208"/>
        </p:xfrm>
        <a:graphic>
          <a:graphicData uri="http://schemas.openxmlformats.org/drawingml/2006/table">
            <a:tbl>
              <a:tblPr firstRow="1" firstCol="1" bandRow="1">
                <a:tableStyleId>{B301B821-A1FF-4177-AEE7-76D212191A09}</a:tableStyleId>
              </a:tblPr>
              <a:tblGrid>
                <a:gridCol w="475625"/>
                <a:gridCol w="1418853"/>
                <a:gridCol w="2250673"/>
                <a:gridCol w="4228539"/>
              </a:tblGrid>
              <a:tr h="319544">
                <a:tc>
                  <a:txBody>
                    <a:bodyPr/>
                    <a:lstStyle/>
                    <a:p>
                      <a:pPr algn="ctr">
                        <a:spcAft>
                          <a:spcPts val="0"/>
                        </a:spcAft>
                      </a:pPr>
                      <a:r>
                        <a:rPr lang="en-US" sz="1200" dirty="0">
                          <a:effectLst/>
                          <a:latin typeface="Times New Roman" pitchFamily="18" charset="0"/>
                          <a:cs typeface="Times New Roman" pitchFamily="18" charset="0"/>
                        </a:rPr>
                        <a:t>No.</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TC Number</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TC Name</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Application &amp; Description</a:t>
                      </a:r>
                      <a:endParaRPr lang="zh-CN" sz="1200" dirty="0">
                        <a:effectLst/>
                        <a:latin typeface="Times New Roman" pitchFamily="18" charset="0"/>
                        <a:ea typeface="宋体"/>
                        <a:cs typeface="Times New Roman" pitchFamily="18" charset="0"/>
                      </a:endParaRPr>
                    </a:p>
                  </a:txBody>
                  <a:tcPr marL="68584" marR="68584" marT="0" marB="0" anchor="ctr"/>
                </a:tc>
              </a:tr>
              <a:tr h="420919">
                <a:tc>
                  <a:txBody>
                    <a:bodyPr/>
                    <a:lstStyle/>
                    <a:p>
                      <a:pPr algn="ctr">
                        <a:spcAft>
                          <a:spcPts val="0"/>
                        </a:spcAft>
                      </a:pPr>
                      <a:r>
                        <a:rPr lang="en-US" sz="1200">
                          <a:effectLst/>
                          <a:latin typeface="Times New Roman" pitchFamily="18" charset="0"/>
                          <a:cs typeface="Times New Roman" pitchFamily="18" charset="0"/>
                        </a:rPr>
                        <a:t>1</a:t>
                      </a:r>
                      <a:endParaRPr lang="zh-CN" sz="120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K13</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KCB010</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B off</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USB B transmitter on/off status</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=0</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off</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r>
              <a:tr h="350136">
                <a:tc>
                  <a:txBody>
                    <a:bodyPr/>
                    <a:lstStyle/>
                    <a:p>
                      <a:pPr algn="ctr">
                        <a:spcAft>
                          <a:spcPts val="0"/>
                        </a:spcAft>
                      </a:pPr>
                      <a:r>
                        <a:rPr lang="en-US" sz="1200">
                          <a:effectLst/>
                          <a:latin typeface="Times New Roman" pitchFamily="18" charset="0"/>
                          <a:cs typeface="Times New Roman" pitchFamily="18" charset="0"/>
                        </a:rPr>
                        <a:t>2</a:t>
                      </a:r>
                      <a:endParaRPr lang="zh-CN" sz="120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K10</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KCA009</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A on</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USB A transmitter on/off status</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=1</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on</a:t>
                      </a:r>
                      <a:r>
                        <a:rPr lang="zh-CN" sz="1200" kern="1200" dirty="0" smtClean="0">
                          <a:solidFill>
                            <a:schemeClr val="dk1"/>
                          </a:solidFill>
                          <a:effectLst/>
                          <a:latin typeface="Times New Roman" pitchFamily="18" charset="0"/>
                          <a:ea typeface="+mn-ea"/>
                          <a:cs typeface="Times New Roman" pitchFamily="18" charset="0"/>
                        </a:rPr>
                        <a:t>）</a:t>
                      </a:r>
                      <a:endParaRPr lang="en-US" altLang="zh-CN" sz="1200" kern="1200" dirty="0" smtClean="0">
                        <a:solidFill>
                          <a:schemeClr val="dk1"/>
                        </a:solidFill>
                        <a:effectLst/>
                        <a:latin typeface="Times New Roman" pitchFamily="18" charset="0"/>
                        <a:ea typeface="+mn-ea"/>
                        <a:cs typeface="Times New Roman" pitchFamily="18" charset="0"/>
                      </a:endParaRPr>
                    </a:p>
                  </a:txBody>
                  <a:tcPr marL="68584" marR="68584" marT="0" marB="0" anchor="ctr"/>
                </a:tc>
              </a:tr>
              <a:tr h="360690">
                <a:tc>
                  <a:txBody>
                    <a:bodyPr/>
                    <a:lstStyle/>
                    <a:p>
                      <a:pPr algn="ctr">
                        <a:spcAft>
                          <a:spcPts val="0"/>
                        </a:spcAft>
                      </a:pPr>
                      <a:r>
                        <a:rPr lang="en-US" sz="1200">
                          <a:effectLst/>
                          <a:latin typeface="Times New Roman" pitchFamily="18" charset="0"/>
                          <a:cs typeface="Times New Roman" pitchFamily="18" charset="0"/>
                        </a:rPr>
                        <a:t>3</a:t>
                      </a:r>
                      <a:endParaRPr lang="zh-CN" sz="120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KCB009</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B on</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USB B transmitter on/off status</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=1</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on</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r>
              <a:tr h="420919">
                <a:tc>
                  <a:txBody>
                    <a:bodyPr/>
                    <a:lstStyle/>
                    <a:p>
                      <a:pPr algn="ctr">
                        <a:spcAft>
                          <a:spcPts val="0"/>
                        </a:spcAft>
                      </a:pPr>
                      <a:r>
                        <a:rPr lang="en-US" sz="1200" dirty="0">
                          <a:effectLst/>
                          <a:latin typeface="Times New Roman" pitchFamily="18" charset="0"/>
                          <a:cs typeface="Times New Roman" pitchFamily="18" charset="0"/>
                        </a:rPr>
                        <a:t>4</a:t>
                      </a:r>
                      <a:endParaRPr lang="zh-CN" sz="12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200" kern="1200" dirty="0" smtClean="0">
                          <a:solidFill>
                            <a:schemeClr val="dk1"/>
                          </a:solidFill>
                          <a:effectLst/>
                          <a:latin typeface="Times New Roman" pitchFamily="18" charset="0"/>
                          <a:ea typeface="+mn-ea"/>
                          <a:cs typeface="Times New Roman" pitchFamily="18" charset="0"/>
                        </a:rPr>
                        <a:t>K12</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smtClean="0">
                          <a:solidFill>
                            <a:schemeClr val="dk1"/>
                          </a:solidFill>
                          <a:effectLst/>
                          <a:latin typeface="Times New Roman" pitchFamily="18" charset="0"/>
                          <a:ea typeface="+mn-ea"/>
                          <a:cs typeface="Times New Roman" pitchFamily="18" charset="0"/>
                        </a:rPr>
                        <a:t>KCA010</a:t>
                      </a:r>
                      <a:r>
                        <a:rPr lang="zh-CN"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algn="ctr">
                        <a:spcAft>
                          <a:spcPts val="0"/>
                        </a:spcAft>
                      </a:pPr>
                      <a:r>
                        <a:rPr lang="en-US" sz="1200" dirty="0">
                          <a:effectLst/>
                          <a:latin typeface="Times New Roman" pitchFamily="18" charset="0"/>
                          <a:cs typeface="Times New Roman" pitchFamily="18" charset="0"/>
                        </a:rPr>
                        <a:t>Transmitter of USB A off</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TA001</a:t>
                      </a:r>
                      <a:r>
                        <a:rPr lang="zh-CN" sz="1200" kern="1200" dirty="0" smtClean="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USB A transmitter on/off status</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=0</a:t>
                      </a:r>
                      <a:r>
                        <a:rPr lang="zh-CN" sz="1200" kern="1200" dirty="0">
                          <a:solidFill>
                            <a:schemeClr val="dk1"/>
                          </a:solidFill>
                          <a:effectLst/>
                          <a:latin typeface="Times New Roman" pitchFamily="18" charset="0"/>
                          <a:ea typeface="+mn-ea"/>
                          <a:cs typeface="Times New Roman" pitchFamily="18" charset="0"/>
                        </a:rPr>
                        <a:t>（</a:t>
                      </a:r>
                      <a:r>
                        <a:rPr lang="en-US" sz="1200" kern="1200" dirty="0">
                          <a:solidFill>
                            <a:schemeClr val="dk1"/>
                          </a:solidFill>
                          <a:effectLst/>
                          <a:latin typeface="Times New Roman" pitchFamily="18" charset="0"/>
                          <a:ea typeface="+mn-ea"/>
                          <a:cs typeface="Times New Roman" pitchFamily="18" charset="0"/>
                        </a:rPr>
                        <a:t>off</a:t>
                      </a:r>
                      <a:r>
                        <a:rPr lang="zh-CN" sz="1200" kern="1200" dirty="0" smtClean="0">
                          <a:solidFill>
                            <a:schemeClr val="dk1"/>
                          </a:solidFill>
                          <a:effectLst/>
                          <a:latin typeface="Times New Roman" pitchFamily="18" charset="0"/>
                          <a:ea typeface="+mn-ea"/>
                          <a:cs typeface="Times New Roman" pitchFamily="18" charset="0"/>
                        </a:rPr>
                        <a:t>）</a:t>
                      </a:r>
                      <a:endParaRPr lang="en-US" altLang="zh-CN" sz="1200" kern="1200" dirty="0" smtClean="0">
                        <a:solidFill>
                          <a:schemeClr val="dk1"/>
                        </a:solidFill>
                        <a:effectLst/>
                        <a:latin typeface="Times New Roman" pitchFamily="18" charset="0"/>
                        <a:ea typeface="+mn-ea"/>
                        <a:cs typeface="Times New Roman" pitchFamily="18" charset="0"/>
                      </a:endParaRPr>
                    </a:p>
                  </a:txBody>
                  <a:tcPr marL="68584" marR="68584" marT="0" marB="0" anchor="ctr"/>
                </a:tc>
              </a:tr>
            </a:tbl>
          </a:graphicData>
        </a:graphic>
      </p:graphicFrame>
    </p:spTree>
    <p:extLst>
      <p:ext uri="{BB962C8B-B14F-4D97-AF65-F5344CB8AC3E}">
        <p14:creationId xmlns:p14="http://schemas.microsoft.com/office/powerpoint/2010/main" val="2247013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4" name="矩形 3"/>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59396"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7"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8"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399" name="TextBox 5"/>
          <p:cNvSpPr txBox="1">
            <a:spLocks noChangeArrowheads="1"/>
          </p:cNvSpPr>
          <p:nvPr/>
        </p:nvSpPr>
        <p:spPr bwMode="auto">
          <a:xfrm>
            <a:off x="215900" y="951570"/>
            <a:ext cx="8569325" cy="156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dirty="0" smtClean="0">
                <a:solidFill>
                  <a:srgbClr val="0070C0"/>
                </a:solidFill>
                <a:latin typeface="Times New Roman" pitchFamily="18" charset="0"/>
                <a:cs typeface="Times New Roman" pitchFamily="18" charset="0"/>
              </a:rPr>
              <a:t>3.1  Telecommands </a:t>
            </a:r>
            <a:r>
              <a:rPr lang="en-US" altLang="zh-CN" dirty="0">
                <a:solidFill>
                  <a:srgbClr val="0070C0"/>
                </a:solidFill>
                <a:latin typeface="Times New Roman" pitchFamily="18" charset="0"/>
                <a:cs typeface="Times New Roman" pitchFamily="18" charset="0"/>
              </a:rPr>
              <a:t>Of S Band </a:t>
            </a:r>
            <a:r>
              <a:rPr lang="en-US" altLang="zh-CN" dirty="0" smtClean="0">
                <a:solidFill>
                  <a:srgbClr val="0070C0"/>
                </a:solidFill>
                <a:latin typeface="Times New Roman" pitchFamily="18" charset="0"/>
                <a:cs typeface="Times New Roman" pitchFamily="18" charset="0"/>
              </a:rPr>
              <a:t>Transponder</a:t>
            </a:r>
          </a:p>
          <a:p>
            <a:pPr lvl="1" eaLnBrk="1" hangingPunct="1">
              <a:spcAft>
                <a:spcPts val="1200"/>
              </a:spcAft>
              <a:buFont typeface="Wingdings" pitchFamily="2" charset="2"/>
              <a:buChar char="l"/>
            </a:pPr>
            <a:r>
              <a:rPr lang="en-US" altLang="zh-CN" sz="1800" dirty="0">
                <a:solidFill>
                  <a:schemeClr val="tx1"/>
                </a:solidFill>
                <a:latin typeface="Times New Roman" pitchFamily="18" charset="0"/>
                <a:cs typeface="Times New Roman" pitchFamily="18" charset="0"/>
              </a:rPr>
              <a:t>The commands listed in the table can be used to control the transponder’s coherent and ranging status . (Direct TC)</a:t>
            </a:r>
          </a:p>
          <a:p>
            <a:pPr marL="0" indent="0" algn="l" eaLnBrk="1" hangingPunct="1">
              <a:spcAft>
                <a:spcPts val="1200"/>
              </a:spcAft>
            </a:pPr>
            <a:endParaRPr lang="en-US" altLang="zh-CN" dirty="0" smtClean="0">
              <a:solidFill>
                <a:srgbClr val="0070C0"/>
              </a:solidFill>
              <a:latin typeface="Times New Roman" pitchFamily="18" charset="0"/>
              <a:cs typeface="Times New Roman" pitchFamily="18" charset="0"/>
            </a:endParaRPr>
          </a:p>
        </p:txBody>
      </p:sp>
      <p:sp>
        <p:nvSpPr>
          <p:cNvPr id="59400"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5940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val="143109422"/>
              </p:ext>
            </p:extLst>
          </p:nvPr>
        </p:nvGraphicFramePr>
        <p:xfrm>
          <a:off x="395536" y="2031690"/>
          <a:ext cx="8565780" cy="2485564"/>
        </p:xfrm>
        <a:graphic>
          <a:graphicData uri="http://schemas.openxmlformats.org/drawingml/2006/table">
            <a:tbl>
              <a:tblPr firstRow="1" firstCol="1" bandRow="1">
                <a:tableStyleId>{B301B821-A1FF-4177-AEE7-76D212191A09}</a:tableStyleId>
              </a:tblPr>
              <a:tblGrid>
                <a:gridCol w="490445"/>
                <a:gridCol w="1159390"/>
                <a:gridCol w="2304259"/>
                <a:gridCol w="4611686"/>
              </a:tblGrid>
              <a:tr h="457200">
                <a:tc>
                  <a:txBody>
                    <a:bodyPr/>
                    <a:lstStyle/>
                    <a:p>
                      <a:pPr algn="ctr">
                        <a:spcAft>
                          <a:spcPts val="0"/>
                        </a:spcAft>
                      </a:pPr>
                      <a:r>
                        <a:rPr lang="en-US" sz="1500" dirty="0">
                          <a:effectLst/>
                          <a:latin typeface="Times New Roman" pitchFamily="18" charset="0"/>
                          <a:cs typeface="Times New Roman" pitchFamily="18" charset="0"/>
                        </a:rPr>
                        <a:t>No.</a:t>
                      </a:r>
                      <a:endParaRPr lang="zh-CN" sz="15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500" dirty="0">
                          <a:effectLst/>
                          <a:latin typeface="Times New Roman" pitchFamily="18" charset="0"/>
                          <a:cs typeface="Times New Roman" pitchFamily="18" charset="0"/>
                        </a:rPr>
                        <a:t>TC Number</a:t>
                      </a:r>
                      <a:endParaRPr lang="zh-CN" sz="15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500" dirty="0">
                          <a:effectLst/>
                          <a:latin typeface="Times New Roman" pitchFamily="18" charset="0"/>
                          <a:cs typeface="Times New Roman" pitchFamily="18" charset="0"/>
                        </a:rPr>
                        <a:t>TC Name</a:t>
                      </a:r>
                      <a:endParaRPr lang="zh-CN" sz="1500" dirty="0">
                        <a:solidFill>
                          <a:srgbClr val="000000"/>
                        </a:solidFill>
                        <a:effectLst/>
                        <a:latin typeface="Times New Roman" pitchFamily="18" charset="0"/>
                        <a:cs typeface="Times New Roman" pitchFamily="18" charset="0"/>
                      </a:endParaRPr>
                    </a:p>
                  </a:txBody>
                  <a:tcPr marL="68584" marR="68584" marT="0" marB="0" anchor="ctr"/>
                </a:tc>
                <a:tc>
                  <a:txBody>
                    <a:bodyPr/>
                    <a:lstStyle/>
                    <a:p>
                      <a:pPr algn="ctr">
                        <a:spcAft>
                          <a:spcPts val="0"/>
                        </a:spcAft>
                      </a:pPr>
                      <a:r>
                        <a:rPr lang="en-US" sz="1500" dirty="0">
                          <a:effectLst/>
                          <a:latin typeface="Times New Roman" pitchFamily="18" charset="0"/>
                          <a:cs typeface="Times New Roman" pitchFamily="18" charset="0"/>
                        </a:rPr>
                        <a:t>Application &amp; Description</a:t>
                      </a:r>
                      <a:endParaRPr lang="zh-CN" sz="1500" dirty="0">
                        <a:effectLst/>
                        <a:latin typeface="Times New Roman" pitchFamily="18" charset="0"/>
                        <a:ea typeface="宋体"/>
                        <a:cs typeface="Times New Roman" pitchFamily="18" charset="0"/>
                      </a:endParaRPr>
                    </a:p>
                  </a:txBody>
                  <a:tcPr marL="68584" marR="68584" marT="0" marB="0" anchor="ctr"/>
                </a:tc>
              </a:tr>
              <a:tr h="514620">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1</a:t>
                      </a:r>
                      <a:endParaRPr lang="zh-CN" sz="1200" kern="120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K14</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Transponder A and B coherent in work</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TA005=1(A </a:t>
                      </a:r>
                      <a:r>
                        <a:rPr lang="en-US" altLang="zh-CN" sz="1200" kern="1200" dirty="0" smtClean="0">
                          <a:solidFill>
                            <a:schemeClr val="dk1"/>
                          </a:solidFill>
                          <a:effectLst/>
                          <a:latin typeface="Times New Roman" pitchFamily="18" charset="0"/>
                          <a:ea typeface="+mn-ea"/>
                          <a:cs typeface="Times New Roman" pitchFamily="18" charset="0"/>
                        </a:rPr>
                        <a:t>coherent in work</a:t>
                      </a:r>
                      <a:r>
                        <a:rPr lang="en-US"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TB005=1 (B </a:t>
                      </a:r>
                      <a:r>
                        <a:rPr lang="en-US" altLang="zh-CN" sz="1200" kern="1200" dirty="0" smtClean="0">
                          <a:solidFill>
                            <a:schemeClr val="dk1"/>
                          </a:solidFill>
                          <a:effectLst/>
                          <a:latin typeface="Times New Roman" pitchFamily="18" charset="0"/>
                          <a:ea typeface="+mn-ea"/>
                          <a:cs typeface="Times New Roman" pitchFamily="18" charset="0"/>
                        </a:rPr>
                        <a:t>coherent in work</a:t>
                      </a:r>
                      <a:r>
                        <a:rPr lang="en-US"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r>
              <a:tr h="499562">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2</a:t>
                      </a:r>
                      <a:endParaRPr lang="zh-CN" sz="1200" kern="120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K15</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Transponder A and B incoherent in work</a:t>
                      </a:r>
                      <a:endParaRPr lang="zh-CN" sz="1200" kern="120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TA005</a:t>
                      </a:r>
                      <a:r>
                        <a:rPr lang="en-US" altLang="zh-CN" sz="1200" kern="1200" dirty="0" smtClean="0">
                          <a:solidFill>
                            <a:schemeClr val="dk1"/>
                          </a:solidFill>
                          <a:effectLst/>
                          <a:latin typeface="Times New Roman" pitchFamily="18" charset="0"/>
                          <a:ea typeface="+mn-ea"/>
                          <a:cs typeface="Times New Roman" pitchFamily="18" charset="0"/>
                        </a:rPr>
                        <a:t>=0 (A incoherent in work)</a:t>
                      </a:r>
                      <a:endParaRPr lang="zh-CN" altLang="zh-CN" sz="1200" kern="1200" dirty="0" smtClean="0">
                        <a:solidFill>
                          <a:schemeClr val="dk1"/>
                        </a:solidFill>
                        <a:effectLst/>
                        <a:latin typeface="Times New Roman" pitchFamily="18" charset="0"/>
                        <a:ea typeface="+mn-ea"/>
                        <a:cs typeface="Times New Roman" pitchFamily="18" charset="0"/>
                      </a:endParaRPr>
                    </a:p>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TB005</a:t>
                      </a:r>
                      <a:r>
                        <a:rPr lang="en-US" altLang="zh-CN" sz="1200" kern="1200" dirty="0" smtClean="0">
                          <a:solidFill>
                            <a:schemeClr val="dk1"/>
                          </a:solidFill>
                          <a:effectLst/>
                          <a:latin typeface="Times New Roman" pitchFamily="18" charset="0"/>
                          <a:ea typeface="+mn-ea"/>
                          <a:cs typeface="Times New Roman" pitchFamily="18" charset="0"/>
                        </a:rPr>
                        <a:t>=0 (B incoherent in work)</a:t>
                      </a:r>
                      <a:endParaRPr lang="zh-CN" alt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r>
              <a:tr h="514620">
                <a:tc>
                  <a:txBody>
                    <a:bodyPr/>
                    <a:lstStyle/>
                    <a:p>
                      <a:pPr marL="0" algn="l" defTabSz="914400" rtl="0" eaLnBrk="1" latinLnBrk="0" hangingPunct="1">
                        <a:spcAft>
                          <a:spcPts val="0"/>
                        </a:spcAft>
                      </a:pPr>
                      <a:r>
                        <a:rPr lang="en-US" sz="1200" kern="1200">
                          <a:solidFill>
                            <a:schemeClr val="dk1"/>
                          </a:solidFill>
                          <a:effectLst/>
                          <a:latin typeface="Times New Roman" pitchFamily="18" charset="0"/>
                          <a:ea typeface="+mn-ea"/>
                          <a:cs typeface="Times New Roman" pitchFamily="18" charset="0"/>
                        </a:rPr>
                        <a:t>3</a:t>
                      </a:r>
                      <a:endParaRPr lang="zh-CN" sz="1200" kern="120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K16</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Transponder A and B ranging on</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TA006</a:t>
                      </a:r>
                      <a:r>
                        <a:rPr lang="en-US" sz="1200" kern="1200" dirty="0" smtClean="0">
                          <a:solidFill>
                            <a:schemeClr val="dk1"/>
                          </a:solidFill>
                          <a:effectLst/>
                          <a:latin typeface="Times New Roman" pitchFamily="18" charset="0"/>
                          <a:ea typeface="+mn-ea"/>
                          <a:cs typeface="Times New Roman" pitchFamily="18" charset="0"/>
                        </a:rPr>
                        <a:t>=1 (</a:t>
                      </a:r>
                      <a:r>
                        <a:rPr lang="en-US" altLang="zh-CN" sz="1200" kern="1200" dirty="0" smtClean="0">
                          <a:solidFill>
                            <a:schemeClr val="dk1"/>
                          </a:solidFill>
                          <a:effectLst/>
                          <a:latin typeface="Times New Roman" pitchFamily="18" charset="0"/>
                          <a:ea typeface="+mn-ea"/>
                          <a:cs typeface="Times New Roman" pitchFamily="18" charset="0"/>
                        </a:rPr>
                        <a:t>A ranging on)</a:t>
                      </a:r>
                      <a:endParaRPr lang="zh-CN" sz="1200" kern="1200" dirty="0">
                        <a:solidFill>
                          <a:schemeClr val="dk1"/>
                        </a:solidFill>
                        <a:effectLst/>
                        <a:latin typeface="Times New Roman" pitchFamily="18" charset="0"/>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TB006</a:t>
                      </a:r>
                      <a:r>
                        <a:rPr lang="en-US" sz="1200" kern="1200" dirty="0" smtClean="0">
                          <a:solidFill>
                            <a:schemeClr val="dk1"/>
                          </a:solidFill>
                          <a:effectLst/>
                          <a:latin typeface="Times New Roman" pitchFamily="18" charset="0"/>
                          <a:ea typeface="+mn-ea"/>
                          <a:cs typeface="Times New Roman" pitchFamily="18" charset="0"/>
                        </a:rPr>
                        <a:t>=1(</a:t>
                      </a:r>
                      <a:r>
                        <a:rPr lang="en-US" altLang="zh-CN" sz="1200" kern="1200" dirty="0" smtClean="0">
                          <a:solidFill>
                            <a:schemeClr val="dk1"/>
                          </a:solidFill>
                          <a:effectLst/>
                          <a:latin typeface="Times New Roman" pitchFamily="18" charset="0"/>
                          <a:ea typeface="+mn-ea"/>
                          <a:cs typeface="Times New Roman" pitchFamily="18" charset="0"/>
                        </a:rPr>
                        <a:t> B ranging on</a:t>
                      </a:r>
                      <a:r>
                        <a:rPr lang="en-US" sz="1200" kern="1200" dirty="0" smtClean="0">
                          <a:solidFill>
                            <a:schemeClr val="dk1"/>
                          </a:solidFill>
                          <a:effectLst/>
                          <a:latin typeface="Times New Roman" pitchFamily="18" charset="0"/>
                          <a:ea typeface="+mn-ea"/>
                          <a:cs typeface="Times New Roman" pitchFamily="18" charset="0"/>
                        </a:rPr>
                        <a:t>)</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r>
              <a:tr h="499562">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4</a:t>
                      </a:r>
                      <a:endParaRPr lang="zh-CN" sz="1200" kern="1200" dirty="0">
                        <a:solidFill>
                          <a:schemeClr val="dk1"/>
                        </a:solidFill>
                        <a:effectLst/>
                        <a:latin typeface="Times New Roman" pitchFamily="18" charset="0"/>
                        <a:ea typeface="+mn-ea"/>
                        <a:cs typeface="Times New Roman" pitchFamily="18" charset="0"/>
                      </a:endParaRPr>
                    </a:p>
                  </a:txBody>
                  <a:tcPr marL="68584" marR="68584" marT="0" marB="0" anchor="ctr"/>
                </a:tc>
                <a:tc>
                  <a:txBody>
                    <a:bodyPr/>
                    <a:lstStyle/>
                    <a:p>
                      <a:pPr marL="0" algn="l" defTabSz="914400" rtl="0" eaLnBrk="1" latinLnBrk="0" hangingPunct="1">
                        <a:spcAft>
                          <a:spcPts val="0"/>
                        </a:spcAft>
                      </a:pPr>
                      <a:r>
                        <a:rPr lang="en-US" sz="1200" kern="1200" dirty="0" smtClean="0">
                          <a:solidFill>
                            <a:schemeClr val="dk1"/>
                          </a:solidFill>
                          <a:effectLst/>
                          <a:latin typeface="Times New Roman" pitchFamily="18" charset="0"/>
                          <a:ea typeface="+mn-ea"/>
                          <a:cs typeface="Times New Roman" pitchFamily="18" charset="0"/>
                        </a:rPr>
                        <a:t>K17</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spcAft>
                          <a:spcPts val="0"/>
                        </a:spcAft>
                      </a:pPr>
                      <a:r>
                        <a:rPr lang="en-US" sz="1200" kern="1200" dirty="0">
                          <a:solidFill>
                            <a:schemeClr val="dk1"/>
                          </a:solidFill>
                          <a:effectLst/>
                          <a:latin typeface="Times New Roman" pitchFamily="18" charset="0"/>
                          <a:ea typeface="+mn-ea"/>
                          <a:cs typeface="Times New Roman" pitchFamily="18" charset="0"/>
                        </a:rPr>
                        <a:t>Transponder A and B ranging off</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TA006=0 (A ranging off)</a:t>
                      </a:r>
                      <a:endParaRPr lang="zh-CN" altLang="zh-CN" sz="1200" kern="1200" dirty="0" smtClean="0">
                        <a:solidFill>
                          <a:schemeClr val="dk1"/>
                        </a:solidFill>
                        <a:effectLst/>
                        <a:latin typeface="Times New Roman" pitchFamily="18" charset="0"/>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TB006=0( B ranging off)</a:t>
                      </a:r>
                      <a:endParaRPr lang="zh-CN" alt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r>
            </a:tbl>
          </a:graphicData>
        </a:graphic>
      </p:graphicFrame>
      <p:sp>
        <p:nvSpPr>
          <p:cNvPr id="11"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03253042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0420"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2"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3" name="TextBox 5"/>
          <p:cNvSpPr txBox="1">
            <a:spLocks noChangeArrowheads="1"/>
          </p:cNvSpPr>
          <p:nvPr/>
        </p:nvSpPr>
        <p:spPr bwMode="auto">
          <a:xfrm>
            <a:off x="182736" y="828675"/>
            <a:ext cx="8676580" cy="253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rgbClr val="0070C0"/>
                </a:solidFill>
              </a:rPr>
              <a:t>3.2 Telecommands </a:t>
            </a:r>
            <a:r>
              <a:rPr lang="en-US" altLang="zh-CN" sz="2900" dirty="0">
                <a:solidFill>
                  <a:srgbClr val="0070C0"/>
                </a:solidFill>
              </a:rPr>
              <a:t>Of GPS Receiver</a:t>
            </a:r>
          </a:p>
          <a:p>
            <a:pPr lvl="1" algn="l" eaLnBrk="1" hangingPunct="1">
              <a:spcAft>
                <a:spcPts val="1200"/>
              </a:spcAft>
              <a:buFont typeface="Wingdings" pitchFamily="2" charset="2"/>
              <a:buChar char="l"/>
            </a:pPr>
            <a:r>
              <a:rPr lang="en-US" altLang="zh-CN" dirty="0">
                <a:solidFill>
                  <a:schemeClr val="tx1"/>
                </a:solidFill>
              </a:rPr>
              <a:t>The GPS receiver’s commands </a:t>
            </a:r>
            <a:r>
              <a:rPr lang="en-US" altLang="zh-CN" dirty="0" smtClean="0">
                <a:solidFill>
                  <a:schemeClr val="tx1"/>
                </a:solidFill>
              </a:rPr>
              <a:t>are </a:t>
            </a:r>
            <a:r>
              <a:rPr lang="en-US" altLang="zh-CN" dirty="0">
                <a:solidFill>
                  <a:schemeClr val="tx1"/>
                </a:solidFill>
              </a:rPr>
              <a:t>shown in the table.</a:t>
            </a:r>
          </a:p>
          <a:p>
            <a:pPr lvl="1" algn="l" eaLnBrk="1" hangingPunct="1">
              <a:spcAft>
                <a:spcPts val="1200"/>
              </a:spcAft>
              <a:buFont typeface="Wingdings" pitchFamily="2" charset="2"/>
              <a:buChar char="l"/>
            </a:pPr>
            <a:r>
              <a:rPr lang="en-US" altLang="zh-CN" dirty="0" smtClean="0">
                <a:solidFill>
                  <a:schemeClr val="tx1"/>
                </a:solidFill>
              </a:rPr>
              <a:t>The 3 indirect OC </a:t>
            </a:r>
            <a:r>
              <a:rPr lang="en-US" altLang="zh-CN" dirty="0">
                <a:solidFill>
                  <a:schemeClr val="tx1"/>
                </a:solidFill>
              </a:rPr>
              <a:t>commands can </a:t>
            </a:r>
            <a:r>
              <a:rPr lang="en-US" altLang="zh-CN" dirty="0" smtClean="0">
                <a:solidFill>
                  <a:schemeClr val="tx1"/>
                </a:solidFill>
              </a:rPr>
              <a:t>switch </a:t>
            </a:r>
            <a:r>
              <a:rPr lang="en-US" altLang="zh-CN" dirty="0">
                <a:solidFill>
                  <a:schemeClr val="tx1"/>
                </a:solidFill>
              </a:rPr>
              <a:t>on or off the GPS receiver </a:t>
            </a:r>
            <a:r>
              <a:rPr lang="en-US" altLang="zh-CN" dirty="0" smtClean="0">
                <a:solidFill>
                  <a:schemeClr val="tx1"/>
                </a:solidFill>
              </a:rPr>
              <a:t>A </a:t>
            </a:r>
            <a:r>
              <a:rPr lang="en-US" altLang="zh-CN" dirty="0">
                <a:solidFill>
                  <a:schemeClr val="tx1"/>
                </a:solidFill>
              </a:rPr>
              <a:t>and </a:t>
            </a:r>
            <a:r>
              <a:rPr lang="en-US" altLang="zh-CN" dirty="0" smtClean="0">
                <a:solidFill>
                  <a:schemeClr val="tx1"/>
                </a:solidFill>
              </a:rPr>
              <a:t>B.</a:t>
            </a:r>
            <a:endParaRPr lang="en-US" altLang="zh-CN" dirty="0">
              <a:solidFill>
                <a:schemeClr val="tx1"/>
              </a:solidFill>
            </a:endParaRPr>
          </a:p>
          <a:p>
            <a:pPr lvl="1" algn="l" eaLnBrk="1" hangingPunct="1">
              <a:spcAft>
                <a:spcPts val="1200"/>
              </a:spcAft>
              <a:buFont typeface="Wingdings" pitchFamily="2" charset="2"/>
              <a:buChar char="l"/>
            </a:pPr>
            <a:r>
              <a:rPr lang="en-US" altLang="zh-CN" dirty="0">
                <a:solidFill>
                  <a:srgbClr val="FF0000"/>
                </a:solidFill>
              </a:rPr>
              <a:t>It’s forbidden that both the two GPS receivers are </a:t>
            </a:r>
            <a:r>
              <a:rPr lang="en-US" altLang="zh-CN" dirty="0" smtClean="0">
                <a:solidFill>
                  <a:srgbClr val="FF0000"/>
                </a:solidFill>
              </a:rPr>
              <a:t>switch on </a:t>
            </a:r>
            <a:r>
              <a:rPr lang="en-US" altLang="zh-CN" dirty="0">
                <a:solidFill>
                  <a:srgbClr val="FF0000"/>
                </a:solidFill>
              </a:rPr>
              <a:t>at the same time.</a:t>
            </a:r>
          </a:p>
        </p:txBody>
      </p:sp>
      <p:sp>
        <p:nvSpPr>
          <p:cNvPr id="60424"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042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1941374301"/>
              </p:ext>
            </p:extLst>
          </p:nvPr>
        </p:nvGraphicFramePr>
        <p:xfrm>
          <a:off x="718798" y="2839643"/>
          <a:ext cx="8068045" cy="1859073"/>
        </p:xfrm>
        <a:graphic>
          <a:graphicData uri="http://schemas.openxmlformats.org/drawingml/2006/table">
            <a:tbl>
              <a:tblPr firstRow="1" firstCol="1" bandRow="1">
                <a:tableStyleId>{5C22544A-7EE6-4342-B048-85BDC9FD1C3A}</a:tableStyleId>
              </a:tblPr>
              <a:tblGrid>
                <a:gridCol w="505443"/>
                <a:gridCol w="1363521"/>
                <a:gridCol w="2233730"/>
                <a:gridCol w="3965351"/>
              </a:tblGrid>
              <a:tr h="391713">
                <a:tc>
                  <a:txBody>
                    <a:bodyPr/>
                    <a:lstStyle/>
                    <a:p>
                      <a:pPr algn="ctr">
                        <a:spcAft>
                          <a:spcPts val="0"/>
                        </a:spcAft>
                      </a:pPr>
                      <a:r>
                        <a:rPr lang="en-US" sz="1400" dirty="0">
                          <a:effectLst/>
                          <a:latin typeface="Times New Roman" pitchFamily="18" charset="0"/>
                          <a:cs typeface="Times New Roman" pitchFamily="18" charset="0"/>
                        </a:rPr>
                        <a:t>No.</a:t>
                      </a:r>
                      <a:endParaRPr lang="zh-CN" sz="1400" dirty="0">
                        <a:solidFill>
                          <a:srgbClr val="000000"/>
                        </a:solidFill>
                        <a:effectLst/>
                        <a:latin typeface="Times New Roman" pitchFamily="18" charset="0"/>
                        <a:cs typeface="Times New Roman" pitchFamily="18" charset="0"/>
                      </a:endParaRPr>
                    </a:p>
                  </a:txBody>
                  <a:tcPr marL="68582" marR="68582" marT="0" marB="0" anchor="ctr"/>
                </a:tc>
                <a:tc>
                  <a:txBody>
                    <a:bodyPr/>
                    <a:lstStyle/>
                    <a:p>
                      <a:pPr algn="ctr">
                        <a:spcAft>
                          <a:spcPts val="0"/>
                        </a:spcAft>
                      </a:pPr>
                      <a:r>
                        <a:rPr lang="en-US" sz="1400">
                          <a:effectLst/>
                          <a:latin typeface="Times New Roman" pitchFamily="18" charset="0"/>
                          <a:cs typeface="Times New Roman" pitchFamily="18" charset="0"/>
                        </a:rPr>
                        <a:t>TC Number</a:t>
                      </a:r>
                      <a:endParaRPr lang="zh-CN" sz="1400">
                        <a:solidFill>
                          <a:srgbClr val="000000"/>
                        </a:solidFill>
                        <a:effectLst/>
                        <a:latin typeface="Times New Roman" pitchFamily="18" charset="0"/>
                        <a:cs typeface="Times New Roman" pitchFamily="18" charset="0"/>
                      </a:endParaRPr>
                    </a:p>
                  </a:txBody>
                  <a:tcPr marL="68582" marR="68582" marT="0" marB="0" anchor="ctr"/>
                </a:tc>
                <a:tc>
                  <a:txBody>
                    <a:bodyPr/>
                    <a:lstStyle/>
                    <a:p>
                      <a:pPr algn="ctr">
                        <a:spcAft>
                          <a:spcPts val="0"/>
                        </a:spcAft>
                      </a:pPr>
                      <a:r>
                        <a:rPr lang="en-US" sz="1400">
                          <a:effectLst/>
                          <a:latin typeface="Times New Roman" pitchFamily="18" charset="0"/>
                          <a:cs typeface="Times New Roman" pitchFamily="18" charset="0"/>
                        </a:rPr>
                        <a:t>TC Name</a:t>
                      </a:r>
                      <a:endParaRPr lang="zh-CN" sz="1400">
                        <a:solidFill>
                          <a:srgbClr val="000000"/>
                        </a:solidFill>
                        <a:effectLst/>
                        <a:latin typeface="Times New Roman" pitchFamily="18" charset="0"/>
                        <a:cs typeface="Times New Roman" pitchFamily="18" charset="0"/>
                      </a:endParaRPr>
                    </a:p>
                  </a:txBody>
                  <a:tcPr marL="68582" marR="68582" marT="0" marB="0" anchor="ctr"/>
                </a:tc>
                <a:tc>
                  <a:txBody>
                    <a:bodyPr/>
                    <a:lstStyle/>
                    <a:p>
                      <a:pPr algn="ctr">
                        <a:spcAft>
                          <a:spcPts val="0"/>
                        </a:spcAft>
                      </a:pPr>
                      <a:r>
                        <a:rPr lang="en-US" sz="1400" dirty="0">
                          <a:effectLst/>
                          <a:latin typeface="Times New Roman" pitchFamily="18" charset="0"/>
                          <a:cs typeface="Times New Roman" pitchFamily="18" charset="0"/>
                        </a:rPr>
                        <a:t>Application &amp; Description</a:t>
                      </a:r>
                      <a:endParaRPr lang="zh-CN" sz="1400" dirty="0">
                        <a:effectLst/>
                        <a:latin typeface="Times New Roman" pitchFamily="18" charset="0"/>
                        <a:ea typeface="宋体"/>
                        <a:cs typeface="Times New Roman" pitchFamily="18" charset="0"/>
                      </a:endParaRPr>
                    </a:p>
                  </a:txBody>
                  <a:tcPr marL="68582" marR="68582" marT="0" marB="0"/>
                </a:tc>
              </a:tr>
              <a:tr h="489120">
                <a:tc>
                  <a:txBody>
                    <a:bodyPr/>
                    <a:lstStyle/>
                    <a:p>
                      <a:pPr algn="ctr">
                        <a:lnSpc>
                          <a:spcPct val="115000"/>
                        </a:lnSpc>
                        <a:spcAft>
                          <a:spcPts val="0"/>
                        </a:spcAft>
                      </a:pPr>
                      <a:r>
                        <a:rPr lang="en-US" sz="1400" cap="all">
                          <a:effectLst/>
                          <a:latin typeface="Times New Roman" pitchFamily="18" charset="0"/>
                          <a:cs typeface="Times New Roman" pitchFamily="18" charset="0"/>
                        </a:rPr>
                        <a:t>1</a:t>
                      </a:r>
                      <a:endParaRPr lang="zh-CN" sz="1400">
                        <a:effectLst/>
                        <a:latin typeface="Times New Roman" pitchFamily="18" charset="0"/>
                        <a:ea typeface="宋体"/>
                        <a:cs typeface="Times New Roman" pitchFamily="18" charset="0"/>
                      </a:endParaRPr>
                    </a:p>
                  </a:txBody>
                  <a:tcPr marL="68582" marR="68582" marT="0" marB="0" anchor="ctr"/>
                </a:tc>
                <a:tc>
                  <a:txBody>
                    <a:bodyPr/>
                    <a:lstStyle/>
                    <a:p>
                      <a:pPr algn="l">
                        <a:spcAft>
                          <a:spcPts val="0"/>
                        </a:spcAft>
                      </a:pPr>
                      <a:r>
                        <a:rPr lang="en-US" sz="1400" kern="100" dirty="0" smtClean="0">
                          <a:solidFill>
                            <a:schemeClr val="dk1"/>
                          </a:solidFill>
                          <a:effectLst/>
                          <a:latin typeface="Times New Roman" pitchFamily="18" charset="0"/>
                          <a:ea typeface="宋体"/>
                          <a:cs typeface="Times New Roman" pitchFamily="18" charset="0"/>
                        </a:rPr>
                        <a:t>KSM112-07</a:t>
                      </a:r>
                      <a:endParaRPr lang="zh-CN" sz="1400" kern="100" dirty="0">
                        <a:solidFill>
                          <a:schemeClr val="dk1"/>
                        </a:solidFill>
                        <a:effectLst/>
                        <a:latin typeface="Times New Roman" pitchFamily="18" charset="0"/>
                        <a:ea typeface="宋体"/>
                        <a:cs typeface="Times New Roman" pitchFamily="18" charset="0"/>
                      </a:endParaRPr>
                    </a:p>
                  </a:txBody>
                  <a:tcPr marL="68580" marR="68580" marT="0" marB="0" anchor="ctr"/>
                </a:tc>
                <a:tc>
                  <a:txBody>
                    <a:bodyPr/>
                    <a:lstStyle/>
                    <a:p>
                      <a:pPr marR="635" algn="ctr">
                        <a:lnSpc>
                          <a:spcPct val="115000"/>
                        </a:lnSpc>
                        <a:spcAft>
                          <a:spcPts val="0"/>
                        </a:spcAft>
                      </a:pPr>
                      <a:r>
                        <a:rPr lang="en-US" sz="1400" dirty="0">
                          <a:effectLst/>
                          <a:latin typeface="Times New Roman" pitchFamily="18" charset="0"/>
                          <a:cs typeface="Times New Roman" pitchFamily="18" charset="0"/>
                        </a:rPr>
                        <a:t>GPS Receiver </a:t>
                      </a:r>
                      <a:r>
                        <a:rPr lang="en-US" sz="1400" dirty="0" smtClean="0">
                          <a:effectLst/>
                          <a:latin typeface="Times New Roman" pitchFamily="18" charset="0"/>
                          <a:cs typeface="Times New Roman" pitchFamily="18" charset="0"/>
                        </a:rPr>
                        <a:t>A </a:t>
                      </a:r>
                      <a:r>
                        <a:rPr lang="en-US" sz="1400" dirty="0">
                          <a:effectLst/>
                          <a:latin typeface="Times New Roman" pitchFamily="18" charset="0"/>
                          <a:cs typeface="Times New Roman" pitchFamily="18" charset="0"/>
                        </a:rPr>
                        <a:t>on</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tx1"/>
                          </a:solidFill>
                          <a:latin typeface="+mn-lt"/>
                          <a:ea typeface="+mn-ea"/>
                          <a:cs typeface="+mn-cs"/>
                        </a:rPr>
                        <a:t>GS004 (GPS receiver</a:t>
                      </a:r>
                      <a:r>
                        <a:rPr lang="en-US" sz="1400" kern="1200" baseline="0" dirty="0" smtClean="0">
                          <a:solidFill>
                            <a:schemeClr val="tx1"/>
                          </a:solidFill>
                          <a:latin typeface="+mn-lt"/>
                          <a:ea typeface="+mn-ea"/>
                          <a:cs typeface="+mn-cs"/>
                        </a:rPr>
                        <a:t>  A/B status</a:t>
                      </a:r>
                      <a:r>
                        <a:rPr lang="en-US" sz="1400" kern="1200" dirty="0" smtClean="0">
                          <a:solidFill>
                            <a:schemeClr val="tx1"/>
                          </a:solidFill>
                          <a:latin typeface="+mn-lt"/>
                          <a:ea typeface="+mn-ea"/>
                          <a:cs typeface="+mn-cs"/>
                        </a:rPr>
                        <a:t>)=</a:t>
                      </a:r>
                      <a:r>
                        <a:rPr lang="en-US" altLang="zh-CN" sz="1400" kern="1200" dirty="0" smtClean="0">
                          <a:solidFill>
                            <a:schemeClr val="tx1"/>
                          </a:solidFill>
                          <a:effectLst/>
                          <a:latin typeface="Times New Roman" pitchFamily="18" charset="0"/>
                          <a:ea typeface="+mn-ea"/>
                          <a:cs typeface="Times New Roman" pitchFamily="18" charset="0"/>
                        </a:rPr>
                        <a:t>0(A)</a:t>
                      </a:r>
                    </a:p>
                    <a:p>
                      <a:pPr marL="0" marR="635"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effectLst/>
                          <a:latin typeface="Times New Roman" pitchFamily="18" charset="0"/>
                          <a:cs typeface="Times New Roman" pitchFamily="18" charset="0"/>
                        </a:rPr>
                        <a:t>NS006(Load</a:t>
                      </a:r>
                      <a:r>
                        <a:rPr lang="en-US" altLang="zh-CN" sz="1400" baseline="0" dirty="0" smtClean="0">
                          <a:solidFill>
                            <a:schemeClr val="tx1"/>
                          </a:solidFill>
                          <a:effectLst/>
                          <a:latin typeface="Times New Roman" pitchFamily="18" charset="0"/>
                          <a:cs typeface="Times New Roman" pitchFamily="18" charset="0"/>
                        </a:rPr>
                        <a:t> current</a:t>
                      </a:r>
                      <a:r>
                        <a:rPr lang="en-US" altLang="zh-CN" sz="1400" dirty="0" smtClean="0">
                          <a:solidFill>
                            <a:schemeClr val="tx1"/>
                          </a:solidFill>
                          <a:effectLst/>
                          <a:latin typeface="Times New Roman" pitchFamily="18" charset="0"/>
                          <a:cs typeface="Times New Roman" pitchFamily="18" charset="0"/>
                        </a:rPr>
                        <a:t>) increase 0.8~1A</a:t>
                      </a:r>
                      <a:endParaRPr lang="en-US" altLang="zh-CN" sz="1400" kern="1200" dirty="0" smtClean="0">
                        <a:solidFill>
                          <a:schemeClr val="tx1"/>
                        </a:solidFill>
                        <a:effectLst/>
                        <a:latin typeface="Times New Roman" pitchFamily="18" charset="0"/>
                        <a:ea typeface="+mn-ea"/>
                        <a:cs typeface="Times New Roman" pitchFamily="18" charset="0"/>
                      </a:endParaRPr>
                    </a:p>
                  </a:txBody>
                  <a:tcPr marL="68574" marR="68574" marT="0" marB="0" anchor="ctr"/>
                </a:tc>
              </a:tr>
              <a:tr h="489120">
                <a:tc>
                  <a:txBody>
                    <a:bodyPr/>
                    <a:lstStyle/>
                    <a:p>
                      <a:pPr algn="ctr">
                        <a:lnSpc>
                          <a:spcPct val="115000"/>
                        </a:lnSpc>
                        <a:spcAft>
                          <a:spcPts val="0"/>
                        </a:spcAft>
                      </a:pPr>
                      <a:r>
                        <a:rPr lang="en-US" altLang="zh-CN" sz="1400" cap="all" dirty="0" smtClean="0">
                          <a:effectLst/>
                          <a:latin typeface="Times New Roman" pitchFamily="18" charset="0"/>
                          <a:ea typeface="宋体"/>
                          <a:cs typeface="Times New Roman" pitchFamily="18" charset="0"/>
                        </a:rPr>
                        <a:t>2</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algn="l">
                        <a:spcAft>
                          <a:spcPts val="0"/>
                        </a:spcAft>
                      </a:pPr>
                      <a:r>
                        <a:rPr lang="en-US" sz="1400" kern="100" dirty="0" smtClean="0">
                          <a:solidFill>
                            <a:schemeClr val="dk1"/>
                          </a:solidFill>
                          <a:effectLst/>
                          <a:latin typeface="Times New Roman" pitchFamily="18" charset="0"/>
                          <a:ea typeface="宋体"/>
                          <a:cs typeface="Times New Roman" pitchFamily="18" charset="0"/>
                        </a:rPr>
                        <a:t>KNY03003</a:t>
                      </a:r>
                      <a:endParaRPr lang="zh-CN" sz="1400" kern="100" dirty="0">
                        <a:solidFill>
                          <a:schemeClr val="dk1"/>
                        </a:solidFill>
                        <a:effectLst/>
                        <a:latin typeface="Times New Roman" pitchFamily="18" charset="0"/>
                        <a:ea typeface="宋体"/>
                        <a:cs typeface="Times New Roman" pitchFamily="18" charset="0"/>
                      </a:endParaRPr>
                    </a:p>
                  </a:txBody>
                  <a:tcPr marL="68580" marR="68580" marT="0" marB="0" anchor="ctr"/>
                </a:tc>
                <a:tc>
                  <a:txBody>
                    <a:bodyPr/>
                    <a:lstStyle/>
                    <a:p>
                      <a:pPr marR="635" algn="ctr">
                        <a:lnSpc>
                          <a:spcPct val="115000"/>
                        </a:lnSpc>
                        <a:spcAft>
                          <a:spcPts val="0"/>
                        </a:spcAft>
                      </a:pPr>
                      <a:r>
                        <a:rPr lang="en-US" sz="1400" dirty="0">
                          <a:effectLst/>
                          <a:latin typeface="Times New Roman" pitchFamily="18" charset="0"/>
                          <a:cs typeface="Times New Roman" pitchFamily="18" charset="0"/>
                        </a:rPr>
                        <a:t>GPS Receiver </a:t>
                      </a:r>
                      <a:r>
                        <a:rPr lang="en-US" sz="1400" dirty="0" smtClean="0">
                          <a:effectLst/>
                          <a:latin typeface="Times New Roman" pitchFamily="18" charset="0"/>
                          <a:cs typeface="Times New Roman" pitchFamily="18" charset="0"/>
                        </a:rPr>
                        <a:t>B </a:t>
                      </a:r>
                      <a:r>
                        <a:rPr lang="en-US" sz="1400" dirty="0">
                          <a:effectLst/>
                          <a:latin typeface="Times New Roman" pitchFamily="18" charset="0"/>
                          <a:cs typeface="Times New Roman" pitchFamily="18" charset="0"/>
                        </a:rPr>
                        <a:t>on</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tx1"/>
                          </a:solidFill>
                          <a:latin typeface="+mn-lt"/>
                          <a:ea typeface="+mn-ea"/>
                          <a:cs typeface="+mn-cs"/>
                        </a:rPr>
                        <a:t>GS004 (GPS receiver</a:t>
                      </a:r>
                      <a:r>
                        <a:rPr lang="en-US" sz="1400" kern="1200" baseline="0" dirty="0" smtClean="0">
                          <a:solidFill>
                            <a:schemeClr val="tx1"/>
                          </a:solidFill>
                          <a:latin typeface="+mn-lt"/>
                          <a:ea typeface="+mn-ea"/>
                          <a:cs typeface="+mn-cs"/>
                        </a:rPr>
                        <a:t>  A/B status</a:t>
                      </a:r>
                      <a:r>
                        <a:rPr lang="en-US" sz="1400" kern="1200" dirty="0" smtClean="0">
                          <a:solidFill>
                            <a:schemeClr val="tx1"/>
                          </a:solidFill>
                          <a:latin typeface="+mn-lt"/>
                          <a:ea typeface="+mn-ea"/>
                          <a:cs typeface="+mn-cs"/>
                        </a:rPr>
                        <a:t>)=1</a:t>
                      </a:r>
                      <a:r>
                        <a:rPr lang="en-US" altLang="zh-CN" sz="1400" kern="1200" dirty="0" smtClean="0">
                          <a:solidFill>
                            <a:schemeClr val="tx1"/>
                          </a:solidFill>
                          <a:effectLst/>
                          <a:latin typeface="Times New Roman" pitchFamily="18" charset="0"/>
                          <a:ea typeface="+mn-ea"/>
                          <a:cs typeface="Times New Roman" pitchFamily="18" charset="0"/>
                        </a:rPr>
                        <a:t>(B)</a:t>
                      </a:r>
                    </a:p>
                    <a:p>
                      <a:pPr marL="0" marR="635"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effectLst/>
                          <a:latin typeface="Times New Roman" pitchFamily="18" charset="0"/>
                          <a:cs typeface="Times New Roman" pitchFamily="18" charset="0"/>
                        </a:rPr>
                        <a:t>NS006(Load</a:t>
                      </a:r>
                      <a:r>
                        <a:rPr lang="en-US" altLang="zh-CN" sz="1400" baseline="0" dirty="0" smtClean="0">
                          <a:solidFill>
                            <a:schemeClr val="tx1"/>
                          </a:solidFill>
                          <a:effectLst/>
                          <a:latin typeface="Times New Roman" pitchFamily="18" charset="0"/>
                          <a:cs typeface="Times New Roman" pitchFamily="18" charset="0"/>
                        </a:rPr>
                        <a:t> current</a:t>
                      </a:r>
                      <a:r>
                        <a:rPr lang="en-US" altLang="zh-CN" sz="1400" dirty="0" smtClean="0">
                          <a:solidFill>
                            <a:schemeClr val="tx1"/>
                          </a:solidFill>
                          <a:effectLst/>
                          <a:latin typeface="Times New Roman" pitchFamily="18" charset="0"/>
                          <a:cs typeface="Times New Roman" pitchFamily="18" charset="0"/>
                        </a:rPr>
                        <a:t>) increase 0.8~1A</a:t>
                      </a:r>
                      <a:endParaRPr lang="en-US" sz="1400" dirty="0" smtClean="0">
                        <a:solidFill>
                          <a:schemeClr val="tx1"/>
                        </a:solidFill>
                        <a:effectLst/>
                        <a:latin typeface="Times New Roman" pitchFamily="18" charset="0"/>
                        <a:cs typeface="Times New Roman" pitchFamily="18" charset="0"/>
                      </a:endParaRPr>
                    </a:p>
                  </a:txBody>
                  <a:tcPr marL="68574" marR="68574" marT="0" marB="0" anchor="ctr"/>
                </a:tc>
              </a:tr>
              <a:tr h="489120">
                <a:tc>
                  <a:txBody>
                    <a:bodyPr/>
                    <a:lstStyle/>
                    <a:p>
                      <a:pPr algn="ctr">
                        <a:lnSpc>
                          <a:spcPct val="115000"/>
                        </a:lnSpc>
                        <a:spcAft>
                          <a:spcPts val="0"/>
                        </a:spcAft>
                      </a:pPr>
                      <a:r>
                        <a:rPr lang="en-US" altLang="zh-CN" sz="1400" cap="all" dirty="0" smtClean="0">
                          <a:effectLst/>
                          <a:latin typeface="Times New Roman" pitchFamily="18" charset="0"/>
                          <a:ea typeface="宋体"/>
                          <a:cs typeface="Times New Roman" pitchFamily="18" charset="0"/>
                        </a:rPr>
                        <a:t>3</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algn="l">
                        <a:spcAft>
                          <a:spcPts val="0"/>
                        </a:spcAft>
                      </a:pPr>
                      <a:r>
                        <a:rPr lang="en-US" sz="1400" kern="100" dirty="0" smtClean="0">
                          <a:solidFill>
                            <a:schemeClr val="dk1"/>
                          </a:solidFill>
                          <a:effectLst/>
                          <a:latin typeface="Times New Roman" pitchFamily="18" charset="0"/>
                          <a:ea typeface="宋体"/>
                          <a:cs typeface="Times New Roman" pitchFamily="18" charset="0"/>
                        </a:rPr>
                        <a:t>KSM112-08</a:t>
                      </a:r>
                      <a:endParaRPr lang="zh-CN" sz="1400" kern="100" dirty="0">
                        <a:solidFill>
                          <a:schemeClr val="dk1"/>
                        </a:solidFill>
                        <a:effectLst/>
                        <a:latin typeface="Times New Roman" pitchFamily="18" charset="0"/>
                        <a:ea typeface="宋体"/>
                        <a:cs typeface="Times New Roman" pitchFamily="18" charset="0"/>
                      </a:endParaRPr>
                    </a:p>
                  </a:txBody>
                  <a:tcPr marL="68580" marR="68580" marT="0" marB="0" anchor="ctr"/>
                </a:tc>
                <a:tc>
                  <a:txBody>
                    <a:bodyPr/>
                    <a:lstStyle/>
                    <a:p>
                      <a:pPr marR="635" algn="ctr">
                        <a:lnSpc>
                          <a:spcPct val="115000"/>
                        </a:lnSpc>
                        <a:spcAft>
                          <a:spcPts val="0"/>
                        </a:spcAft>
                      </a:pPr>
                      <a:r>
                        <a:rPr lang="en-US" sz="1400" dirty="0">
                          <a:effectLst/>
                          <a:latin typeface="Times New Roman" pitchFamily="18" charset="0"/>
                          <a:cs typeface="Times New Roman" pitchFamily="18" charset="0"/>
                        </a:rPr>
                        <a:t>GPS </a:t>
                      </a:r>
                      <a:r>
                        <a:rPr lang="en-US" sz="1400" dirty="0" smtClean="0">
                          <a:effectLst/>
                          <a:latin typeface="Times New Roman" pitchFamily="18" charset="0"/>
                          <a:cs typeface="Times New Roman" pitchFamily="18" charset="0"/>
                        </a:rPr>
                        <a:t>Receiver A</a:t>
                      </a:r>
                      <a:r>
                        <a:rPr lang="en-US" sz="1400" baseline="0" dirty="0" smtClean="0">
                          <a:effectLst/>
                          <a:latin typeface="Times New Roman" pitchFamily="18" charset="0"/>
                          <a:cs typeface="Times New Roman" pitchFamily="18" charset="0"/>
                        </a:rPr>
                        <a:t> and</a:t>
                      </a:r>
                      <a:r>
                        <a:rPr lang="en-US" sz="1400" dirty="0" smtClean="0">
                          <a:effectLst/>
                          <a:latin typeface="Times New Roman" pitchFamily="18" charset="0"/>
                          <a:cs typeface="Times New Roman" pitchFamily="18" charset="0"/>
                        </a:rPr>
                        <a:t> B </a:t>
                      </a:r>
                      <a:r>
                        <a:rPr lang="en-US" sz="1400" dirty="0">
                          <a:effectLst/>
                          <a:latin typeface="Times New Roman" pitchFamily="18" charset="0"/>
                          <a:cs typeface="Times New Roman" pitchFamily="18" charset="0"/>
                        </a:rPr>
                        <a:t>off</a:t>
                      </a:r>
                      <a:endParaRPr lang="zh-CN" sz="1400" dirty="0">
                        <a:effectLst/>
                        <a:latin typeface="Times New Roman" pitchFamily="18" charset="0"/>
                        <a:ea typeface="宋体"/>
                        <a:cs typeface="Times New Roman" pitchFamily="18" charset="0"/>
                      </a:endParaRPr>
                    </a:p>
                  </a:txBody>
                  <a:tcPr marL="68582" marR="68582"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effectLst/>
                          <a:latin typeface="Times New Roman" pitchFamily="18" charset="0"/>
                          <a:cs typeface="Times New Roman" pitchFamily="18" charset="0"/>
                        </a:rPr>
                        <a:t>NS006(Load</a:t>
                      </a:r>
                      <a:r>
                        <a:rPr lang="en-US" altLang="zh-CN" sz="1400" baseline="0" dirty="0" smtClean="0">
                          <a:solidFill>
                            <a:schemeClr val="tx1"/>
                          </a:solidFill>
                          <a:effectLst/>
                          <a:latin typeface="Times New Roman" pitchFamily="18" charset="0"/>
                          <a:cs typeface="Times New Roman" pitchFamily="18" charset="0"/>
                        </a:rPr>
                        <a:t> current</a:t>
                      </a:r>
                      <a:r>
                        <a:rPr lang="en-US" altLang="zh-CN" sz="1400" dirty="0" smtClean="0">
                          <a:solidFill>
                            <a:schemeClr val="tx1"/>
                          </a:solidFill>
                          <a:effectLst/>
                          <a:latin typeface="Times New Roman" pitchFamily="18" charset="0"/>
                          <a:cs typeface="Times New Roman" pitchFamily="18" charset="0"/>
                        </a:rPr>
                        <a:t>) decrease 0.8~1A</a:t>
                      </a:r>
                    </a:p>
                  </a:txBody>
                  <a:tcPr marL="68574" marR="68574" marT="0" marB="0" anchor="ctr"/>
                </a:tc>
              </a:tr>
            </a:tbl>
          </a:graphicData>
        </a:graphic>
      </p:graphicFrame>
      <p:sp>
        <p:nvSpPr>
          <p:cNvPr id="14" name="矩形 13"/>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11" name="页脚占位符 3"/>
          <p:cNvSpPr>
            <a:spLocks noGrp="1"/>
          </p:cNvSpPr>
          <p:nvPr>
            <p:ph type="ftr" sz="quarter" idx="11"/>
          </p:nvPr>
        </p:nvSpPr>
        <p:spPr>
          <a:xfrm>
            <a:off x="1033190"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945958" y="500478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73817188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144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7" name="TextBox 5"/>
          <p:cNvSpPr txBox="1">
            <a:spLocks noChangeArrowheads="1"/>
          </p:cNvSpPr>
          <p:nvPr/>
        </p:nvSpPr>
        <p:spPr bwMode="auto">
          <a:xfrm>
            <a:off x="215901" y="828675"/>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rgbClr val="0070C0"/>
                </a:solidFill>
              </a:rPr>
              <a:t>3.2  Telecommands </a:t>
            </a:r>
            <a:r>
              <a:rPr lang="en-US" altLang="zh-CN" sz="2900" dirty="0">
                <a:solidFill>
                  <a:srgbClr val="0070C0"/>
                </a:solidFill>
              </a:rPr>
              <a:t>Of GPS Receiver</a:t>
            </a:r>
          </a:p>
        </p:txBody>
      </p:sp>
      <p:sp>
        <p:nvSpPr>
          <p:cNvPr id="6144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51" name="矩形 6"/>
          <p:cNvSpPr>
            <a:spLocks noChangeArrowheads="1"/>
          </p:cNvSpPr>
          <p:nvPr/>
        </p:nvSpPr>
        <p:spPr bwMode="auto">
          <a:xfrm>
            <a:off x="269875" y="1245394"/>
            <a:ext cx="86042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8775" lvl="1" indent="-358775">
              <a:spcAft>
                <a:spcPts val="1200"/>
              </a:spcAft>
              <a:buFont typeface="Wingdings" pitchFamily="2" charset="2"/>
              <a:buChar char="l"/>
            </a:pPr>
            <a:r>
              <a:rPr lang="en-US" altLang="zh-CN" sz="1400" dirty="0" smtClean="0">
                <a:solidFill>
                  <a:schemeClr val="tx1"/>
                </a:solidFill>
                <a:latin typeface="Times New Roman" pitchFamily="18" charset="0"/>
                <a:cs typeface="Times New Roman" pitchFamily="18" charset="0"/>
              </a:rPr>
              <a:t>The </a:t>
            </a:r>
            <a:r>
              <a:rPr lang="en-US" altLang="zh-CN" sz="1400" dirty="0">
                <a:solidFill>
                  <a:schemeClr val="tx1"/>
                </a:solidFill>
                <a:latin typeface="Times New Roman" pitchFamily="18" charset="0"/>
                <a:cs typeface="Times New Roman" pitchFamily="18" charset="0"/>
              </a:rPr>
              <a:t>two GPS receivers have the same CAN bus communication format, the two GPS receivers share a series of data </a:t>
            </a:r>
            <a:r>
              <a:rPr lang="en-US" altLang="zh-CN" sz="1400" dirty="0" smtClean="0">
                <a:solidFill>
                  <a:schemeClr val="tx1"/>
                </a:solidFill>
                <a:latin typeface="Times New Roman" pitchFamily="18" charset="0"/>
                <a:cs typeface="Times New Roman" pitchFamily="18" charset="0"/>
              </a:rPr>
              <a:t>command (</a:t>
            </a:r>
            <a:r>
              <a:rPr lang="en-US" altLang="zh-CN" sz="1400" dirty="0" smtClean="0">
                <a:latin typeface="Times New Roman" pitchFamily="18" charset="0"/>
                <a:cs typeface="Times New Roman" pitchFamily="18" charset="0"/>
              </a:rPr>
              <a:t>Total 16 data commands). </a:t>
            </a:r>
          </a:p>
          <a:p>
            <a:pPr marL="358775" lvl="1" indent="-358775">
              <a:spcAft>
                <a:spcPts val="1200"/>
              </a:spcAft>
              <a:buFont typeface="Wingdings" pitchFamily="2" charset="2"/>
              <a:buChar char="l"/>
            </a:pPr>
            <a:r>
              <a:rPr lang="en-US" altLang="zh-CN" sz="1400" dirty="0" smtClean="0">
                <a:latin typeface="Times New Roman" pitchFamily="18" charset="0"/>
                <a:cs typeface="Times New Roman" pitchFamily="18" charset="0"/>
              </a:rPr>
              <a:t>The 4 commands shown in the table can reset the GPS receiver, navigation orientation software, CAN A bus and CAN B bus of GPS receiver.</a:t>
            </a:r>
          </a:p>
          <a:p>
            <a:pPr marL="358775" lvl="1" indent="-358775">
              <a:spcAft>
                <a:spcPts val="1200"/>
              </a:spcAft>
              <a:buFont typeface="Wingdings" pitchFamily="2" charset="2"/>
              <a:buChar char="l"/>
            </a:pPr>
            <a:endParaRPr lang="en-US" altLang="zh-CN" sz="1400" dirty="0">
              <a:solidFill>
                <a:schemeClr val="tx1"/>
              </a:solidFill>
              <a:latin typeface="Times New Roman" pitchFamily="18" charset="0"/>
              <a:cs typeface="Times New Roman"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429466240"/>
              </p:ext>
            </p:extLst>
          </p:nvPr>
        </p:nvGraphicFramePr>
        <p:xfrm>
          <a:off x="485774" y="2427734"/>
          <a:ext cx="8172451" cy="2235175"/>
        </p:xfrm>
        <a:graphic>
          <a:graphicData uri="http://schemas.openxmlformats.org/drawingml/2006/table">
            <a:tbl>
              <a:tblPr firstRow="1" bandRow="1">
                <a:tableStyleId>{5C22544A-7EE6-4342-B048-85BDC9FD1C3A}</a:tableStyleId>
              </a:tblPr>
              <a:tblGrid>
                <a:gridCol w="463681"/>
                <a:gridCol w="1196193"/>
                <a:gridCol w="2060110"/>
                <a:gridCol w="4452467"/>
              </a:tblGrid>
              <a:tr h="206153">
                <a:tc>
                  <a:txBody>
                    <a:bodyPr/>
                    <a:lstStyle/>
                    <a:p>
                      <a:pPr algn="ctr">
                        <a:spcAft>
                          <a:spcPts val="0"/>
                        </a:spcAft>
                      </a:pPr>
                      <a:r>
                        <a:rPr lang="en-US" sz="1400" dirty="0">
                          <a:effectLst/>
                          <a:latin typeface="Times New Roman" pitchFamily="18" charset="0"/>
                          <a:cs typeface="Times New Roman" pitchFamily="18" charset="0"/>
                        </a:rPr>
                        <a:t>No.</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latin typeface="Times New Roman" pitchFamily="18" charset="0"/>
                          <a:cs typeface="Times New Roman" pitchFamily="18" charset="0"/>
                        </a:rPr>
                        <a:t>TC Number</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latin typeface="Times New Roman" pitchFamily="18" charset="0"/>
                          <a:cs typeface="Times New Roman" pitchFamily="18" charset="0"/>
                        </a:rPr>
                        <a:t>TC Name</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latin typeface="Times New Roman" pitchFamily="18" charset="0"/>
                          <a:cs typeface="Times New Roman" pitchFamily="18" charset="0"/>
                        </a:rPr>
                        <a:t>Application &amp; Description</a:t>
                      </a:r>
                      <a:endParaRPr lang="zh-CN" sz="1400" dirty="0">
                        <a:effectLst/>
                        <a:latin typeface="Times New Roman" pitchFamily="18" charset="0"/>
                        <a:ea typeface="宋体"/>
                        <a:cs typeface="Times New Roman" pitchFamily="18" charset="0"/>
                      </a:endParaRPr>
                    </a:p>
                  </a:txBody>
                  <a:tcPr marL="17781" marR="17781" marT="0" marB="0"/>
                </a:tc>
              </a:tr>
              <a:tr h="549631">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1</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lvl="0" indent="0" algn="ctr">
                        <a:lnSpc>
                          <a:spcPct val="115000"/>
                        </a:lnSpc>
                        <a:spcAft>
                          <a:spcPts val="0"/>
                        </a:spcAft>
                        <a:buFont typeface="+mj-lt"/>
                        <a:buNone/>
                      </a:pPr>
                      <a:r>
                        <a:rPr lang="en-US" altLang="zh-CN" sz="1400" kern="1200" dirty="0" smtClean="0">
                          <a:solidFill>
                            <a:schemeClr val="dk1"/>
                          </a:solidFill>
                          <a:effectLst/>
                          <a:latin typeface="Times New Roman" pitchFamily="18" charset="0"/>
                          <a:ea typeface="+mn-ea"/>
                          <a:cs typeface="Times New Roman" pitchFamily="18" charset="0"/>
                        </a:rPr>
                        <a:t>KGS001</a:t>
                      </a:r>
                      <a:endParaRPr lang="zh-CN" altLang="zh-CN" sz="1400" kern="1200" dirty="0">
                        <a:solidFill>
                          <a:schemeClr val="dk1"/>
                        </a:solidFill>
                        <a:effectLst/>
                        <a:latin typeface="Times New Roman" pitchFamily="18" charset="0"/>
                        <a:ea typeface="+mn-ea"/>
                        <a:cs typeface="Times New Roman" pitchFamily="18" charset="0"/>
                      </a:endParaRPr>
                    </a:p>
                  </a:txBody>
                  <a:tcPr marL="17781" marR="17781" marT="0" marB="0" anchor="ctr"/>
                </a:tc>
                <a:tc>
                  <a:txBody>
                    <a:bodyPr/>
                    <a:lstStyle/>
                    <a:p>
                      <a:pPr>
                        <a:lnSpc>
                          <a:spcPct val="115000"/>
                        </a:lnSpc>
                        <a:spcAft>
                          <a:spcPts val="0"/>
                        </a:spcAft>
                      </a:pPr>
                      <a:r>
                        <a:rPr lang="en-US" sz="1400" dirty="0" smtClean="0">
                          <a:effectLst/>
                          <a:latin typeface="Times New Roman" pitchFamily="18" charset="0"/>
                          <a:cs typeface="Times New Roman" pitchFamily="18" charset="0"/>
                        </a:rPr>
                        <a:t>GPS receiver</a:t>
                      </a:r>
                      <a:r>
                        <a:rPr lang="en-US" sz="1400" baseline="0" dirty="0" smtClean="0">
                          <a:effectLst/>
                          <a:latin typeface="Times New Roman" pitchFamily="18" charset="0"/>
                          <a:cs typeface="Times New Roman" pitchFamily="18" charset="0"/>
                        </a:rPr>
                        <a:t> </a:t>
                      </a:r>
                      <a:r>
                        <a:rPr lang="en-US" sz="1400" dirty="0" smtClean="0">
                          <a:effectLst/>
                          <a:latin typeface="Times New Roman" pitchFamily="18" charset="0"/>
                          <a:cs typeface="Times New Roman" pitchFamily="18" charset="0"/>
                        </a:rPr>
                        <a:t>resetting</a:t>
                      </a:r>
                      <a:endParaRPr lang="zh-CN" sz="1400" dirty="0">
                        <a:effectLst/>
                        <a:latin typeface="Times New Roman" pitchFamily="18" charset="0"/>
                        <a:ea typeface="宋体"/>
                        <a:cs typeface="Times New Roman" pitchFamily="18" charset="0"/>
                      </a:endParaRPr>
                    </a:p>
                  </a:txBody>
                  <a:tcPr marL="17781" marR="17781"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GH001 (</a:t>
                      </a:r>
                      <a:r>
                        <a:rPr lang="en-US" altLang="zh-CN" sz="1400" kern="1200" dirty="0" smtClean="0">
                          <a:effectLst/>
                          <a:latin typeface="Times New Roman" pitchFamily="18" charset="0"/>
                          <a:cs typeface="Times New Roman" pitchFamily="18" charset="0"/>
                        </a:rPr>
                        <a:t>counter of </a:t>
                      </a:r>
                      <a:r>
                        <a:rPr lang="en-US" altLang="zh-CN" sz="1400" dirty="0" smtClean="0">
                          <a:effectLst/>
                          <a:latin typeface="Times New Roman" pitchFamily="18" charset="0"/>
                          <a:cs typeface="Times New Roman" pitchFamily="18" charset="0"/>
                        </a:rPr>
                        <a:t>TIC):  </a:t>
                      </a:r>
                      <a:r>
                        <a:rPr lang="en-US" altLang="zh-CN" sz="1400" baseline="0" dirty="0" smtClean="0">
                          <a:effectLst/>
                          <a:latin typeface="Times New Roman" pitchFamily="18" charset="0"/>
                          <a:cs typeface="Times New Roman" pitchFamily="18" charset="0"/>
                        </a:rPr>
                        <a:t>increase from 0 </a:t>
                      </a:r>
                      <a:endParaRPr lang="en-US" altLang="zh-CN" sz="1400" kern="1200" dirty="0" smtClean="0">
                        <a:solidFill>
                          <a:schemeClr val="dk1"/>
                        </a:solidFill>
                        <a:effectLst/>
                        <a:latin typeface="Times New Roman" pitchFamily="18" charset="0"/>
                        <a:ea typeface="+mn-ea"/>
                        <a:cs typeface="Times New Roman" pitchFamily="18" charset="0"/>
                      </a:endParaRPr>
                    </a:p>
                  </a:txBody>
                  <a:tcPr marL="17781" marR="17781" marT="0" marB="0" anchor="ctr"/>
                </a:tc>
              </a:tr>
              <a:tr h="474152">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2</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lvl="0" indent="0" algn="ctr">
                        <a:lnSpc>
                          <a:spcPct val="115000"/>
                        </a:lnSpc>
                        <a:spcAft>
                          <a:spcPts val="0"/>
                        </a:spcAft>
                        <a:buFont typeface="+mj-lt"/>
                        <a:buNone/>
                      </a:pPr>
                      <a:r>
                        <a:rPr lang="en-US" altLang="zh-CN" sz="1400" kern="1200" dirty="0" smtClean="0">
                          <a:solidFill>
                            <a:schemeClr val="dk1"/>
                          </a:solidFill>
                          <a:effectLst/>
                          <a:latin typeface="Times New Roman" pitchFamily="18" charset="0"/>
                          <a:ea typeface="+mn-ea"/>
                          <a:cs typeface="Times New Roman" pitchFamily="18" charset="0"/>
                        </a:rPr>
                        <a:t>KGS002</a:t>
                      </a:r>
                      <a:endParaRPr lang="zh-CN" altLang="zh-CN" sz="1400" kern="1200" dirty="0">
                        <a:solidFill>
                          <a:schemeClr val="dk1"/>
                        </a:solidFill>
                        <a:effectLst/>
                        <a:latin typeface="Times New Roman" pitchFamily="18" charset="0"/>
                        <a:ea typeface="+mn-ea"/>
                        <a:cs typeface="Times New Roman" pitchFamily="18" charset="0"/>
                      </a:endParaRPr>
                    </a:p>
                  </a:txBody>
                  <a:tcPr marL="17781" marR="17781" marT="0" marB="0" anchor="ctr"/>
                </a:tc>
                <a:tc>
                  <a:txBody>
                    <a:bodyPr/>
                    <a:lstStyle/>
                    <a:p>
                      <a:pPr>
                        <a:lnSpc>
                          <a:spcPct val="115000"/>
                        </a:lnSpc>
                        <a:spcAft>
                          <a:spcPts val="0"/>
                        </a:spcAft>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dirty="0" smtClean="0">
                          <a:effectLst/>
                          <a:latin typeface="Times New Roman" pitchFamily="18" charset="0"/>
                          <a:cs typeface="Times New Roman" pitchFamily="18" charset="0"/>
                        </a:rPr>
                        <a:t>resetting</a:t>
                      </a:r>
                      <a:endParaRPr lang="zh-CN" altLang="zh-CN" sz="1400" dirty="0">
                        <a:effectLst/>
                        <a:latin typeface="Times New Roman" pitchFamily="18" charset="0"/>
                        <a:ea typeface="+mn-ea"/>
                        <a:cs typeface="Times New Roman" pitchFamily="18" charset="0"/>
                      </a:endParaRPr>
                    </a:p>
                  </a:txBody>
                  <a:tcPr marL="17781" marR="17781"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GH135(c</a:t>
                      </a:r>
                      <a:r>
                        <a:rPr lang="en-US" altLang="zh-CN" sz="1400" kern="1200" dirty="0" smtClean="0">
                          <a:effectLst/>
                          <a:latin typeface="Times New Roman" pitchFamily="18" charset="0"/>
                          <a:cs typeface="Times New Roman" pitchFamily="18" charset="0"/>
                        </a:rPr>
                        <a:t>ounter of  tributary</a:t>
                      </a:r>
                      <a:r>
                        <a:rPr lang="en-US" altLang="zh-CN" sz="1400" kern="1200" baseline="0" dirty="0" smtClean="0">
                          <a:effectLst/>
                          <a:latin typeface="Times New Roman" pitchFamily="18" charset="0"/>
                          <a:cs typeface="Times New Roman" pitchFamily="18" charset="0"/>
                        </a:rPr>
                        <a:t> core </a:t>
                      </a:r>
                      <a:r>
                        <a:rPr lang="en-US" altLang="zh-CN" sz="1400" dirty="0" smtClean="0">
                          <a:effectLst/>
                          <a:latin typeface="Times New Roman" pitchFamily="18" charset="0"/>
                          <a:cs typeface="Times New Roman" pitchFamily="18" charset="0"/>
                        </a:rPr>
                        <a:t>resetting):</a:t>
                      </a:r>
                      <a:r>
                        <a:rPr lang="en-US" altLang="zh-CN" sz="1400" kern="1200" dirty="0" smtClean="0">
                          <a:effectLst/>
                          <a:latin typeface="Times New Roman" pitchFamily="18" charset="0"/>
                          <a:cs typeface="Times New Roman" pitchFamily="18" charset="0"/>
                        </a:rPr>
                        <a:t>plus 1</a:t>
                      </a:r>
                    </a:p>
                    <a:p>
                      <a:pPr>
                        <a:lnSpc>
                          <a:spcPct val="115000"/>
                        </a:lnSpc>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GH136(reason of  </a:t>
                      </a:r>
                      <a:r>
                        <a:rPr lang="en-US" altLang="zh-CN" sz="1400" kern="1200" dirty="0" smtClean="0">
                          <a:effectLst/>
                          <a:latin typeface="Times New Roman" pitchFamily="18" charset="0"/>
                          <a:cs typeface="Times New Roman" pitchFamily="18" charset="0"/>
                        </a:rPr>
                        <a:t>tributary</a:t>
                      </a:r>
                      <a:r>
                        <a:rPr lang="en-US" altLang="zh-CN" sz="1400" kern="1200" baseline="0" dirty="0" smtClean="0">
                          <a:effectLst/>
                          <a:latin typeface="Times New Roman" pitchFamily="18" charset="0"/>
                          <a:cs typeface="Times New Roman" pitchFamily="18" charset="0"/>
                        </a:rPr>
                        <a:t> core </a:t>
                      </a:r>
                      <a:r>
                        <a:rPr lang="en-US" altLang="zh-CN" sz="1400" dirty="0" smtClean="0">
                          <a:effectLst/>
                          <a:latin typeface="Times New Roman" pitchFamily="18" charset="0"/>
                          <a:cs typeface="Times New Roman" pitchFamily="18" charset="0"/>
                        </a:rPr>
                        <a:t>resetting</a:t>
                      </a:r>
                      <a:r>
                        <a:rPr lang="en-US" altLang="zh-CN" sz="1400" kern="1200" dirty="0" smtClean="0">
                          <a:solidFill>
                            <a:schemeClr val="dk1"/>
                          </a:solidFill>
                          <a:effectLst/>
                          <a:latin typeface="Times New Roman" pitchFamily="18" charset="0"/>
                          <a:ea typeface="+mn-ea"/>
                          <a:cs typeface="Times New Roman" pitchFamily="18" charset="0"/>
                        </a:rPr>
                        <a:t>):0001</a:t>
                      </a:r>
                    </a:p>
                  </a:txBody>
                  <a:tcPr marL="17781" marR="17781" marT="0" marB="0" anchor="ctr"/>
                </a:tc>
              </a:tr>
              <a:tr h="474152">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3</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algn="ctr">
                        <a:spcAft>
                          <a:spcPts val="0"/>
                        </a:spcAft>
                      </a:pPr>
                      <a:r>
                        <a:rPr lang="en-US" altLang="zh-CN" sz="1400" kern="1200" dirty="0" smtClean="0">
                          <a:solidFill>
                            <a:schemeClr val="dk1"/>
                          </a:solidFill>
                          <a:effectLst/>
                          <a:latin typeface="Times New Roman" pitchFamily="18" charset="0"/>
                          <a:ea typeface="+mn-ea"/>
                          <a:cs typeface="Times New Roman" pitchFamily="18" charset="0"/>
                        </a:rPr>
                        <a:t>KGS015</a:t>
                      </a:r>
                      <a:endParaRPr lang="zh-CN" alt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133350" indent="-133350">
                        <a:lnSpc>
                          <a:spcPct val="115000"/>
                        </a:lnSpc>
                        <a:spcAft>
                          <a:spcPts val="0"/>
                        </a:spcAft>
                      </a:pPr>
                      <a:r>
                        <a:rPr lang="en-US" sz="1400" dirty="0" smtClean="0">
                          <a:effectLst/>
                          <a:latin typeface="Times New Roman" pitchFamily="18" charset="0"/>
                          <a:cs typeface="Times New Roman" pitchFamily="18" charset="0"/>
                        </a:rPr>
                        <a:t>CAN A bus </a:t>
                      </a:r>
                      <a:r>
                        <a:rPr lang="en-US" sz="1400" dirty="0">
                          <a:effectLst/>
                          <a:latin typeface="Times New Roman" pitchFamily="18" charset="0"/>
                          <a:cs typeface="Times New Roman" pitchFamily="18" charset="0"/>
                        </a:rPr>
                        <a:t>resetting</a:t>
                      </a:r>
                      <a:endParaRPr lang="zh-CN" sz="1400" dirty="0">
                        <a:effectLst/>
                        <a:latin typeface="Times New Roman" pitchFamily="18" charset="0"/>
                        <a:ea typeface="宋体"/>
                        <a:cs typeface="Times New Roman" pitchFamily="18" charset="0"/>
                      </a:endParaRPr>
                    </a:p>
                  </a:txBody>
                  <a:tcPr marL="17781" marR="17781" marT="0" marB="0" anchor="ctr"/>
                </a:tc>
                <a:tc>
                  <a:txBody>
                    <a:bodyPr/>
                    <a:lstStyle/>
                    <a:p>
                      <a:pPr>
                        <a:lnSpc>
                          <a:spcPct val="115000"/>
                        </a:lnSpc>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GH130(</a:t>
                      </a:r>
                      <a:r>
                        <a:rPr lang="en-US" altLang="zh-CN" sz="1400" dirty="0" smtClean="0">
                          <a:effectLst/>
                          <a:latin typeface="Times New Roman" pitchFamily="18" charset="0"/>
                          <a:cs typeface="Times New Roman" pitchFamily="18" charset="0"/>
                        </a:rPr>
                        <a:t>counter</a:t>
                      </a:r>
                      <a:r>
                        <a:rPr lang="en-US" altLang="zh-CN" sz="1400" baseline="0" dirty="0" smtClean="0">
                          <a:effectLst/>
                          <a:latin typeface="Times New Roman" pitchFamily="18" charset="0"/>
                          <a:cs typeface="Times New Roman" pitchFamily="18" charset="0"/>
                        </a:rPr>
                        <a:t> of CAN A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altLang="zh-CN" sz="1400" kern="1200" dirty="0" smtClean="0">
                          <a:effectLst/>
                          <a:latin typeface="Times New Roman" pitchFamily="18" charset="0"/>
                          <a:cs typeface="Times New Roman" pitchFamily="18" charset="0"/>
                        </a:rPr>
                        <a:t>plus 1</a:t>
                      </a:r>
                      <a:endParaRPr lang="en-US" altLang="zh-CN" sz="1400" dirty="0" smtClean="0">
                        <a:effectLst/>
                        <a:latin typeface="Times New Roman" pitchFamily="18" charset="0"/>
                        <a:cs typeface="Times New Roman" pitchFamily="18" charset="0"/>
                      </a:endParaRPr>
                    </a:p>
                    <a:p>
                      <a:pPr>
                        <a:lnSpc>
                          <a:spcPct val="115000"/>
                        </a:lnSpc>
                        <a:spcAft>
                          <a:spcPts val="0"/>
                        </a:spcAft>
                      </a:pPr>
                      <a:r>
                        <a:rPr lang="en-US" altLang="zh-CN" sz="1400" dirty="0" smtClean="0">
                          <a:effectLst/>
                          <a:latin typeface="Times New Roman" pitchFamily="18" charset="0"/>
                          <a:cs typeface="Times New Roman" pitchFamily="18" charset="0"/>
                        </a:rPr>
                        <a:t>GH129</a:t>
                      </a:r>
                      <a:r>
                        <a:rPr lang="en-US" altLang="zh-CN" sz="1400" kern="1200" dirty="0" smtClean="0">
                          <a:solidFill>
                            <a:schemeClr val="dk1"/>
                          </a:solidFill>
                          <a:effectLst/>
                          <a:latin typeface="Times New Roman" pitchFamily="18" charset="0"/>
                          <a:ea typeface="+mn-ea"/>
                          <a:cs typeface="Times New Roman" pitchFamily="18" charset="0"/>
                        </a:rPr>
                        <a:t>(reason</a:t>
                      </a:r>
                      <a:r>
                        <a:rPr lang="en-US" altLang="zh-CN" sz="1400" kern="1200" baseline="0" dirty="0" smtClean="0">
                          <a:solidFill>
                            <a:schemeClr val="dk1"/>
                          </a:solidFill>
                          <a:effectLst/>
                          <a:latin typeface="Times New Roman" pitchFamily="18" charset="0"/>
                          <a:ea typeface="+mn-ea"/>
                          <a:cs typeface="Times New Roman" pitchFamily="18" charset="0"/>
                        </a:rPr>
                        <a:t> </a:t>
                      </a:r>
                      <a:r>
                        <a:rPr lang="en-US" altLang="zh-CN" sz="1400" baseline="0" dirty="0" smtClean="0">
                          <a:effectLst/>
                          <a:latin typeface="Times New Roman" pitchFamily="18" charset="0"/>
                          <a:cs typeface="Times New Roman" pitchFamily="18" charset="0"/>
                        </a:rPr>
                        <a:t>of CAN A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sz="1400" dirty="0" smtClean="0">
                          <a:effectLst/>
                          <a:latin typeface="Times New Roman" pitchFamily="18" charset="0"/>
                          <a:cs typeface="Times New Roman" pitchFamily="18" charset="0"/>
                        </a:rPr>
                        <a:t>0x5</a:t>
                      </a:r>
                      <a:endParaRPr lang="zh-CN" sz="1400" dirty="0">
                        <a:effectLst/>
                        <a:latin typeface="Times New Roman" pitchFamily="18" charset="0"/>
                        <a:cs typeface="Times New Roman" pitchFamily="18" charset="0"/>
                      </a:endParaRPr>
                    </a:p>
                  </a:txBody>
                  <a:tcPr marL="17781" marR="17781" marT="0" marB="0" anchor="ctr"/>
                </a:tc>
              </a:tr>
              <a:tr h="474152">
                <a:tc>
                  <a:txBody>
                    <a:bodyPr/>
                    <a:lstStyle/>
                    <a:p>
                      <a:pPr marL="0" lvl="0" indent="0" algn="ctr">
                        <a:lnSpc>
                          <a:spcPct val="115000"/>
                        </a:lnSpc>
                        <a:spcAft>
                          <a:spcPts val="0"/>
                        </a:spcAft>
                        <a:buSzPts val="1200"/>
                        <a:buFont typeface="楷体_GB2312"/>
                        <a:buNone/>
                        <a:tabLst>
                          <a:tab pos="180340" algn="l"/>
                        </a:tabLst>
                      </a:pPr>
                      <a:r>
                        <a:rPr lang="en-US" sz="1400" u="none" strike="noStrike" dirty="0" smtClean="0">
                          <a:effectLst/>
                          <a:latin typeface="Times New Roman" pitchFamily="18" charset="0"/>
                          <a:cs typeface="Times New Roman" pitchFamily="18" charset="0"/>
                        </a:rPr>
                        <a:t>4</a:t>
                      </a:r>
                      <a:r>
                        <a:rPr lang="en-US" sz="1400" u="none" strike="noStrike" dirty="0">
                          <a:effectLst/>
                          <a:latin typeface="Times New Roman" pitchFamily="18" charset="0"/>
                          <a:cs typeface="Times New Roman" pitchFamily="18" charset="0"/>
                        </a:rPr>
                        <a:t> </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algn="ctr">
                        <a:spcAft>
                          <a:spcPts val="0"/>
                        </a:spcAft>
                      </a:pPr>
                      <a:r>
                        <a:rPr lang="en-US" altLang="zh-CN" sz="1400" kern="1200" dirty="0" smtClean="0">
                          <a:solidFill>
                            <a:schemeClr val="dk1"/>
                          </a:solidFill>
                          <a:effectLst/>
                          <a:latin typeface="Times New Roman" pitchFamily="18" charset="0"/>
                          <a:ea typeface="+mn-ea"/>
                          <a:cs typeface="Times New Roman" pitchFamily="18" charset="0"/>
                        </a:rPr>
                        <a:t>KGS016</a:t>
                      </a:r>
                      <a:endParaRPr lang="zh-CN" alt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133350" marR="0" indent="-133350" algn="l"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Times New Roman" pitchFamily="18" charset="0"/>
                          <a:cs typeface="Times New Roman" pitchFamily="18" charset="0"/>
                        </a:rPr>
                        <a:t>CAN B bus resetting</a:t>
                      </a:r>
                      <a:endParaRPr lang="zh-CN" sz="1400" dirty="0">
                        <a:effectLst/>
                        <a:latin typeface="Times New Roman" pitchFamily="18" charset="0"/>
                        <a:ea typeface="宋体"/>
                        <a:cs typeface="Times New Roman" pitchFamily="18" charset="0"/>
                      </a:endParaRPr>
                    </a:p>
                  </a:txBody>
                  <a:tcPr marL="17781" marR="17781" marT="0" marB="0" anchor="ctr"/>
                </a:tc>
                <a:tc>
                  <a:txBody>
                    <a:bodyPr/>
                    <a:lstStyle/>
                    <a:p>
                      <a:pPr>
                        <a:lnSpc>
                          <a:spcPct val="115000"/>
                        </a:lnSpc>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GH132(</a:t>
                      </a:r>
                      <a:r>
                        <a:rPr lang="en-US" altLang="zh-CN" sz="1400" dirty="0" smtClean="0">
                          <a:effectLst/>
                          <a:latin typeface="Times New Roman" pitchFamily="18" charset="0"/>
                          <a:cs typeface="Times New Roman" pitchFamily="18" charset="0"/>
                        </a:rPr>
                        <a:t>counter</a:t>
                      </a:r>
                      <a:r>
                        <a:rPr lang="en-US" altLang="zh-CN" sz="1400" baseline="0" dirty="0" smtClean="0">
                          <a:effectLst/>
                          <a:latin typeface="Times New Roman" pitchFamily="18" charset="0"/>
                          <a:cs typeface="Times New Roman" pitchFamily="18" charset="0"/>
                        </a:rPr>
                        <a:t> of CAN B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altLang="zh-CN" sz="1400" kern="1200" dirty="0" smtClean="0">
                          <a:effectLst/>
                          <a:latin typeface="Times New Roman" pitchFamily="18" charset="0"/>
                          <a:cs typeface="Times New Roman" pitchFamily="18" charset="0"/>
                        </a:rPr>
                        <a:t>plus 1</a:t>
                      </a:r>
                      <a:endParaRPr lang="en-US" altLang="zh-CN" sz="1400" dirty="0" smtClean="0">
                        <a:effectLst/>
                        <a:latin typeface="Times New Roman" pitchFamily="18" charset="0"/>
                        <a:cs typeface="Times New Roman" pitchFamily="18" charset="0"/>
                      </a:endParaRPr>
                    </a:p>
                    <a:p>
                      <a:pPr>
                        <a:lnSpc>
                          <a:spcPct val="115000"/>
                        </a:lnSpc>
                        <a:spcAft>
                          <a:spcPts val="0"/>
                        </a:spcAft>
                      </a:pPr>
                      <a:r>
                        <a:rPr lang="en-US" altLang="zh-CN" sz="1400" dirty="0" smtClean="0">
                          <a:effectLst/>
                          <a:latin typeface="Times New Roman" pitchFamily="18" charset="0"/>
                          <a:cs typeface="Times New Roman" pitchFamily="18" charset="0"/>
                        </a:rPr>
                        <a:t>GH131</a:t>
                      </a:r>
                      <a:r>
                        <a:rPr lang="en-US" altLang="zh-CN" sz="1400" kern="1200" dirty="0" smtClean="0">
                          <a:solidFill>
                            <a:schemeClr val="dk1"/>
                          </a:solidFill>
                          <a:effectLst/>
                          <a:latin typeface="Times New Roman" pitchFamily="18" charset="0"/>
                          <a:ea typeface="+mn-ea"/>
                          <a:cs typeface="Times New Roman" pitchFamily="18" charset="0"/>
                        </a:rPr>
                        <a:t>(reason</a:t>
                      </a:r>
                      <a:r>
                        <a:rPr lang="en-US" altLang="zh-CN" sz="1400" kern="1200" baseline="0" dirty="0" smtClean="0">
                          <a:solidFill>
                            <a:schemeClr val="dk1"/>
                          </a:solidFill>
                          <a:effectLst/>
                          <a:latin typeface="Times New Roman" pitchFamily="18" charset="0"/>
                          <a:ea typeface="+mn-ea"/>
                          <a:cs typeface="Times New Roman" pitchFamily="18" charset="0"/>
                        </a:rPr>
                        <a:t> </a:t>
                      </a:r>
                      <a:r>
                        <a:rPr lang="en-US" altLang="zh-CN" sz="1400" baseline="0" dirty="0" smtClean="0">
                          <a:effectLst/>
                          <a:latin typeface="Times New Roman" pitchFamily="18" charset="0"/>
                          <a:cs typeface="Times New Roman" pitchFamily="18" charset="0"/>
                        </a:rPr>
                        <a:t>of CAN B </a:t>
                      </a:r>
                      <a:r>
                        <a:rPr lang="en-US" sz="1400" dirty="0" smtClean="0">
                          <a:effectLst/>
                          <a:latin typeface="Times New Roman" pitchFamily="18" charset="0"/>
                          <a:cs typeface="Times New Roman" pitchFamily="18" charset="0"/>
                        </a:rPr>
                        <a:t>resetting </a:t>
                      </a:r>
                      <a:r>
                        <a:rPr lang="en-US" altLang="zh-CN" sz="1400" dirty="0" smtClean="0">
                          <a:effectLst/>
                          <a:latin typeface="Times New Roman" pitchFamily="18" charset="0"/>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 </a:t>
                      </a:r>
                      <a:r>
                        <a:rPr lang="en-US" sz="1400" dirty="0" smtClean="0">
                          <a:effectLst/>
                          <a:latin typeface="Times New Roman" pitchFamily="18" charset="0"/>
                          <a:cs typeface="Times New Roman" pitchFamily="18" charset="0"/>
                        </a:rPr>
                        <a:t>0x5</a:t>
                      </a:r>
                      <a:endParaRPr lang="zh-CN" altLang="en-US" sz="1400" dirty="0">
                        <a:effectLst/>
                        <a:latin typeface="Times New Roman" pitchFamily="18" charset="0"/>
                        <a:cs typeface="Times New Roman" pitchFamily="18" charset="0"/>
                      </a:endParaRPr>
                    </a:p>
                  </a:txBody>
                  <a:tcPr marL="17781" marR="17781" marT="0" marB="0" anchor="ctr"/>
                </a:tc>
              </a:tr>
            </a:tbl>
          </a:graphicData>
        </a:graphic>
      </p:graphicFrame>
      <p:sp>
        <p:nvSpPr>
          <p:cNvPr id="13" name="矩形 12"/>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
        <p:nvSpPr>
          <p:cNvPr id="12" name="页脚占位符 3"/>
          <p:cNvSpPr>
            <a:spLocks noGrp="1"/>
          </p:cNvSpPr>
          <p:nvPr>
            <p:ph type="ftr" sz="quarter" idx="11"/>
          </p:nvPr>
        </p:nvSpPr>
        <p:spPr>
          <a:xfrm>
            <a:off x="1029992" y="4872037"/>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4" name="灯片编号占位符 4"/>
          <p:cNvSpPr>
            <a:spLocks noGrp="1"/>
          </p:cNvSpPr>
          <p:nvPr>
            <p:ph type="sldNum" sz="quarter" idx="12"/>
          </p:nvPr>
        </p:nvSpPr>
        <p:spPr>
          <a:xfrm>
            <a:off x="7942760" y="4869657"/>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9238285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144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7" name="TextBox 5"/>
          <p:cNvSpPr txBox="1">
            <a:spLocks noChangeArrowheads="1"/>
          </p:cNvSpPr>
          <p:nvPr/>
        </p:nvSpPr>
        <p:spPr bwMode="auto">
          <a:xfrm>
            <a:off x="215901" y="828675"/>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rgbClr val="0070C0"/>
                </a:solidFill>
              </a:rPr>
              <a:t>3.2  Telecommands </a:t>
            </a:r>
            <a:r>
              <a:rPr lang="en-US" altLang="zh-CN" sz="2900" dirty="0">
                <a:solidFill>
                  <a:srgbClr val="0070C0"/>
                </a:solidFill>
              </a:rPr>
              <a:t>Of GPS Receiver</a:t>
            </a:r>
          </a:p>
        </p:txBody>
      </p:sp>
      <p:sp>
        <p:nvSpPr>
          <p:cNvPr id="6144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4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1451" name="矩形 6"/>
          <p:cNvSpPr>
            <a:spLocks noChangeArrowheads="1"/>
          </p:cNvSpPr>
          <p:nvPr/>
        </p:nvSpPr>
        <p:spPr bwMode="auto">
          <a:xfrm>
            <a:off x="269875" y="1245394"/>
            <a:ext cx="8604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8775" lvl="1" indent="-358775">
              <a:spcAft>
                <a:spcPts val="1200"/>
              </a:spcAft>
              <a:buFont typeface="Wingdings" pitchFamily="2" charset="2"/>
              <a:buChar char="l"/>
            </a:pPr>
            <a:r>
              <a:rPr lang="en-US" altLang="zh-CN" dirty="0" smtClean="0"/>
              <a:t>The other 12 Data </a:t>
            </a:r>
            <a:r>
              <a:rPr lang="en-US" altLang="zh-CN" dirty="0"/>
              <a:t>commands </a:t>
            </a:r>
            <a:r>
              <a:rPr lang="en-US" altLang="zh-CN" dirty="0" smtClean="0"/>
              <a:t>usually not allowed  to be send, as follows:</a:t>
            </a:r>
            <a:endParaRPr lang="en-US" altLang="zh-CN" sz="1800" dirty="0">
              <a:solidFill>
                <a:schemeClr val="tx1"/>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489771440"/>
              </p:ext>
            </p:extLst>
          </p:nvPr>
        </p:nvGraphicFramePr>
        <p:xfrm>
          <a:off x="285721" y="1553758"/>
          <a:ext cx="8572559" cy="3430554"/>
        </p:xfrm>
        <a:graphic>
          <a:graphicData uri="http://schemas.openxmlformats.org/drawingml/2006/table">
            <a:tbl>
              <a:tblPr firstRow="1" bandRow="1">
                <a:tableStyleId>{5C22544A-7EE6-4342-B048-85BDC9FD1C3A}</a:tableStyleId>
              </a:tblPr>
              <a:tblGrid>
                <a:gridCol w="884470"/>
                <a:gridCol w="1632869"/>
                <a:gridCol w="6055220"/>
              </a:tblGrid>
              <a:tr h="211831">
                <a:tc>
                  <a:txBody>
                    <a:bodyPr/>
                    <a:lstStyle/>
                    <a:p>
                      <a:pPr algn="ctr">
                        <a:spcAft>
                          <a:spcPts val="0"/>
                        </a:spcAft>
                      </a:pPr>
                      <a:r>
                        <a:rPr lang="en-US" sz="1400" dirty="0">
                          <a:effectLst/>
                        </a:rPr>
                        <a:t>No.</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rPr>
                        <a:t>TC Number</a:t>
                      </a:r>
                      <a:endParaRPr lang="zh-CN" sz="1400" dirty="0">
                        <a:solidFill>
                          <a:srgbClr val="000000"/>
                        </a:solidFill>
                        <a:effectLst/>
                        <a:latin typeface="Times New Roman" pitchFamily="18" charset="0"/>
                        <a:cs typeface="Times New Roman" pitchFamily="18" charset="0"/>
                      </a:endParaRPr>
                    </a:p>
                  </a:txBody>
                  <a:tcPr marL="17781" marR="17781" marT="0" marB="0" anchor="ctr"/>
                </a:tc>
                <a:tc>
                  <a:txBody>
                    <a:bodyPr/>
                    <a:lstStyle/>
                    <a:p>
                      <a:pPr algn="ctr">
                        <a:spcAft>
                          <a:spcPts val="0"/>
                        </a:spcAft>
                      </a:pPr>
                      <a:r>
                        <a:rPr lang="en-US" sz="1400" dirty="0">
                          <a:effectLst/>
                        </a:rPr>
                        <a:t>TC </a:t>
                      </a:r>
                      <a:r>
                        <a:rPr lang="en-US" sz="1400" dirty="0" smtClean="0">
                          <a:effectLst/>
                        </a:rPr>
                        <a:t> purpose</a:t>
                      </a:r>
                      <a:endParaRPr lang="zh-CN" sz="1400" dirty="0">
                        <a:solidFill>
                          <a:srgbClr val="000000"/>
                        </a:solidFill>
                        <a:effectLst/>
                        <a:latin typeface="Times New Roman" pitchFamily="18" charset="0"/>
                        <a:cs typeface="Times New Roman" pitchFamily="18" charset="0"/>
                      </a:endParaRPr>
                    </a:p>
                  </a:txBody>
                  <a:tcPr marL="17781" marR="17781" marT="0" marB="0" anchor="ctr"/>
                </a:tc>
              </a:tr>
              <a:tr h="287318">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u="none" strike="noStrike" kern="1200" dirty="0" smtClean="0">
                          <a:solidFill>
                            <a:schemeClr val="dk1"/>
                          </a:solidFill>
                          <a:effectLst/>
                          <a:latin typeface="Times New Roman" pitchFamily="18" charset="0"/>
                          <a:ea typeface="宋体"/>
                          <a:cs typeface="Times New Roman" pitchFamily="18" charset="0"/>
                        </a:rPr>
                        <a:t>1</a:t>
                      </a:r>
                      <a:r>
                        <a:rPr lang="en-US" altLang="zh-CN" sz="1400" u="none" strike="noStrike" kern="1200" dirty="0">
                          <a:solidFill>
                            <a:schemeClr val="dk1"/>
                          </a:solidFill>
                          <a:effectLst/>
                          <a:latin typeface="Times New Roman" pitchFamily="18" charset="0"/>
                          <a:ea typeface="宋体"/>
                          <a:cs typeface="Times New Roman" pitchFamily="18" charset="0"/>
                        </a:rPr>
                        <a:t> </a:t>
                      </a:r>
                      <a:endParaRPr lang="zh-CN" altLang="zh-CN" sz="1400" u="none" strike="noStrike" kern="1200" dirty="0">
                        <a:solidFill>
                          <a:schemeClr val="dk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KGS003</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lnSpc>
                          <a:spcPct val="115000"/>
                        </a:lnSpc>
                        <a:spcAft>
                          <a:spcPts val="0"/>
                        </a:spcAft>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kern="1200" dirty="0" smtClean="0">
                          <a:solidFill>
                            <a:schemeClr val="tx1"/>
                          </a:solidFill>
                          <a:effectLst/>
                          <a:latin typeface="+mn-lt"/>
                          <a:ea typeface="+mn-ea"/>
                          <a:cs typeface="+mn-cs"/>
                        </a:rPr>
                        <a:t>upload </a:t>
                      </a:r>
                      <a:r>
                        <a:rPr lang="en-US" sz="1400" kern="1200" dirty="0" smtClean="0">
                          <a:solidFill>
                            <a:schemeClr val="dk1"/>
                          </a:solidFill>
                          <a:effectLst/>
                          <a:latin typeface="+mn-lt"/>
                          <a:ea typeface="+mn-ea"/>
                          <a:cs typeface="+mn-cs"/>
                        </a:rPr>
                        <a:t>permission</a:t>
                      </a:r>
                      <a:r>
                        <a:rPr lang="en-US" altLang="zh-CN" sz="1400" kern="1200" dirty="0" smtClean="0">
                          <a:solidFill>
                            <a:schemeClr val="tx1"/>
                          </a:solidFill>
                          <a:effectLst/>
                          <a:latin typeface="+mn-lt"/>
                          <a:ea typeface="+mn-ea"/>
                          <a:cs typeface="+mn-cs"/>
                        </a:rPr>
                        <a:t> </a:t>
                      </a:r>
                      <a:r>
                        <a:rPr lang="en-US" altLang="zh-CN" sz="1400" dirty="0" smtClean="0">
                          <a:solidFill>
                            <a:schemeClr val="tx1"/>
                          </a:solidFill>
                          <a:latin typeface="Times New Roman" pitchFamily="18" charset="0"/>
                          <a:cs typeface="Times New Roman" pitchFamily="18" charset="0"/>
                        </a:rPr>
                        <a:t> </a:t>
                      </a:r>
                      <a:endParaRPr lang="zh-CN" sz="1400" kern="1200" dirty="0">
                        <a:solidFill>
                          <a:srgbClr val="FF0000"/>
                        </a:solidFill>
                        <a:effectLst/>
                        <a:latin typeface="+mn-lt"/>
                        <a:ea typeface="+mn-ea"/>
                        <a:cs typeface="+mn-cs"/>
                      </a:endParaRPr>
                    </a:p>
                  </a:txBody>
                  <a:tcPr marL="68580" marR="68580" marT="0" marB="0" anchor="ctr"/>
                </a:tc>
              </a:tr>
              <a:tr h="278480">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u="none" strike="noStrike" kern="1200" dirty="0" smtClean="0">
                          <a:solidFill>
                            <a:schemeClr val="dk1"/>
                          </a:solidFill>
                          <a:effectLst/>
                          <a:latin typeface="Times New Roman" pitchFamily="18" charset="0"/>
                          <a:ea typeface="宋体"/>
                          <a:cs typeface="Times New Roman" pitchFamily="18" charset="0"/>
                        </a:rPr>
                        <a:t>2</a:t>
                      </a:r>
                      <a:r>
                        <a:rPr lang="en-US" altLang="zh-CN" sz="1400" u="none" strike="noStrike" kern="1200" dirty="0">
                          <a:solidFill>
                            <a:schemeClr val="dk1"/>
                          </a:solidFill>
                          <a:effectLst/>
                          <a:latin typeface="Times New Roman" pitchFamily="18" charset="0"/>
                          <a:ea typeface="宋体"/>
                          <a:cs typeface="Times New Roman" pitchFamily="18" charset="0"/>
                        </a:rPr>
                        <a:t> </a:t>
                      </a:r>
                      <a:endParaRPr lang="zh-CN" altLang="zh-CN" sz="1400" u="none" strike="noStrike" kern="1200" dirty="0">
                        <a:solidFill>
                          <a:schemeClr val="dk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KGS004</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kern="1200" dirty="0" smtClean="0">
                          <a:solidFill>
                            <a:schemeClr val="tx1"/>
                          </a:solidFill>
                          <a:effectLst/>
                          <a:latin typeface="+mn-lt"/>
                          <a:ea typeface="+mn-ea"/>
                          <a:cs typeface="+mn-cs"/>
                        </a:rPr>
                        <a:t>upload ending</a:t>
                      </a:r>
                      <a:endParaRPr lang="zh-CN" sz="1400" kern="1200" dirty="0">
                        <a:solidFill>
                          <a:schemeClr val="tx1"/>
                        </a:solidFill>
                        <a:effectLst/>
                        <a:latin typeface="+mn-lt"/>
                        <a:ea typeface="+mn-ea"/>
                        <a:cs typeface="+mn-cs"/>
                      </a:endParaRPr>
                    </a:p>
                  </a:txBody>
                  <a:tcPr marL="68580" marR="68580" marT="0" marB="0" anchor="ctr"/>
                </a:tc>
              </a:tr>
              <a:tr h="278480">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u="none" strike="noStrike" kern="1200" dirty="0" smtClean="0">
                          <a:solidFill>
                            <a:schemeClr val="dk1"/>
                          </a:solidFill>
                          <a:effectLst/>
                          <a:latin typeface="Times New Roman" pitchFamily="18" charset="0"/>
                          <a:ea typeface="宋体"/>
                          <a:cs typeface="Times New Roman" pitchFamily="18" charset="0"/>
                        </a:rPr>
                        <a:t>3</a:t>
                      </a:r>
                      <a:r>
                        <a:rPr lang="en-US" altLang="zh-CN" sz="1400" u="none" strike="noStrike" kern="1200" dirty="0">
                          <a:solidFill>
                            <a:schemeClr val="dk1"/>
                          </a:solidFill>
                          <a:effectLst/>
                          <a:latin typeface="Times New Roman" pitchFamily="18" charset="0"/>
                          <a:ea typeface="宋体"/>
                          <a:cs typeface="Times New Roman" pitchFamily="18" charset="0"/>
                        </a:rPr>
                        <a:t> </a:t>
                      </a:r>
                      <a:endParaRPr lang="zh-CN" altLang="zh-CN" sz="1400" u="none" strike="noStrike" kern="1200" dirty="0">
                        <a:solidFill>
                          <a:schemeClr val="dk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KGS005</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algn="l" defTabSz="914400" rtl="0" eaLnBrk="1" latinLnBrk="0" hangingPunct="1">
                        <a:lnSpc>
                          <a:spcPct val="115000"/>
                        </a:lnSpc>
                        <a:spcAft>
                          <a:spcPts val="0"/>
                        </a:spcAft>
                      </a:pPr>
                      <a:r>
                        <a:rPr lang="en-US" altLang="zh-CN" sz="1400" dirty="0" smtClean="0">
                          <a:solidFill>
                            <a:schemeClr val="tx1"/>
                          </a:solidFill>
                          <a:latin typeface="Times New Roman" pitchFamily="18" charset="0"/>
                          <a:cs typeface="Times New Roman" pitchFamily="18" charset="0"/>
                        </a:rPr>
                        <a:t>navigation orientation software </a:t>
                      </a:r>
                      <a:r>
                        <a:rPr lang="en-US" altLang="zh-CN" sz="1400" kern="1200" dirty="0" smtClean="0">
                          <a:solidFill>
                            <a:schemeClr val="tx1"/>
                          </a:solidFill>
                          <a:effectLst/>
                          <a:latin typeface="+mn-lt"/>
                          <a:ea typeface="+mn-ea"/>
                          <a:cs typeface="+mn-cs"/>
                        </a:rPr>
                        <a:t>upload startup</a:t>
                      </a:r>
                      <a:endParaRPr lang="zh-CN" sz="1400" kern="1200" dirty="0">
                        <a:solidFill>
                          <a:srgbClr val="FF0000"/>
                        </a:solidFill>
                        <a:effectLst/>
                        <a:latin typeface="+mn-lt"/>
                        <a:ea typeface="+mn-ea"/>
                        <a:cs typeface="+mn-cs"/>
                      </a:endParaRPr>
                    </a:p>
                  </a:txBody>
                  <a:tcPr marL="68580" marR="68580" marT="0" marB="0" anchor="ctr"/>
                </a:tc>
              </a:tr>
              <a:tr h="271190">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solidFill>
                            <a:schemeClr val="tx1"/>
                          </a:solidFill>
                          <a:effectLst/>
                          <a:latin typeface="Times New Roman" pitchFamily="18" charset="0"/>
                          <a:ea typeface="宋体"/>
                          <a:cs typeface="Times New Roman" pitchFamily="18" charset="0"/>
                        </a:rPr>
                        <a:t>4</a:t>
                      </a:r>
                      <a:endParaRPr lang="zh-CN" sz="1400" u="none" strike="noStrike" dirty="0">
                        <a:solidFill>
                          <a:schemeClr val="tx1"/>
                        </a:solidFill>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KGS006</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orbit determination software upload permission </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58995">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5</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KGS007</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orbit determination software upload ending</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43605">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6</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KGS008</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orbit determination software upload startup</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86498">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7</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KGS009</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Allowing 1pps </a:t>
                      </a:r>
                      <a:r>
                        <a:rPr lang="en-US" altLang="zh-CN" sz="1400" kern="1200" dirty="0">
                          <a:solidFill>
                            <a:schemeClr val="tx1"/>
                          </a:solidFill>
                          <a:latin typeface="Times New Roman" pitchFamily="18" charset="0"/>
                          <a:ea typeface="+mn-ea"/>
                          <a:cs typeface="Times New Roman" pitchFamily="18" charset="0"/>
                        </a:rPr>
                        <a:t>output </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43605">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8</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KGS010</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smtClean="0">
                          <a:solidFill>
                            <a:schemeClr val="tx1"/>
                          </a:solidFill>
                          <a:latin typeface="Times New Roman" pitchFamily="18" charset="0"/>
                          <a:ea typeface="+mn-ea"/>
                          <a:cs typeface="Times New Roman" pitchFamily="18" charset="0"/>
                        </a:rPr>
                        <a:t>Forbidding 1pps </a:t>
                      </a:r>
                      <a:r>
                        <a:rPr lang="en-US" altLang="zh-CN" sz="1400" kern="1200" dirty="0">
                          <a:solidFill>
                            <a:schemeClr val="tx1"/>
                          </a:solidFill>
                          <a:latin typeface="Times New Roman" pitchFamily="18" charset="0"/>
                          <a:ea typeface="+mn-ea"/>
                          <a:cs typeface="Times New Roman" pitchFamily="18" charset="0"/>
                        </a:rPr>
                        <a:t>output </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76644">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9</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KGS011</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time broadcast at  CAN bus A</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64449">
                <a:tc>
                  <a:txBody>
                    <a:bodyPr/>
                    <a:lstStyle/>
                    <a:p>
                      <a:pPr marL="0" lvl="0" indent="0" algn="ctr">
                        <a:lnSpc>
                          <a:spcPct val="115000"/>
                        </a:lnSpc>
                        <a:spcAft>
                          <a:spcPts val="0"/>
                        </a:spcAft>
                        <a:buSzPts val="1200"/>
                        <a:buFont typeface="楷体_GB2312"/>
                        <a:buNone/>
                        <a:tabLst>
                          <a:tab pos="180340" algn="l"/>
                        </a:tabLst>
                      </a:pPr>
                      <a:r>
                        <a:rPr lang="en-US" altLang="zh-CN" sz="1400" u="none" strike="noStrike" dirty="0" smtClean="0">
                          <a:effectLst/>
                          <a:latin typeface="Times New Roman" pitchFamily="18" charset="0"/>
                          <a:ea typeface="宋体"/>
                          <a:cs typeface="Times New Roman" pitchFamily="18" charset="0"/>
                        </a:rPr>
                        <a:t>10</a:t>
                      </a:r>
                      <a:endParaRPr lang="zh-CN" sz="1400" u="none" strike="noStrike" dirty="0">
                        <a:effectLst/>
                        <a:latin typeface="Times New Roman" pitchFamily="18" charset="0"/>
                        <a:ea typeface="宋体"/>
                        <a:cs typeface="Times New Roman" pitchFamily="18" charset="0"/>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KGS012</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time </a:t>
                      </a:r>
                      <a:r>
                        <a:rPr lang="zh-CN" altLang="zh-CN" sz="1400" kern="1200" dirty="0">
                          <a:solidFill>
                            <a:schemeClr val="tx1"/>
                          </a:solidFill>
                          <a:latin typeface="Times New Roman" pitchFamily="18" charset="0"/>
                          <a:ea typeface="+mn-ea"/>
                          <a:cs typeface="Times New Roman" pitchFamily="18" charset="0"/>
                        </a:rPr>
                        <a:t>broadcast </a:t>
                      </a:r>
                      <a:r>
                        <a:rPr lang="en-US" altLang="zh-CN" sz="1400" kern="1200" dirty="0" smtClean="0">
                          <a:solidFill>
                            <a:schemeClr val="tx1"/>
                          </a:solidFill>
                          <a:latin typeface="Times New Roman" pitchFamily="18" charset="0"/>
                          <a:ea typeface="+mn-ea"/>
                          <a:cs typeface="Times New Roman" pitchFamily="18" charset="0"/>
                        </a:rPr>
                        <a:t>at  CAN bus B</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49338">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kern="1200" dirty="0" smtClean="0">
                          <a:solidFill>
                            <a:schemeClr val="dk1"/>
                          </a:solidFill>
                          <a:effectLst/>
                          <a:latin typeface="+mn-lt"/>
                          <a:ea typeface="+mn-ea"/>
                          <a:cs typeface="+mn-cs"/>
                        </a:rPr>
                        <a:t>11</a:t>
                      </a:r>
                      <a:endParaRPr lang="zh-CN" sz="1400" kern="1200" dirty="0">
                        <a:solidFill>
                          <a:schemeClr val="dk1"/>
                        </a:solidFill>
                        <a:effectLst/>
                        <a:latin typeface="+mn-lt"/>
                        <a:ea typeface="+mn-ea"/>
                        <a:cs typeface="+mn-cs"/>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KGS013</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orbit determination data output permission</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r h="278592">
                <a:tc>
                  <a:txBody>
                    <a:bodyPr/>
                    <a:lstStyle/>
                    <a:p>
                      <a:pPr marL="0" lvl="0" indent="0" algn="ctr" defTabSz="914400" rtl="0" eaLnBrk="1" latinLnBrk="0" hangingPunct="1">
                        <a:lnSpc>
                          <a:spcPct val="115000"/>
                        </a:lnSpc>
                        <a:spcAft>
                          <a:spcPts val="0"/>
                        </a:spcAft>
                        <a:buSzPts val="1200"/>
                        <a:buFont typeface="楷体_GB2312"/>
                        <a:buNone/>
                        <a:tabLst>
                          <a:tab pos="180340" algn="l"/>
                        </a:tabLst>
                      </a:pPr>
                      <a:r>
                        <a:rPr lang="en-US" altLang="zh-CN" sz="1400" kern="1200" dirty="0" smtClean="0">
                          <a:solidFill>
                            <a:schemeClr val="dk1"/>
                          </a:solidFill>
                          <a:effectLst/>
                          <a:latin typeface="+mn-lt"/>
                          <a:ea typeface="+mn-ea"/>
                          <a:cs typeface="+mn-cs"/>
                        </a:rPr>
                        <a:t>12</a:t>
                      </a:r>
                      <a:endParaRPr lang="zh-CN" sz="1400" kern="1200" dirty="0">
                        <a:solidFill>
                          <a:schemeClr val="dk1"/>
                        </a:solidFill>
                        <a:effectLst/>
                        <a:latin typeface="+mn-lt"/>
                        <a:ea typeface="+mn-ea"/>
                        <a:cs typeface="+mn-cs"/>
                      </a:endParaRPr>
                    </a:p>
                  </a:txBody>
                  <a:tcPr marL="17781" marR="17781" marT="0" marB="0" anchor="ctr"/>
                </a:tc>
                <a:tc>
                  <a:txBody>
                    <a:bodyPr/>
                    <a:lstStyle/>
                    <a:p>
                      <a:pPr marL="0" algn="ctr" defTabSz="914400" rtl="0" eaLnBrk="1" latinLnBrk="0" hangingPunct="1">
                        <a:lnSpc>
                          <a:spcPct val="115000"/>
                        </a:lnSpc>
                        <a:spcAft>
                          <a:spcPts val="0"/>
                        </a:spcAft>
                      </a:pPr>
                      <a:r>
                        <a:rPr lang="en-US" altLang="zh-CN" sz="1400" kern="1200" dirty="0">
                          <a:solidFill>
                            <a:schemeClr val="tx1"/>
                          </a:solidFill>
                          <a:latin typeface="Times New Roman" pitchFamily="18" charset="0"/>
                          <a:ea typeface="+mn-ea"/>
                          <a:cs typeface="Times New Roman" pitchFamily="18" charset="0"/>
                        </a:rPr>
                        <a:t>KGS014</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kern="1200" dirty="0">
                          <a:solidFill>
                            <a:schemeClr val="tx1"/>
                          </a:solidFill>
                          <a:latin typeface="Times New Roman" pitchFamily="18" charset="0"/>
                          <a:ea typeface="+mn-ea"/>
                          <a:cs typeface="Times New Roman" pitchFamily="18" charset="0"/>
                        </a:rPr>
                        <a:t>orbit determination data output forbidden</a:t>
                      </a:r>
                      <a:endParaRPr lang="zh-CN" altLang="zh-CN" sz="1400" kern="1200" dirty="0">
                        <a:solidFill>
                          <a:schemeClr val="tx1"/>
                        </a:solidFill>
                        <a:latin typeface="Times New Roman" pitchFamily="18" charset="0"/>
                        <a:ea typeface="+mn-ea"/>
                        <a:cs typeface="Times New Roman" pitchFamily="18" charset="0"/>
                      </a:endParaRPr>
                    </a:p>
                  </a:txBody>
                  <a:tcPr marL="68580" marR="68580" marT="0" marB="0" anchor="ctr"/>
                </a:tc>
              </a:tr>
            </a:tbl>
          </a:graphicData>
        </a:graphic>
      </p:graphicFrame>
      <p:sp>
        <p:nvSpPr>
          <p:cNvPr id="13" name="矩形 12"/>
          <p:cNvSpPr/>
          <p:nvPr/>
        </p:nvSpPr>
        <p:spPr>
          <a:xfrm>
            <a:off x="215901" y="196454"/>
            <a:ext cx="6220549" cy="646331"/>
          </a:xfrm>
          <a:prstGeom prst="rect">
            <a:avLst/>
          </a:prstGeom>
        </p:spPr>
        <p:txBody>
          <a:bodyPr wrap="none">
            <a:spAutoFit/>
          </a:bodyPr>
          <a:lstStyle/>
          <a:p>
            <a:pPr lvl="0" algn="ctr">
              <a:defRPr/>
            </a:pPr>
            <a:r>
              <a:rPr lang="en-US" altLang="zh-CN" sz="3600" kern="1700" dirty="0" smtClean="0">
                <a:solidFill>
                  <a:schemeClr val="bg1"/>
                </a:solidFill>
                <a:latin typeface="Times New Roman" pitchFamily="18" charset="0"/>
                <a:ea typeface="微软雅黑" pitchFamily="34" charset="-122"/>
                <a:cs typeface="Times New Roman" pitchFamily="18" charset="0"/>
              </a:rPr>
              <a:t>3 Tele-commands and </a:t>
            </a:r>
            <a:r>
              <a:rPr lang="en-US" altLang="zh-CN" sz="3600" dirty="0">
                <a:solidFill>
                  <a:schemeClr val="bg1"/>
                </a:solidFill>
                <a:latin typeface="Times New Roman" pitchFamily="18" charset="0"/>
                <a:ea typeface="微软雅黑" pitchFamily="34" charset="-122"/>
                <a:cs typeface="Times New Roman" pitchFamily="18" charset="0"/>
              </a:rPr>
              <a:t>Telemetry</a:t>
            </a:r>
            <a:endParaRPr lang="zh-CN" altLang="en-US" sz="3600" kern="1700" dirty="0">
              <a:solidFill>
                <a:schemeClr val="bg1"/>
              </a:solidFill>
              <a:latin typeface="Times New Roman" pitchFamily="18" charset="0"/>
              <a:ea typeface="微软雅黑" pitchFamily="34" charset="-122"/>
              <a:cs typeface="Times New Roman" pitchFamily="18" charset="0"/>
            </a:endParaRPr>
          </a:p>
        </p:txBody>
      </p:sp>
    </p:spTree>
    <p:extLst>
      <p:ext uri="{BB962C8B-B14F-4D97-AF65-F5344CB8AC3E}">
        <p14:creationId xmlns:p14="http://schemas.microsoft.com/office/powerpoint/2010/main" val="12354434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extLst>
              <p:ext uri="{D42A27DB-BD31-4B8C-83A1-F6EECF244321}">
                <p14:modId xmlns:p14="http://schemas.microsoft.com/office/powerpoint/2010/main" val="4044834603"/>
              </p:ext>
            </p:extLst>
          </p:nvPr>
        </p:nvGraphicFramePr>
        <p:xfrm>
          <a:off x="428596" y="1660916"/>
          <a:ext cx="8143932" cy="2893239"/>
        </p:xfrm>
        <a:graphic>
          <a:graphicData uri="http://schemas.openxmlformats.org/drawingml/2006/table">
            <a:tbl>
              <a:tblPr firstRow="1" firstCol="1" bandRow="1">
                <a:tableStyleId>{5C22544A-7EE6-4342-B048-85BDC9FD1C3A}</a:tableStyleId>
              </a:tblPr>
              <a:tblGrid>
                <a:gridCol w="2349084"/>
                <a:gridCol w="1864336"/>
                <a:gridCol w="1773681"/>
                <a:gridCol w="2156831"/>
              </a:tblGrid>
              <a:tr h="598123">
                <a:tc>
                  <a:txBody>
                    <a:bodyPr/>
                    <a:lstStyle/>
                    <a:p>
                      <a:pPr algn="l">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TM Name </a:t>
                      </a:r>
                      <a:endParaRPr lang="zh-CN" sz="1400" kern="100" dirty="0">
                        <a:effectLst/>
                        <a:latin typeface="Times New Roman" pitchFamily="18" charset="0"/>
                        <a:ea typeface="宋体"/>
                        <a:cs typeface="Times New Roman" pitchFamily="18" charset="0"/>
                      </a:endParaRPr>
                    </a:p>
                  </a:txBody>
                  <a:tcPr marL="68580" marR="68580" marT="0" marB="0" anchor="b"/>
                </a:tc>
                <a:tc>
                  <a:txBody>
                    <a:bodyPr/>
                    <a:lstStyle/>
                    <a:p>
                      <a:pPr algn="ctr" fontAlgn="base">
                        <a:lnSpc>
                          <a:spcPts val="1560"/>
                        </a:lnSpc>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Data length (bytes) </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Number of TM</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r">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Collection Period (second)</a:t>
                      </a:r>
                      <a:endParaRPr lang="zh-CN" sz="1400" kern="100" dirty="0">
                        <a:effectLst/>
                        <a:latin typeface="Times New Roman" pitchFamily="18" charset="0"/>
                        <a:ea typeface="宋体"/>
                        <a:cs typeface="Times New Roman" pitchFamily="18" charset="0"/>
                      </a:endParaRPr>
                    </a:p>
                  </a:txBody>
                  <a:tcPr marL="68580" marR="68580" marT="0" marB="0" anchor="ctr" anchorCtr="1"/>
                </a:tc>
              </a:tr>
              <a:tr h="531665">
                <a:tc>
                  <a:txBody>
                    <a:bodyPr/>
                    <a:lstStyle/>
                    <a:p>
                      <a:pPr algn="l">
                        <a:spcAft>
                          <a:spcPts val="0"/>
                        </a:spcAft>
                      </a:pPr>
                      <a:r>
                        <a:rPr lang="en-US" altLang="zh-CN" sz="1400" kern="100" dirty="0" smtClean="0">
                          <a:effectLst/>
                          <a:latin typeface="Times New Roman" pitchFamily="18" charset="0"/>
                          <a:ea typeface="宋体"/>
                          <a:cs typeface="Times New Roman" pitchFamily="18" charset="0"/>
                        </a:rPr>
                        <a:t>Transponder  A</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16</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32</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altLang="zh-CN" sz="1400" kern="100" dirty="0" smtClean="0">
                          <a:effectLst/>
                          <a:latin typeface="Times New Roman" pitchFamily="18" charset="0"/>
                          <a:ea typeface="宋体"/>
                          <a:cs typeface="Times New Roman" pitchFamily="18" charset="0"/>
                        </a:rPr>
                        <a:t>1s</a:t>
                      </a:r>
                      <a:endParaRPr lang="zh-CN" sz="1400" kern="100" dirty="0">
                        <a:effectLst/>
                        <a:latin typeface="Times New Roman" pitchFamily="18" charset="0"/>
                        <a:ea typeface="宋体"/>
                        <a:cs typeface="Times New Roman" pitchFamily="18" charset="0"/>
                      </a:endParaRPr>
                    </a:p>
                  </a:txBody>
                  <a:tcPr marL="68580" marR="68580" marT="0" marB="0" anchor="ctr" anchorCtr="1"/>
                </a:tc>
              </a:tr>
              <a:tr h="53166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latin typeface="Times New Roman" pitchFamily="18" charset="0"/>
                          <a:ea typeface="+mn-ea"/>
                          <a:cs typeface="Times New Roman" pitchFamily="18" charset="0"/>
                        </a:rPr>
                        <a:t>Transponder  B</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16</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32</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altLang="zh-CN" sz="1400" kern="100" dirty="0" smtClean="0">
                          <a:effectLst/>
                          <a:latin typeface="Times New Roman" pitchFamily="18" charset="0"/>
                          <a:ea typeface="宋体"/>
                          <a:cs typeface="Times New Roman" pitchFamily="18" charset="0"/>
                        </a:rPr>
                        <a:t>1s</a:t>
                      </a:r>
                      <a:endParaRPr lang="zh-CN" sz="1400" kern="100" dirty="0">
                        <a:effectLst/>
                        <a:latin typeface="Times New Roman" pitchFamily="18" charset="0"/>
                        <a:ea typeface="宋体"/>
                        <a:cs typeface="Times New Roman" pitchFamily="18" charset="0"/>
                      </a:endParaRPr>
                    </a:p>
                  </a:txBody>
                  <a:tcPr marL="68580" marR="68580" marT="0" marB="0" anchor="ctr" anchorCtr="1"/>
                </a:tc>
              </a:tr>
              <a:tr h="480321">
                <a:tc>
                  <a:txBody>
                    <a:bodyPr/>
                    <a:lstStyle/>
                    <a:p>
                      <a:pPr algn="l">
                        <a:spcAft>
                          <a:spcPts val="0"/>
                        </a:spcAft>
                      </a:pPr>
                      <a:r>
                        <a:rPr lang="en-US" sz="1400" kern="0" dirty="0">
                          <a:effectLst/>
                          <a:latin typeface="Times New Roman" pitchFamily="18" charset="0"/>
                          <a:cs typeface="Times New Roman" pitchFamily="18" charset="0"/>
                        </a:rPr>
                        <a:t>GPS fast TM</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20</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15</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sz="1400" kern="0" dirty="0" smtClean="0">
                          <a:effectLst/>
                          <a:latin typeface="Times New Roman" pitchFamily="18" charset="0"/>
                          <a:cs typeface="Times New Roman" pitchFamily="18" charset="0"/>
                        </a:rPr>
                        <a:t>2s</a:t>
                      </a:r>
                      <a:endParaRPr lang="zh-CN" sz="1400" kern="100" dirty="0">
                        <a:effectLst/>
                        <a:latin typeface="Times New Roman" pitchFamily="18" charset="0"/>
                        <a:ea typeface="宋体"/>
                        <a:cs typeface="Times New Roman" pitchFamily="18" charset="0"/>
                      </a:endParaRPr>
                    </a:p>
                  </a:txBody>
                  <a:tcPr marL="68580" marR="68580" marT="0" marB="0" anchor="ctr" anchorCtr="1"/>
                </a:tc>
              </a:tr>
              <a:tr h="376070">
                <a:tc>
                  <a:txBody>
                    <a:bodyPr/>
                    <a:lstStyle/>
                    <a:p>
                      <a:pPr algn="l">
                        <a:spcAft>
                          <a:spcPts val="0"/>
                        </a:spcAft>
                      </a:pPr>
                      <a:r>
                        <a:rPr lang="en-US" sz="1400" kern="0" dirty="0">
                          <a:effectLst/>
                          <a:latin typeface="Times New Roman" pitchFamily="18" charset="0"/>
                          <a:cs typeface="Times New Roman" pitchFamily="18" charset="0"/>
                        </a:rPr>
                        <a:t>GPS status slow</a:t>
                      </a:r>
                      <a:endParaRPr lang="zh-CN" sz="1400" kern="100" dirty="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128</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160</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sz="1400" kern="0" dirty="0" smtClean="0">
                          <a:effectLst/>
                          <a:latin typeface="Times New Roman" pitchFamily="18" charset="0"/>
                          <a:cs typeface="Times New Roman" pitchFamily="18" charset="0"/>
                        </a:rPr>
                        <a:t>32s</a:t>
                      </a:r>
                      <a:endParaRPr lang="zh-CN" sz="1400" kern="100" dirty="0">
                        <a:effectLst/>
                        <a:latin typeface="Times New Roman" pitchFamily="18" charset="0"/>
                        <a:ea typeface="宋体"/>
                        <a:cs typeface="Times New Roman" pitchFamily="18" charset="0"/>
                      </a:endParaRPr>
                    </a:p>
                  </a:txBody>
                  <a:tcPr marL="68580" marR="68580" marT="0" marB="0" anchor="ctr" anchorCtr="1"/>
                </a:tc>
              </a:tr>
              <a:tr h="375395">
                <a:tc>
                  <a:txBody>
                    <a:bodyPr/>
                    <a:lstStyle/>
                    <a:p>
                      <a:pPr algn="l">
                        <a:spcAft>
                          <a:spcPts val="0"/>
                        </a:spcAft>
                      </a:pPr>
                      <a:r>
                        <a:rPr lang="en-US" sz="1400" kern="0">
                          <a:effectLst/>
                          <a:latin typeface="Times New Roman" pitchFamily="18" charset="0"/>
                          <a:cs typeface="Times New Roman" pitchFamily="18" charset="0"/>
                        </a:rPr>
                        <a:t>GPS orbit slow</a:t>
                      </a:r>
                      <a:endParaRPr lang="zh-CN" sz="1400" kern="100">
                        <a:effectLst/>
                        <a:latin typeface="Times New Roman" pitchFamily="18" charset="0"/>
                        <a:ea typeface="宋体"/>
                        <a:cs typeface="Times New Roman" pitchFamily="18" charset="0"/>
                      </a:endParaRPr>
                    </a:p>
                  </a:txBody>
                  <a:tcPr marL="68580" marR="68580" marT="0" marB="0" anchor="ctr"/>
                </a:tc>
                <a:tc>
                  <a:txBody>
                    <a:bodyPr/>
                    <a:lstStyle/>
                    <a:p>
                      <a:pPr algn="ctr" fontAlgn="base">
                        <a:lnSpc>
                          <a:spcPts val="1560"/>
                        </a:lnSpc>
                        <a:spcAft>
                          <a:spcPts val="0"/>
                        </a:spcAft>
                      </a:pPr>
                      <a:r>
                        <a:rPr lang="en-US" altLang="zh-CN" sz="1400" kern="100" dirty="0" smtClean="0">
                          <a:effectLst/>
                          <a:latin typeface="Times New Roman" pitchFamily="18" charset="0"/>
                          <a:ea typeface="宋体"/>
                          <a:cs typeface="Times New Roman" pitchFamily="18" charset="0"/>
                        </a:rPr>
                        <a:t>87</a:t>
                      </a:r>
                      <a:endParaRPr lang="zh-CN" sz="1400" kern="100" dirty="0">
                        <a:effectLst/>
                        <a:latin typeface="Times New Roman" pitchFamily="18" charset="0"/>
                        <a:ea typeface="宋体"/>
                        <a:cs typeface="Times New Roman" pitchFamily="18" charset="0"/>
                      </a:endParaRPr>
                    </a:p>
                  </a:txBody>
                  <a:tcPr marL="68580" marR="68580" marT="0" marB="0" anchor="ctr" anchorCtr="1"/>
                </a:tc>
                <a:tc>
                  <a:txBody>
                    <a:bodyPr/>
                    <a:lstStyle/>
                    <a:p>
                      <a:pPr algn="ctr"/>
                      <a:r>
                        <a:rPr lang="en-US" altLang="zh-CN" sz="1400" dirty="0" smtClean="0">
                          <a:latin typeface="Times New Roman" pitchFamily="18" charset="0"/>
                          <a:cs typeface="Times New Roman" pitchFamily="18" charset="0"/>
                        </a:rPr>
                        <a:t>29</a:t>
                      </a:r>
                      <a:endParaRPr lang="zh-CN" altLang="en-US" sz="1400" dirty="0">
                        <a:latin typeface="Times New Roman" pitchFamily="18" charset="0"/>
                        <a:cs typeface="Times New Roman" pitchFamily="18" charset="0"/>
                      </a:endParaRPr>
                    </a:p>
                  </a:txBody>
                  <a:tcPr marL="68580" marR="68580" marT="0" marB="0" anchor="ctr" anchorCtr="1"/>
                </a:tc>
                <a:tc>
                  <a:txBody>
                    <a:bodyPr/>
                    <a:lstStyle/>
                    <a:p>
                      <a:pPr algn="ctr">
                        <a:spcAft>
                          <a:spcPts val="0"/>
                        </a:spcAft>
                      </a:pPr>
                      <a:r>
                        <a:rPr lang="en-US" sz="1400" kern="0" dirty="0" smtClean="0">
                          <a:effectLst/>
                          <a:latin typeface="Times New Roman" pitchFamily="18" charset="0"/>
                          <a:cs typeface="Times New Roman" pitchFamily="18" charset="0"/>
                        </a:rPr>
                        <a:t>32s</a:t>
                      </a:r>
                      <a:endParaRPr lang="zh-CN" sz="1400" kern="100" dirty="0">
                        <a:effectLst/>
                        <a:latin typeface="Times New Roman" pitchFamily="18" charset="0"/>
                        <a:ea typeface="宋体"/>
                        <a:cs typeface="Times New Roman" pitchFamily="18" charset="0"/>
                      </a:endParaRPr>
                    </a:p>
                  </a:txBody>
                  <a:tcPr marL="68580" marR="68580" marT="0" marB="0" anchor="ctr" anchorCtr="1"/>
                </a:tc>
              </a:tr>
            </a:tbl>
          </a:graphicData>
        </a:graphic>
      </p:graphicFrame>
      <p:sp>
        <p:nvSpPr>
          <p:cNvPr id="6" name="TextBox 5"/>
          <p:cNvSpPr txBox="1">
            <a:spLocks noChangeArrowheads="1"/>
          </p:cNvSpPr>
          <p:nvPr/>
        </p:nvSpPr>
        <p:spPr bwMode="auto">
          <a:xfrm>
            <a:off x="102395" y="378619"/>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3.3 Telemetry </a:t>
            </a:r>
            <a:r>
              <a:rPr lang="en-US" altLang="zh-CN" sz="2900" dirty="0">
                <a:solidFill>
                  <a:schemeClr val="bg1"/>
                </a:solidFill>
              </a:rPr>
              <a:t>Parameters of </a:t>
            </a:r>
            <a:r>
              <a:rPr lang="en-US" altLang="zh-CN" sz="2900" dirty="0" smtClean="0">
                <a:solidFill>
                  <a:schemeClr val="bg1"/>
                </a:solidFill>
              </a:rPr>
              <a:t>TT&amp;C</a:t>
            </a:r>
            <a:endParaRPr lang="en-US" altLang="zh-CN" sz="2900" dirty="0">
              <a:solidFill>
                <a:schemeClr val="bg1"/>
              </a:solidFill>
            </a:endParaRPr>
          </a:p>
        </p:txBody>
      </p:sp>
      <p:sp>
        <p:nvSpPr>
          <p:cNvPr id="9" name="页脚占位符 3"/>
          <p:cNvSpPr>
            <a:spLocks noGrp="1"/>
          </p:cNvSpPr>
          <p:nvPr>
            <p:ph type="ftr" sz="quarter" idx="11"/>
          </p:nvPr>
        </p:nvSpPr>
        <p:spPr>
          <a:xfrm>
            <a:off x="943605" y="4866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56373" y="4863786"/>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
        <p:nvSpPr>
          <p:cNvPr id="11" name="矩形 10"/>
          <p:cNvSpPr>
            <a:spLocks noChangeArrowheads="1"/>
          </p:cNvSpPr>
          <p:nvPr/>
        </p:nvSpPr>
        <p:spPr bwMode="auto">
          <a:xfrm>
            <a:off x="355321" y="1221600"/>
            <a:ext cx="32454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lgn="l">
              <a:spcAft>
                <a:spcPts val="600"/>
              </a:spcAft>
              <a:buFont typeface="Wingdings" pitchFamily="2" charset="2"/>
              <a:buChar char="l"/>
            </a:pPr>
            <a:r>
              <a:rPr lang="en-US" altLang="zh-CN" sz="2000" dirty="0" smtClean="0">
                <a:latin typeface="Times New Roman" pitchFamily="18" charset="0"/>
                <a:cs typeface="Times New Roman" pitchFamily="18" charset="0"/>
              </a:rPr>
              <a:t>Brief introduction of TM</a:t>
            </a:r>
            <a:endParaRPr lang="en-US" altLang="zh-C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96299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a:spLocks noChangeArrowheads="1"/>
          </p:cNvSpPr>
          <p:nvPr/>
        </p:nvSpPr>
        <p:spPr bwMode="auto">
          <a:xfrm>
            <a:off x="102395" y="378619"/>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3.3 </a:t>
            </a:r>
            <a:r>
              <a:rPr lang="en-US" altLang="zh-CN" sz="2900" dirty="0" smtClean="0">
                <a:solidFill>
                  <a:schemeClr val="tx1"/>
                </a:solidFill>
              </a:rPr>
              <a:t>Telemetry </a:t>
            </a:r>
            <a:r>
              <a:rPr lang="en-US" altLang="zh-CN" sz="2900" dirty="0">
                <a:solidFill>
                  <a:schemeClr val="tx1"/>
                </a:solidFill>
              </a:rPr>
              <a:t>Parameters of </a:t>
            </a:r>
            <a:r>
              <a:rPr lang="en-US" altLang="zh-CN" sz="2900" dirty="0" smtClean="0">
                <a:solidFill>
                  <a:schemeClr val="tx1"/>
                </a:solidFill>
              </a:rPr>
              <a:t>TT&amp;C</a:t>
            </a:r>
            <a:endParaRPr lang="en-US" altLang="zh-CN" sz="2900" dirty="0">
              <a:solidFill>
                <a:schemeClr val="tx1"/>
              </a:solidFill>
            </a:endParaRPr>
          </a:p>
        </p:txBody>
      </p:sp>
      <p:sp>
        <p:nvSpPr>
          <p:cNvPr id="7" name="矩形 6"/>
          <p:cNvSpPr>
            <a:spLocks noChangeArrowheads="1"/>
          </p:cNvSpPr>
          <p:nvPr/>
        </p:nvSpPr>
        <p:spPr bwMode="auto">
          <a:xfrm>
            <a:off x="377478" y="2739446"/>
            <a:ext cx="8274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600"/>
              </a:spcAft>
              <a:buFont typeface="Wingdings" pitchFamily="2" charset="2"/>
              <a:buChar char="l"/>
            </a:pPr>
            <a:r>
              <a:rPr lang="en-US" altLang="zh-CN" sz="2000" dirty="0" smtClean="0">
                <a:solidFill>
                  <a:schemeClr val="tx1"/>
                </a:solidFill>
                <a:latin typeface="Times New Roman" pitchFamily="18" charset="0"/>
                <a:cs typeface="Times New Roman" pitchFamily="18" charset="0"/>
              </a:rPr>
              <a:t>The telemetry </a:t>
            </a:r>
            <a:r>
              <a:rPr lang="en-US" altLang="zh-CN" sz="2000" dirty="0">
                <a:solidFill>
                  <a:schemeClr val="tx1"/>
                </a:solidFill>
                <a:latin typeface="Times New Roman" pitchFamily="18" charset="0"/>
                <a:cs typeface="Times New Roman" pitchFamily="18" charset="0"/>
              </a:rPr>
              <a:t>is shown in </a:t>
            </a:r>
            <a:r>
              <a:rPr lang="en-US" altLang="zh-CN" sz="2000" dirty="0" smtClean="0">
                <a:solidFill>
                  <a:schemeClr val="tx1"/>
                </a:solidFill>
                <a:latin typeface="Times New Roman" pitchFamily="18" charset="0"/>
                <a:cs typeface="Times New Roman" pitchFamily="18" charset="0"/>
              </a:rPr>
              <a:t>OBDH’s</a:t>
            </a:r>
            <a:r>
              <a:rPr lang="en-US" altLang="zh-CN" sz="2000" dirty="0" smtClean="0">
                <a:latin typeface="Times New Roman" pitchFamily="18" charset="0"/>
                <a:cs typeface="Times New Roman" pitchFamily="18" charset="0"/>
              </a:rPr>
              <a:t> </a:t>
            </a:r>
            <a:r>
              <a:rPr lang="en-US" altLang="zh-CN" sz="2000" dirty="0">
                <a:latin typeface="Times New Roman" pitchFamily="18" charset="0"/>
                <a:cs typeface="Times New Roman" pitchFamily="18" charset="0"/>
              </a:rPr>
              <a:t>Temperature </a:t>
            </a:r>
            <a:r>
              <a:rPr lang="en-US" altLang="zh-CN" sz="2000" dirty="0" smtClean="0">
                <a:latin typeface="Times New Roman" pitchFamily="18" charset="0"/>
                <a:cs typeface="Times New Roman" pitchFamily="18" charset="0"/>
              </a:rPr>
              <a:t> packet</a:t>
            </a:r>
            <a:r>
              <a:rPr lang="en-US" altLang="zh-CN" sz="2000" dirty="0" smtClean="0">
                <a:solidFill>
                  <a:schemeClr val="tx1"/>
                </a:solidFill>
                <a:latin typeface="Times New Roman" pitchFamily="18" charset="0"/>
                <a:cs typeface="Times New Roman" pitchFamily="18" charset="0"/>
              </a:rPr>
              <a:t> (1P/32s)</a:t>
            </a:r>
            <a:endParaRPr lang="en-US" altLang="zh-CN" sz="2000" dirty="0">
              <a:solidFill>
                <a:schemeClr val="tx1"/>
              </a:solidFill>
              <a:latin typeface="Times New Roman" pitchFamily="18" charset="0"/>
              <a:cs typeface="Times New Roman"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2602326325"/>
              </p:ext>
            </p:extLst>
          </p:nvPr>
        </p:nvGraphicFramePr>
        <p:xfrm>
          <a:off x="517775" y="3219822"/>
          <a:ext cx="8197629" cy="1227176"/>
        </p:xfrm>
        <a:graphic>
          <a:graphicData uri="http://schemas.openxmlformats.org/drawingml/2006/table">
            <a:tbl>
              <a:tblPr firstRow="1" bandRow="1">
                <a:tableStyleId>{5C22544A-7EE6-4342-B048-85BDC9FD1C3A}</a:tableStyleId>
              </a:tblPr>
              <a:tblGrid>
                <a:gridCol w="1454379"/>
                <a:gridCol w="3465632"/>
                <a:gridCol w="1198038"/>
                <a:gridCol w="811071"/>
                <a:gridCol w="1268509"/>
              </a:tblGrid>
              <a:tr h="637812">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Normal Value</a:t>
                      </a:r>
                      <a:endParaRPr lang="zh-CN" sz="1200" b="1" dirty="0">
                        <a:effectLst/>
                        <a:latin typeface="Times New Roman" pitchFamily="18" charset="0"/>
                        <a:ea typeface="宋体"/>
                        <a:cs typeface="Times New Roman" pitchFamily="18" charset="0"/>
                      </a:endParaRPr>
                    </a:p>
                  </a:txBody>
                  <a:tcPr marL="68585" marR="68585" marT="0" marB="0" anchor="ctr"/>
                </a:tc>
              </a:tr>
              <a:tr h="589364">
                <a:tc>
                  <a:txBody>
                    <a:bodyPr/>
                    <a:lstStyle/>
                    <a:p>
                      <a:pPr marL="0" algn="ctr" defTabSz="914400" rtl="0" eaLnBrk="1" latinLnBrk="0" hangingPunct="1">
                        <a:lnSpc>
                          <a:spcPct val="115000"/>
                        </a:lnSpc>
                        <a:spcAft>
                          <a:spcPts val="0"/>
                        </a:spcAft>
                      </a:pPr>
                      <a:r>
                        <a:rPr lang="en-US" sz="1200" kern="1200" dirty="0" smtClean="0">
                          <a:solidFill>
                            <a:schemeClr val="dk1"/>
                          </a:solidFill>
                          <a:effectLst/>
                          <a:latin typeface="Times New Roman" pitchFamily="18" charset="0"/>
                          <a:ea typeface="+mn-ea"/>
                          <a:cs typeface="Times New Roman" pitchFamily="18" charset="0"/>
                        </a:rPr>
                        <a:t>XE017</a:t>
                      </a:r>
                      <a:endParaRPr 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algn="ctr">
                        <a:lnSpc>
                          <a:spcPct val="150000"/>
                        </a:lnSpc>
                        <a:spcAft>
                          <a:spcPts val="0"/>
                        </a:spcAft>
                      </a:pPr>
                      <a:r>
                        <a:rPr lang="en-US" sz="1200" dirty="0">
                          <a:effectLst/>
                          <a:latin typeface="Times New Roman" pitchFamily="18" charset="0"/>
                          <a:cs typeface="Times New Roman" pitchFamily="18" charset="0"/>
                        </a:rPr>
                        <a:t>TMP of </a:t>
                      </a:r>
                      <a:r>
                        <a:rPr lang="en-US" sz="1200" dirty="0" smtClean="0">
                          <a:effectLst/>
                          <a:latin typeface="Times New Roman" pitchFamily="18" charset="0"/>
                          <a:cs typeface="Times New Roman" pitchFamily="18" charset="0"/>
                        </a:rPr>
                        <a:t>stack(beside transponder and</a:t>
                      </a:r>
                      <a:r>
                        <a:rPr lang="en-US" sz="1200" baseline="0" dirty="0" smtClean="0">
                          <a:effectLst/>
                          <a:latin typeface="Times New Roman" pitchFamily="18" charset="0"/>
                          <a:cs typeface="Times New Roman" pitchFamily="18" charset="0"/>
                        </a:rPr>
                        <a:t> GPS receiver</a:t>
                      </a:r>
                      <a:r>
                        <a:rPr lang="en-US" sz="1200" dirty="0" smtClean="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TH</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-15</a:t>
                      </a:r>
                      <a:r>
                        <a:rPr lang="zh-CN" sz="1200" dirty="0" smtClean="0">
                          <a:effectLst/>
                          <a:latin typeface="Times New Roman" pitchFamily="18" charset="0"/>
                          <a:cs typeface="Times New Roman" pitchFamily="18" charset="0"/>
                        </a:rPr>
                        <a:t>～</a:t>
                      </a:r>
                      <a:r>
                        <a:rPr lang="en-US" sz="1200" dirty="0" smtClean="0">
                          <a:effectLst/>
                          <a:latin typeface="Times New Roman" pitchFamily="18" charset="0"/>
                          <a:cs typeface="Times New Roman" pitchFamily="18" charset="0"/>
                        </a:rPr>
                        <a:t>50</a:t>
                      </a:r>
                      <a:r>
                        <a:rPr lang="zh-CN" sz="1200" dirty="0" smtClean="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r>
            </a:tbl>
          </a:graphicData>
        </a:graphic>
      </p:graphicFrame>
      <p:sp>
        <p:nvSpPr>
          <p:cNvPr id="9"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graphicFrame>
        <p:nvGraphicFramePr>
          <p:cNvPr id="11" name="表格 10"/>
          <p:cNvGraphicFramePr>
            <a:graphicFrameLocks noGrp="1"/>
          </p:cNvGraphicFramePr>
          <p:nvPr>
            <p:extLst>
              <p:ext uri="{D42A27DB-BD31-4B8C-83A1-F6EECF244321}">
                <p14:modId xmlns:p14="http://schemas.microsoft.com/office/powerpoint/2010/main" val="716460026"/>
              </p:ext>
            </p:extLst>
          </p:nvPr>
        </p:nvGraphicFramePr>
        <p:xfrm>
          <a:off x="510174" y="1393024"/>
          <a:ext cx="8142149" cy="1130528"/>
        </p:xfrm>
        <a:graphic>
          <a:graphicData uri="http://schemas.openxmlformats.org/drawingml/2006/table">
            <a:tbl>
              <a:tblPr firstRow="1" bandRow="1">
                <a:tableStyleId>{5C22544A-7EE6-4342-B048-85BDC9FD1C3A}</a:tableStyleId>
              </a:tblPr>
              <a:tblGrid>
                <a:gridCol w="1444536"/>
                <a:gridCol w="3442177"/>
                <a:gridCol w="1189930"/>
                <a:gridCol w="805582"/>
                <a:gridCol w="1259924"/>
              </a:tblGrid>
              <a:tr h="486056">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Normal Value</a:t>
                      </a:r>
                      <a:endParaRPr lang="zh-CN" sz="1200" b="1" dirty="0">
                        <a:effectLst/>
                        <a:latin typeface="Times New Roman" pitchFamily="18" charset="0"/>
                        <a:ea typeface="宋体"/>
                        <a:cs typeface="Times New Roman" pitchFamily="18" charset="0"/>
                      </a:endParaRPr>
                    </a:p>
                  </a:txBody>
                  <a:tcPr marL="68585" marR="68585" marT="0" marB="0" anchor="ctr"/>
                </a:tc>
              </a:tr>
              <a:tr h="322236">
                <a:tc>
                  <a:txBody>
                    <a:bodyPr/>
                    <a:lstStyle/>
                    <a:p>
                      <a:pPr algn="ctr">
                        <a:lnSpc>
                          <a:spcPct val="115000"/>
                        </a:lnSpc>
                        <a:spcAft>
                          <a:spcPts val="0"/>
                        </a:spcAft>
                      </a:pPr>
                      <a:r>
                        <a:rPr lang="en-US" sz="1200" kern="1200" dirty="0" smtClean="0">
                          <a:solidFill>
                            <a:schemeClr val="dk1"/>
                          </a:solidFill>
                          <a:effectLst/>
                          <a:latin typeface="Times New Roman" pitchFamily="18" charset="0"/>
                          <a:ea typeface="+mn-ea"/>
                          <a:cs typeface="Times New Roman" pitchFamily="18" charset="0"/>
                        </a:rPr>
                        <a:t>TA021</a:t>
                      </a:r>
                      <a:endParaRPr lang="zh-CN" sz="1200" kern="1200" dirty="0">
                        <a:solidFill>
                          <a:schemeClr val="dk1"/>
                        </a:solidFill>
                        <a:effectLst/>
                        <a:latin typeface="Times New Roman" pitchFamily="18" charset="0"/>
                        <a:ea typeface="+mn-ea"/>
                        <a:cs typeface="Times New Roman" pitchFamily="18" charset="0"/>
                      </a:endParaRPr>
                    </a:p>
                  </a:txBody>
                  <a:tcPr marL="68585" marR="68585" marT="0" marB="0" anchor="ctr"/>
                </a:tc>
                <a:tc>
                  <a:txBody>
                    <a:bodyPr/>
                    <a:lstStyle/>
                    <a:p>
                      <a:pPr algn="ctr">
                        <a:spcAft>
                          <a:spcPts val="0"/>
                        </a:spcAft>
                      </a:pPr>
                      <a:r>
                        <a:rPr lang="en-US" sz="1200" dirty="0">
                          <a:effectLst/>
                          <a:latin typeface="Times New Roman" pitchFamily="18" charset="0"/>
                          <a:cs typeface="Times New Roman" pitchFamily="18" charset="0"/>
                        </a:rPr>
                        <a:t>TMP of Transponder A</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TH</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-15</a:t>
                      </a:r>
                      <a:r>
                        <a:rPr lang="zh-CN"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5</a:t>
                      </a:r>
                      <a:r>
                        <a:rPr lang="en-US" sz="1200" dirty="0" smtClean="0">
                          <a:effectLst/>
                          <a:latin typeface="Times New Roman" pitchFamily="18" charset="0"/>
                          <a:cs typeface="Times New Roman" pitchFamily="18" charset="0"/>
                        </a:rPr>
                        <a:t>5</a:t>
                      </a: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r>
              <a:tr h="322236">
                <a:tc>
                  <a:txBody>
                    <a:bodyPr/>
                    <a:lstStyle/>
                    <a:p>
                      <a:pPr algn="ctr">
                        <a:lnSpc>
                          <a:spcPct val="115000"/>
                        </a:lnSpc>
                        <a:spcAft>
                          <a:spcPts val="0"/>
                        </a:spcAft>
                      </a:pPr>
                      <a:r>
                        <a:rPr lang="en-US" altLang="zh-CN" sz="1200" kern="1200" dirty="0" smtClean="0">
                          <a:solidFill>
                            <a:schemeClr val="dk1"/>
                          </a:solidFill>
                          <a:effectLst/>
                          <a:latin typeface="Times New Roman" pitchFamily="18" charset="0"/>
                          <a:ea typeface="+mn-ea"/>
                          <a:cs typeface="Times New Roman" pitchFamily="18" charset="0"/>
                        </a:rPr>
                        <a:t>TB021</a:t>
                      </a:r>
                      <a:endParaRPr lang="zh-CN" sz="1200" kern="1200" dirty="0">
                        <a:solidFill>
                          <a:schemeClr val="dk1"/>
                        </a:solidFill>
                        <a:effectLst/>
                        <a:latin typeface="Times New Roman" pitchFamily="18" charset="0"/>
                        <a:ea typeface="+mn-ea"/>
                        <a:cs typeface="Times New Roman" pitchFamily="18" charset="0"/>
                      </a:endParaRPr>
                    </a:p>
                  </a:txBody>
                  <a:tcPr marL="68585" marR="68585" marT="0" marB="0" anchor="ctr"/>
                </a:tc>
                <a:tc>
                  <a:txBody>
                    <a:bodyPr/>
                    <a:lstStyle/>
                    <a:p>
                      <a:pPr algn="ctr">
                        <a:spcAft>
                          <a:spcPts val="0"/>
                        </a:spcAft>
                      </a:pPr>
                      <a:r>
                        <a:rPr lang="en-US" sz="1200" dirty="0">
                          <a:effectLst/>
                          <a:latin typeface="Times New Roman" pitchFamily="18" charset="0"/>
                          <a:cs typeface="Times New Roman" pitchFamily="18" charset="0"/>
                        </a:rPr>
                        <a:t>TMP of Transponder </a:t>
                      </a:r>
                      <a:r>
                        <a:rPr lang="en-US" sz="1200" dirty="0" smtClean="0">
                          <a:effectLst/>
                          <a:latin typeface="Times New Roman" pitchFamily="18" charset="0"/>
                          <a:cs typeface="Times New Roman" pitchFamily="18" charset="0"/>
                        </a:rPr>
                        <a:t>B</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TH</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zh-CN"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-15</a:t>
                      </a:r>
                      <a:r>
                        <a:rPr lang="zh-CN" altLang="en-US"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5</a:t>
                      </a:r>
                      <a:r>
                        <a:rPr lang="en-US" sz="1200" dirty="0" smtClean="0">
                          <a:effectLst/>
                          <a:latin typeface="Times New Roman" pitchFamily="18" charset="0"/>
                          <a:cs typeface="Times New Roman" pitchFamily="18" charset="0"/>
                        </a:rPr>
                        <a:t>5</a:t>
                      </a:r>
                      <a:r>
                        <a:rPr lang="zh-CN" altLang="en-US" sz="1200" dirty="0" smtClean="0">
                          <a:effectLst/>
                          <a:latin typeface="Times New Roman" pitchFamily="18" charset="0"/>
                          <a:cs typeface="Times New Roman" pitchFamily="18" charset="0"/>
                        </a:rPr>
                        <a:t>℃</a:t>
                      </a:r>
                      <a:endParaRPr lang="zh-CN" altLang="en-US" sz="1200" dirty="0">
                        <a:effectLst/>
                        <a:latin typeface="Times New Roman" pitchFamily="18" charset="0"/>
                        <a:ea typeface="+mn-ea"/>
                        <a:cs typeface="Times New Roman" pitchFamily="18" charset="0"/>
                      </a:endParaRPr>
                    </a:p>
                  </a:txBody>
                  <a:tcPr marL="68585" marR="68585" marT="0" marB="0" anchor="ctr"/>
                </a:tc>
              </a:tr>
            </a:tbl>
          </a:graphicData>
        </a:graphic>
      </p:graphicFrame>
      <p:sp>
        <p:nvSpPr>
          <p:cNvPr id="12" name="矩形 11"/>
          <p:cNvSpPr>
            <a:spLocks noChangeArrowheads="1"/>
          </p:cNvSpPr>
          <p:nvPr/>
        </p:nvSpPr>
        <p:spPr bwMode="auto">
          <a:xfrm>
            <a:off x="377478" y="897564"/>
            <a:ext cx="82748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600"/>
              </a:spcAft>
              <a:buFont typeface="Wingdings" pitchFamily="2" charset="2"/>
              <a:buChar char="l"/>
            </a:pPr>
            <a:r>
              <a:rPr lang="en-US" altLang="zh-CN" sz="2000" dirty="0" smtClean="0">
                <a:solidFill>
                  <a:schemeClr val="tx1"/>
                </a:solidFill>
                <a:latin typeface="Times New Roman" pitchFamily="18" charset="0"/>
                <a:cs typeface="Times New Roman" pitchFamily="18" charset="0"/>
              </a:rPr>
              <a:t>The </a:t>
            </a:r>
            <a:r>
              <a:rPr lang="en-US" altLang="zh-CN" sz="2000" dirty="0">
                <a:solidFill>
                  <a:schemeClr val="tx1"/>
                </a:solidFill>
                <a:latin typeface="Times New Roman" pitchFamily="18" charset="0"/>
                <a:cs typeface="Times New Roman" pitchFamily="18" charset="0"/>
              </a:rPr>
              <a:t>temperature telemetry is shown in </a:t>
            </a:r>
            <a:r>
              <a:rPr lang="en-US" altLang="zh-CN" sz="2000" kern="100" dirty="0" smtClean="0">
                <a:latin typeface="Times New Roman" pitchFamily="18" charset="0"/>
                <a:cs typeface="Times New Roman" pitchFamily="18" charset="0"/>
              </a:rPr>
              <a:t>Transponder </a:t>
            </a:r>
            <a:r>
              <a:rPr lang="en-US" altLang="zh-CN" sz="2000" dirty="0" smtClean="0">
                <a:solidFill>
                  <a:schemeClr val="tx1"/>
                </a:solidFill>
                <a:latin typeface="Times New Roman" pitchFamily="18" charset="0"/>
                <a:cs typeface="Times New Roman" pitchFamily="18" charset="0"/>
              </a:rPr>
              <a:t>’s packet  (1P/1s)</a:t>
            </a:r>
            <a:endParaRPr lang="en-US" altLang="zh-CN" sz="2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2293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2468"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0"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1" name="TextBox 5"/>
          <p:cNvSpPr txBox="1">
            <a:spLocks noChangeArrowheads="1"/>
          </p:cNvSpPr>
          <p:nvPr/>
        </p:nvSpPr>
        <p:spPr bwMode="auto">
          <a:xfrm>
            <a:off x="102395" y="378619"/>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3.3.1 Telemetry </a:t>
            </a:r>
            <a:r>
              <a:rPr lang="en-US" altLang="zh-CN" sz="2900" dirty="0">
                <a:solidFill>
                  <a:schemeClr val="bg1"/>
                </a:solidFill>
              </a:rPr>
              <a:t>Parameters of Transponder</a:t>
            </a:r>
          </a:p>
        </p:txBody>
      </p:sp>
      <p:sp>
        <p:nvSpPr>
          <p:cNvPr id="62472"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3"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2475" name="矩形 6"/>
          <p:cNvSpPr>
            <a:spLocks noChangeArrowheads="1"/>
          </p:cNvSpPr>
          <p:nvPr/>
        </p:nvSpPr>
        <p:spPr bwMode="auto">
          <a:xfrm>
            <a:off x="396875" y="1025128"/>
            <a:ext cx="827484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600"/>
              </a:spcAft>
              <a:buFont typeface="Wingdings" pitchFamily="2" charset="2"/>
              <a:buChar char="l"/>
            </a:pPr>
            <a:r>
              <a:rPr lang="en-US" altLang="zh-CN" sz="1600" dirty="0" smtClean="0">
                <a:latin typeface="Times New Roman" pitchFamily="18" charset="0"/>
                <a:cs typeface="Times New Roman" pitchFamily="18" charset="0"/>
              </a:rPr>
              <a:t>Parts of </a:t>
            </a:r>
            <a:r>
              <a:rPr lang="en-US" altLang="zh-CN" sz="1600" dirty="0" smtClean="0">
                <a:solidFill>
                  <a:schemeClr val="tx1"/>
                </a:solidFill>
                <a:latin typeface="Times New Roman" pitchFamily="18" charset="0"/>
                <a:cs typeface="Times New Roman" pitchFamily="18" charset="0"/>
              </a:rPr>
              <a:t>transponder telemetry </a:t>
            </a:r>
            <a:r>
              <a:rPr lang="en-US" altLang="zh-CN" sz="1600" dirty="0">
                <a:solidFill>
                  <a:schemeClr val="tx1"/>
                </a:solidFill>
                <a:latin typeface="Times New Roman" pitchFamily="18" charset="0"/>
                <a:cs typeface="Times New Roman" pitchFamily="18" charset="0"/>
              </a:rPr>
              <a:t>parameters </a:t>
            </a:r>
            <a:r>
              <a:rPr lang="en-US" altLang="zh-CN" sz="1600" dirty="0" smtClean="0">
                <a:solidFill>
                  <a:schemeClr val="tx1"/>
                </a:solidFill>
                <a:latin typeface="Times New Roman" pitchFamily="18" charset="0"/>
                <a:cs typeface="Times New Roman" pitchFamily="18" charset="0"/>
              </a:rPr>
              <a:t>which are also shown </a:t>
            </a:r>
            <a:r>
              <a:rPr lang="en-US" altLang="zh-CN" sz="1600" dirty="0" smtClean="0">
                <a:latin typeface="Times New Roman" pitchFamily="18" charset="0"/>
                <a:cs typeface="Times New Roman" pitchFamily="18" charset="0"/>
              </a:rPr>
              <a:t>in in fixed telemetry.  </a:t>
            </a:r>
            <a:endParaRPr lang="en-US" altLang="zh-CN" sz="1600" dirty="0">
              <a:solidFill>
                <a:schemeClr val="tx1"/>
              </a:solidFill>
              <a:latin typeface="Times New Roman" pitchFamily="18" charset="0"/>
              <a:cs typeface="Times New Roman"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4100412053"/>
              </p:ext>
            </p:extLst>
          </p:nvPr>
        </p:nvGraphicFramePr>
        <p:xfrm>
          <a:off x="158750" y="1514973"/>
          <a:ext cx="8661728" cy="3307517"/>
        </p:xfrm>
        <a:graphic>
          <a:graphicData uri="http://schemas.openxmlformats.org/drawingml/2006/table">
            <a:tbl>
              <a:tblPr firstRow="1" bandRow="1">
                <a:tableStyleId>{5C22544A-7EE6-4342-B048-85BDC9FD1C3A}</a:tableStyleId>
              </a:tblPr>
              <a:tblGrid>
                <a:gridCol w="1964978"/>
                <a:gridCol w="3456386"/>
                <a:gridCol w="792088"/>
                <a:gridCol w="655865"/>
                <a:gridCol w="1792411"/>
              </a:tblGrid>
              <a:tr h="441833">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marR="635" algn="ctr">
                        <a:spcAft>
                          <a:spcPts val="0"/>
                        </a:spcAft>
                      </a:pPr>
                      <a:r>
                        <a:rPr lang="en-US" sz="1200" dirty="0">
                          <a:effectLst/>
                          <a:latin typeface="Times New Roman" pitchFamily="18" charset="0"/>
                          <a:cs typeface="Times New Roman" pitchFamily="18" charset="0"/>
                        </a:rPr>
                        <a:t>Data Type</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Unit</a:t>
                      </a:r>
                      <a:endParaRPr lang="zh-CN" sz="1200" b="1"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b="1" dirty="0">
                        <a:effectLst/>
                        <a:latin typeface="Times New Roman" pitchFamily="18" charset="0"/>
                        <a:ea typeface="宋体"/>
                        <a:cs typeface="Times New Roman" pitchFamily="18" charset="0"/>
                      </a:endParaRPr>
                    </a:p>
                  </a:txBody>
                  <a:tcPr marL="68585" marR="68585" marT="0" marB="0" anchor="ctr"/>
                </a:tc>
              </a:tr>
              <a:tr h="34416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TA001(TB001)</a:t>
                      </a:r>
                      <a:endParaRPr lang="zh-CN" altLang="zh-CN" sz="1200" kern="100" dirty="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a:effectLst/>
                          <a:latin typeface="Times New Roman" pitchFamily="18" charset="0"/>
                          <a:cs typeface="Times New Roman" pitchFamily="18" charset="0"/>
                        </a:rPr>
                        <a:t>Transmitter </a:t>
                      </a:r>
                      <a:r>
                        <a:rPr lang="en-US" sz="1200" dirty="0" smtClean="0">
                          <a:effectLst/>
                          <a:latin typeface="Times New Roman" pitchFamily="18" charset="0"/>
                          <a:cs typeface="Times New Roman" pitchFamily="18" charset="0"/>
                        </a:rPr>
                        <a:t>A(B) </a:t>
                      </a:r>
                      <a:r>
                        <a:rPr lang="en-US" sz="1200" dirty="0">
                          <a:effectLst/>
                          <a:latin typeface="Times New Roman" pitchFamily="18" charset="0"/>
                          <a:cs typeface="Times New Roman" pitchFamily="18" charset="0"/>
                        </a:rPr>
                        <a:t>on/off status</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On, 0: Off</a:t>
                      </a:r>
                      <a:endParaRPr lang="zh-CN" sz="1200" dirty="0">
                        <a:effectLst/>
                        <a:latin typeface="Times New Roman" pitchFamily="18" charset="0"/>
                        <a:ea typeface="宋体"/>
                        <a:cs typeface="Times New Roman" pitchFamily="18" charset="0"/>
                      </a:endParaRPr>
                    </a:p>
                  </a:txBody>
                  <a:tcPr marL="68585" marR="68585" marT="0" marB="0" anchor="ctr"/>
                </a:tc>
              </a:tr>
              <a:tr h="4201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TA002(TB002)</a:t>
                      </a:r>
                      <a:endParaRPr lang="zh-CN" altLang="zh-CN" sz="1200" kern="100" dirty="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smtClean="0">
                          <a:effectLst/>
                          <a:latin typeface="Times New Roman" pitchFamily="18" charset="0"/>
                          <a:cs typeface="Times New Roman" pitchFamily="18" charset="0"/>
                        </a:rPr>
                        <a:t>Carrier</a:t>
                      </a:r>
                      <a:r>
                        <a:rPr lang="en-US" sz="1200" baseline="0" dirty="0" smtClean="0">
                          <a:effectLst/>
                          <a:latin typeface="Times New Roman" pitchFamily="18" charset="0"/>
                          <a:cs typeface="Times New Roman" pitchFamily="18" charset="0"/>
                        </a:rPr>
                        <a:t> l</a:t>
                      </a:r>
                      <a:r>
                        <a:rPr lang="en-US" sz="1200" dirty="0" smtClean="0">
                          <a:effectLst/>
                          <a:latin typeface="Times New Roman" pitchFamily="18" charset="0"/>
                          <a:cs typeface="Times New Roman" pitchFamily="18" charset="0"/>
                        </a:rPr>
                        <a:t>ock </a:t>
                      </a:r>
                      <a:r>
                        <a:rPr lang="en-US" sz="1200" dirty="0">
                          <a:effectLst/>
                          <a:latin typeface="Times New Roman" pitchFamily="18" charset="0"/>
                          <a:cs typeface="Times New Roman" pitchFamily="18" charset="0"/>
                        </a:rPr>
                        <a:t>status of 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Lock, 0: Unlock</a:t>
                      </a:r>
                      <a:endParaRPr lang="zh-CN" sz="1200" dirty="0">
                        <a:effectLst/>
                        <a:latin typeface="Times New Roman" pitchFamily="18" charset="0"/>
                        <a:ea typeface="宋体"/>
                        <a:cs typeface="Times New Roman" pitchFamily="18" charset="0"/>
                      </a:endParaRPr>
                    </a:p>
                  </a:txBody>
                  <a:tcPr marL="68585" marR="68585" marT="0" marB="0" anchor="ctr"/>
                </a:tc>
              </a:tr>
              <a:tr h="42062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TA005(TB005)</a:t>
                      </a:r>
                      <a:endParaRPr lang="zh-CN" altLang="zh-CN" sz="1200" kern="100" dirty="0">
                        <a:effectLst/>
                        <a:latin typeface="Times New Roman" pitchFamily="18" charset="0"/>
                        <a:ea typeface="+mn-ea"/>
                        <a:cs typeface="Times New Roman" pitchFamily="18" charset="0"/>
                      </a:endParaRPr>
                    </a:p>
                  </a:txBody>
                  <a:tcPr marL="68580" marR="68580" marT="0" marB="0" anchor="ctr"/>
                </a:tc>
                <a:tc>
                  <a:txBody>
                    <a:bodyPr/>
                    <a:lstStyle/>
                    <a:p>
                      <a:pPr>
                        <a:lnSpc>
                          <a:spcPct val="115000"/>
                        </a:lnSpc>
                        <a:spcAft>
                          <a:spcPts val="0"/>
                        </a:spcAft>
                      </a:pPr>
                      <a:r>
                        <a:rPr lang="en-US" sz="1200" dirty="0">
                          <a:effectLst/>
                          <a:latin typeface="Times New Roman" pitchFamily="18" charset="0"/>
                          <a:cs typeface="Times New Roman" pitchFamily="18" charset="0"/>
                        </a:rPr>
                        <a:t>Coherent status of transponder </a:t>
                      </a:r>
                      <a:r>
                        <a:rPr lang="en-US" sz="1200" dirty="0" smtClean="0">
                          <a:effectLst/>
                          <a:latin typeface="Times New Roman" pitchFamily="18" charset="0"/>
                          <a:cs typeface="Times New Roman" pitchFamily="18" charset="0"/>
                        </a:rPr>
                        <a:t>A(B)</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Coherent, 0: </a:t>
                      </a:r>
                      <a:r>
                        <a:rPr lang="en-US" sz="1200" dirty="0" smtClean="0">
                          <a:effectLst/>
                          <a:latin typeface="Times New Roman" pitchFamily="18" charset="0"/>
                          <a:cs typeface="Times New Roman" pitchFamily="18" charset="0"/>
                        </a:rPr>
                        <a:t>Non-coherent</a:t>
                      </a:r>
                      <a:endParaRPr lang="zh-CN" sz="1200" dirty="0">
                        <a:effectLst/>
                        <a:latin typeface="Times New Roman" pitchFamily="18" charset="0"/>
                        <a:ea typeface="宋体"/>
                        <a:cs typeface="Times New Roman" pitchFamily="18" charset="0"/>
                      </a:endParaRPr>
                    </a:p>
                  </a:txBody>
                  <a:tcPr marL="68585" marR="68585" marT="0" marB="0" anchor="ctr"/>
                </a:tc>
              </a:tr>
              <a:tr h="420179">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TA006(TB006)</a:t>
                      </a:r>
                      <a:endParaRPr lang="zh-CN" altLang="zh-CN" sz="12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a:lnSpc>
                          <a:spcPct val="115000"/>
                        </a:lnSpc>
                        <a:spcAft>
                          <a:spcPts val="0"/>
                        </a:spcAft>
                      </a:pPr>
                      <a:r>
                        <a:rPr lang="en-US" sz="1200" dirty="0">
                          <a:effectLst/>
                          <a:latin typeface="Times New Roman" pitchFamily="18" charset="0"/>
                          <a:cs typeface="Times New Roman" pitchFamily="18" charset="0"/>
                        </a:rPr>
                        <a:t>Ranging status of 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BL</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1: On, 0: Off</a:t>
                      </a:r>
                      <a:endParaRPr lang="zh-CN" sz="1200" dirty="0">
                        <a:effectLst/>
                        <a:latin typeface="Times New Roman" pitchFamily="18" charset="0"/>
                        <a:ea typeface="宋体"/>
                        <a:cs typeface="Times New Roman" pitchFamily="18" charset="0"/>
                      </a:endParaRPr>
                    </a:p>
                  </a:txBody>
                  <a:tcPr marL="68585" marR="68585" marT="0" marB="0" anchor="ctr"/>
                </a:tc>
              </a:tr>
              <a:tr h="420179">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altLang="zh-CN" sz="1200" dirty="0" smtClean="0">
                          <a:effectLst/>
                          <a:latin typeface="Times New Roman" pitchFamily="18" charset="0"/>
                          <a:ea typeface="+mn-ea"/>
                          <a:cs typeface="Times New Roman" pitchFamily="18" charset="0"/>
                        </a:rPr>
                        <a:t>TA013(TB013)</a:t>
                      </a:r>
                      <a:endParaRPr lang="zh-CN" altLang="zh-CN" sz="1200" dirty="0" smtClean="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smtClean="0">
                          <a:effectLst/>
                          <a:latin typeface="Times New Roman" pitchFamily="18" charset="0"/>
                          <a:cs typeface="Times New Roman" pitchFamily="18" charset="0"/>
                        </a:rPr>
                        <a:t>F(S) of </a:t>
                      </a:r>
                      <a:r>
                        <a:rPr lang="en-US" sz="1200" dirty="0">
                          <a:effectLst/>
                          <a:latin typeface="Times New Roman" pitchFamily="18" charset="0"/>
                          <a:cs typeface="Times New Roman" pitchFamily="18" charset="0"/>
                        </a:rPr>
                        <a:t>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DS</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kHz</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altLang="zh-CN" sz="1200" dirty="0" smtClean="0">
                          <a:effectLst/>
                          <a:latin typeface="Times New Roman" pitchFamily="18" charset="0"/>
                          <a:cs typeface="Times New Roman" pitchFamily="18" charset="0"/>
                        </a:rPr>
                        <a:t>-128</a:t>
                      </a:r>
                      <a:r>
                        <a:rPr lang="zh-CN"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127</a:t>
                      </a:r>
                      <a:endParaRPr lang="zh-CN" sz="1200" dirty="0">
                        <a:effectLst/>
                        <a:latin typeface="Times New Roman" pitchFamily="18" charset="0"/>
                        <a:ea typeface="宋体"/>
                        <a:cs typeface="Times New Roman" pitchFamily="18" charset="0"/>
                      </a:endParaRPr>
                    </a:p>
                  </a:txBody>
                  <a:tcPr marL="68585" marR="68585" marT="0" marB="0" anchor="ctr"/>
                </a:tc>
              </a:tr>
              <a:tr h="420179">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altLang="zh-CN" sz="1200" dirty="0" smtClean="0">
                          <a:effectLst/>
                          <a:latin typeface="Times New Roman" pitchFamily="18" charset="0"/>
                          <a:ea typeface="+mn-ea"/>
                          <a:cs typeface="Times New Roman" pitchFamily="18" charset="0"/>
                        </a:rPr>
                        <a:t>TA014(TB014)</a:t>
                      </a:r>
                      <a:endParaRPr lang="zh-CN" altLang="zh-CN" sz="1200" dirty="0" smtClean="0">
                        <a:effectLst/>
                        <a:latin typeface="Times New Roman" pitchFamily="18" charset="0"/>
                        <a:ea typeface="+mn-ea"/>
                        <a:cs typeface="Times New Roman" pitchFamily="18" charset="0"/>
                      </a:endParaRPr>
                    </a:p>
                  </a:txBody>
                  <a:tcPr marL="68585" marR="68585" marT="0" marB="0" anchor="ctr"/>
                </a:tc>
                <a:tc>
                  <a:txBody>
                    <a:bodyPr/>
                    <a:lstStyle/>
                    <a:p>
                      <a:pPr>
                        <a:lnSpc>
                          <a:spcPct val="115000"/>
                        </a:lnSpc>
                        <a:spcAft>
                          <a:spcPts val="0"/>
                        </a:spcAft>
                      </a:pPr>
                      <a:r>
                        <a:rPr lang="en-US" sz="1200" dirty="0" smtClean="0">
                          <a:effectLst/>
                          <a:latin typeface="Times New Roman" pitchFamily="18" charset="0"/>
                          <a:cs typeface="Times New Roman" pitchFamily="18" charset="0"/>
                        </a:rPr>
                        <a:t>SNR </a:t>
                      </a:r>
                      <a:r>
                        <a:rPr lang="en-US" sz="1200" dirty="0">
                          <a:effectLst/>
                          <a:latin typeface="Times New Roman" pitchFamily="18" charset="0"/>
                          <a:cs typeface="Times New Roman" pitchFamily="18" charset="0"/>
                        </a:rPr>
                        <a:t>voltage of transponder </a:t>
                      </a:r>
                      <a:r>
                        <a:rPr lang="en-US" altLang="zh-CN" sz="1200" dirty="0" smtClean="0">
                          <a:effectLst/>
                          <a:latin typeface="Times New Roman" pitchFamily="18" charset="0"/>
                          <a:cs typeface="Times New Roman" pitchFamily="18" charset="0"/>
                        </a:rPr>
                        <a:t>A(B)</a:t>
                      </a:r>
                      <a:endParaRPr lang="zh-CN" altLang="zh-CN" sz="1200" dirty="0">
                        <a:effectLst/>
                        <a:latin typeface="Times New Roman" pitchFamily="18" charset="0"/>
                        <a:ea typeface="+mn-ea"/>
                        <a:cs typeface="Times New Roman" pitchFamily="18" charset="0"/>
                      </a:endParaRPr>
                    </a:p>
                  </a:txBody>
                  <a:tcPr marL="68585" marR="68585"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DS</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70~110</a:t>
                      </a:r>
                      <a:endParaRPr lang="zh-CN" sz="1200" dirty="0">
                        <a:effectLst/>
                        <a:latin typeface="Times New Roman" pitchFamily="18" charset="0"/>
                        <a:ea typeface="宋体"/>
                        <a:cs typeface="Times New Roman" pitchFamily="18" charset="0"/>
                      </a:endParaRPr>
                    </a:p>
                  </a:txBody>
                  <a:tcPr marL="68585" marR="68585" marT="0" marB="0" anchor="ctr"/>
                </a:tc>
              </a:tr>
              <a:tr h="420179">
                <a:tc>
                  <a:txBody>
                    <a:bodyPr/>
                    <a:lstStyle/>
                    <a:p>
                      <a:pPr algn="ctr">
                        <a:lnSpc>
                          <a:spcPct val="115000"/>
                        </a:lnSpc>
                        <a:spcAft>
                          <a:spcPts val="0"/>
                        </a:spcAft>
                      </a:pPr>
                      <a:r>
                        <a:rPr lang="en-US" altLang="zh-CN" sz="1200" dirty="0" smtClean="0">
                          <a:effectLst/>
                          <a:latin typeface="Times New Roman" pitchFamily="18" charset="0"/>
                          <a:ea typeface="宋体"/>
                          <a:cs typeface="Times New Roman" pitchFamily="18" charset="0"/>
                        </a:rPr>
                        <a:t>TA016(TB016)</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sz="1200" dirty="0">
                          <a:effectLst/>
                          <a:latin typeface="Times New Roman" pitchFamily="18" charset="0"/>
                          <a:cs typeface="Times New Roman" pitchFamily="18" charset="0"/>
                        </a:rPr>
                        <a:t>Transponder </a:t>
                      </a:r>
                      <a:r>
                        <a:rPr lang="en-US" altLang="zh-CN" sz="1200" dirty="0" smtClean="0">
                          <a:effectLst/>
                          <a:latin typeface="Times New Roman" pitchFamily="18" charset="0"/>
                          <a:cs typeface="Times New Roman" pitchFamily="18" charset="0"/>
                        </a:rPr>
                        <a:t>A(B) </a:t>
                      </a:r>
                      <a:r>
                        <a:rPr lang="en-US" sz="1200" dirty="0" smtClean="0">
                          <a:effectLst/>
                          <a:latin typeface="Times New Roman" pitchFamily="18" charset="0"/>
                          <a:cs typeface="Times New Roman" pitchFamily="18" charset="0"/>
                        </a:rPr>
                        <a:t>transmitter </a:t>
                      </a:r>
                      <a:r>
                        <a:rPr lang="en-US" sz="1200" dirty="0">
                          <a:effectLst/>
                          <a:latin typeface="Times New Roman" pitchFamily="18" charset="0"/>
                          <a:cs typeface="Times New Roman" pitchFamily="18" charset="0"/>
                        </a:rPr>
                        <a:t>power</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AN</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V</a:t>
                      </a:r>
                      <a:endParaRPr lang="zh-CN" sz="1200" dirty="0">
                        <a:effectLst/>
                        <a:latin typeface="Times New Roman" pitchFamily="18" charset="0"/>
                        <a:ea typeface="宋体"/>
                        <a:cs typeface="Times New Roman" pitchFamily="18" charset="0"/>
                      </a:endParaRPr>
                    </a:p>
                  </a:txBody>
                  <a:tcPr marL="68585" marR="68585" marT="0" marB="0" anchor="ctr"/>
                </a:tc>
                <a:tc>
                  <a:txBody>
                    <a:bodyPr/>
                    <a:lstStyle/>
                    <a:p>
                      <a:pPr algn="ctr">
                        <a:lnSpc>
                          <a:spcPct val="115000"/>
                        </a:lnSpc>
                        <a:spcAft>
                          <a:spcPts val="0"/>
                        </a:spcAft>
                      </a:pPr>
                      <a:r>
                        <a:rPr lang="en-US" altLang="zh-CN" sz="1200" dirty="0" smtClean="0">
                          <a:effectLst/>
                          <a:latin typeface="Times New Roman" pitchFamily="18" charset="0"/>
                          <a:cs typeface="Times New Roman" pitchFamily="18" charset="0"/>
                        </a:rPr>
                        <a:t>2.5</a:t>
                      </a:r>
                      <a:r>
                        <a:rPr lang="zh-CN"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3.5</a:t>
                      </a:r>
                      <a:endParaRPr lang="zh-CN" sz="1200" dirty="0">
                        <a:effectLst/>
                        <a:latin typeface="Times New Roman" pitchFamily="18" charset="0"/>
                        <a:ea typeface="宋体"/>
                        <a:cs typeface="Times New Roman" pitchFamily="18" charset="0"/>
                      </a:endParaRPr>
                    </a:p>
                  </a:txBody>
                  <a:tcPr marL="68585" marR="68585" marT="0" marB="0" anchor="ctr"/>
                </a:tc>
              </a:tr>
            </a:tbl>
          </a:graphicData>
        </a:graphic>
      </p:graphicFrame>
      <p:sp>
        <p:nvSpPr>
          <p:cNvPr id="11" name="页脚占位符 3"/>
          <p:cNvSpPr>
            <a:spLocks noGrp="1"/>
          </p:cNvSpPr>
          <p:nvPr>
            <p:ph type="ftr" sz="quarter" idx="11"/>
          </p:nvPr>
        </p:nvSpPr>
        <p:spPr>
          <a:xfrm>
            <a:off x="939887" y="488604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52655" y="4883664"/>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41621836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5540"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2"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3"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sp>
        <p:nvSpPr>
          <p:cNvPr id="65544"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5546" name="矩形 4"/>
          <p:cNvSpPr>
            <a:spLocks noChangeArrowheads="1"/>
          </p:cNvSpPr>
          <p:nvPr/>
        </p:nvSpPr>
        <p:spPr bwMode="auto">
          <a:xfrm>
            <a:off x="565150" y="1033463"/>
            <a:ext cx="7416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latin typeface="Times New Roman" pitchFamily="18" charset="0"/>
                <a:cs typeface="Times New Roman" pitchFamily="18" charset="0"/>
              </a:rPr>
              <a:t>Parts of GPS Receiver’s </a:t>
            </a:r>
            <a:r>
              <a:rPr lang="en-US" altLang="zh-CN" dirty="0" smtClean="0">
                <a:latin typeface="Times New Roman" pitchFamily="18" charset="0"/>
                <a:cs typeface="Times New Roman" pitchFamily="18" charset="0"/>
              </a:rPr>
              <a:t>Fast Telemetry :1P/2s</a:t>
            </a:r>
            <a:endParaRPr lang="zh-CN" altLang="en-US" dirty="0">
              <a:latin typeface="Times New Roman" pitchFamily="18" charset="0"/>
              <a:cs typeface="Times New Roman"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471504202"/>
              </p:ext>
            </p:extLst>
          </p:nvPr>
        </p:nvGraphicFramePr>
        <p:xfrm>
          <a:off x="285720" y="1327853"/>
          <a:ext cx="8643998" cy="3569024"/>
        </p:xfrm>
        <a:graphic>
          <a:graphicData uri="http://schemas.openxmlformats.org/drawingml/2006/table">
            <a:tbl>
              <a:tblPr firstRow="1" firstCol="1" bandRow="1">
                <a:tableStyleId>{5C22544A-7EE6-4342-B048-85BDC9FD1C3A}</a:tableStyleId>
              </a:tblPr>
              <a:tblGrid>
                <a:gridCol w="565200"/>
                <a:gridCol w="1195087"/>
                <a:gridCol w="2246264"/>
                <a:gridCol w="1309725"/>
                <a:gridCol w="3327722"/>
              </a:tblGrid>
              <a:tr h="420624">
                <a:tc>
                  <a:txBody>
                    <a:bodyPr/>
                    <a:lstStyle/>
                    <a:p>
                      <a:pPr algn="ctr">
                        <a:lnSpc>
                          <a:spcPct val="115000"/>
                        </a:lnSpc>
                        <a:spcAft>
                          <a:spcPts val="0"/>
                        </a:spcAft>
                      </a:pPr>
                      <a:r>
                        <a:rPr lang="en-US" sz="1200" cap="all" dirty="0">
                          <a:effectLst/>
                          <a:latin typeface="Times New Roman" pitchFamily="18" charset="0"/>
                          <a:cs typeface="Times New Roman" pitchFamily="18" charset="0"/>
                        </a:rPr>
                        <a:t>No.</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4" marR="68584"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Data Type</a:t>
                      </a:r>
                      <a:endParaRPr lang="zh-CN" sz="1200" dirty="0">
                        <a:effectLst/>
                        <a:latin typeface="Times New Roman" pitchFamily="18" charset="0"/>
                        <a:ea typeface="宋体"/>
                        <a:cs typeface="Times New Roman" pitchFamily="18" charset="0"/>
                      </a:endParaRPr>
                    </a:p>
                  </a:txBody>
                  <a:tcPr marL="68584" marR="68584"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4" marR="68584" marT="0" marB="0" anchor="ctr"/>
                </a:tc>
              </a:tr>
              <a:tr h="460195">
                <a:tc>
                  <a:txBody>
                    <a:bodyPr/>
                    <a:lstStyle/>
                    <a:p>
                      <a:pPr marL="0" lvl="0" indent="0" algn="ctr">
                        <a:lnSpc>
                          <a:spcPct val="115000"/>
                        </a:lnSpc>
                        <a:spcAft>
                          <a:spcPts val="0"/>
                        </a:spcAft>
                        <a:buFont typeface="+mj-lt"/>
                        <a:buNone/>
                      </a:pPr>
                      <a:r>
                        <a:rPr lang="en-US" sz="1200" dirty="0" smtClean="0">
                          <a:effectLst/>
                          <a:latin typeface="Times New Roman" pitchFamily="18" charset="0"/>
                          <a:cs typeface="Times New Roman" pitchFamily="18" charset="0"/>
                        </a:rPr>
                        <a:t>1</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GS003</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Available  </a:t>
                      </a:r>
                      <a:r>
                        <a:rPr lang="en-US" altLang="zh-CN" sz="1400" kern="100" dirty="0" smtClean="0">
                          <a:solidFill>
                            <a:schemeClr val="tx1"/>
                          </a:solidFill>
                          <a:effectLst/>
                          <a:latin typeface="Times New Roman" pitchFamily="18" charset="0"/>
                          <a:ea typeface="宋体"/>
                          <a:cs typeface="Times New Roman" pitchFamily="18" charset="0"/>
                        </a:rPr>
                        <a:t>navigation </a:t>
                      </a:r>
                      <a:r>
                        <a:rPr lang="en-US" sz="1400" kern="100" dirty="0" smtClean="0">
                          <a:solidFill>
                            <a:schemeClr val="tx1"/>
                          </a:solidFill>
                          <a:effectLst/>
                          <a:latin typeface="Times New Roman" pitchFamily="18" charset="0"/>
                          <a:ea typeface="宋体"/>
                          <a:cs typeface="Times New Roman" pitchFamily="18" charset="0"/>
                        </a:rPr>
                        <a:t>satellites </a:t>
                      </a:r>
                      <a:r>
                        <a:rPr lang="en-US" sz="1400" kern="100" dirty="0">
                          <a:solidFill>
                            <a:schemeClr val="tx1"/>
                          </a:solidFill>
                          <a:effectLst/>
                          <a:latin typeface="Times New Roman" pitchFamily="18" charset="0"/>
                          <a:ea typeface="宋体"/>
                          <a:cs typeface="Times New Roman" pitchFamily="18" charset="0"/>
                        </a:rPr>
                        <a:t>number</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ctr"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DS</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lnSpc>
                          <a:spcPct val="115000"/>
                        </a:lnSpc>
                        <a:spcAft>
                          <a:spcPts val="0"/>
                        </a:spcAft>
                      </a:pPr>
                      <a:r>
                        <a:rPr lang="en-US" sz="1400" kern="100" dirty="0">
                          <a:solidFill>
                            <a:schemeClr val="tx1"/>
                          </a:solidFill>
                          <a:effectLst/>
                          <a:latin typeface="Times New Roman" pitchFamily="18" charset="0"/>
                          <a:ea typeface="宋体"/>
                          <a:cs typeface="Times New Roman" pitchFamily="18" charset="0"/>
                        </a:rPr>
                        <a:t>Available navigation star</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tr>
              <a:tr h="460195">
                <a:tc>
                  <a:txBody>
                    <a:bodyPr/>
                    <a:lstStyle/>
                    <a:p>
                      <a:pPr marL="0" lvl="0" indent="0" algn="ctr">
                        <a:lnSpc>
                          <a:spcPct val="115000"/>
                        </a:lnSpc>
                        <a:spcAft>
                          <a:spcPts val="0"/>
                        </a:spcAft>
                        <a:buFont typeface="+mj-lt"/>
                        <a:buNone/>
                      </a:pPr>
                      <a:r>
                        <a:rPr lang="en-US" sz="1200" dirty="0" smtClean="0">
                          <a:effectLst/>
                          <a:latin typeface="Times New Roman" pitchFamily="18" charset="0"/>
                          <a:cs typeface="Times New Roman" pitchFamily="18" charset="0"/>
                        </a:rPr>
                        <a:t>2</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GS004</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a:solidFill>
                            <a:schemeClr val="tx1"/>
                          </a:solidFill>
                          <a:effectLst/>
                          <a:latin typeface="Times New Roman" pitchFamily="18" charset="0"/>
                          <a:ea typeface="宋体"/>
                          <a:cs typeface="Times New Roman" pitchFamily="18" charset="0"/>
                        </a:rPr>
                        <a:t>GPS A/B </a:t>
                      </a:r>
                      <a:r>
                        <a:rPr lang="en-US" sz="1400" kern="100" dirty="0" smtClean="0">
                          <a:solidFill>
                            <a:schemeClr val="tx1"/>
                          </a:solidFill>
                          <a:effectLst/>
                          <a:latin typeface="Times New Roman" pitchFamily="18" charset="0"/>
                          <a:ea typeface="宋体"/>
                          <a:cs typeface="Times New Roman" pitchFamily="18" charset="0"/>
                        </a:rPr>
                        <a:t>mark</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lnSpc>
                          <a:spcPct val="115000"/>
                        </a:lnSpc>
                        <a:spcAft>
                          <a:spcPts val="0"/>
                        </a:spcAft>
                      </a:pPr>
                      <a:r>
                        <a:rPr lang="en-US" altLang="zh-CN" sz="1400" kern="100" dirty="0" smtClean="0">
                          <a:solidFill>
                            <a:schemeClr val="tx1"/>
                          </a:solidFill>
                          <a:effectLst/>
                          <a:latin typeface="Times New Roman" pitchFamily="18" charset="0"/>
                          <a:ea typeface="宋体"/>
                          <a:cs typeface="Times New Roman" pitchFamily="18" charset="0"/>
                        </a:rPr>
                        <a:t>0</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GPS A on duty </a:t>
                      </a:r>
                      <a:r>
                        <a:rPr lang="zh-CN" altLang="zh-CN" sz="1400" kern="100" dirty="0" smtClean="0">
                          <a:solidFill>
                            <a:schemeClr val="tx1"/>
                          </a:solidFill>
                          <a:effectLst/>
                          <a:latin typeface="Times New Roman" pitchFamily="18" charset="0"/>
                          <a:ea typeface="宋体"/>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1</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GPS B on duty </a:t>
                      </a:r>
                      <a:r>
                        <a:rPr lang="zh-CN" altLang="zh-CN" sz="1400" kern="100" dirty="0" smtClean="0">
                          <a:solidFill>
                            <a:schemeClr val="tx1"/>
                          </a:solidFill>
                          <a:effectLst/>
                          <a:latin typeface="Times New Roman" pitchFamily="18" charset="0"/>
                          <a:ea typeface="宋体"/>
                          <a:cs typeface="Times New Roman" pitchFamily="18" charset="0"/>
                        </a:rPr>
                        <a:t>；</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tr>
              <a:tr h="5211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3 </a:t>
                      </a:r>
                      <a:endParaRPr lang="zh-CN" altLang="en-US" sz="1200" dirty="0"/>
                    </a:p>
                  </a:txBody>
                  <a:tcPr marL="0" marR="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GS005</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Positioning </a:t>
                      </a:r>
                      <a:r>
                        <a:rPr lang="en-US" sz="1400" kern="100" dirty="0">
                          <a:solidFill>
                            <a:schemeClr val="tx1"/>
                          </a:solidFill>
                          <a:effectLst/>
                          <a:latin typeface="Times New Roman" pitchFamily="18" charset="0"/>
                          <a:ea typeface="宋体"/>
                          <a:cs typeface="Times New Roman" pitchFamily="18" charset="0"/>
                        </a:rPr>
                        <a:t>state</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1</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Positioning state</a:t>
                      </a:r>
                      <a:r>
                        <a:rPr lang="zh-CN" altLang="zh-CN" sz="1400" kern="100" dirty="0" smtClean="0">
                          <a:solidFill>
                            <a:schemeClr val="tx1"/>
                          </a:solidFill>
                          <a:effectLst/>
                          <a:latin typeface="Times New Roman" pitchFamily="18" charset="0"/>
                          <a:ea typeface="宋体"/>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0</a:t>
                      </a:r>
                      <a:r>
                        <a:rPr lang="zh-CN" altLang="zh-CN" sz="1400" kern="100" dirty="0" smtClean="0">
                          <a:solidFill>
                            <a:schemeClr val="tx1"/>
                          </a:solidFill>
                          <a:effectLst/>
                          <a:latin typeface="Times New Roman" pitchFamily="18" charset="0"/>
                          <a:ea typeface="宋体"/>
                          <a:cs typeface="Times New Roman" pitchFamily="18" charset="0"/>
                        </a:rPr>
                        <a:t>：</a:t>
                      </a:r>
                      <a:r>
                        <a:rPr lang="en-US" altLang="zh-CN" sz="1400" kern="100" dirty="0" smtClean="0">
                          <a:solidFill>
                            <a:schemeClr val="tx1"/>
                          </a:solidFill>
                          <a:effectLst/>
                          <a:latin typeface="Times New Roman" pitchFamily="18" charset="0"/>
                          <a:ea typeface="宋体"/>
                          <a:cs typeface="Times New Roman" pitchFamily="18" charset="0"/>
                        </a:rPr>
                        <a:t>Non-positioning state</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tr>
              <a:tr h="822960">
                <a:tc>
                  <a:txBody>
                    <a:bodyPr/>
                    <a:lstStyle/>
                    <a:p>
                      <a:pPr marL="0" lvl="0" indent="0" algn="ctr">
                        <a:lnSpc>
                          <a:spcPct val="115000"/>
                        </a:lnSpc>
                        <a:spcAft>
                          <a:spcPts val="0"/>
                        </a:spcAft>
                        <a:buFont typeface="+mj-lt"/>
                        <a:buNone/>
                      </a:pPr>
                      <a:r>
                        <a:rPr lang="en-US" altLang="zh-CN" sz="1200" dirty="0" smtClean="0">
                          <a:effectLst/>
                          <a:latin typeface="Times New Roman" pitchFamily="18" charset="0"/>
                          <a:ea typeface="宋体"/>
                          <a:cs typeface="Times New Roman" pitchFamily="18" charset="0"/>
                        </a:rPr>
                        <a:t>4</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GS006</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algn="just" defTabSz="914400" rtl="0" eaLnBrk="1"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Orbit determination  state</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algn="ctr">
                        <a:lnSpc>
                          <a:spcPct val="115000"/>
                        </a:lnSpc>
                        <a:spcAft>
                          <a:spcPts val="0"/>
                        </a:spcAft>
                      </a:pPr>
                      <a:r>
                        <a:rPr lang="en-US" altLang="zh-CN" sz="1400" dirty="0" smtClean="0">
                          <a:effectLst/>
                          <a:latin typeface="Times New Roman" pitchFamily="18" charset="0"/>
                          <a:ea typeface="宋体"/>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00b</a:t>
                      </a:r>
                      <a:r>
                        <a:rPr lang="zh-CN" altLang="zh-CN"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Invalidation</a:t>
                      </a:r>
                      <a:r>
                        <a:rPr lang="zh-CN" altLang="zh-CN" sz="1400" kern="100" dirty="0" smtClean="0">
                          <a:solidFill>
                            <a:schemeClr val="tx1"/>
                          </a:solidFill>
                          <a:effectLst/>
                          <a:latin typeface="Times New Roman" pitchFamily="18" charset="0"/>
                          <a:ea typeface="+mn-ea"/>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01b</a:t>
                      </a:r>
                      <a:r>
                        <a:rPr lang="zh-CN" altLang="zh-CN"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Invalidation</a:t>
                      </a:r>
                      <a:r>
                        <a:rPr lang="zh-CN" altLang="zh-CN" sz="1400" kern="100" dirty="0" smtClean="0">
                          <a:solidFill>
                            <a:schemeClr val="tx1"/>
                          </a:solidFill>
                          <a:effectLst/>
                          <a:latin typeface="Times New Roman" pitchFamily="18" charset="0"/>
                          <a:ea typeface="+mn-ea"/>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10b</a:t>
                      </a:r>
                      <a:r>
                        <a:rPr lang="zh-CN" altLang="zh-CN"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Extrapolating</a:t>
                      </a:r>
                      <a:r>
                        <a:rPr lang="zh-CN" altLang="zh-CN" sz="1400" kern="100" dirty="0" smtClean="0">
                          <a:solidFill>
                            <a:schemeClr val="tx1"/>
                          </a:solidFill>
                          <a:effectLst/>
                          <a:latin typeface="Times New Roman" pitchFamily="18" charset="0"/>
                          <a:ea typeface="+mn-ea"/>
                          <a:cs typeface="Times New Roman" pitchFamily="18" charset="0"/>
                        </a:rPr>
                        <a:t>；</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11b</a:t>
                      </a:r>
                      <a:r>
                        <a:rPr lang="zh-CN" altLang="zh-CN" sz="1400" kern="100" dirty="0" smtClean="0">
                          <a:solidFill>
                            <a:schemeClr val="tx1"/>
                          </a:solidFill>
                          <a:effectLst/>
                          <a:latin typeface="Times New Roman" pitchFamily="18" charset="0"/>
                          <a:ea typeface="+mn-ea"/>
                          <a:cs typeface="Times New Roman" pitchFamily="18" charset="0"/>
                        </a:rPr>
                        <a:t>：</a:t>
                      </a:r>
                      <a:r>
                        <a:rPr lang="en-US" sz="1400" kern="100" dirty="0" smtClean="0">
                          <a:solidFill>
                            <a:schemeClr val="tx1"/>
                          </a:solidFill>
                          <a:effectLst/>
                          <a:latin typeface="Times New Roman" pitchFamily="18" charset="0"/>
                          <a:ea typeface="宋体"/>
                          <a:cs typeface="Times New Roman" pitchFamily="18" charset="0"/>
                        </a:rPr>
                        <a:t>Orbit determination </a:t>
                      </a:r>
                      <a:endParaRPr lang="zh-CN" sz="1400" kern="100" dirty="0">
                        <a:solidFill>
                          <a:schemeClr val="tx1"/>
                        </a:solidFill>
                        <a:effectLst/>
                        <a:latin typeface="Times New Roman" pitchFamily="18" charset="0"/>
                        <a:ea typeface="宋体"/>
                        <a:cs typeface="Times New Roman" pitchFamily="18" charset="0"/>
                      </a:endParaRPr>
                    </a:p>
                  </a:txBody>
                  <a:tcPr marL="68584" marR="68584" marT="0" marB="0" anchor="ctr"/>
                </a:tc>
              </a:tr>
              <a:tr h="822960">
                <a:tc>
                  <a:txBody>
                    <a:bodyPr/>
                    <a:lstStyle/>
                    <a:p>
                      <a:pPr marL="0" lvl="0" indent="0" algn="ctr">
                        <a:lnSpc>
                          <a:spcPct val="115000"/>
                        </a:lnSpc>
                        <a:spcAft>
                          <a:spcPts val="0"/>
                        </a:spcAft>
                        <a:buFont typeface="+mj-lt"/>
                        <a:buNone/>
                      </a:pPr>
                      <a:r>
                        <a:rPr lang="en-US" altLang="zh-CN" sz="1200" dirty="0" smtClean="0">
                          <a:effectLst/>
                          <a:latin typeface="Times New Roman" pitchFamily="18" charset="0"/>
                          <a:ea typeface="宋体"/>
                          <a:cs typeface="Times New Roman" pitchFamily="18" charset="0"/>
                        </a:rPr>
                        <a:t>5</a:t>
                      </a:r>
                      <a:endParaRPr lang="zh-CN" sz="1200" dirty="0">
                        <a:effectLst/>
                        <a:latin typeface="Times New Roman" pitchFamily="18" charset="0"/>
                        <a:ea typeface="宋体"/>
                        <a:cs typeface="Times New Roman" pitchFamily="18" charset="0"/>
                      </a:endParaRPr>
                    </a:p>
                  </a:txBody>
                  <a:tcPr marL="0" marR="0"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宋体"/>
                          <a:cs typeface="Times New Roman" pitchFamily="18" charset="0"/>
                        </a:rPr>
                        <a:t>GS012</a:t>
                      </a: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highest S/N mark</a:t>
                      </a:r>
                      <a:endParaRPr lang="zh-CN" altLang="en-US" sz="1400" kern="1200" dirty="0" smtClean="0">
                        <a:solidFill>
                          <a:schemeClr val="dk1"/>
                        </a:solidFill>
                        <a:effectLst/>
                        <a:latin typeface="Times New Roman" pitchFamily="18" charset="0"/>
                        <a:ea typeface="+mn-ea"/>
                        <a:cs typeface="Times New Roman" pitchFamily="18" charset="0"/>
                      </a:endParaRPr>
                    </a:p>
                    <a:p>
                      <a:pPr marL="0" algn="just" defTabSz="914400" rtl="0" eaLnBrk="1" latinLnBrk="0" hangingPunct="1">
                        <a:spcAft>
                          <a:spcPts val="0"/>
                        </a:spcAft>
                      </a:pPr>
                      <a:endParaRPr lang="zh-CN" sz="1400" kern="100" dirty="0">
                        <a:solidFill>
                          <a:schemeClr val="tx1"/>
                        </a:solidFill>
                        <a:effectLst/>
                        <a:latin typeface="Times New Roman" pitchFamily="18" charset="0"/>
                        <a:ea typeface="宋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altLang="zh-CN" sz="1400" dirty="0" smtClean="0">
                          <a:effectLst/>
                          <a:latin typeface="Times New Roman" pitchFamily="18" charset="0"/>
                          <a:ea typeface="+mn-ea"/>
                          <a:cs typeface="Times New Roman" pitchFamily="18" charset="0"/>
                        </a:rPr>
                        <a:t>BL</a:t>
                      </a:r>
                      <a:endParaRPr lang="zh-CN" sz="1400" dirty="0">
                        <a:effectLst/>
                        <a:latin typeface="Times New Roman" pitchFamily="18" charset="0"/>
                        <a:ea typeface="宋体"/>
                        <a:cs typeface="Times New Roman" pitchFamily="18" charset="0"/>
                      </a:endParaRPr>
                    </a:p>
                  </a:txBody>
                  <a:tcPr marL="68585" marR="68585" marT="0" marB="0" anchor="ctr"/>
                </a:tc>
                <a:tc>
                  <a:txBody>
                    <a:bodyPr/>
                    <a:lstStyle/>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000:&lt;30dB;</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001:30</a:t>
                      </a:r>
                      <a:r>
                        <a:rPr lang="zh-CN" altLang="en-US"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40dB;</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010:40</a:t>
                      </a:r>
                      <a:r>
                        <a:rPr lang="zh-CN" altLang="en-US" sz="1400" kern="100" dirty="0" smtClean="0">
                          <a:solidFill>
                            <a:schemeClr val="tx1"/>
                          </a:solidFill>
                          <a:effectLst/>
                          <a:latin typeface="Times New Roman" pitchFamily="18" charset="0"/>
                          <a:ea typeface="+mn-ea"/>
                          <a:cs typeface="Times New Roman" pitchFamily="18" charset="0"/>
                        </a:rPr>
                        <a:t>～</a:t>
                      </a:r>
                      <a:r>
                        <a:rPr lang="en-US" altLang="zh-CN" sz="1400" kern="100" dirty="0" smtClean="0">
                          <a:solidFill>
                            <a:schemeClr val="tx1"/>
                          </a:solidFill>
                          <a:effectLst/>
                          <a:latin typeface="Times New Roman" pitchFamily="18" charset="0"/>
                          <a:ea typeface="+mn-ea"/>
                          <a:cs typeface="Times New Roman" pitchFamily="18" charset="0"/>
                        </a:rPr>
                        <a:t>50dB;</a:t>
                      </a:r>
                    </a:p>
                    <a:p>
                      <a:pPr marL="0" algn="just" defTabSz="914400" rtl="0" eaLnBrk="1" latinLnBrk="0" hangingPunct="1">
                        <a:spcAft>
                          <a:spcPts val="0"/>
                        </a:spcAft>
                      </a:pPr>
                      <a:r>
                        <a:rPr lang="en-US" altLang="zh-CN" sz="1400" kern="100" dirty="0" smtClean="0">
                          <a:solidFill>
                            <a:schemeClr val="tx1"/>
                          </a:solidFill>
                          <a:effectLst/>
                          <a:latin typeface="Times New Roman" pitchFamily="18" charset="0"/>
                          <a:ea typeface="+mn-ea"/>
                          <a:cs typeface="Times New Roman" pitchFamily="18" charset="0"/>
                        </a:rPr>
                        <a:t>011:&gt;50dB</a:t>
                      </a:r>
                      <a:endParaRPr lang="zh-CN" altLang="zh-CN" sz="1400" kern="100" dirty="0">
                        <a:solidFill>
                          <a:schemeClr val="tx1"/>
                        </a:solidFill>
                        <a:effectLst/>
                        <a:latin typeface="Times New Roman" pitchFamily="18" charset="0"/>
                        <a:ea typeface="+mn-ea"/>
                        <a:cs typeface="Times New Roman" pitchFamily="18" charset="0"/>
                      </a:endParaRPr>
                    </a:p>
                  </a:txBody>
                  <a:tcPr marL="68584" marR="68584" marT="0" marB="0" anchor="ctr"/>
                </a:tc>
              </a:tr>
            </a:tbl>
          </a:graphicData>
        </a:graphic>
      </p:graphicFrame>
      <p:sp>
        <p:nvSpPr>
          <p:cNvPr id="11"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8780717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656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70" name="矩形 4"/>
          <p:cNvSpPr>
            <a:spLocks noChangeArrowheads="1"/>
          </p:cNvSpPr>
          <p:nvPr/>
        </p:nvSpPr>
        <p:spPr bwMode="auto">
          <a:xfrm>
            <a:off x="251520" y="1019175"/>
            <a:ext cx="8892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a:t>Parts of GPS Receiver’s Status Slowly Changing </a:t>
            </a:r>
            <a:r>
              <a:rPr lang="en-US" altLang="zh-CN" dirty="0" smtClean="0"/>
              <a:t>Telemetry :1P/32s</a:t>
            </a:r>
            <a:endParaRPr lang="zh-CN" altLang="en-US" dirty="0"/>
          </a:p>
        </p:txBody>
      </p:sp>
      <p:graphicFrame>
        <p:nvGraphicFramePr>
          <p:cNvPr id="7" name="表格 6"/>
          <p:cNvGraphicFramePr>
            <a:graphicFrameLocks noGrp="1"/>
          </p:cNvGraphicFramePr>
          <p:nvPr>
            <p:extLst>
              <p:ext uri="{D42A27DB-BD31-4B8C-83A1-F6EECF244321}">
                <p14:modId xmlns:p14="http://schemas.microsoft.com/office/powerpoint/2010/main" val="1093068393"/>
              </p:ext>
            </p:extLst>
          </p:nvPr>
        </p:nvGraphicFramePr>
        <p:xfrm>
          <a:off x="640627" y="1339445"/>
          <a:ext cx="8217653" cy="3536183"/>
        </p:xfrm>
        <a:graphic>
          <a:graphicData uri="http://schemas.openxmlformats.org/drawingml/2006/table">
            <a:tbl>
              <a:tblPr firstRow="1" firstCol="1" bandRow="1" bandCol="1">
                <a:tableStyleId>{5C22544A-7EE6-4342-B048-85BDC9FD1C3A}</a:tableStyleId>
              </a:tblPr>
              <a:tblGrid>
                <a:gridCol w="632217"/>
                <a:gridCol w="1441769"/>
                <a:gridCol w="3643338"/>
                <a:gridCol w="2500329"/>
              </a:tblGrid>
              <a:tr h="528702">
                <a:tc>
                  <a:txBody>
                    <a:bodyPr/>
                    <a:lstStyle/>
                    <a:p>
                      <a:pPr algn="ctr">
                        <a:lnSpc>
                          <a:spcPct val="115000"/>
                        </a:lnSpc>
                        <a:spcAft>
                          <a:spcPts val="0"/>
                        </a:spcAft>
                      </a:pPr>
                      <a:r>
                        <a:rPr lang="en-US" sz="1200" cap="all" dirty="0">
                          <a:effectLst/>
                          <a:latin typeface="Times New Roman" pitchFamily="18" charset="0"/>
                          <a:cs typeface="Times New Roman" pitchFamily="18" charset="0"/>
                        </a:rPr>
                        <a:t>No.</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lnSpc>
                          <a:spcPct val="115000"/>
                        </a:lnSpc>
                        <a:spcAft>
                          <a:spcPts val="0"/>
                        </a:spcAft>
                      </a:pPr>
                      <a:r>
                        <a:rPr lang="en-US" sz="1200" dirty="0" smtClean="0">
                          <a:effectLst/>
                          <a:latin typeface="Times New Roman" pitchFamily="18" charset="0"/>
                          <a:cs typeface="Times New Roman" pitchFamily="18" charset="0"/>
                        </a:rPr>
                        <a:t>TM Number</a:t>
                      </a:r>
                      <a:endParaRPr lang="zh-CN" altLang="en-US" sz="1200" b="1" dirty="0">
                        <a:effectLst/>
                        <a:latin typeface="Times New Roman" pitchFamily="18" charset="0"/>
                        <a:ea typeface="+mn-ea"/>
                        <a:cs typeface="Times New Roman" pitchFamily="18" charset="0"/>
                      </a:endParaRPr>
                    </a:p>
                  </a:txBody>
                  <a:tcPr marL="68582" marR="68582"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2" marR="68582" marT="0" marB="0" anchor="ctr"/>
                </a:tc>
              </a:tr>
              <a:tr h="704273">
                <a:tc>
                  <a:txBody>
                    <a:bodyPr/>
                    <a:lstStyle/>
                    <a:p>
                      <a:pPr marL="0" lvl="0" indent="0" algn="ctr" fontAlgn="base">
                        <a:spcAft>
                          <a:spcPts val="0"/>
                        </a:spcAft>
                        <a:buFont typeface="+mj-lt"/>
                        <a:buNone/>
                      </a:pPr>
                      <a:r>
                        <a:rPr lang="en-US" altLang="zh-CN" sz="1200" dirty="0" smtClean="0">
                          <a:effectLst/>
                          <a:latin typeface="Times New Roman" pitchFamily="18" charset="0"/>
                          <a:ea typeface="+mn-ea"/>
                          <a:cs typeface="Times New Roman" pitchFamily="18" charset="0"/>
                        </a:rPr>
                        <a:t>1</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GH008</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just" defTabSz="914400" rtl="0" eaLnBrk="1" latinLnBrk="0" hangingPunct="1">
                        <a:lnSpc>
                          <a:spcPct val="115000"/>
                        </a:lnSpc>
                        <a:spcAft>
                          <a:spcPts val="0"/>
                        </a:spcAft>
                      </a:pPr>
                      <a:r>
                        <a:rPr lang="en-US" sz="1400" kern="100" dirty="0" smtClean="0">
                          <a:solidFill>
                            <a:schemeClr val="tx1"/>
                          </a:solidFill>
                          <a:effectLst/>
                          <a:latin typeface="Times New Roman"/>
                          <a:ea typeface="宋体"/>
                          <a:cs typeface="+mn-cs"/>
                        </a:rPr>
                        <a:t>Orbit determination data output marking</a:t>
                      </a:r>
                      <a:endParaRPr lang="zh-CN" altLang="en-US" sz="1400" kern="100" dirty="0">
                        <a:solidFill>
                          <a:schemeClr val="tx1"/>
                        </a:solidFill>
                        <a:effectLst/>
                        <a:latin typeface="Times New Roman"/>
                        <a:ea typeface="+mn-ea"/>
                        <a:cs typeface="+mn-cs"/>
                      </a:endParaRPr>
                    </a:p>
                  </a:txBody>
                  <a:tcPr marL="68582" marR="68582" marT="0" marB="0" anchor="ctr"/>
                </a:tc>
                <a:tc>
                  <a:txBody>
                    <a:bodyPr/>
                    <a:lstStyle/>
                    <a:p>
                      <a:r>
                        <a:rPr lang="en-US" altLang="zh-CN" sz="1400" kern="1200" dirty="0" smtClean="0">
                          <a:solidFill>
                            <a:schemeClr val="dk1"/>
                          </a:solidFill>
                          <a:effectLst/>
                          <a:latin typeface="Times New Roman" pitchFamily="18" charset="0"/>
                          <a:ea typeface="+mn-ea"/>
                          <a:cs typeface="Times New Roman" pitchFamily="18" charset="0"/>
                        </a:rPr>
                        <a:t>11b:permission;</a:t>
                      </a:r>
                      <a:endParaRPr lang="zh-CN" altLang="zh-CN" sz="1400" kern="1200" dirty="0" smtClean="0">
                        <a:solidFill>
                          <a:schemeClr val="dk1"/>
                        </a:solidFill>
                        <a:effectLst/>
                        <a:latin typeface="Times New Roman" pitchFamily="18" charset="0"/>
                        <a:ea typeface="+mn-ea"/>
                        <a:cs typeface="Times New Roman" pitchFamily="18" charset="0"/>
                      </a:endParaRPr>
                    </a:p>
                    <a:p>
                      <a:r>
                        <a:rPr lang="en-US" altLang="zh-CN" sz="1400" kern="1200" dirty="0" smtClean="0">
                          <a:solidFill>
                            <a:schemeClr val="dk1"/>
                          </a:solidFill>
                          <a:effectLst/>
                          <a:latin typeface="Times New Roman" pitchFamily="18" charset="0"/>
                          <a:ea typeface="+mn-ea"/>
                          <a:cs typeface="Times New Roman" pitchFamily="18" charset="0"/>
                        </a:rPr>
                        <a:t>10b:</a:t>
                      </a:r>
                      <a:r>
                        <a:rPr lang="en-US" altLang="zh-CN" sz="1400" b="0" kern="100" dirty="0" smtClean="0">
                          <a:solidFill>
                            <a:schemeClr val="tx1"/>
                          </a:solidFill>
                          <a:effectLst/>
                          <a:latin typeface="Times New Roman"/>
                          <a:ea typeface="+mn-ea"/>
                          <a:cs typeface="+mn-cs"/>
                        </a:rPr>
                        <a:t>forbidden; </a:t>
                      </a:r>
                      <a:endParaRPr lang="zh-CN" alt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tr>
              <a:tr h="704273">
                <a:tc>
                  <a:txBody>
                    <a:bodyPr/>
                    <a:lstStyle/>
                    <a:p>
                      <a:pPr marL="0" lvl="0" indent="0" algn="ctr" fontAlgn="base">
                        <a:spcAft>
                          <a:spcPts val="0"/>
                        </a:spcAft>
                        <a:buFont typeface="+mj-lt"/>
                        <a:buNone/>
                      </a:pPr>
                      <a:r>
                        <a:rPr lang="en-US" sz="1200" dirty="0" smtClean="0">
                          <a:effectLst/>
                          <a:latin typeface="Times New Roman" pitchFamily="18" charset="0"/>
                          <a:cs typeface="Times New Roman" pitchFamily="18" charset="0"/>
                        </a:rPr>
                        <a:t>2</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GH009</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l" defTabSz="914400" rtl="0" eaLnBrk="1" fontAlgn="b" latinLnBrk="0" hangingPunct="1">
                        <a:spcAft>
                          <a:spcPts val="0"/>
                        </a:spcAft>
                      </a:pPr>
                      <a:r>
                        <a:rPr lang="en-US" sz="1400" kern="100" dirty="0" smtClean="0">
                          <a:solidFill>
                            <a:schemeClr val="tx1"/>
                          </a:solidFill>
                          <a:effectLst/>
                          <a:latin typeface="Times New Roman"/>
                          <a:ea typeface="宋体"/>
                          <a:cs typeface="+mn-cs"/>
                        </a:rPr>
                        <a:t>1pps output  marking</a:t>
                      </a:r>
                      <a:endParaRPr lang="zh-CN" sz="1400" kern="100" dirty="0">
                        <a:solidFill>
                          <a:schemeClr val="tx1"/>
                        </a:solidFill>
                        <a:effectLst/>
                        <a:latin typeface="Times New Roman"/>
                        <a:ea typeface="宋体"/>
                        <a:cs typeface="+mn-cs"/>
                      </a:endParaRPr>
                    </a:p>
                  </a:txBody>
                  <a:tcPr marL="68582" marR="68582" marT="0" marB="0" anchor="ctr"/>
                </a:tc>
                <a:tc>
                  <a:txBody>
                    <a:bodyPr/>
                    <a:lstStyle/>
                    <a:p>
                      <a:pPr marL="0" algn="l" defTabSz="914400" rtl="0" eaLnBrk="1" latinLnBrk="0" hangingPunct="1"/>
                      <a:r>
                        <a:rPr lang="en-US" altLang="zh-CN" sz="1400" kern="1200" dirty="0" smtClean="0">
                          <a:solidFill>
                            <a:schemeClr val="dk1"/>
                          </a:solidFill>
                          <a:effectLst/>
                          <a:latin typeface="Times New Roman" pitchFamily="18" charset="0"/>
                          <a:ea typeface="+mn-ea"/>
                          <a:cs typeface="Times New Roman" pitchFamily="18" charset="0"/>
                        </a:rPr>
                        <a:t>11b:permission; </a:t>
                      </a:r>
                      <a:endParaRPr lang="zh-CN" altLang="zh-CN" sz="1400" kern="1200" dirty="0" smtClean="0">
                        <a:solidFill>
                          <a:schemeClr val="dk1"/>
                        </a:solidFill>
                        <a:effectLst/>
                        <a:latin typeface="Times New Roman" pitchFamily="18" charset="0"/>
                        <a:ea typeface="+mn-ea"/>
                        <a:cs typeface="Times New Roman" pitchFamily="18" charset="0"/>
                      </a:endParaRPr>
                    </a:p>
                    <a:p>
                      <a:pPr marL="0" algn="l" defTabSz="914400" rtl="0" eaLnBrk="1" latinLnBrk="0" hangingPunct="1"/>
                      <a:r>
                        <a:rPr lang="en-US" altLang="zh-CN" sz="1400" kern="1200" dirty="0" smtClean="0">
                          <a:solidFill>
                            <a:schemeClr val="dk1"/>
                          </a:solidFill>
                          <a:effectLst/>
                          <a:latin typeface="Times New Roman" pitchFamily="18" charset="0"/>
                          <a:ea typeface="+mn-ea"/>
                          <a:cs typeface="Times New Roman" pitchFamily="18" charset="0"/>
                        </a:rPr>
                        <a:t>10b: </a:t>
                      </a:r>
                      <a:r>
                        <a:rPr lang="en-US" altLang="zh-CN" sz="1400" b="0" kern="100" dirty="0" smtClean="0">
                          <a:solidFill>
                            <a:schemeClr val="tx1"/>
                          </a:solidFill>
                          <a:effectLst/>
                          <a:latin typeface="Times New Roman"/>
                          <a:ea typeface="+mn-ea"/>
                          <a:cs typeface="+mn-cs"/>
                        </a:rPr>
                        <a:t>forbidden;</a:t>
                      </a:r>
                    </a:p>
                    <a:p>
                      <a:pPr marL="0" algn="l" defTabSz="914400" rtl="0" eaLnBrk="1" latinLnBrk="0" hangingPunct="1"/>
                      <a:r>
                        <a:rPr lang="en-US" altLang="zh-CN" sz="1400" kern="1200" dirty="0" smtClean="0">
                          <a:solidFill>
                            <a:schemeClr val="dk1"/>
                          </a:solidFill>
                          <a:effectLst/>
                          <a:latin typeface="Times New Roman" pitchFamily="18" charset="0"/>
                          <a:ea typeface="+mn-ea"/>
                          <a:cs typeface="Times New Roman" pitchFamily="18" charset="0"/>
                        </a:rPr>
                        <a:t>00b: initial(permission)</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tr>
              <a:tr h="450848">
                <a:tc>
                  <a:txBody>
                    <a:bodyPr/>
                    <a:lstStyle/>
                    <a:p>
                      <a:pPr marL="0" lvl="0" indent="0" algn="ctr" fontAlgn="base">
                        <a:spcAft>
                          <a:spcPts val="0"/>
                        </a:spcAft>
                        <a:buFont typeface="+mj-lt"/>
                        <a:buNone/>
                      </a:pPr>
                      <a:r>
                        <a:rPr lang="en-US" sz="1200" dirty="0" smtClean="0">
                          <a:effectLst/>
                          <a:latin typeface="Times New Roman" pitchFamily="18" charset="0"/>
                          <a:cs typeface="Times New Roman" pitchFamily="18" charset="0"/>
                        </a:rPr>
                        <a:t>3</a:t>
                      </a:r>
                      <a:r>
                        <a:rPr lang="en-US" sz="1200" dirty="0">
                          <a:effectLst/>
                          <a:latin typeface="Times New Roman" pitchFamily="18" charset="0"/>
                          <a:cs typeface="Times New Roman" pitchFamily="18" charset="0"/>
                        </a:rPr>
                        <a:t> </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GH154</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l" defTabSz="914400" rtl="0" eaLnBrk="1" fontAlgn="b" latinLnBrk="0" hangingPunct="1">
                        <a:spcAft>
                          <a:spcPts val="0"/>
                        </a:spcAft>
                      </a:pPr>
                      <a:r>
                        <a:rPr lang="en-US" sz="1400" kern="100" dirty="0" smtClean="0">
                          <a:solidFill>
                            <a:schemeClr val="tx1"/>
                          </a:solidFill>
                          <a:effectLst/>
                          <a:latin typeface="Times New Roman" pitchFamily="18" charset="0"/>
                          <a:ea typeface="宋体"/>
                          <a:cs typeface="Times New Roman" pitchFamily="18" charset="0"/>
                        </a:rPr>
                        <a:t>Orbit determination </a:t>
                      </a:r>
                      <a:r>
                        <a:rPr lang="en-US" altLang="zh-CN" sz="1400" kern="1200" dirty="0" smtClean="0">
                          <a:solidFill>
                            <a:schemeClr val="dk1"/>
                          </a:solidFill>
                          <a:effectLst/>
                          <a:latin typeface="Times New Roman" pitchFamily="18" charset="0"/>
                          <a:ea typeface="+mn-ea"/>
                          <a:cs typeface="Times New Roman" pitchFamily="18" charset="0"/>
                        </a:rPr>
                        <a:t>PDOP value</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0</a:t>
                      </a:r>
                      <a:r>
                        <a:rPr lang="zh-CN" altLang="zh-CN" sz="1400" kern="1200" dirty="0" smtClean="0">
                          <a:solidFill>
                            <a:schemeClr val="dk1"/>
                          </a:solidFill>
                          <a:effectLst/>
                          <a:latin typeface="Times New Roman" pitchFamily="18" charset="0"/>
                          <a:ea typeface="+mn-ea"/>
                          <a:cs typeface="Times New Roman" pitchFamily="18" charset="0"/>
                        </a:rPr>
                        <a:t>～</a:t>
                      </a:r>
                      <a:r>
                        <a:rPr lang="en-US" altLang="zh-CN" sz="1400" kern="1200" dirty="0" smtClean="0">
                          <a:solidFill>
                            <a:schemeClr val="dk1"/>
                          </a:solidFill>
                          <a:effectLst/>
                          <a:latin typeface="Times New Roman" pitchFamily="18" charset="0"/>
                          <a:ea typeface="+mn-ea"/>
                          <a:cs typeface="Times New Roman" pitchFamily="18" charset="0"/>
                        </a:rPr>
                        <a:t>255</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r>
              <a:tr h="309941">
                <a:tc>
                  <a:txBody>
                    <a:bodyPr/>
                    <a:lstStyle/>
                    <a:p>
                      <a:pPr marL="0" lvl="0" indent="0" algn="ctr" defTabSz="914400" rtl="0" eaLnBrk="1" fontAlgn="base" latinLnBrk="0" hangingPunct="1">
                        <a:spcAft>
                          <a:spcPts val="0"/>
                        </a:spcAft>
                        <a:buFont typeface="+mj-lt"/>
                        <a:buNone/>
                      </a:pPr>
                      <a:r>
                        <a:rPr lang="en-US" altLang="zh-CN" sz="1200" b="1" kern="1200" dirty="0" smtClean="0">
                          <a:solidFill>
                            <a:schemeClr val="lt1"/>
                          </a:solidFill>
                          <a:effectLst/>
                          <a:latin typeface="Times New Roman" pitchFamily="18" charset="0"/>
                          <a:ea typeface="+mn-ea"/>
                          <a:cs typeface="Times New Roman" pitchFamily="18" charset="0"/>
                        </a:rPr>
                        <a:t>5</a:t>
                      </a:r>
                      <a:endParaRPr lang="zh-CN" sz="1200" b="1" kern="1200" dirty="0">
                        <a:solidFill>
                          <a:schemeClr val="lt1"/>
                        </a:solidFill>
                        <a:effectLst/>
                        <a:latin typeface="Times New Roman" pitchFamily="18" charset="0"/>
                        <a:ea typeface="+mn-ea"/>
                        <a:cs typeface="Times New Roman" pitchFamily="18" charset="0"/>
                      </a:endParaRPr>
                    </a:p>
                  </a:txBody>
                  <a:tcPr marL="68582" marR="68582" marT="0" marB="0" anchor="ctr"/>
                </a:tc>
                <a:tc>
                  <a:txBody>
                    <a:bodyPr/>
                    <a:lstStyle/>
                    <a:p>
                      <a:pPr marL="0" indent="-200025"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GH130</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c>
                  <a:txBody>
                    <a:bodyPr/>
                    <a:lstStyle/>
                    <a:p>
                      <a:pPr marL="0" indent="-200025" algn="l" defTabSz="914400" rtl="0" eaLnBrk="1" fontAlgn="b"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Bus A reset counter</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200025" algn="l" defTabSz="914400" rtl="0" eaLnBrk="1"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0~15</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r>
              <a:tr h="309941">
                <a:tc>
                  <a:txBody>
                    <a:bodyPr/>
                    <a:lstStyle/>
                    <a:p>
                      <a:pPr marL="0" lvl="0" indent="0" algn="ctr" defTabSz="914400" rtl="0" eaLnBrk="1" fontAlgn="base" latinLnBrk="0" hangingPunct="1">
                        <a:spcAft>
                          <a:spcPts val="0"/>
                        </a:spcAft>
                        <a:buFont typeface="+mj-lt"/>
                        <a:buNone/>
                      </a:pPr>
                      <a:r>
                        <a:rPr lang="en-US" altLang="zh-CN" sz="1200" b="1" kern="1200" dirty="0" smtClean="0">
                          <a:solidFill>
                            <a:schemeClr val="lt1"/>
                          </a:solidFill>
                          <a:effectLst/>
                          <a:latin typeface="Times New Roman" pitchFamily="18" charset="0"/>
                          <a:ea typeface="+mn-ea"/>
                          <a:cs typeface="Times New Roman" pitchFamily="18" charset="0"/>
                        </a:rPr>
                        <a:t>6</a:t>
                      </a:r>
                      <a:endParaRPr lang="zh-CN" sz="1200" b="1" kern="1200" dirty="0">
                        <a:solidFill>
                          <a:schemeClr val="lt1"/>
                        </a:solidFill>
                        <a:effectLst/>
                        <a:latin typeface="Times New Roman" pitchFamily="18" charset="0"/>
                        <a:ea typeface="+mn-ea"/>
                        <a:cs typeface="Times New Roman" pitchFamily="18" charset="0"/>
                      </a:endParaRPr>
                    </a:p>
                  </a:txBody>
                  <a:tcPr marL="68582" marR="68582" marT="0" marB="0" anchor="ctr"/>
                </a:tc>
                <a:tc>
                  <a:txBody>
                    <a:bodyPr/>
                    <a:lstStyle/>
                    <a:p>
                      <a:pPr marL="0" marR="0" indent="-200025" algn="l" defTabSz="914400" rtl="0" eaLnBrk="1" fontAlgn="b"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GH132</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c>
                  <a:txBody>
                    <a:bodyPr/>
                    <a:lstStyle/>
                    <a:p>
                      <a:pPr marL="0" indent="-200025" algn="l" defTabSz="914400" rtl="0" eaLnBrk="1" fontAlgn="b"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Bus B reset counter</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tc>
                <a:tc>
                  <a:txBody>
                    <a:bodyPr/>
                    <a:lstStyle/>
                    <a:p>
                      <a:pPr marL="0" indent="-200025" algn="l" defTabSz="914400" rtl="0" eaLnBrk="1" latinLnBrk="0" hangingPunct="1">
                        <a:spcAft>
                          <a:spcPts val="0"/>
                        </a:spcAft>
                      </a:pPr>
                      <a:r>
                        <a:rPr lang="en-US" sz="1400" kern="1200" dirty="0">
                          <a:solidFill>
                            <a:schemeClr val="dk1"/>
                          </a:solidFill>
                          <a:effectLst/>
                          <a:latin typeface="Times New Roman" pitchFamily="18" charset="0"/>
                          <a:ea typeface="+mn-ea"/>
                          <a:cs typeface="Times New Roman" pitchFamily="18" charset="0"/>
                        </a:rPr>
                        <a:t>0~15</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r>
              <a:tr h="528205">
                <a:tc>
                  <a:txBody>
                    <a:bodyPr/>
                    <a:lstStyle/>
                    <a:p>
                      <a:pPr marL="0" lvl="0" indent="0" algn="ctr" fontAlgn="base">
                        <a:spcAft>
                          <a:spcPts val="0"/>
                        </a:spcAft>
                        <a:buFont typeface="+mj-lt"/>
                        <a:buNone/>
                      </a:pPr>
                      <a:r>
                        <a:rPr lang="en-US" altLang="zh-CN" sz="1200" dirty="0" smtClean="0">
                          <a:effectLst/>
                          <a:latin typeface="Times New Roman" pitchFamily="18" charset="0"/>
                          <a:ea typeface="宋体"/>
                          <a:cs typeface="Times New Roman" pitchFamily="18" charset="0"/>
                        </a:rPr>
                        <a:t>7</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GH135</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nchorCtr="1"/>
                </a:tc>
                <a:tc>
                  <a:txBody>
                    <a:bodyPr/>
                    <a:lstStyle/>
                    <a:p>
                      <a:pPr marL="0" algn="l" defTabSz="914400" rtl="0" eaLnBrk="1" fontAlgn="b" latinLnBrk="0" hangingPunct="1">
                        <a:spcAft>
                          <a:spcPts val="0"/>
                        </a:spcAft>
                      </a:pPr>
                      <a:r>
                        <a:rPr lang="en-US" altLang="zh-CN" sz="1400" kern="1200" dirty="0" smtClean="0">
                          <a:solidFill>
                            <a:schemeClr val="dk1"/>
                          </a:solidFill>
                          <a:effectLst/>
                          <a:latin typeface="Times New Roman" pitchFamily="18" charset="0"/>
                          <a:ea typeface="+mn-ea"/>
                          <a:cs typeface="Times New Roman" pitchFamily="18" charset="0"/>
                        </a:rPr>
                        <a:t>C</a:t>
                      </a:r>
                      <a:r>
                        <a:rPr lang="en-US" altLang="zh-CN" sz="1400" kern="1200" dirty="0" smtClean="0">
                          <a:effectLst/>
                          <a:latin typeface="Times New Roman" pitchFamily="18" charset="0"/>
                          <a:cs typeface="Times New Roman" pitchFamily="18" charset="0"/>
                        </a:rPr>
                        <a:t>ounter of  tributary</a:t>
                      </a:r>
                      <a:r>
                        <a:rPr lang="en-US" altLang="zh-CN" sz="1400" kern="1200" baseline="0" dirty="0" smtClean="0">
                          <a:effectLst/>
                          <a:latin typeface="Times New Roman" pitchFamily="18" charset="0"/>
                          <a:cs typeface="Times New Roman" pitchFamily="18" charset="0"/>
                        </a:rPr>
                        <a:t> core </a:t>
                      </a:r>
                      <a:r>
                        <a:rPr lang="en-US" altLang="zh-CN" sz="1400" dirty="0" smtClean="0">
                          <a:effectLst/>
                          <a:latin typeface="Times New Roman" pitchFamily="18" charset="0"/>
                          <a:cs typeface="Times New Roman" pitchFamily="18" charset="0"/>
                        </a:rPr>
                        <a:t>resetting</a:t>
                      </a:r>
                      <a:endParaRPr lang="zh-CN" sz="1400" kern="1200" dirty="0">
                        <a:solidFill>
                          <a:schemeClr val="dk1"/>
                        </a:solidFill>
                        <a:effectLst/>
                        <a:latin typeface="Times New Roman" pitchFamily="18" charset="0"/>
                        <a:ea typeface="+mn-ea"/>
                        <a:cs typeface="Times New Roman" pitchFamily="18" charset="0"/>
                      </a:endParaRPr>
                    </a:p>
                  </a:txBody>
                  <a:tcPr marL="68582" marR="68582"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kern="1200" dirty="0" smtClean="0">
                          <a:solidFill>
                            <a:schemeClr val="dk1"/>
                          </a:solidFill>
                          <a:effectLst/>
                          <a:latin typeface="Times New Roman" pitchFamily="18" charset="0"/>
                          <a:ea typeface="+mn-ea"/>
                          <a:cs typeface="Times New Roman" pitchFamily="18" charset="0"/>
                        </a:rPr>
                        <a:t>0~15</a:t>
                      </a:r>
                      <a:endParaRPr lang="zh-CN" sz="1400" kern="1200" dirty="0">
                        <a:solidFill>
                          <a:schemeClr val="dk1"/>
                        </a:solidFill>
                        <a:effectLst/>
                        <a:latin typeface="Times New Roman" pitchFamily="18" charset="0"/>
                        <a:ea typeface="+mn-ea"/>
                        <a:cs typeface="Times New Roman" pitchFamily="18" charset="0"/>
                      </a:endParaRPr>
                    </a:p>
                  </a:txBody>
                  <a:tcPr marL="68580" marR="68580" marT="0" marB="0" anchor="ctr" anchorCtr="1"/>
                </a:tc>
              </a:tr>
            </a:tbl>
          </a:graphicData>
        </a:graphic>
      </p:graphicFrame>
      <p:sp>
        <p:nvSpPr>
          <p:cNvPr id="12"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sp>
        <p:nvSpPr>
          <p:cNvPr id="11" name="页脚占位符 3"/>
          <p:cNvSpPr>
            <a:spLocks noGrp="1"/>
          </p:cNvSpPr>
          <p:nvPr>
            <p:ph type="ftr" sz="quarter" idx="11"/>
          </p:nvPr>
        </p:nvSpPr>
        <p:spPr>
          <a:xfrm>
            <a:off x="899592"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灯片编号占位符 4"/>
          <p:cNvSpPr>
            <a:spLocks noGrp="1"/>
          </p:cNvSpPr>
          <p:nvPr>
            <p:ph type="sldNum" sz="quarter" idx="12"/>
          </p:nvPr>
        </p:nvSpPr>
        <p:spPr>
          <a:xfrm>
            <a:off x="7812360" y="500478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7050368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656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70" name="矩形 4"/>
          <p:cNvSpPr>
            <a:spLocks noChangeArrowheads="1"/>
          </p:cNvSpPr>
          <p:nvPr/>
        </p:nvSpPr>
        <p:spPr bwMode="auto">
          <a:xfrm>
            <a:off x="251520" y="880676"/>
            <a:ext cx="889248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dirty="0" smtClean="0"/>
              <a:t>GPS </a:t>
            </a:r>
            <a:r>
              <a:rPr lang="en-US" altLang="zh-CN" dirty="0"/>
              <a:t>Receiver’s </a:t>
            </a:r>
            <a:r>
              <a:rPr lang="en-US" altLang="zh-CN" dirty="0" smtClean="0"/>
              <a:t>Orbit Slowly </a:t>
            </a:r>
            <a:r>
              <a:rPr lang="en-US" altLang="zh-CN" dirty="0"/>
              <a:t>Changing </a:t>
            </a:r>
            <a:r>
              <a:rPr lang="en-US" altLang="zh-CN" dirty="0" smtClean="0"/>
              <a:t>Telemetry : 1/8s </a:t>
            </a:r>
            <a:endParaRPr lang="zh-CN" altLang="en-US" dirty="0"/>
          </a:p>
        </p:txBody>
      </p:sp>
      <p:sp>
        <p:nvSpPr>
          <p:cNvPr id="12"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graphicFrame>
        <p:nvGraphicFramePr>
          <p:cNvPr id="8" name="表格 7"/>
          <p:cNvGraphicFramePr>
            <a:graphicFrameLocks noGrp="1"/>
          </p:cNvGraphicFramePr>
          <p:nvPr>
            <p:extLst>
              <p:ext uri="{D42A27DB-BD31-4B8C-83A1-F6EECF244321}">
                <p14:modId xmlns:p14="http://schemas.microsoft.com/office/powerpoint/2010/main" val="295650296"/>
              </p:ext>
            </p:extLst>
          </p:nvPr>
        </p:nvGraphicFramePr>
        <p:xfrm>
          <a:off x="451618" y="1178709"/>
          <a:ext cx="8335225" cy="3588420"/>
        </p:xfrm>
        <a:graphic>
          <a:graphicData uri="http://schemas.openxmlformats.org/drawingml/2006/table">
            <a:tbl>
              <a:tblPr firstRow="1" firstCol="1" bandRow="1" bandCol="1">
                <a:tableStyleId>{5C22544A-7EE6-4342-B048-85BDC9FD1C3A}</a:tableStyleId>
              </a:tblPr>
              <a:tblGrid>
                <a:gridCol w="651368"/>
                <a:gridCol w="1198857"/>
                <a:gridCol w="2738111"/>
                <a:gridCol w="3746889"/>
              </a:tblGrid>
              <a:tr h="473202">
                <a:tc>
                  <a:txBody>
                    <a:bodyPr/>
                    <a:lstStyle/>
                    <a:p>
                      <a:pPr algn="ctr">
                        <a:spcAft>
                          <a:spcPts val="0"/>
                        </a:spcAft>
                      </a:pPr>
                      <a:r>
                        <a:rPr lang="zh-CN" sz="1400" kern="100" dirty="0">
                          <a:effectLst/>
                          <a:latin typeface="Times New Roman" pitchFamily="18" charset="0"/>
                          <a:cs typeface="Times New Roman" pitchFamily="18" charset="0"/>
                        </a:rPr>
                        <a:t>NO</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lnSpc>
                          <a:spcPct val="115000"/>
                        </a:lnSpc>
                        <a:spcAft>
                          <a:spcPts val="0"/>
                        </a:spcAft>
                      </a:pPr>
                      <a:r>
                        <a:rPr lang="en-US" sz="1400" dirty="0" smtClean="0">
                          <a:effectLst/>
                          <a:latin typeface="Times New Roman" pitchFamily="18" charset="0"/>
                          <a:cs typeface="Times New Roman" pitchFamily="18" charset="0"/>
                        </a:rPr>
                        <a:t>TM Number</a:t>
                      </a:r>
                      <a:endParaRPr lang="zh-CN" altLang="en-US" sz="1400" b="1" dirty="0">
                        <a:effectLst/>
                        <a:latin typeface="Times New Roman" pitchFamily="18" charset="0"/>
                        <a:ea typeface="+mn-ea"/>
                        <a:cs typeface="Times New Roman" pitchFamily="18" charset="0"/>
                      </a:endParaRPr>
                    </a:p>
                  </a:txBody>
                  <a:tcPr marL="68580" marR="68580"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2" marR="68582" marT="0" marB="0" anchor="ctr"/>
                </a:tc>
              </a:tr>
              <a:tr h="445032">
                <a:tc>
                  <a:txBody>
                    <a:bodyPr/>
                    <a:lstStyle/>
                    <a:p>
                      <a:pPr algn="ctr">
                        <a:spcAft>
                          <a:spcPts val="0"/>
                        </a:spcAft>
                      </a:pPr>
                      <a:r>
                        <a:rPr lang="zh-CN" sz="1400" kern="100">
                          <a:effectLst/>
                          <a:latin typeface="Times New Roman" pitchFamily="18" charset="0"/>
                          <a:cs typeface="Times New Roman" pitchFamily="18" charset="0"/>
                        </a:rPr>
                        <a:t>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GA001</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cs typeface="Times New Roman" pitchFamily="18" charset="0"/>
                        </a:rPr>
                        <a:t>A</a:t>
                      </a:r>
                      <a:r>
                        <a:rPr lang="zh-CN" sz="1400" kern="100" dirty="0" smtClean="0">
                          <a:effectLst/>
                          <a:latin typeface="Times New Roman" pitchFamily="18" charset="0"/>
                          <a:cs typeface="Times New Roman" pitchFamily="18" charset="0"/>
                        </a:rPr>
                        <a:t>bsolute </a:t>
                      </a:r>
                      <a:r>
                        <a:rPr lang="zh-CN" sz="1400" kern="100" dirty="0">
                          <a:effectLst/>
                          <a:latin typeface="Times New Roman" pitchFamily="18" charset="0"/>
                          <a:cs typeface="Times New Roman" pitchFamily="18" charset="0"/>
                        </a:rPr>
                        <a:t>positioning time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a:spcAft>
                          <a:spcPts val="0"/>
                        </a:spcAft>
                        <a:buFont typeface="+mj-lt"/>
                        <a:buNone/>
                      </a:pPr>
                      <a:r>
                        <a:rPr lang="en-US" sz="1400" kern="100" dirty="0" smtClean="0">
                          <a:effectLst/>
                          <a:latin typeface="Times New Roman" pitchFamily="18" charset="0"/>
                          <a:cs typeface="Times New Roman" pitchFamily="18" charset="0"/>
                        </a:rPr>
                        <a:t>Fill  </a:t>
                      </a:r>
                      <a:r>
                        <a:rPr lang="en-US" sz="1400" kern="100" dirty="0">
                          <a:effectLst/>
                          <a:latin typeface="Times New Roman" pitchFamily="18" charset="0"/>
                          <a:cs typeface="Times New Roman" pitchFamily="18" charset="0"/>
                        </a:rPr>
                        <a:t>with AAH before positioning</a:t>
                      </a:r>
                      <a:r>
                        <a:rPr lang="en-US" sz="1400" kern="100" dirty="0" smtClean="0">
                          <a:effectLst/>
                          <a:latin typeface="Times New Roman" pitchFamily="18" charset="0"/>
                          <a:cs typeface="Times New Roman" pitchFamily="18" charset="0"/>
                        </a:rPr>
                        <a:t>.</a:t>
                      </a:r>
                      <a:endParaRPr lang="zh-CN" sz="1400" kern="100" dirty="0">
                        <a:effectLst/>
                        <a:latin typeface="Times New Roman" pitchFamily="18" charset="0"/>
                        <a:ea typeface="黑体"/>
                        <a:cs typeface="Times New Roman" pitchFamily="18" charset="0"/>
                      </a:endParaRPr>
                    </a:p>
                  </a:txBody>
                  <a:tcPr marL="68580" marR="68580" marT="0" marB="0" anchor="ctr"/>
                </a:tc>
              </a:tr>
              <a:tr h="296687">
                <a:tc>
                  <a:txBody>
                    <a:bodyPr/>
                    <a:lstStyle/>
                    <a:p>
                      <a:pPr algn="ctr">
                        <a:spcAft>
                          <a:spcPts val="0"/>
                        </a:spcAft>
                      </a:pPr>
                      <a:r>
                        <a:rPr lang="zh-CN" sz="1400" kern="100">
                          <a:effectLst/>
                          <a:latin typeface="Times New Roman" pitchFamily="18" charset="0"/>
                          <a:cs typeface="Times New Roman" pitchFamily="18" charset="0"/>
                        </a:rPr>
                        <a:t>2</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latin typeface="Times New Roman" pitchFamily="18" charset="0"/>
                          <a:ea typeface="黑体"/>
                          <a:cs typeface="Times New Roman" pitchFamily="18" charset="0"/>
                        </a:rPr>
                        <a:t>GA002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X1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zh-CN" sz="1400" kern="100" dirty="0">
                          <a:solidFill>
                            <a:schemeClr val="dk1"/>
                          </a:solidFill>
                          <a:effectLst/>
                          <a:latin typeface="Times New Roman" pitchFamily="18" charset="0"/>
                          <a:ea typeface="+mn-ea"/>
                          <a:cs typeface="Times New Roman" pitchFamily="18" charset="0"/>
                        </a:rPr>
                        <a:t>(WGS-84</a:t>
                      </a:r>
                      <a:r>
                        <a:rPr lang="zh-CN"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X1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nchor="ctr"/>
                </a:tc>
              </a:tr>
              <a:tr h="296687">
                <a:tc>
                  <a:txBody>
                    <a:bodyPr/>
                    <a:lstStyle/>
                    <a:p>
                      <a:pPr algn="ctr">
                        <a:spcAft>
                          <a:spcPts val="0"/>
                        </a:spcAft>
                      </a:pPr>
                      <a:r>
                        <a:rPr lang="zh-CN" sz="1400" kern="100">
                          <a:effectLst/>
                          <a:latin typeface="Times New Roman" pitchFamily="18" charset="0"/>
                          <a:cs typeface="Times New Roman" pitchFamily="18" charset="0"/>
                        </a:rPr>
                        <a:t>3</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GA003</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Y1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Y1</a:t>
                      </a:r>
                      <a:endParaRPr lang="zh-CN" altLang="zh-CN" sz="1400" kern="100" dirty="0" smtClean="0">
                        <a:solidFill>
                          <a:schemeClr val="dk1"/>
                        </a:solidFill>
                        <a:effectLst/>
                        <a:latin typeface="Times New Roman" pitchFamily="18" charset="0"/>
                        <a:ea typeface="+mn-ea"/>
                        <a:cs typeface="Times New Roman" pitchFamily="18" charset="0"/>
                      </a:endParaRPr>
                    </a:p>
                  </a:txBody>
                  <a:tcPr marL="68580" marR="68580" marT="0" marB="0"/>
                </a:tc>
              </a:tr>
              <a:tr h="296687">
                <a:tc>
                  <a:txBody>
                    <a:bodyPr/>
                    <a:lstStyle/>
                    <a:p>
                      <a:pPr algn="ctr">
                        <a:spcAft>
                          <a:spcPts val="0"/>
                        </a:spcAft>
                      </a:pPr>
                      <a:r>
                        <a:rPr lang="zh-CN" sz="1400" kern="100">
                          <a:effectLst/>
                          <a:latin typeface="Times New Roman" pitchFamily="18" charset="0"/>
                          <a:cs typeface="Times New Roman" pitchFamily="18" charset="0"/>
                        </a:rPr>
                        <a:t>4</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GA004</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Z1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Z1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tr>
              <a:tr h="296687">
                <a:tc>
                  <a:txBody>
                    <a:bodyPr/>
                    <a:lstStyle/>
                    <a:p>
                      <a:pPr algn="ctr">
                        <a:spcAft>
                          <a:spcPts val="0"/>
                        </a:spcAft>
                      </a:pPr>
                      <a:r>
                        <a:rPr lang="zh-CN" sz="1400" kern="100">
                          <a:effectLst/>
                          <a:latin typeface="Times New Roman" pitchFamily="18" charset="0"/>
                          <a:cs typeface="Times New Roman" pitchFamily="18" charset="0"/>
                        </a:rPr>
                        <a:t>5</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400" kern="100" dirty="0" smtClean="0">
                          <a:effectLst/>
                          <a:latin typeface="Times New Roman" pitchFamily="18" charset="0"/>
                          <a:ea typeface="黑体"/>
                          <a:cs typeface="Times New Roman" pitchFamily="18" charset="0"/>
                        </a:rPr>
                        <a:t>GA005</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Vx1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Vx1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tr>
              <a:tr h="296687">
                <a:tc>
                  <a:txBody>
                    <a:bodyPr/>
                    <a:lstStyle/>
                    <a:p>
                      <a:pPr algn="ctr">
                        <a:spcAft>
                          <a:spcPts val="0"/>
                        </a:spcAft>
                      </a:pPr>
                      <a:r>
                        <a:rPr lang="zh-CN" sz="1400" kern="100">
                          <a:effectLst/>
                          <a:latin typeface="Times New Roman" pitchFamily="18" charset="0"/>
                          <a:cs typeface="Times New Roman" pitchFamily="18" charset="0"/>
                        </a:rPr>
                        <a:t>6</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GA006</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Vy1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Vy1</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tr>
              <a:tr h="296687">
                <a:tc>
                  <a:txBody>
                    <a:bodyPr/>
                    <a:lstStyle/>
                    <a:p>
                      <a:pPr algn="ctr">
                        <a:spcAft>
                          <a:spcPts val="0"/>
                        </a:spcAft>
                      </a:pPr>
                      <a:r>
                        <a:rPr lang="zh-CN" sz="1400" kern="100">
                          <a:effectLst/>
                          <a:latin typeface="Times New Roman" pitchFamily="18" charset="0"/>
                          <a:cs typeface="Times New Roman" pitchFamily="18" charset="0"/>
                        </a:rPr>
                        <a:t>7</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GA007</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zh-CN" sz="1400" kern="100">
                          <a:effectLst/>
                          <a:latin typeface="Times New Roman" pitchFamily="18" charset="0"/>
                          <a:cs typeface="Times New Roman" pitchFamily="18" charset="0"/>
                        </a:rPr>
                        <a:t>Vz1</a:t>
                      </a:r>
                      <a:endParaRPr lang="zh-CN" sz="1400" kern="10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(WGS-84</a:t>
                      </a:r>
                      <a:r>
                        <a:rPr lang="en-US" sz="1400" kern="100" dirty="0" smtClean="0">
                          <a:effectLst/>
                          <a:latin typeface="Times New Roman" pitchFamily="18" charset="0"/>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Vz1</a:t>
                      </a:r>
                      <a:endParaRPr lang="zh-CN" sz="1400" kern="100" dirty="0">
                        <a:effectLst/>
                        <a:latin typeface="Times New Roman" pitchFamily="18" charset="0"/>
                        <a:ea typeface="宋体"/>
                        <a:cs typeface="Times New Roman" pitchFamily="18" charset="0"/>
                      </a:endParaRPr>
                    </a:p>
                  </a:txBody>
                  <a:tcPr marL="68580" marR="68580" marT="0" marB="0"/>
                </a:tc>
              </a:tr>
              <a:tr h="445032">
                <a:tc>
                  <a:txBody>
                    <a:bodyPr/>
                    <a:lstStyle/>
                    <a:p>
                      <a:pPr algn="ctr">
                        <a:spcAft>
                          <a:spcPts val="0"/>
                        </a:spcAft>
                      </a:pPr>
                      <a:r>
                        <a:rPr lang="zh-CN" sz="1400" kern="100" dirty="0">
                          <a:effectLst/>
                          <a:latin typeface="Times New Roman" pitchFamily="18" charset="0"/>
                          <a:cs typeface="Times New Roman" pitchFamily="18" charset="0"/>
                        </a:rPr>
                        <a:t>8</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GA008</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cs typeface="Times New Roman" pitchFamily="18" charset="0"/>
                        </a:rPr>
                        <a:t>A</a:t>
                      </a:r>
                      <a:r>
                        <a:rPr lang="zh-CN" sz="1400" kern="100" dirty="0" smtClean="0">
                          <a:effectLst/>
                          <a:latin typeface="Times New Roman" pitchFamily="18" charset="0"/>
                          <a:cs typeface="Times New Roman" pitchFamily="18" charset="0"/>
                        </a:rPr>
                        <a:t>bsolute </a:t>
                      </a:r>
                      <a:r>
                        <a:rPr lang="zh-CN" sz="1400" kern="100" dirty="0">
                          <a:effectLst/>
                          <a:latin typeface="Times New Roman" pitchFamily="18" charset="0"/>
                          <a:cs typeface="Times New Roman" pitchFamily="18" charset="0"/>
                        </a:rPr>
                        <a:t>positioning data available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smtClean="0">
                          <a:solidFill>
                            <a:schemeClr val="dk1"/>
                          </a:solidFill>
                          <a:effectLst/>
                          <a:latin typeface="Times New Roman" pitchFamily="18" charset="0"/>
                          <a:ea typeface="+mn-ea"/>
                          <a:cs typeface="Times New Roman" pitchFamily="18" charset="0"/>
                        </a:rPr>
                        <a:t>0XAA: </a:t>
                      </a:r>
                      <a:r>
                        <a:rPr lang="en-US" altLang="zh-CN" sz="1400" kern="100" dirty="0" smtClean="0">
                          <a:solidFill>
                            <a:schemeClr val="dk1"/>
                          </a:solidFill>
                          <a:effectLst/>
                          <a:latin typeface="Times New Roman" pitchFamily="18" charset="0"/>
                          <a:ea typeface="+mn-ea"/>
                          <a:cs typeface="Times New Roman" pitchFamily="18" charset="0"/>
                        </a:rPr>
                        <a:t>Available</a:t>
                      </a:r>
                      <a:r>
                        <a:rPr lang="en-US" sz="1400" kern="100" dirty="0" smtClean="0">
                          <a:solidFill>
                            <a:schemeClr val="dk1"/>
                          </a:solidFill>
                          <a:effectLst/>
                          <a:latin typeface="Times New Roman" pitchFamily="18" charset="0"/>
                          <a:ea typeface="+mn-ea"/>
                          <a:cs typeface="Times New Roman" pitchFamily="18" charset="0"/>
                        </a:rPr>
                        <a:t>;</a:t>
                      </a:r>
                    </a:p>
                    <a:p>
                      <a:pPr marL="0" lvl="0" indent="0" algn="l" defTabSz="914400" rtl="0" eaLnBrk="1" latinLnBrk="0" hangingPunct="1">
                        <a:spcAft>
                          <a:spcPts val="0"/>
                        </a:spcAft>
                        <a:buFont typeface="+mj-lt"/>
                        <a:buNone/>
                      </a:pPr>
                      <a:r>
                        <a:rPr lang="en-US" sz="1400" kern="100" dirty="0" smtClean="0">
                          <a:solidFill>
                            <a:schemeClr val="dk1"/>
                          </a:solidFill>
                          <a:effectLst/>
                          <a:latin typeface="Times New Roman" pitchFamily="18" charset="0"/>
                          <a:ea typeface="+mn-ea"/>
                          <a:cs typeface="Times New Roman" pitchFamily="18" charset="0"/>
                        </a:rPr>
                        <a:t>0X55: Unavailable</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nchor="ctr"/>
                </a:tc>
              </a:tr>
              <a:tr h="445032">
                <a:tc>
                  <a:txBody>
                    <a:bodyPr/>
                    <a:lstStyle/>
                    <a:p>
                      <a:pPr algn="ctr">
                        <a:spcAft>
                          <a:spcPts val="0"/>
                        </a:spcAft>
                      </a:pPr>
                      <a:r>
                        <a:rPr lang="en-US" altLang="zh-CN" sz="1400" kern="100" dirty="0" smtClean="0">
                          <a:effectLst/>
                          <a:latin typeface="Times New Roman" pitchFamily="18" charset="0"/>
                          <a:cs typeface="Times New Roman" pitchFamily="18" charset="0"/>
                        </a:rPr>
                        <a:t>9</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spcAft>
                          <a:spcPts val="0"/>
                        </a:spcAft>
                      </a:pPr>
                      <a:r>
                        <a:rPr lang="en-US" altLang="zh-CN" sz="1400" kern="100" dirty="0" smtClean="0">
                          <a:effectLst/>
                          <a:latin typeface="Times New Roman" pitchFamily="18" charset="0"/>
                          <a:ea typeface="黑体"/>
                          <a:cs typeface="Times New Roman" pitchFamily="18" charset="0"/>
                        </a:rPr>
                        <a:t>GA010</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cs typeface="Times New Roman" pitchFamily="18" charset="0"/>
                        </a:rPr>
                        <a:t>O</a:t>
                      </a:r>
                      <a:r>
                        <a:rPr lang="zh-CN" sz="1400" kern="100" dirty="0" smtClean="0">
                          <a:effectLst/>
                          <a:latin typeface="Times New Roman" pitchFamily="18" charset="0"/>
                          <a:cs typeface="Times New Roman" pitchFamily="18" charset="0"/>
                        </a:rPr>
                        <a:t>rbit </a:t>
                      </a:r>
                      <a:r>
                        <a:rPr lang="zh-CN" sz="1400" kern="100" dirty="0">
                          <a:effectLst/>
                          <a:latin typeface="Times New Roman" pitchFamily="18" charset="0"/>
                          <a:cs typeface="Times New Roman" pitchFamily="18" charset="0"/>
                        </a:rPr>
                        <a:t>determination </a:t>
                      </a:r>
                      <a:r>
                        <a:rPr lang="en-US" altLang="zh-CN" sz="1400" kern="100" dirty="0" smtClean="0">
                          <a:effectLst/>
                          <a:latin typeface="Times New Roman" pitchFamily="18" charset="0"/>
                          <a:cs typeface="Times New Roman" pitchFamily="18" charset="0"/>
                        </a:rPr>
                        <a:t>filter</a:t>
                      </a:r>
                      <a:r>
                        <a:rPr lang="zh-CN" sz="1400" kern="100" dirty="0" smtClean="0">
                          <a:effectLst/>
                          <a:latin typeface="Times New Roman" pitchFamily="18" charset="0"/>
                          <a:cs typeface="Times New Roman" pitchFamily="18" charset="0"/>
                        </a:rPr>
                        <a:t> </a:t>
                      </a:r>
                      <a:r>
                        <a:rPr lang="en-US" altLang="zh-CN" sz="1400" kern="100" dirty="0" smtClean="0">
                          <a:effectLst/>
                          <a:latin typeface="Times New Roman" pitchFamily="18" charset="0"/>
                          <a:cs typeface="Times New Roman" pitchFamily="18" charset="0"/>
                        </a:rPr>
                        <a:t>state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l">
                        <a:spcAft>
                          <a:spcPts val="0"/>
                        </a:spcAft>
                      </a:pPr>
                      <a:r>
                        <a:rPr lang="en-US" altLang="zh-CN" sz="1400" kern="100" dirty="0" smtClean="0">
                          <a:effectLst/>
                          <a:latin typeface="Times New Roman" pitchFamily="18" charset="0"/>
                          <a:ea typeface="黑体"/>
                          <a:cs typeface="Times New Roman" pitchFamily="18" charset="0"/>
                        </a:rPr>
                        <a:t>011b: </a:t>
                      </a:r>
                      <a:r>
                        <a:rPr lang="en-US" altLang="zh-CN" sz="1400" kern="100" dirty="0" smtClean="0">
                          <a:effectLst/>
                          <a:latin typeface="Times New Roman" pitchFamily="18" charset="0"/>
                          <a:cs typeface="Times New Roman" pitchFamily="18" charset="0"/>
                        </a:rPr>
                        <a:t>orbit determination filter</a:t>
                      </a:r>
                      <a:r>
                        <a:rPr lang="zh-CN" altLang="en-US" sz="1400" kern="100" dirty="0" smtClean="0">
                          <a:effectLst/>
                          <a:latin typeface="Times New Roman" pitchFamily="18" charset="0"/>
                          <a:cs typeface="Times New Roman" pitchFamily="18" charset="0"/>
                        </a:rPr>
                        <a:t> </a:t>
                      </a:r>
                      <a:r>
                        <a:rPr lang="en-US" altLang="zh-CN" sz="1400" kern="100" dirty="0" smtClean="0">
                          <a:effectLst/>
                          <a:latin typeface="Times New Roman" pitchFamily="18" charset="0"/>
                          <a:cs typeface="Times New Roman" pitchFamily="18" charset="0"/>
                        </a:rPr>
                        <a:t>state</a:t>
                      </a:r>
                      <a:endParaRPr lang="en-US" altLang="zh-CN" sz="1400" kern="100" dirty="0" smtClean="0">
                        <a:effectLst/>
                        <a:latin typeface="Times New Roman" pitchFamily="18" charset="0"/>
                        <a:ea typeface="黑体"/>
                        <a:cs typeface="Times New Roman" pitchFamily="18" charset="0"/>
                      </a:endParaRPr>
                    </a:p>
                    <a:p>
                      <a:pPr algn="l">
                        <a:spcAft>
                          <a:spcPts val="0"/>
                        </a:spcAft>
                      </a:pPr>
                      <a:r>
                        <a:rPr lang="en-US" altLang="zh-CN" sz="1400" kern="100" dirty="0" smtClean="0">
                          <a:effectLst/>
                          <a:latin typeface="Times New Roman" pitchFamily="18" charset="0"/>
                          <a:ea typeface="黑体"/>
                          <a:cs typeface="Times New Roman" pitchFamily="18" charset="0"/>
                        </a:rPr>
                        <a:t>110b: orbit </a:t>
                      </a:r>
                      <a:r>
                        <a:rPr lang="en-US" altLang="zh-CN" sz="1400" kern="100" dirty="0" smtClean="0">
                          <a:solidFill>
                            <a:schemeClr val="tx1"/>
                          </a:solidFill>
                          <a:effectLst/>
                          <a:latin typeface="Times New Roman" pitchFamily="18" charset="0"/>
                          <a:ea typeface="+mn-ea"/>
                          <a:cs typeface="Times New Roman" pitchFamily="18" charset="0"/>
                        </a:rPr>
                        <a:t>extrapolating state</a:t>
                      </a:r>
                      <a:endParaRPr lang="zh-CN" sz="1400" kern="100" dirty="0">
                        <a:effectLst/>
                        <a:latin typeface="Times New Roman" pitchFamily="18" charset="0"/>
                        <a:ea typeface="黑体"/>
                        <a:cs typeface="Times New Roman" pitchFamily="18" charset="0"/>
                      </a:endParaRPr>
                    </a:p>
                  </a:txBody>
                  <a:tcPr marL="68580" marR="68580" marT="0" marB="0" anchor="ctr"/>
                </a:tc>
              </a:tr>
            </a:tbl>
          </a:graphicData>
        </a:graphic>
      </p:graphicFrame>
      <p:sp>
        <p:nvSpPr>
          <p:cNvPr id="11" name="页脚占位符 3"/>
          <p:cNvSpPr>
            <a:spLocks noGrp="1"/>
          </p:cNvSpPr>
          <p:nvPr>
            <p:ph type="ftr" sz="quarter" idx="11"/>
          </p:nvPr>
        </p:nvSpPr>
        <p:spPr>
          <a:xfrm>
            <a:off x="1029170" y="488604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灯片编号占位符 4"/>
          <p:cNvSpPr>
            <a:spLocks noGrp="1"/>
          </p:cNvSpPr>
          <p:nvPr>
            <p:ph type="sldNum" sz="quarter" idx="12"/>
          </p:nvPr>
        </p:nvSpPr>
        <p:spPr>
          <a:xfrm>
            <a:off x="7941938" y="4883664"/>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0336346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158750" y="175022"/>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endParaRPr lang="zh-CN" altLang="en-US" sz="4400">
              <a:solidFill>
                <a:schemeClr val="tx2"/>
              </a:solidFill>
            </a:endParaRPr>
          </a:p>
        </p:txBody>
      </p:sp>
      <p:sp>
        <p:nvSpPr>
          <p:cNvPr id="66564"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6"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8"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6569"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12" name="TextBox 5"/>
          <p:cNvSpPr txBox="1">
            <a:spLocks noChangeArrowheads="1"/>
          </p:cNvSpPr>
          <p:nvPr/>
        </p:nvSpPr>
        <p:spPr bwMode="auto">
          <a:xfrm>
            <a:off x="158751" y="431007"/>
            <a:ext cx="8569325" cy="514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800" dirty="0" smtClean="0">
                <a:solidFill>
                  <a:schemeClr val="bg1"/>
                </a:solidFill>
                <a:latin typeface="Times New Roman" pitchFamily="18" charset="0"/>
                <a:cs typeface="Times New Roman" pitchFamily="18" charset="0"/>
              </a:rPr>
              <a:t>3.3.2  </a:t>
            </a:r>
            <a:r>
              <a:rPr lang="en-US" altLang="zh-CN" sz="2800" dirty="0">
                <a:solidFill>
                  <a:schemeClr val="bg1"/>
                </a:solidFill>
                <a:latin typeface="Times New Roman" pitchFamily="18" charset="0"/>
                <a:cs typeface="Times New Roman" pitchFamily="18" charset="0"/>
              </a:rPr>
              <a:t>Telemetry Parameters of GPS Receiver</a:t>
            </a:r>
          </a:p>
        </p:txBody>
      </p:sp>
      <p:graphicFrame>
        <p:nvGraphicFramePr>
          <p:cNvPr id="5" name="表格 4"/>
          <p:cNvGraphicFramePr>
            <a:graphicFrameLocks noGrp="1"/>
          </p:cNvGraphicFramePr>
          <p:nvPr>
            <p:extLst>
              <p:ext uri="{D42A27DB-BD31-4B8C-83A1-F6EECF244321}">
                <p14:modId xmlns:p14="http://schemas.microsoft.com/office/powerpoint/2010/main" val="72035114"/>
              </p:ext>
            </p:extLst>
          </p:nvPr>
        </p:nvGraphicFramePr>
        <p:xfrm>
          <a:off x="158750" y="1032268"/>
          <a:ext cx="8770968" cy="3789776"/>
        </p:xfrm>
        <a:graphic>
          <a:graphicData uri="http://schemas.openxmlformats.org/drawingml/2006/table">
            <a:tbl>
              <a:tblPr firstRow="1" firstCol="1" bandRow="1" bandCol="1">
                <a:tableStyleId>{5C22544A-7EE6-4342-B048-85BDC9FD1C3A}</a:tableStyleId>
              </a:tblPr>
              <a:tblGrid>
                <a:gridCol w="680628"/>
                <a:gridCol w="1518044"/>
                <a:gridCol w="2857520"/>
                <a:gridCol w="3714776"/>
              </a:tblGrid>
              <a:tr h="236861">
                <a:tc>
                  <a:txBody>
                    <a:bodyPr/>
                    <a:lstStyle/>
                    <a:p>
                      <a:pPr algn="ctr">
                        <a:spcAft>
                          <a:spcPts val="0"/>
                        </a:spcAft>
                      </a:pPr>
                      <a:r>
                        <a:rPr lang="zh-CN" sz="1400" kern="100" dirty="0">
                          <a:effectLst/>
                          <a:latin typeface="Times New Roman" pitchFamily="18" charset="0"/>
                          <a:cs typeface="Times New Roman" pitchFamily="18" charset="0"/>
                        </a:rPr>
                        <a:t>NO</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lnSpc>
                          <a:spcPct val="115000"/>
                        </a:lnSpc>
                        <a:spcAft>
                          <a:spcPts val="0"/>
                        </a:spcAft>
                      </a:pPr>
                      <a:r>
                        <a:rPr lang="en-US" sz="1400" dirty="0" smtClean="0">
                          <a:effectLst/>
                          <a:latin typeface="Times New Roman" pitchFamily="18" charset="0"/>
                          <a:cs typeface="Times New Roman" pitchFamily="18" charset="0"/>
                        </a:rPr>
                        <a:t>TM Number</a:t>
                      </a:r>
                      <a:endParaRPr lang="zh-CN" altLang="en-US" sz="1400" b="1" dirty="0">
                        <a:effectLst/>
                        <a:latin typeface="Times New Roman" pitchFamily="18" charset="0"/>
                        <a:ea typeface="+mn-ea"/>
                        <a:cs typeface="Times New Roman" pitchFamily="18" charset="0"/>
                      </a:endParaRPr>
                    </a:p>
                  </a:txBody>
                  <a:tcPr marL="68580" marR="68580" marT="0" marB="0" anchor="ctr"/>
                </a:tc>
                <a:tc>
                  <a:txBody>
                    <a:bodyPr/>
                    <a:lstStyle/>
                    <a:p>
                      <a:pPr algn="ctr">
                        <a:lnSpc>
                          <a:spcPct val="115000"/>
                        </a:lnSpc>
                        <a:spcAft>
                          <a:spcPts val="0"/>
                        </a:spcAft>
                      </a:pPr>
                      <a:r>
                        <a:rPr lang="en-US" sz="1200" dirty="0">
                          <a:effectLst/>
                          <a:latin typeface="Times New Roman" pitchFamily="18" charset="0"/>
                          <a:cs typeface="Times New Roman" pitchFamily="18" charset="0"/>
                        </a:rPr>
                        <a:t>TM Name</a:t>
                      </a:r>
                      <a:endParaRPr lang="zh-CN" sz="1200" dirty="0">
                        <a:effectLst/>
                        <a:latin typeface="Times New Roman" pitchFamily="18" charset="0"/>
                        <a:ea typeface="宋体"/>
                        <a:cs typeface="Times New Roman" pitchFamily="18" charset="0"/>
                      </a:endParaRPr>
                    </a:p>
                  </a:txBody>
                  <a:tcPr marL="68582" marR="68582" marT="0" marB="0" anchor="ctr"/>
                </a:tc>
                <a:tc>
                  <a:txBody>
                    <a:bodyPr/>
                    <a:lstStyle/>
                    <a:p>
                      <a:pPr algn="ctr">
                        <a:spcAft>
                          <a:spcPts val="0"/>
                        </a:spcAft>
                      </a:pPr>
                      <a:r>
                        <a:rPr lang="en-US" sz="1200" dirty="0">
                          <a:effectLst/>
                          <a:latin typeface="Times New Roman" pitchFamily="18" charset="0"/>
                          <a:cs typeface="Times New Roman" pitchFamily="18" charset="0"/>
                        </a:rPr>
                        <a:t>Description &amp; Processing</a:t>
                      </a:r>
                      <a:endParaRPr lang="zh-CN" sz="1200" dirty="0">
                        <a:effectLst/>
                        <a:latin typeface="Times New Roman" pitchFamily="18" charset="0"/>
                        <a:ea typeface="宋体"/>
                        <a:cs typeface="Times New Roman" pitchFamily="18" charset="0"/>
                      </a:endParaRPr>
                    </a:p>
                  </a:txBody>
                  <a:tcPr marL="68582" marR="68582" marT="0" marB="0" anchor="ctr"/>
                </a:tc>
              </a:tr>
              <a:tr h="473722">
                <a:tc>
                  <a:txBody>
                    <a:bodyPr/>
                    <a:lstStyle/>
                    <a:p>
                      <a:pPr marL="0" algn="ctr" defTabSz="914400" rtl="0" eaLnBrk="1" latinLnBrk="0" hangingPunct="1">
                        <a:spcAft>
                          <a:spcPts val="0"/>
                        </a:spcAft>
                      </a:pPr>
                      <a:r>
                        <a:rPr lang="en-US" altLang="zh-CN" sz="1400" b="1" kern="100" dirty="0" smtClean="0">
                          <a:solidFill>
                            <a:schemeClr val="lt1"/>
                          </a:solidFill>
                          <a:effectLst/>
                          <a:latin typeface="Times New Roman" pitchFamily="18" charset="0"/>
                          <a:ea typeface="+mn-ea"/>
                          <a:cs typeface="Times New Roman" pitchFamily="18" charset="0"/>
                        </a:rPr>
                        <a:t>10</a:t>
                      </a:r>
                      <a:endParaRPr lang="zh-CN" altLang="en-US" sz="1400" b="1" kern="100" dirty="0">
                        <a:solidFill>
                          <a:schemeClr val="lt1"/>
                        </a:solidFill>
                        <a:effectLst/>
                        <a:latin typeface="Times New Roman" pitchFamily="18" charset="0"/>
                        <a:ea typeface="+mn-ea"/>
                        <a:cs typeface="Times New Roman" pitchFamily="18" charset="0"/>
                      </a:endParaRPr>
                    </a:p>
                  </a:txBody>
                  <a:tcPr marL="68580" marR="68580" marT="0" marB="0" anchor="ctr"/>
                </a:tc>
                <a:tc>
                  <a:txBody>
                    <a:bodyPr/>
                    <a:lstStyle/>
                    <a:p>
                      <a:pPr algn="ctr"/>
                      <a:r>
                        <a:rPr lang="en-US" altLang="zh-CN" sz="1400" dirty="0" smtClean="0"/>
                        <a:t>GA016</a:t>
                      </a:r>
                      <a:endParaRPr lang="zh-CN" altLang="en-US" sz="1400" dirty="0"/>
                    </a:p>
                  </a:txBody>
                  <a:tcPr marL="68580" marR="68580" marT="0" marB="0" anchor="ctr"/>
                </a:tc>
                <a:tc>
                  <a:txBody>
                    <a:bodyPr/>
                    <a:lstStyle/>
                    <a:p>
                      <a:pPr algn="ctr">
                        <a:spcAft>
                          <a:spcPts val="0"/>
                        </a:spcAft>
                      </a:pPr>
                      <a:r>
                        <a:rPr lang="en-US" sz="1400" kern="100" dirty="0" smtClean="0">
                          <a:effectLst/>
                          <a:latin typeface="Times New Roman" pitchFamily="18" charset="0"/>
                          <a:cs typeface="Times New Roman" pitchFamily="18" charset="0"/>
                        </a:rPr>
                        <a:t>Orbit </a:t>
                      </a:r>
                      <a:r>
                        <a:rPr lang="en-US" sz="1400" kern="100" dirty="0">
                          <a:effectLst/>
                          <a:latin typeface="Times New Roman" pitchFamily="18" charset="0"/>
                          <a:cs typeface="Times New Roman" pitchFamily="18" charset="0"/>
                        </a:rPr>
                        <a:t>determination </a:t>
                      </a:r>
                      <a:r>
                        <a:rPr lang="en-US" sz="1400" kern="100" dirty="0" smtClean="0">
                          <a:effectLst/>
                          <a:latin typeface="Times New Roman" pitchFamily="18" charset="0"/>
                          <a:cs typeface="Times New Roman" pitchFamily="18" charset="0"/>
                        </a:rPr>
                        <a:t>time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a:spcAft>
                          <a:spcPts val="0"/>
                        </a:spcAft>
                        <a:buFont typeface="+mj-lt"/>
                        <a:buNone/>
                      </a:pPr>
                      <a:r>
                        <a:rPr lang="en-US" sz="1400" kern="100" dirty="0" smtClean="0">
                          <a:effectLst/>
                          <a:latin typeface="Times New Roman" pitchFamily="18" charset="0"/>
                          <a:cs typeface="Times New Roman" pitchFamily="18" charset="0"/>
                        </a:rPr>
                        <a:t>Fill with AAH before positioning</a:t>
                      </a:r>
                      <a:r>
                        <a:rPr lang="en-US" sz="1400" kern="100" baseline="0" dirty="0" smtClean="0">
                          <a:effectLst/>
                          <a:latin typeface="Times New Roman" pitchFamily="18" charset="0"/>
                          <a:cs typeface="Times New Roman" pitchFamily="18" charset="0"/>
                        </a:rPr>
                        <a:t> or in state of rest</a:t>
                      </a:r>
                    </a:p>
                  </a:txBody>
                  <a:tcPr marL="68580" marR="68580" marT="0" marB="0" anchor="ctr"/>
                </a:tc>
              </a:tr>
              <a:tr h="236861">
                <a:tc>
                  <a:txBody>
                    <a:bodyPr/>
                    <a:lstStyle/>
                    <a:p>
                      <a:pPr algn="ctr">
                        <a:spcAft>
                          <a:spcPts val="0"/>
                        </a:spcAft>
                      </a:pPr>
                      <a:r>
                        <a:rPr lang="zh-CN" sz="1400" kern="100" dirty="0" smtClean="0">
                          <a:effectLst/>
                          <a:latin typeface="Times New Roman" pitchFamily="18" charset="0"/>
                          <a:cs typeface="Times New Roman" pitchFamily="18" charset="0"/>
                        </a:rPr>
                        <a:t>11</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GA017</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X2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zh-CN" sz="1400" kern="100" dirty="0">
                          <a:solidFill>
                            <a:schemeClr val="dk1"/>
                          </a:solidFill>
                          <a:effectLst/>
                          <a:latin typeface="Times New Roman" pitchFamily="18" charset="0"/>
                          <a:ea typeface="+mn-ea"/>
                          <a:cs typeface="Times New Roman" pitchFamily="18" charset="0"/>
                        </a:rPr>
                        <a:t>(WGS-84</a:t>
                      </a:r>
                      <a:r>
                        <a:rPr lang="zh-CN"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X2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nchor="ctr"/>
                </a:tc>
              </a:tr>
              <a:tr h="236861">
                <a:tc>
                  <a:txBody>
                    <a:bodyPr/>
                    <a:lstStyle/>
                    <a:p>
                      <a:pPr algn="ctr">
                        <a:spcAft>
                          <a:spcPts val="0"/>
                        </a:spcAft>
                      </a:pPr>
                      <a:r>
                        <a:rPr lang="zh-CN" sz="1400" kern="100" dirty="0">
                          <a:effectLst/>
                          <a:latin typeface="Times New Roman" pitchFamily="18" charset="0"/>
                          <a:cs typeface="Times New Roman" pitchFamily="18" charset="0"/>
                        </a:rPr>
                        <a:t>12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GA018</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Y2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Y2</a:t>
                      </a:r>
                      <a:endParaRPr lang="zh-CN" altLang="zh-CN" sz="1400" kern="100" dirty="0" smtClean="0">
                        <a:solidFill>
                          <a:schemeClr val="dk1"/>
                        </a:solidFill>
                        <a:effectLst/>
                        <a:latin typeface="Times New Roman" pitchFamily="18" charset="0"/>
                        <a:ea typeface="+mn-ea"/>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13</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GA019</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Z2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position Z2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14</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GA020</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Vx2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Vx2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15</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GA021</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Vy2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marL="0" lvl="0" indent="0" algn="l" defTabSz="914400" rtl="0" eaLnBrk="1" latinLnBrk="0" hangingPunct="1">
                        <a:spcAft>
                          <a:spcPts val="0"/>
                        </a:spcAft>
                        <a:buFont typeface="+mj-lt"/>
                        <a:buNone/>
                      </a:pPr>
                      <a:r>
                        <a:rPr lang="en-US" sz="1400" kern="100" dirty="0">
                          <a:solidFill>
                            <a:schemeClr val="dk1"/>
                          </a:solidFill>
                          <a:effectLst/>
                          <a:latin typeface="Times New Roman" pitchFamily="18" charset="0"/>
                          <a:ea typeface="+mn-ea"/>
                          <a:cs typeface="Times New Roman" pitchFamily="18" charset="0"/>
                        </a:rPr>
                        <a:t>(WGS-84</a:t>
                      </a:r>
                      <a:r>
                        <a:rPr lang="en-US" sz="1400" kern="100" dirty="0" smtClean="0">
                          <a:solidFill>
                            <a:schemeClr val="dk1"/>
                          </a:solidFill>
                          <a:effectLst/>
                          <a:latin typeface="Times New Roman" pitchFamily="18" charset="0"/>
                          <a:ea typeface="+mn-ea"/>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Vy2</a:t>
                      </a:r>
                      <a:endParaRPr lang="zh-CN" sz="1400" kern="100" dirty="0">
                        <a:solidFill>
                          <a:schemeClr val="dk1"/>
                        </a:solidFill>
                        <a:effectLst/>
                        <a:latin typeface="Times New Roman" pitchFamily="18" charset="0"/>
                        <a:ea typeface="+mn-ea"/>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16</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GA022</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Vz2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(WGS-84</a:t>
                      </a:r>
                      <a:r>
                        <a:rPr lang="en-US" sz="1400" kern="100" dirty="0" smtClean="0">
                          <a:effectLst/>
                          <a:latin typeface="Times New Roman" pitchFamily="18" charset="0"/>
                          <a:cs typeface="Times New Roman" pitchFamily="18" charset="0"/>
                        </a:rPr>
                        <a:t>)</a:t>
                      </a:r>
                      <a:r>
                        <a:rPr lang="en-US" altLang="zh-CN" sz="1400" kern="100" dirty="0" smtClean="0">
                          <a:solidFill>
                            <a:schemeClr val="dk1"/>
                          </a:solidFill>
                          <a:effectLst/>
                          <a:latin typeface="Times New Roman" pitchFamily="18" charset="0"/>
                          <a:ea typeface="+mn-ea"/>
                          <a:cs typeface="Times New Roman" pitchFamily="18" charset="0"/>
                        </a:rPr>
                        <a:t> Satellite speed Vz2</a:t>
                      </a:r>
                      <a:endParaRPr lang="zh-CN" sz="1400" kern="100" dirty="0">
                        <a:effectLst/>
                        <a:latin typeface="Times New Roman" pitchFamily="18" charset="0"/>
                        <a:ea typeface="宋体"/>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17</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GA023</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a</a:t>
                      </a: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(root semi major axis)</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18</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GA024</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（e）(eccentricity)</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19</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GA025</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（i）(inclination)</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tr>
              <a:tr h="473722">
                <a:tc>
                  <a:txBody>
                    <a:bodyPr/>
                    <a:lstStyle/>
                    <a:p>
                      <a:pPr algn="ctr">
                        <a:spcAft>
                          <a:spcPts val="0"/>
                        </a:spcAft>
                      </a:pPr>
                      <a:r>
                        <a:rPr lang="zh-CN" sz="1400" kern="100" dirty="0">
                          <a:effectLst/>
                          <a:latin typeface="Times New Roman" pitchFamily="18" charset="0"/>
                          <a:cs typeface="Times New Roman" pitchFamily="18" charset="0"/>
                        </a:rPr>
                        <a:t>20</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GA026</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（Ω）</a:t>
                      </a:r>
                      <a:r>
                        <a:rPr lang="en-US" sz="1400" kern="100" dirty="0">
                          <a:effectLst/>
                          <a:latin typeface="Times New Roman" pitchFamily="18" charset="0"/>
                          <a:cs typeface="Times New Roman" pitchFamily="18" charset="0"/>
                        </a:rPr>
                        <a:t>(longitude of ascending node)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21</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GA027</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（ω）</a:t>
                      </a:r>
                      <a:r>
                        <a:rPr lang="en-US" sz="1400" kern="100" dirty="0">
                          <a:effectLst/>
                          <a:latin typeface="Times New Roman" pitchFamily="18" charset="0"/>
                          <a:cs typeface="Times New Roman" pitchFamily="18" charset="0"/>
                        </a:rPr>
                        <a:t>(argument of perigee)</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tr>
              <a:tr h="236861">
                <a:tc>
                  <a:txBody>
                    <a:bodyPr/>
                    <a:lstStyle/>
                    <a:p>
                      <a:pPr algn="ctr">
                        <a:spcAft>
                          <a:spcPts val="0"/>
                        </a:spcAft>
                      </a:pPr>
                      <a:r>
                        <a:rPr lang="zh-CN" sz="1400" kern="100" dirty="0">
                          <a:effectLst/>
                          <a:latin typeface="Times New Roman" pitchFamily="18" charset="0"/>
                          <a:cs typeface="Times New Roman" pitchFamily="18" charset="0"/>
                        </a:rPr>
                        <a:t>22</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ctr"/>
                      <a:r>
                        <a:rPr lang="en-US" altLang="zh-CN" sz="1400" dirty="0" smtClean="0"/>
                        <a:t>GA028</a:t>
                      </a:r>
                      <a:endParaRPr lang="zh-CN" altLang="en-US" sz="1400" dirty="0"/>
                    </a:p>
                  </a:txBody>
                  <a:tcPr marL="68580" marR="68580" marT="0" marB="0" anchor="ctr"/>
                </a:tc>
                <a:tc>
                  <a:txBody>
                    <a:bodyPr/>
                    <a:lstStyle/>
                    <a:p>
                      <a:pPr algn="ctr">
                        <a:spcAft>
                          <a:spcPts val="0"/>
                        </a:spcAft>
                      </a:pP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M</a:t>
                      </a:r>
                      <a:r>
                        <a:rPr lang="zh-CN" sz="1400" kern="100" dirty="0">
                          <a:effectLst/>
                          <a:latin typeface="Times New Roman" pitchFamily="18" charset="0"/>
                          <a:cs typeface="Times New Roman" pitchFamily="18" charset="0"/>
                        </a:rPr>
                        <a:t>）</a:t>
                      </a:r>
                      <a:r>
                        <a:rPr lang="en-US" sz="1400" kern="100" dirty="0">
                          <a:effectLst/>
                          <a:latin typeface="Times New Roman" pitchFamily="18" charset="0"/>
                          <a:cs typeface="Times New Roman" pitchFamily="18" charset="0"/>
                        </a:rPr>
                        <a:t>(mean anomaly)</a:t>
                      </a:r>
                      <a:endParaRPr lang="zh-CN" sz="1400" kern="100" dirty="0">
                        <a:effectLst/>
                        <a:latin typeface="Times New Roman" pitchFamily="18" charset="0"/>
                        <a:ea typeface="黑体"/>
                        <a:cs typeface="Times New Roman" pitchFamily="18" charset="0"/>
                      </a:endParaRPr>
                    </a:p>
                  </a:txBody>
                  <a:tcPr marL="68580" marR="68580" marT="0" marB="0" anchor="ctr"/>
                </a:tc>
                <a:tc>
                  <a:txBody>
                    <a:bodyPr/>
                    <a:lstStyle/>
                    <a:p>
                      <a:pPr algn="just">
                        <a:spcAft>
                          <a:spcPts val="0"/>
                        </a:spcAft>
                      </a:pPr>
                      <a:r>
                        <a:rPr lang="en-US" sz="1400" kern="100" dirty="0">
                          <a:effectLst/>
                          <a:latin typeface="Times New Roman" pitchFamily="18" charset="0"/>
                          <a:cs typeface="Times New Roman" pitchFamily="18" charset="0"/>
                        </a:rPr>
                        <a:t>(J2000, instantaneous root)</a:t>
                      </a:r>
                      <a:endParaRPr lang="zh-CN" sz="1400" kern="100" dirty="0">
                        <a:effectLst/>
                        <a:latin typeface="Times New Roman" pitchFamily="18" charset="0"/>
                        <a:ea typeface="宋体"/>
                        <a:cs typeface="Times New Roman" pitchFamily="18" charset="0"/>
                      </a:endParaRPr>
                    </a:p>
                  </a:txBody>
                  <a:tcPr marL="68580" marR="68580" marT="0" marB="0"/>
                </a:tc>
              </a:tr>
            </a:tbl>
          </a:graphicData>
        </a:graphic>
      </p:graphicFrame>
      <p:sp>
        <p:nvSpPr>
          <p:cNvPr id="10" name="页脚占位符 3"/>
          <p:cNvSpPr>
            <a:spLocks noGrp="1"/>
          </p:cNvSpPr>
          <p:nvPr>
            <p:ph type="ftr" sz="quarter" idx="11"/>
          </p:nvPr>
        </p:nvSpPr>
        <p:spPr>
          <a:xfrm>
            <a:off x="986033"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1" name="灯片编号占位符 4"/>
          <p:cNvSpPr>
            <a:spLocks noGrp="1"/>
          </p:cNvSpPr>
          <p:nvPr>
            <p:ph type="sldNum" sz="quarter" idx="12"/>
          </p:nvPr>
        </p:nvSpPr>
        <p:spPr>
          <a:xfrm>
            <a:off x="7898801" y="500478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3677391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096610105"/>
              </p:ext>
            </p:extLst>
          </p:nvPr>
        </p:nvGraphicFramePr>
        <p:xfrm>
          <a:off x="1187624" y="910816"/>
          <a:ext cx="7200800" cy="3983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544103"/>
          </a:xfrm>
        </p:spPr>
        <p:txBody>
          <a:bodyPr>
            <a:normAutofit fontScale="90000"/>
          </a:bodyPr>
          <a:lstStyle/>
          <a:p>
            <a:pPr lvl="0"/>
            <a:r>
              <a:rPr lang="en-US" cap="all" dirty="0" smtClean="0"/>
              <a:t>4  </a:t>
            </a:r>
            <a:r>
              <a:rPr lang="en-US" dirty="0" smtClean="0"/>
              <a:t>In-orbit configuration</a:t>
            </a:r>
            <a:endParaRPr lang="zh-CN" altLang="en-US" dirty="0"/>
          </a:p>
        </p:txBody>
      </p:sp>
      <p:sp>
        <p:nvSpPr>
          <p:cNvPr id="7" name="内容占位符 6"/>
          <p:cNvSpPr>
            <a:spLocks noGrp="1"/>
          </p:cNvSpPr>
          <p:nvPr>
            <p:ph idx="1"/>
          </p:nvPr>
        </p:nvSpPr>
        <p:spPr>
          <a:xfrm>
            <a:off x="414338" y="996543"/>
            <a:ext cx="8334127" cy="3576649"/>
          </a:xfrm>
        </p:spPr>
        <p:txBody>
          <a:bodyPr>
            <a:noAutofit/>
          </a:bodyPr>
          <a:lstStyle/>
          <a:p>
            <a:pPr marL="0" lvl="0" indent="0" algn="just">
              <a:buNone/>
            </a:pPr>
            <a:r>
              <a:rPr lang="en-US" altLang="zh-CN" sz="2200" dirty="0"/>
              <a:t>The </a:t>
            </a:r>
            <a:r>
              <a:rPr lang="en-US" altLang="zh-CN" sz="2200" dirty="0" smtClean="0"/>
              <a:t>configuration is </a:t>
            </a:r>
            <a:r>
              <a:rPr lang="en-US" altLang="zh-CN" sz="2200" dirty="0"/>
              <a:t>for the regular mission of long-time </a:t>
            </a:r>
            <a:r>
              <a:rPr lang="en-US" altLang="zh-CN" sz="2200" dirty="0" smtClean="0"/>
              <a:t>management.</a:t>
            </a:r>
            <a:endParaRPr lang="en-US" altLang="zh-CN" sz="2200" dirty="0" smtClean="0">
              <a:latin typeface="Times New Roman" pitchFamily="18" charset="0"/>
              <a:ea typeface="方正姚体" pitchFamily="2" charset="-122"/>
              <a:cs typeface="Times New Roman" pitchFamily="18" charset="0"/>
            </a:endParaRPr>
          </a:p>
          <a:p>
            <a:pPr marL="457200" lvl="0" indent="-457200" algn="just">
              <a:lnSpc>
                <a:spcPct val="200000"/>
              </a:lnSpc>
              <a:buFont typeface="+mj-lt"/>
              <a:buAutoNum type="arabicPeriod"/>
            </a:pPr>
            <a:r>
              <a:rPr lang="en-US" altLang="zh-CN" sz="2200" dirty="0" smtClean="0">
                <a:latin typeface="Times New Roman" pitchFamily="18" charset="0"/>
                <a:ea typeface="方正姚体" pitchFamily="2" charset="-122"/>
                <a:cs typeface="Times New Roman" pitchFamily="18" charset="0"/>
              </a:rPr>
              <a:t>Two </a:t>
            </a:r>
            <a:r>
              <a:rPr lang="en-US" altLang="zh-CN" sz="2200" dirty="0">
                <a:latin typeface="Times New Roman" pitchFamily="18" charset="0"/>
                <a:ea typeface="方正姚体" pitchFamily="2" charset="-122"/>
                <a:cs typeface="Times New Roman" pitchFamily="18" charset="0"/>
              </a:rPr>
              <a:t>receivers of transponder are switching on; the transmitter A is switching on, the transmitter B is switching off.</a:t>
            </a:r>
            <a:endParaRPr lang="zh-CN" altLang="zh-CN" sz="2200" dirty="0">
              <a:latin typeface="Times New Roman" pitchFamily="18" charset="0"/>
              <a:ea typeface="方正姚体" pitchFamily="2" charset="-122"/>
              <a:cs typeface="Times New Roman" pitchFamily="18" charset="0"/>
            </a:endParaRPr>
          </a:p>
          <a:p>
            <a:pPr marL="457200" lvl="0" indent="-457200" algn="just">
              <a:lnSpc>
                <a:spcPct val="200000"/>
              </a:lnSpc>
              <a:buFont typeface="+mj-lt"/>
              <a:buAutoNum type="arabicPeriod"/>
            </a:pPr>
            <a:r>
              <a:rPr lang="en-US" altLang="zh-CN" sz="2200" dirty="0" smtClean="0">
                <a:latin typeface="Times New Roman" pitchFamily="18" charset="0"/>
                <a:ea typeface="方正姚体" pitchFamily="2" charset="-122"/>
                <a:cs typeface="Times New Roman" pitchFamily="18" charset="0"/>
              </a:rPr>
              <a:t>Transponders </a:t>
            </a:r>
            <a:r>
              <a:rPr lang="en-US" altLang="zh-CN" sz="2200" dirty="0">
                <a:latin typeface="Times New Roman" pitchFamily="18" charset="0"/>
                <a:ea typeface="方正姚体" pitchFamily="2" charset="-122"/>
                <a:cs typeface="Times New Roman" pitchFamily="18" charset="0"/>
              </a:rPr>
              <a:t>are in </a:t>
            </a:r>
            <a:r>
              <a:rPr lang="en-US" altLang="zh-CN" sz="2200" dirty="0" smtClean="0">
                <a:latin typeface="Times New Roman" pitchFamily="18" charset="0"/>
                <a:ea typeface="方正姚体" pitchFamily="2" charset="-122"/>
                <a:cs typeface="Times New Roman" pitchFamily="18" charset="0"/>
              </a:rPr>
              <a:t>coherent and ranging off state</a:t>
            </a:r>
            <a:r>
              <a:rPr lang="en-US" altLang="zh-CN" sz="2200" dirty="0">
                <a:latin typeface="Times New Roman" pitchFamily="18" charset="0"/>
                <a:ea typeface="方正姚体" pitchFamily="2" charset="-122"/>
                <a:cs typeface="Times New Roman" pitchFamily="18" charset="0"/>
              </a:rPr>
              <a:t>.</a:t>
            </a:r>
            <a:endParaRPr lang="zh-CN" altLang="zh-CN" sz="2200" dirty="0">
              <a:latin typeface="Times New Roman" pitchFamily="18" charset="0"/>
              <a:ea typeface="方正姚体" pitchFamily="2" charset="-122"/>
              <a:cs typeface="Times New Roman" pitchFamily="18" charset="0"/>
            </a:endParaRPr>
          </a:p>
          <a:p>
            <a:pPr marL="457200" lvl="0" indent="-457200" algn="just">
              <a:lnSpc>
                <a:spcPct val="200000"/>
              </a:lnSpc>
              <a:buFont typeface="+mj-lt"/>
              <a:buAutoNum type="arabicPeriod"/>
            </a:pPr>
            <a:r>
              <a:rPr lang="en-US" altLang="zh-CN" sz="2200" dirty="0">
                <a:latin typeface="Times New Roman" pitchFamily="18" charset="0"/>
                <a:ea typeface="方正姚体" pitchFamily="2" charset="-122"/>
                <a:cs typeface="Times New Roman" pitchFamily="18" charset="0"/>
              </a:rPr>
              <a:t>GPS receiver A is switching on and positioning stable</a:t>
            </a:r>
            <a:r>
              <a:rPr lang="en-US" altLang="zh-CN" sz="2200" dirty="0" smtClean="0">
                <a:latin typeface="Times New Roman" pitchFamily="18" charset="0"/>
                <a:ea typeface="方正姚体" pitchFamily="2" charset="-122"/>
                <a:cs typeface="Times New Roman" pitchFamily="18" charset="0"/>
              </a:rPr>
              <a:t>.</a:t>
            </a:r>
            <a:endParaRPr lang="zh-CN" altLang="zh-CN" sz="2200" dirty="0">
              <a:latin typeface="Times New Roman" pitchFamily="18" charset="0"/>
              <a:ea typeface="方正姚体" pitchFamily="2" charset="-122"/>
              <a:cs typeface="Times New Roman" pitchFamily="18" charset="0"/>
            </a:endParaRPr>
          </a:p>
        </p:txBody>
      </p:sp>
      <p:sp>
        <p:nvSpPr>
          <p:cNvPr id="1026" name="Rectangle 2"/>
          <p:cNvSpPr>
            <a:spLocks noChangeArrowheads="1"/>
          </p:cNvSpPr>
          <p:nvPr/>
        </p:nvSpPr>
        <p:spPr bwMode="auto">
          <a:xfrm>
            <a:off x="0"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4200448454"/>
              </p:ext>
            </p:extLst>
          </p:nvPr>
        </p:nvGraphicFramePr>
        <p:xfrm>
          <a:off x="323528" y="1113588"/>
          <a:ext cx="8606190" cy="3547726"/>
        </p:xfrm>
        <a:graphic>
          <a:graphicData uri="http://schemas.openxmlformats.org/drawingml/2006/table">
            <a:tbl>
              <a:tblPr firstRow="1" firstCol="1" bandRow="1">
                <a:tableStyleId>{5C22544A-7EE6-4342-B048-85BDC9FD1C3A}</a:tableStyleId>
              </a:tblPr>
              <a:tblGrid>
                <a:gridCol w="578567"/>
                <a:gridCol w="1157135"/>
                <a:gridCol w="1591061"/>
                <a:gridCol w="1374098"/>
                <a:gridCol w="3905329"/>
              </a:tblGrid>
              <a:tr h="224556">
                <a:tc>
                  <a:txBody>
                    <a:bodyPr/>
                    <a:lstStyle/>
                    <a:p>
                      <a:pPr algn="ctr">
                        <a:lnSpc>
                          <a:spcPct val="100000"/>
                        </a:lnSpc>
                        <a:spcAft>
                          <a:spcPts val="0"/>
                        </a:spcAft>
                      </a:pPr>
                      <a:r>
                        <a:rPr lang="en-US" sz="1200" kern="10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a:effectLst/>
                          <a:latin typeface="Times New Roman" pitchFamily="18" charset="0"/>
                          <a:cs typeface="Times New Roman" pitchFamily="18" charset="0"/>
                        </a:rPr>
                        <a:t>Unit</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a:effectLst/>
                          <a:latin typeface="Times New Roman" pitchFamily="18" charset="0"/>
                          <a:cs typeface="Times New Roman" pitchFamily="18" charset="0"/>
                        </a:rPr>
                        <a:t>Status</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number</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content </a:t>
                      </a:r>
                      <a:endParaRPr lang="zh-CN" sz="1200" kern="100" dirty="0">
                        <a:effectLst/>
                        <a:latin typeface="Times New Roman" pitchFamily="18" charset="0"/>
                        <a:ea typeface="宋体"/>
                        <a:cs typeface="Times New Roman" pitchFamily="18" charset="0"/>
                      </a:endParaRPr>
                    </a:p>
                  </a:txBody>
                  <a:tcPr marL="15113" marR="15113" marT="0" marB="0" anchor="ctr"/>
                </a:tc>
              </a:tr>
              <a:tr h="247421">
                <a:tc rowSpan="2">
                  <a:txBody>
                    <a:bodyPr/>
                    <a:lstStyle/>
                    <a:p>
                      <a:pPr marL="0" lvl="0" indent="0" algn="ctr">
                        <a:lnSpc>
                          <a:spcPct val="100000"/>
                        </a:lnSpc>
                        <a:spcAft>
                          <a:spcPts val="0"/>
                        </a:spcAft>
                        <a:buSzPts val="1050"/>
                        <a:buFont typeface="宋体"/>
                        <a:buNone/>
                        <a:tabLst>
                          <a:tab pos="266700" algn="l"/>
                        </a:tabLst>
                      </a:pPr>
                      <a:r>
                        <a:rPr lang="en-US" sz="1200" kern="100" dirty="0" smtClean="0">
                          <a:effectLst/>
                          <a:latin typeface="Times New Roman" pitchFamily="18" charset="0"/>
                          <a:cs typeface="Times New Roman" pitchFamily="18" charset="0"/>
                        </a:rPr>
                        <a:t>1 </a:t>
                      </a:r>
                      <a:endParaRPr lang="zh-CN" sz="1200" kern="100" dirty="0">
                        <a:effectLst/>
                        <a:latin typeface="Times New Roman" pitchFamily="18" charset="0"/>
                        <a:ea typeface="宋体"/>
                        <a:cs typeface="Times New Roman" pitchFamily="18" charset="0"/>
                      </a:endParaRPr>
                    </a:p>
                  </a:txBody>
                  <a:tcPr marL="15113" marR="15113" marT="0" marB="0" anchor="ctr"/>
                </a:tc>
                <a:tc rowSpan="13">
                  <a:txBody>
                    <a:bodyPr/>
                    <a:lstStyle/>
                    <a:p>
                      <a:pPr algn="ctr">
                        <a:lnSpc>
                          <a:spcPct val="100000"/>
                        </a:lnSpc>
                        <a:spcAft>
                          <a:spcPts val="0"/>
                        </a:spcAft>
                      </a:pPr>
                      <a:r>
                        <a:rPr lang="en-US" sz="1200" kern="100">
                          <a:effectLst/>
                          <a:latin typeface="Times New Roman" pitchFamily="18" charset="0"/>
                          <a:cs typeface="Times New Roman" pitchFamily="18" charset="0"/>
                        </a:rPr>
                        <a:t>Transponder</a:t>
                      </a:r>
                      <a:endParaRPr lang="zh-CN" sz="1200" kern="100">
                        <a:effectLst/>
                        <a:latin typeface="Times New Roman" pitchFamily="18" charset="0"/>
                        <a:ea typeface="宋体"/>
                        <a:cs typeface="Times New Roman" pitchFamily="18" charset="0"/>
                      </a:endParaRPr>
                    </a:p>
                  </a:txBody>
                  <a:tcPr marL="15113" marR="15113" marT="0" marB="0" anchor="ctr"/>
                </a:tc>
                <a:tc rowSpan="4">
                  <a:txBody>
                    <a:bodyPr/>
                    <a:lstStyle/>
                    <a:p>
                      <a:pPr algn="ctr">
                        <a:lnSpc>
                          <a:spcPct val="100000"/>
                        </a:lnSpc>
                        <a:spcAft>
                          <a:spcPts val="0"/>
                        </a:spcAft>
                      </a:pPr>
                      <a:r>
                        <a:rPr lang="en-US" sz="1200" kern="100">
                          <a:effectLst/>
                          <a:latin typeface="Times New Roman" pitchFamily="18" charset="0"/>
                          <a:cs typeface="Times New Roman" pitchFamily="18" charset="0"/>
                        </a:rPr>
                        <a:t>Receiver</a:t>
                      </a:r>
                      <a:r>
                        <a:rPr lang="zh-CN" sz="1200" kern="100">
                          <a:effectLst/>
                          <a:latin typeface="Times New Roman" pitchFamily="18" charset="0"/>
                          <a:cs typeface="Times New Roman" pitchFamily="18" charset="0"/>
                        </a:rPr>
                        <a:t>：</a:t>
                      </a:r>
                      <a:r>
                        <a:rPr lang="en-US" sz="1200" kern="100">
                          <a:effectLst/>
                          <a:latin typeface="Times New Roman" pitchFamily="18" charset="0"/>
                          <a:cs typeface="Times New Roman" pitchFamily="18" charset="0"/>
                        </a:rPr>
                        <a:t>Hot backup</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TA014</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smtClean="0">
                          <a:effectLst/>
                          <a:latin typeface="Times New Roman" pitchFamily="18" charset="0"/>
                          <a:cs typeface="Times New Roman" pitchFamily="18" charset="0"/>
                        </a:rPr>
                        <a:t>SNR of </a:t>
                      </a:r>
                      <a:r>
                        <a:rPr lang="en-US" sz="1200" kern="100" dirty="0">
                          <a:effectLst/>
                          <a:latin typeface="Times New Roman" pitchFamily="18" charset="0"/>
                          <a:cs typeface="Times New Roman" pitchFamily="18" charset="0"/>
                        </a:rPr>
                        <a:t>transponder A </a:t>
                      </a:r>
                      <a:r>
                        <a:rPr lang="en-US" altLang="zh-CN" sz="1200" kern="100" dirty="0" smtClean="0">
                          <a:effectLst/>
                          <a:latin typeface="Times New Roman" pitchFamily="18" charset="0"/>
                          <a:cs typeface="Times New Roman" pitchFamily="18" charset="0"/>
                        </a:rPr>
                        <a:t>:70~110</a:t>
                      </a:r>
                      <a:endParaRPr lang="zh-CN" sz="1200" kern="100" dirty="0">
                        <a:effectLst/>
                        <a:latin typeface="Times New Roman" pitchFamily="18" charset="0"/>
                        <a:ea typeface="宋体"/>
                        <a:cs typeface="Times New Roman" pitchFamily="18" charset="0"/>
                      </a:endParaRPr>
                    </a:p>
                  </a:txBody>
                  <a:tcPr marL="15113" marR="15113" marT="0" marB="0" anchor="ctr"/>
                </a:tc>
              </a:tr>
              <a:tr h="24742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TB014</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smtClean="0">
                          <a:effectLst/>
                          <a:latin typeface="Times New Roman" pitchFamily="18" charset="0"/>
                          <a:cs typeface="Times New Roman" pitchFamily="18" charset="0"/>
                        </a:rPr>
                        <a:t>SNR </a:t>
                      </a:r>
                      <a:r>
                        <a:rPr lang="en-US" sz="1200" kern="100" dirty="0">
                          <a:effectLst/>
                          <a:latin typeface="Times New Roman" pitchFamily="18" charset="0"/>
                          <a:cs typeface="Times New Roman" pitchFamily="18" charset="0"/>
                        </a:rPr>
                        <a:t>of transponder </a:t>
                      </a:r>
                      <a:r>
                        <a:rPr lang="en-US" sz="1200" kern="100" dirty="0" smtClean="0">
                          <a:effectLst/>
                          <a:latin typeface="Times New Roman" pitchFamily="18" charset="0"/>
                          <a:cs typeface="Times New Roman" pitchFamily="18" charset="0"/>
                        </a:rPr>
                        <a:t>B</a:t>
                      </a:r>
                      <a:r>
                        <a:rPr lang="en-US" sz="1200" kern="100" baseline="0" dirty="0" smtClean="0">
                          <a:effectLst/>
                          <a:latin typeface="Times New Roman" pitchFamily="18" charset="0"/>
                          <a:cs typeface="Times New Roman" pitchFamily="18" charset="0"/>
                        </a:rPr>
                        <a:t> </a:t>
                      </a:r>
                      <a:r>
                        <a:rPr lang="en-US" altLang="zh-CN" sz="1200" kern="100" dirty="0" smtClean="0">
                          <a:effectLst/>
                          <a:latin typeface="Times New Roman" pitchFamily="18" charset="0"/>
                          <a:cs typeface="Times New Roman" pitchFamily="18" charset="0"/>
                        </a:rPr>
                        <a:t>:70~110</a:t>
                      </a:r>
                      <a:endParaRPr lang="zh-CN" sz="1200" kern="100" dirty="0">
                        <a:effectLst/>
                        <a:latin typeface="Times New Roman" pitchFamily="18" charset="0"/>
                        <a:ea typeface="宋体"/>
                        <a:cs typeface="Times New Roman" pitchFamily="18" charset="0"/>
                      </a:endParaRPr>
                    </a:p>
                  </a:txBody>
                  <a:tcPr marL="15113" marR="15113" marT="0" marB="0" anchor="ctr"/>
                </a:tc>
              </a:tr>
              <a:tr h="224556">
                <a:tc rowSpan="2">
                  <a:txBody>
                    <a:bodyPr/>
                    <a:lstStyle/>
                    <a:p>
                      <a:pPr marL="0" lvl="0" indent="0" algn="ctr">
                        <a:lnSpc>
                          <a:spcPct val="100000"/>
                        </a:lnSpc>
                        <a:spcAft>
                          <a:spcPts val="0"/>
                        </a:spcAft>
                        <a:buSzPts val="1050"/>
                        <a:buFont typeface="宋体"/>
                        <a:buNone/>
                        <a:tabLst>
                          <a:tab pos="266700" algn="l"/>
                        </a:tabLst>
                      </a:pPr>
                      <a:r>
                        <a:rPr lang="en-US" sz="1200" kern="100" dirty="0" smtClean="0">
                          <a:effectLst/>
                          <a:latin typeface="Times New Roman" pitchFamily="18" charset="0"/>
                          <a:cs typeface="Times New Roman" pitchFamily="18" charset="0"/>
                        </a:rPr>
                        <a:t>2 </a:t>
                      </a:r>
                      <a:endParaRPr lang="zh-CN" sz="1200" kern="100" dirty="0">
                        <a:effectLst/>
                        <a:latin typeface="Times New Roman" pitchFamily="18" charset="0"/>
                        <a:ea typeface="宋体"/>
                        <a:cs typeface="Times New Roman" pitchFamily="18" charset="0"/>
                      </a:endParaRPr>
                    </a:p>
                  </a:txBody>
                  <a:tcPr marL="15113" marR="15113" marT="0" marB="0" anchor="ct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TA002</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t>
                      </a:r>
                      <a:r>
                        <a:rPr lang="en-US" sz="1200" kern="100" dirty="0" smtClean="0">
                          <a:effectLst/>
                          <a:latin typeface="Times New Roman" pitchFamily="18" charset="0"/>
                          <a:cs typeface="Times New Roman" pitchFamily="18" charset="0"/>
                        </a:rPr>
                        <a:t>Lock</a:t>
                      </a:r>
                      <a:r>
                        <a:rPr lang="en-US" sz="1200" kern="100" baseline="0" dirty="0" smtClean="0">
                          <a:effectLst/>
                          <a:latin typeface="Times New Roman" pitchFamily="18" charset="0"/>
                          <a:cs typeface="Times New Roman" pitchFamily="18" charset="0"/>
                        </a:rPr>
                        <a:t> of carrier</a:t>
                      </a:r>
                      <a:r>
                        <a:rPr lang="en-US" sz="1200" kern="100" dirty="0" smtClean="0">
                          <a:effectLst/>
                          <a:latin typeface="Times New Roman" pitchFamily="18" charset="0"/>
                          <a:cs typeface="Times New Roman" pitchFamily="18" charset="0"/>
                        </a:rPr>
                        <a:t> A: 1</a:t>
                      </a:r>
                      <a:endParaRPr lang="zh-CN" sz="1200" kern="100" dirty="0">
                        <a:effectLst/>
                        <a:latin typeface="Times New Roman" pitchFamily="18" charset="0"/>
                        <a:ea typeface="宋体"/>
                        <a:cs typeface="Times New Roman" pitchFamily="18" charset="0"/>
                      </a:endParaRPr>
                    </a:p>
                  </a:txBody>
                  <a:tcPr marL="15113" marR="15113" marT="0" marB="0" anchor="ctr"/>
                </a:tc>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TB002</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t>
                      </a:r>
                      <a:r>
                        <a:rPr lang="en-US" sz="1200" kern="100" dirty="0" smtClean="0">
                          <a:effectLst/>
                          <a:latin typeface="Times New Roman" pitchFamily="18" charset="0"/>
                          <a:cs typeface="Times New Roman" pitchFamily="18" charset="0"/>
                        </a:rPr>
                        <a:t>Lock</a:t>
                      </a:r>
                      <a:r>
                        <a:rPr lang="en-US" sz="1200" kern="100" baseline="0" dirty="0" smtClean="0">
                          <a:effectLst/>
                          <a:latin typeface="Times New Roman" pitchFamily="18" charset="0"/>
                          <a:cs typeface="Times New Roman" pitchFamily="18" charset="0"/>
                        </a:rPr>
                        <a:t> of carrier</a:t>
                      </a:r>
                      <a:r>
                        <a:rPr lang="en-US" sz="1200" kern="100" dirty="0" smtClean="0">
                          <a:effectLst/>
                          <a:latin typeface="Times New Roman" pitchFamily="18" charset="0"/>
                          <a:cs typeface="Times New Roman" pitchFamily="18" charset="0"/>
                        </a:rPr>
                        <a:t> B:</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1</a:t>
                      </a:r>
                      <a:endParaRPr lang="zh-CN" sz="1200" kern="100" dirty="0">
                        <a:effectLst/>
                        <a:latin typeface="Times New Roman" pitchFamily="18" charset="0"/>
                        <a:ea typeface="宋体"/>
                        <a:cs typeface="Times New Roman" pitchFamily="18" charset="0"/>
                      </a:endParaRPr>
                    </a:p>
                  </a:txBody>
                  <a:tcPr marL="15113" marR="15113" marT="0" marB="0" anchor="ctr"/>
                </a:tc>
              </a:tr>
              <a:tr h="449112">
                <a:tc rowSpan="2">
                  <a:txBody>
                    <a:bodyPr/>
                    <a:lstStyle/>
                    <a:p>
                      <a:pPr marL="0" lvl="0" indent="0" algn="ctr" defTabSz="914400" rtl="0" eaLnBrk="1" latinLnBrk="0" hangingPunct="1">
                        <a:lnSpc>
                          <a:spcPct val="100000"/>
                        </a:lnSpc>
                        <a:spcAft>
                          <a:spcPts val="0"/>
                        </a:spcAft>
                        <a:buSzPts val="1050"/>
                        <a:buFont typeface="宋体"/>
                        <a:buNone/>
                        <a:tabLst>
                          <a:tab pos="266700" algn="l"/>
                        </a:tabLst>
                      </a:pPr>
                      <a:r>
                        <a:rPr lang="en-US" sz="1200" b="1" kern="100" dirty="0" smtClean="0">
                          <a:solidFill>
                            <a:schemeClr val="lt1"/>
                          </a:solidFill>
                          <a:effectLst/>
                          <a:latin typeface="Times New Roman" pitchFamily="18" charset="0"/>
                          <a:ea typeface="+mn-ea"/>
                          <a:cs typeface="Times New Roman" pitchFamily="18" charset="0"/>
                        </a:rPr>
                        <a:t>3 </a:t>
                      </a:r>
                      <a:endParaRPr lang="zh-CN" sz="1200" b="1" kern="100" dirty="0">
                        <a:solidFill>
                          <a:schemeClr val="lt1"/>
                        </a:solidFill>
                        <a:effectLst/>
                        <a:latin typeface="Times New Roman" pitchFamily="18" charset="0"/>
                        <a:ea typeface="+mn-ea"/>
                        <a:cs typeface="Times New Roman" pitchFamily="18" charset="0"/>
                      </a:endParaRPr>
                    </a:p>
                  </a:txBody>
                  <a:tcPr marL="15113" marR="15113" marT="0" marB="0" anchor="ctr"/>
                </a:tc>
                <a:tc vMerge="1">
                  <a:txBody>
                    <a:bodyPr/>
                    <a:lstStyle/>
                    <a:p>
                      <a:endParaRPr lang="zh-CN" altLang="en-US"/>
                    </a:p>
                  </a:txBody>
                  <a:tcPr/>
                </a:tc>
                <a:tc rowSpan="4">
                  <a:txBody>
                    <a:bodyPr/>
                    <a:lstStyle/>
                    <a:p>
                      <a:pPr algn="ctr">
                        <a:lnSpc>
                          <a:spcPct val="100000"/>
                        </a:lnSpc>
                        <a:spcAft>
                          <a:spcPts val="0"/>
                        </a:spcAft>
                      </a:pPr>
                      <a:r>
                        <a:rPr lang="en-US" sz="1200" kern="100">
                          <a:effectLst/>
                          <a:latin typeface="Times New Roman" pitchFamily="18" charset="0"/>
                          <a:cs typeface="Times New Roman" pitchFamily="18" charset="0"/>
                        </a:rPr>
                        <a:t>Transmitter </a:t>
                      </a:r>
                      <a:r>
                        <a:rPr lang="zh-CN" sz="1200" kern="100">
                          <a:effectLst/>
                          <a:latin typeface="Times New Roman" pitchFamily="18" charset="0"/>
                          <a:cs typeface="Times New Roman" pitchFamily="18" charset="0"/>
                        </a:rPr>
                        <a:t>：</a:t>
                      </a:r>
                      <a:r>
                        <a:rPr lang="en-US" sz="1200" kern="100">
                          <a:effectLst/>
                          <a:latin typeface="Times New Roman" pitchFamily="18" charset="0"/>
                          <a:cs typeface="Times New Roman" pitchFamily="18" charset="0"/>
                        </a:rPr>
                        <a:t>A work</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TA001</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R="635" algn="l">
                        <a:lnSpc>
                          <a:spcPct val="100000"/>
                        </a:lnSpc>
                        <a:spcAft>
                          <a:spcPts val="0"/>
                        </a:spcAft>
                      </a:pPr>
                      <a:r>
                        <a:rPr lang="en-US" sz="1200" kern="100" dirty="0">
                          <a:effectLst/>
                          <a:latin typeface="Times New Roman" pitchFamily="18" charset="0"/>
                          <a:cs typeface="Times New Roman" pitchFamily="18" charset="0"/>
                        </a:rPr>
                        <a:t>Transponder transmitter A on/off </a:t>
                      </a:r>
                      <a:r>
                        <a:rPr lang="en-US" altLang="zh-CN" sz="1200" kern="10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1</a:t>
                      </a:r>
                      <a:endParaRPr lang="zh-CN" sz="1200" kern="100" dirty="0">
                        <a:effectLst/>
                        <a:latin typeface="Times New Roman" pitchFamily="18" charset="0"/>
                        <a:ea typeface="宋体"/>
                        <a:cs typeface="Times New Roman" pitchFamily="18" charset="0"/>
                      </a:endParaRPr>
                    </a:p>
                  </a:txBody>
                  <a:tcPr marL="15113" marR="15113" marT="0" marB="0" anchor="ctr"/>
                </a:tc>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TB001</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R="635" algn="l">
                        <a:lnSpc>
                          <a:spcPct val="100000"/>
                        </a:lnSpc>
                        <a:spcAft>
                          <a:spcPts val="0"/>
                        </a:spcAft>
                      </a:pPr>
                      <a:r>
                        <a:rPr lang="en-US" sz="1200" kern="100" dirty="0">
                          <a:effectLst/>
                          <a:latin typeface="Times New Roman" pitchFamily="18" charset="0"/>
                          <a:cs typeface="Times New Roman" pitchFamily="18" charset="0"/>
                        </a:rPr>
                        <a:t>Transponder transmitter B on/off </a:t>
                      </a:r>
                      <a:r>
                        <a:rPr lang="en-US" sz="1200" kern="100" dirty="0" smtClean="0">
                          <a:effectLst/>
                          <a:latin typeface="Times New Roman" pitchFamily="18" charset="0"/>
                          <a:cs typeface="Times New Roman" pitchFamily="18" charset="0"/>
                        </a:rPr>
                        <a:t>:  </a:t>
                      </a:r>
                      <a:r>
                        <a:rPr lang="en-US" sz="1200" kern="100" dirty="0">
                          <a:effectLst/>
                          <a:latin typeface="Times New Roman" pitchFamily="18" charset="0"/>
                          <a:cs typeface="Times New Roman" pitchFamily="18" charset="0"/>
                        </a:rPr>
                        <a:t>0</a:t>
                      </a:r>
                      <a:endParaRPr lang="zh-CN" sz="1200" kern="100" dirty="0">
                        <a:effectLst/>
                        <a:latin typeface="Times New Roman" pitchFamily="18" charset="0"/>
                        <a:ea typeface="宋体"/>
                        <a:cs typeface="Times New Roman" pitchFamily="18" charset="0"/>
                      </a:endParaRPr>
                    </a:p>
                  </a:txBody>
                  <a:tcPr marL="15113" marR="15113" marT="0" marB="0" anchor="ctr"/>
                </a:tc>
              </a:tr>
              <a:tr h="224556">
                <a:tc rowSpan="2">
                  <a:txBody>
                    <a:bodyPr/>
                    <a:lstStyle/>
                    <a:p>
                      <a:pPr marL="0" lvl="0" indent="0" algn="ctr" defTabSz="914400" rtl="0" eaLnBrk="1" latinLnBrk="0" hangingPunct="1">
                        <a:lnSpc>
                          <a:spcPct val="100000"/>
                        </a:lnSpc>
                        <a:spcAft>
                          <a:spcPts val="0"/>
                        </a:spcAft>
                        <a:buSzPts val="1050"/>
                        <a:buFont typeface="宋体"/>
                        <a:buNone/>
                        <a:tabLst>
                          <a:tab pos="266700" algn="l"/>
                        </a:tabLst>
                      </a:pPr>
                      <a:r>
                        <a:rPr lang="en-US" altLang="zh-CN" sz="1200" b="1" kern="100" dirty="0" smtClean="0">
                          <a:solidFill>
                            <a:schemeClr val="lt1"/>
                          </a:solidFill>
                          <a:effectLst/>
                          <a:latin typeface="Times New Roman" pitchFamily="18" charset="0"/>
                          <a:ea typeface="+mn-ea"/>
                          <a:cs typeface="Times New Roman" pitchFamily="18" charset="0"/>
                        </a:rPr>
                        <a:t>4</a:t>
                      </a:r>
                      <a:endParaRPr lang="zh-CN" altLang="en-US" sz="1200" b="1" kern="100" dirty="0">
                        <a:solidFill>
                          <a:schemeClr val="lt1"/>
                        </a:solidFill>
                        <a:effectLst/>
                        <a:latin typeface="Times New Roman" pitchFamily="18" charset="0"/>
                        <a:ea typeface="+mn-ea"/>
                        <a:cs typeface="Times New Roman" pitchFamily="18" charset="0"/>
                      </a:endParaRPr>
                    </a:p>
                  </a:txBody>
                  <a:tcPr marL="15113" marR="15113" marT="0" marB="0" anchor="ctr"/>
                </a:tc>
                <a:tc vMerge="1">
                  <a:txBody>
                    <a:bodyPr/>
                    <a:lstStyle/>
                    <a:p>
                      <a:endParaRPr lang="zh-CN" altLang="en-US"/>
                    </a:p>
                  </a:txBody>
                  <a:tcPr/>
                </a:tc>
                <a:tc vMerge="1">
                  <a:txBody>
                    <a:bodyPr/>
                    <a:lstStyle/>
                    <a:p>
                      <a:endParaRPr lang="zh-CN" altLang="en-US"/>
                    </a:p>
                  </a:txBody>
                  <a:tcP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TA016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L="0" marR="635" indent="0" algn="l" defTabSz="914400" rtl="0" eaLnBrk="1" fontAlgn="auto" latinLnBrk="0" hangingPunct="1">
                        <a:lnSpc>
                          <a:spcPct val="100000"/>
                        </a:lnSpc>
                        <a:spcBef>
                          <a:spcPts val="0"/>
                        </a:spcBef>
                        <a:spcAft>
                          <a:spcPts val="0"/>
                        </a:spcAft>
                        <a:buClrTx/>
                        <a:buSzTx/>
                        <a:buFontTx/>
                        <a:buNone/>
                        <a:tabLst/>
                        <a:defRPr/>
                      </a:pPr>
                      <a:r>
                        <a:rPr lang="en-US" sz="1200" kern="100" dirty="0">
                          <a:effectLst/>
                          <a:latin typeface="Times New Roman" pitchFamily="18" charset="0"/>
                          <a:cs typeface="Times New Roman" pitchFamily="18" charset="0"/>
                        </a:rPr>
                        <a:t>Transmitter A output power  </a:t>
                      </a:r>
                      <a:r>
                        <a:rPr lang="en-US" altLang="zh-CN" sz="1200" kern="100" dirty="0" smtClean="0">
                          <a:effectLst/>
                          <a:latin typeface="Times New Roman" pitchFamily="18" charset="0"/>
                          <a:cs typeface="Times New Roman" pitchFamily="18" charset="0"/>
                        </a:rPr>
                        <a:t>: </a:t>
                      </a:r>
                      <a:r>
                        <a:rPr lang="en-US" altLang="zh-CN" sz="1200" dirty="0" smtClean="0">
                          <a:effectLst/>
                          <a:latin typeface="Times New Roman" pitchFamily="18" charset="0"/>
                          <a:cs typeface="Times New Roman" pitchFamily="18" charset="0"/>
                        </a:rPr>
                        <a:t>2.5</a:t>
                      </a:r>
                      <a:r>
                        <a:rPr lang="zh-CN" altLang="en-US" sz="1200" dirty="0" smtClean="0">
                          <a:effectLst/>
                          <a:latin typeface="Times New Roman" pitchFamily="18" charset="0"/>
                          <a:cs typeface="Times New Roman" pitchFamily="18" charset="0"/>
                        </a:rPr>
                        <a:t>～</a:t>
                      </a:r>
                      <a:r>
                        <a:rPr lang="en-US" altLang="zh-CN" sz="1200" dirty="0" smtClean="0">
                          <a:effectLst/>
                          <a:latin typeface="Times New Roman" pitchFamily="18" charset="0"/>
                          <a:cs typeface="Times New Roman" pitchFamily="18" charset="0"/>
                        </a:rPr>
                        <a:t>3.5V</a:t>
                      </a:r>
                      <a:endParaRPr lang="zh-CN" sz="1200" kern="100" dirty="0">
                        <a:effectLst/>
                        <a:latin typeface="Times New Roman" pitchFamily="18" charset="0"/>
                        <a:ea typeface="宋体"/>
                        <a:cs typeface="Times New Roman" pitchFamily="18" charset="0"/>
                      </a:endParaRPr>
                    </a:p>
                  </a:txBody>
                  <a:tcPr marL="15113" marR="15113" marT="0" marB="0" anchor="ctr"/>
                </a:tc>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R="635"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TB016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marR="635" algn="l">
                        <a:lnSpc>
                          <a:spcPct val="100000"/>
                        </a:lnSpc>
                        <a:spcAft>
                          <a:spcPts val="0"/>
                        </a:spcAft>
                      </a:pPr>
                      <a:r>
                        <a:rPr lang="en-US" sz="1200" kern="100" dirty="0">
                          <a:effectLst/>
                          <a:latin typeface="Times New Roman" pitchFamily="18" charset="0"/>
                          <a:cs typeface="Times New Roman" pitchFamily="18" charset="0"/>
                        </a:rPr>
                        <a:t>Transmitter B output </a:t>
                      </a:r>
                      <a:r>
                        <a:rPr lang="en-US" sz="1200" kern="100" dirty="0" smtClean="0">
                          <a:effectLst/>
                          <a:latin typeface="Times New Roman" pitchFamily="18" charset="0"/>
                          <a:cs typeface="Times New Roman" pitchFamily="18" charset="0"/>
                        </a:rPr>
                        <a:t>power: 0V</a:t>
                      </a:r>
                      <a:endParaRPr lang="zh-CN" sz="1200" kern="100" dirty="0">
                        <a:effectLst/>
                        <a:latin typeface="Times New Roman" pitchFamily="18" charset="0"/>
                        <a:ea typeface="宋体"/>
                        <a:cs typeface="Times New Roman" pitchFamily="18" charset="0"/>
                      </a:endParaRPr>
                    </a:p>
                  </a:txBody>
                  <a:tcPr marL="15113" marR="15113" marT="0" marB="0" anchor="ctr"/>
                </a:tc>
              </a:tr>
              <a:tr h="358212">
                <a:tc rowSpan="3">
                  <a:txBody>
                    <a:bodyPr/>
                    <a:lstStyle/>
                    <a:p>
                      <a:pPr marL="0" lvl="0" indent="0" algn="ctr" defTabSz="914400" rtl="0" eaLnBrk="1" latinLnBrk="0" hangingPunct="1">
                        <a:lnSpc>
                          <a:spcPct val="100000"/>
                        </a:lnSpc>
                        <a:spcAft>
                          <a:spcPts val="0"/>
                        </a:spcAft>
                        <a:buSzPts val="1050"/>
                        <a:buFont typeface="宋体"/>
                        <a:buNone/>
                        <a:tabLst>
                          <a:tab pos="266700" algn="l"/>
                        </a:tabLst>
                      </a:pPr>
                      <a:r>
                        <a:rPr lang="en-US" altLang="zh-CN" sz="1200" b="1" kern="100" dirty="0" smtClean="0">
                          <a:solidFill>
                            <a:schemeClr val="lt1"/>
                          </a:solidFill>
                          <a:effectLst/>
                          <a:latin typeface="Times New Roman" pitchFamily="18" charset="0"/>
                          <a:ea typeface="+mn-ea"/>
                          <a:cs typeface="Times New Roman" pitchFamily="18" charset="0"/>
                        </a:rPr>
                        <a:t>5</a:t>
                      </a:r>
                      <a:endParaRPr lang="zh-CN" altLang="en-US" sz="1200" b="1" kern="100" dirty="0">
                        <a:solidFill>
                          <a:schemeClr val="lt1"/>
                        </a:solidFill>
                        <a:effectLst/>
                        <a:latin typeface="Times New Roman" pitchFamily="18" charset="0"/>
                        <a:ea typeface="+mn-ea"/>
                        <a:cs typeface="Times New Roman" pitchFamily="18" charset="0"/>
                      </a:endParaRPr>
                    </a:p>
                  </a:txBody>
                  <a:tcPr marL="15113" marR="15113" marT="0" marB="0" anchor="ctr"/>
                </a:tc>
                <a:tc vMerge="1">
                  <a:txBody>
                    <a:bodyPr/>
                    <a:lstStyle/>
                    <a:p>
                      <a:endParaRPr lang="zh-CN" altLang="en-US"/>
                    </a:p>
                  </a:txBody>
                  <a:tcPr/>
                </a:tc>
                <a:tc rowSpan="2">
                  <a:txBody>
                    <a:bodyPr/>
                    <a:lstStyle/>
                    <a:p>
                      <a:pPr algn="just">
                        <a:lnSpc>
                          <a:spcPct val="100000"/>
                        </a:lnSpc>
                        <a:spcAft>
                          <a:spcPts val="0"/>
                        </a:spcAft>
                      </a:pPr>
                      <a:r>
                        <a:rPr lang="en-US" sz="1200" kern="1200" dirty="0">
                          <a:effectLst/>
                          <a:latin typeface="Times New Roman" pitchFamily="18" charset="0"/>
                          <a:cs typeface="Times New Roman" pitchFamily="18" charset="0"/>
                        </a:rPr>
                        <a:t>Transponder A and B coherent in work</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TA005</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 </a:t>
                      </a:r>
                      <a:r>
                        <a:rPr lang="en-US" sz="1200" kern="100" dirty="0" smtClean="0">
                          <a:effectLst/>
                          <a:latin typeface="Times New Roman" pitchFamily="18" charset="0"/>
                          <a:cs typeface="Times New Roman" pitchFamily="18" charset="0"/>
                        </a:rPr>
                        <a:t>coherent/incoherent: 1</a:t>
                      </a:r>
                      <a:endParaRPr lang="zh-CN" sz="1200" kern="100" dirty="0">
                        <a:effectLst/>
                        <a:latin typeface="Times New Roman" pitchFamily="18" charset="0"/>
                        <a:ea typeface="宋体"/>
                        <a:cs typeface="Times New Roman" pitchFamily="18" charset="0"/>
                      </a:endParaRPr>
                    </a:p>
                  </a:txBody>
                  <a:tcPr marL="15113" marR="15113" marT="0" marB="0" anchor="ctr"/>
                </a:tc>
              </a:tr>
              <a:tr h="293759">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TB005</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B </a:t>
                      </a:r>
                      <a:r>
                        <a:rPr lang="en-US" sz="1200" kern="100" dirty="0" smtClean="0">
                          <a:effectLst/>
                          <a:latin typeface="Times New Roman" pitchFamily="18" charset="0"/>
                          <a:cs typeface="Times New Roman" pitchFamily="18" charset="0"/>
                        </a:rPr>
                        <a:t>coherent/incoherent: 1</a:t>
                      </a:r>
                      <a:endParaRPr lang="zh-CN" sz="1200" kern="100" dirty="0">
                        <a:effectLst/>
                        <a:latin typeface="Times New Roman" pitchFamily="18" charset="0"/>
                        <a:ea typeface="宋体"/>
                        <a:cs typeface="Times New Roman" pitchFamily="18" charset="0"/>
                      </a:endParaRPr>
                    </a:p>
                  </a:txBody>
                  <a:tcPr marL="15113" marR="15113" marT="0" marB="0" anchor="ctr"/>
                </a:tc>
              </a:tr>
              <a:tr h="155353">
                <a:tc vMerge="1">
                  <a:txBody>
                    <a:bodyPr/>
                    <a:lstStyle/>
                    <a:p>
                      <a:endParaRPr lang="zh-CN" altLang="en-US"/>
                    </a:p>
                  </a:txBody>
                  <a:tcPr/>
                </a:tc>
                <a:tc vMerge="1">
                  <a:txBody>
                    <a:bodyPr/>
                    <a:lstStyle/>
                    <a:p>
                      <a:endParaRPr lang="zh-CN" altLang="en-US"/>
                    </a:p>
                  </a:txBody>
                  <a:tcPr/>
                </a:tc>
                <a:tc rowSpan="3">
                  <a:txBody>
                    <a:bodyPr/>
                    <a:lstStyle/>
                    <a:p>
                      <a:pPr algn="just">
                        <a:lnSpc>
                          <a:spcPct val="100000"/>
                        </a:lnSpc>
                        <a:spcAft>
                          <a:spcPts val="0"/>
                        </a:spcAft>
                      </a:pPr>
                      <a:r>
                        <a:rPr lang="en-US" sz="1200" kern="1200" dirty="0">
                          <a:effectLst/>
                          <a:latin typeface="Times New Roman" pitchFamily="18" charset="0"/>
                          <a:cs typeface="Times New Roman" pitchFamily="18" charset="0"/>
                        </a:rPr>
                        <a:t>Transponder A and B </a:t>
                      </a:r>
                      <a:r>
                        <a:rPr lang="en-US" sz="1200" kern="100" dirty="0">
                          <a:effectLst/>
                          <a:latin typeface="Times New Roman" pitchFamily="18" charset="0"/>
                          <a:cs typeface="Times New Roman" pitchFamily="18" charset="0"/>
                        </a:rPr>
                        <a:t>Ranging on</a:t>
                      </a:r>
                      <a:endParaRPr lang="zh-CN" sz="1200" kern="100" dirty="0">
                        <a:effectLst/>
                        <a:latin typeface="Times New Roman" pitchFamily="18" charset="0"/>
                        <a:ea typeface="宋体"/>
                        <a:cs typeface="Times New Roman" pitchFamily="18" charset="0"/>
                      </a:endParaRPr>
                    </a:p>
                  </a:txBody>
                  <a:tcPr marL="15113" marR="15113" marT="0" marB="0" anchor="ctr"/>
                </a:tc>
                <a:tc rowSpan="2">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TA006</a:t>
                      </a:r>
                      <a:endParaRPr lang="zh-CN" sz="1200" kern="100" dirty="0">
                        <a:effectLst/>
                        <a:latin typeface="Times New Roman" pitchFamily="18" charset="0"/>
                        <a:ea typeface="宋体"/>
                        <a:cs typeface="Times New Roman" pitchFamily="18" charset="0"/>
                      </a:endParaRPr>
                    </a:p>
                  </a:txBody>
                  <a:tcPr marL="15113" marR="15113" marT="0" marB="0" anchor="ctr"/>
                </a:tc>
                <a:tc rowSpan="2">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 Ranging on/off </a:t>
                      </a:r>
                      <a:r>
                        <a:rPr lang="en-US" altLang="zh-CN" sz="1200" kern="10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0</a:t>
                      </a:r>
                      <a:endParaRPr lang="zh-CN" sz="1200" kern="100" dirty="0">
                        <a:effectLst/>
                        <a:latin typeface="Times New Roman" pitchFamily="18" charset="0"/>
                        <a:ea typeface="宋体"/>
                        <a:cs typeface="Times New Roman" pitchFamily="18" charset="0"/>
                      </a:endParaRPr>
                    </a:p>
                  </a:txBody>
                  <a:tcPr marL="15113" marR="15113" marT="0" marB="0" anchor="ctr"/>
                </a:tc>
              </a:tr>
              <a:tr h="224556">
                <a:tc rowSpan="2">
                  <a:txBody>
                    <a:bodyPr/>
                    <a:lstStyle/>
                    <a:p>
                      <a:pPr marL="0" lvl="0" indent="0" algn="ctr">
                        <a:lnSpc>
                          <a:spcPct val="100000"/>
                        </a:lnSpc>
                        <a:spcAft>
                          <a:spcPts val="0"/>
                        </a:spcAft>
                        <a:buSzPts val="1050"/>
                        <a:buFont typeface="宋体"/>
                        <a:buNone/>
                        <a:tabLst>
                          <a:tab pos="266700" algn="l"/>
                        </a:tabLst>
                      </a:pPr>
                      <a:r>
                        <a:rPr lang="en-US" sz="1200" kern="100" dirty="0" smtClean="0">
                          <a:effectLst/>
                          <a:latin typeface="Times New Roman" pitchFamily="18" charset="0"/>
                          <a:cs typeface="Times New Roman" pitchFamily="18" charset="0"/>
                        </a:rPr>
                        <a:t>6 </a:t>
                      </a:r>
                      <a:endParaRPr lang="zh-CN" sz="1200" kern="100" dirty="0">
                        <a:effectLst/>
                        <a:latin typeface="Times New Roman" pitchFamily="18" charset="0"/>
                        <a:ea typeface="宋体"/>
                        <a:cs typeface="Times New Roman" pitchFamily="18" charset="0"/>
                      </a:endParaRPr>
                    </a:p>
                  </a:txBody>
                  <a:tcPr marL="15113" marR="15113" marT="0" marB="0" anchor="ctr"/>
                </a:tc>
                <a:tc vMerge="1">
                  <a:txBody>
                    <a:bodyPr/>
                    <a:lstStyle/>
                    <a:p>
                      <a:endParaRPr lang="zh-CN" altLang="en-US"/>
                    </a:p>
                  </a:txBody>
                  <a:tcPr/>
                </a:tc>
                <a:tc vMerge="1">
                  <a:txBody>
                    <a:bodyPr/>
                    <a:lstStyle/>
                    <a:p>
                      <a:pPr algn="just">
                        <a:lnSpc>
                          <a:spcPct val="100000"/>
                        </a:lnSpc>
                        <a:spcAft>
                          <a:spcPts val="0"/>
                        </a:spcAft>
                      </a:pPr>
                      <a:endParaRPr lang="zh-CN" sz="1600" kern="100" dirty="0">
                        <a:effectLst/>
                        <a:latin typeface="Times New Roman" pitchFamily="18" charset="0"/>
                        <a:ea typeface="宋体"/>
                        <a:cs typeface="Times New Roman" pitchFamily="18" charset="0"/>
                      </a:endParaRPr>
                    </a:p>
                  </a:txBody>
                  <a:tcPr marL="15113" marR="15113" marT="0" marB="0" anchor="ctr"/>
                </a:tc>
                <a:tc vMerge="1">
                  <a:txBody>
                    <a:bodyPr/>
                    <a:lstStyle/>
                    <a:p>
                      <a:pPr algn="ctr">
                        <a:lnSpc>
                          <a:spcPct val="100000"/>
                        </a:lnSpc>
                        <a:spcAft>
                          <a:spcPts val="0"/>
                        </a:spcAft>
                      </a:pPr>
                      <a:endParaRPr lang="zh-CN" sz="1600" kern="100" dirty="0">
                        <a:effectLst/>
                        <a:latin typeface="Times New Roman" pitchFamily="18" charset="0"/>
                        <a:ea typeface="宋体"/>
                        <a:cs typeface="Times New Roman" pitchFamily="18" charset="0"/>
                      </a:endParaRPr>
                    </a:p>
                  </a:txBody>
                  <a:tcPr marL="15113" marR="15113" marT="0" marB="0" anchor="ctr"/>
                </a:tc>
                <a:tc vMerge="1">
                  <a:txBody>
                    <a:bodyPr/>
                    <a:lstStyle/>
                    <a:p>
                      <a:pPr algn="just">
                        <a:lnSpc>
                          <a:spcPct val="100000"/>
                        </a:lnSpc>
                        <a:spcAft>
                          <a:spcPts val="0"/>
                        </a:spcAft>
                      </a:pPr>
                      <a:endParaRPr lang="zh-CN" sz="1600" kern="100" dirty="0">
                        <a:effectLst/>
                        <a:latin typeface="Times New Roman" pitchFamily="18" charset="0"/>
                        <a:ea typeface="宋体"/>
                        <a:cs typeface="Times New Roman" pitchFamily="18" charset="0"/>
                      </a:endParaRPr>
                    </a:p>
                  </a:txBody>
                  <a:tcPr marL="15113" marR="15113" marT="0" marB="0" anchor="ctr"/>
                </a:tc>
              </a:tr>
              <a:tr h="224556">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TB006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transponder A Ranging on/off </a:t>
                      </a:r>
                      <a:r>
                        <a:rPr lang="en-US" sz="1200" kern="100" dirty="0" smtClean="0">
                          <a:effectLst/>
                          <a:latin typeface="Times New Roman" pitchFamily="18" charset="0"/>
                          <a:cs typeface="Times New Roman" pitchFamily="18" charset="0"/>
                        </a:rPr>
                        <a:t>: 0</a:t>
                      </a:r>
                      <a:endParaRPr lang="zh-CN" sz="1200" kern="100" dirty="0">
                        <a:effectLst/>
                        <a:latin typeface="Times New Roman" pitchFamily="18" charset="0"/>
                        <a:ea typeface="宋体"/>
                        <a:cs typeface="Times New Roman" pitchFamily="18" charset="0"/>
                      </a:endParaRPr>
                    </a:p>
                  </a:txBody>
                  <a:tcPr marL="15113" marR="15113" marT="0" marB="0" anchor="ctr"/>
                </a:tc>
              </a:tr>
            </a:tbl>
          </a:graphicData>
        </a:graphic>
      </p:graphicFrame>
      <p:sp>
        <p:nvSpPr>
          <p:cNvPr id="10" name="矩形 9"/>
          <p:cNvSpPr/>
          <p:nvPr/>
        </p:nvSpPr>
        <p:spPr>
          <a:xfrm>
            <a:off x="395536" y="496003"/>
            <a:ext cx="8034116" cy="707886"/>
          </a:xfrm>
          <a:prstGeom prst="rect">
            <a:avLst/>
          </a:prstGeom>
        </p:spPr>
        <p:txBody>
          <a:bodyPr wrap="square">
            <a:spAutoFit/>
          </a:bodyPr>
          <a:lstStyle/>
          <a:p>
            <a:r>
              <a:rPr lang="en-US" altLang="zh-CN" sz="2000" b="1" dirty="0" smtClean="0">
                <a:solidFill>
                  <a:schemeClr val="bg1"/>
                </a:solidFill>
                <a:latin typeface="Times New Roman" pitchFamily="18" charset="0"/>
                <a:cs typeface="Times New Roman" pitchFamily="18" charset="0"/>
              </a:rPr>
              <a:t>4.1 TM </a:t>
            </a:r>
            <a:r>
              <a:rPr lang="en-US" altLang="zh-CN" sz="2000" b="1" dirty="0">
                <a:solidFill>
                  <a:schemeClr val="bg1"/>
                </a:solidFill>
                <a:latin typeface="Times New Roman" pitchFamily="18" charset="0"/>
                <a:cs typeface="Times New Roman" pitchFamily="18" charset="0"/>
              </a:rPr>
              <a:t>and Status of </a:t>
            </a:r>
            <a:r>
              <a:rPr lang="en-US" altLang="zh-CN" sz="2000" b="1" dirty="0" smtClean="0">
                <a:solidFill>
                  <a:schemeClr val="bg1"/>
                </a:solidFill>
                <a:latin typeface="Times New Roman" pitchFamily="18" charset="0"/>
                <a:cs typeface="Times New Roman" pitchFamily="18" charset="0"/>
              </a:rPr>
              <a:t>Transponder </a:t>
            </a:r>
            <a:r>
              <a:rPr lang="en-US" altLang="zh-CN" sz="2000" b="1" dirty="0">
                <a:solidFill>
                  <a:schemeClr val="bg1"/>
                </a:solidFill>
                <a:latin typeface="Times New Roman" pitchFamily="18" charset="0"/>
                <a:cs typeface="Times New Roman" pitchFamily="18" charset="0"/>
              </a:rPr>
              <a:t>During Long Term Management</a:t>
            </a:r>
            <a:endParaRPr lang="zh-CN" altLang="en-US" sz="2000" b="1" dirty="0">
              <a:solidFill>
                <a:schemeClr val="bg1"/>
              </a:solidFill>
              <a:latin typeface="Times New Roman" pitchFamily="18" charset="0"/>
              <a:cs typeface="Times New Roman" pitchFamily="18" charset="0"/>
            </a:endParaRPr>
          </a:p>
          <a:p>
            <a:endParaRPr lang="zh-CN" altLang="en-US" sz="20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18198620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565239071"/>
              </p:ext>
            </p:extLst>
          </p:nvPr>
        </p:nvGraphicFramePr>
        <p:xfrm>
          <a:off x="395537" y="1059583"/>
          <a:ext cx="8462745" cy="3548152"/>
        </p:xfrm>
        <a:graphic>
          <a:graphicData uri="http://schemas.openxmlformats.org/drawingml/2006/table">
            <a:tbl>
              <a:tblPr firstRow="1" firstCol="1" bandRow="1">
                <a:tableStyleId>{5C22544A-7EE6-4342-B048-85BDC9FD1C3A}</a:tableStyleId>
              </a:tblPr>
              <a:tblGrid>
                <a:gridCol w="433987"/>
                <a:gridCol w="1374292"/>
                <a:gridCol w="1952941"/>
                <a:gridCol w="1079815"/>
                <a:gridCol w="3621710"/>
              </a:tblGrid>
              <a:tr h="673954">
                <a:tc>
                  <a:txBody>
                    <a:bodyPr/>
                    <a:lstStyle/>
                    <a:p>
                      <a:pPr algn="ctr">
                        <a:lnSpc>
                          <a:spcPct val="100000"/>
                        </a:lnSpc>
                        <a:spcAft>
                          <a:spcPts val="0"/>
                        </a:spcAft>
                      </a:pPr>
                      <a:r>
                        <a:rPr lang="en-US" sz="1200" kern="10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a:effectLst/>
                          <a:latin typeface="Times New Roman" pitchFamily="18" charset="0"/>
                          <a:cs typeface="Times New Roman" pitchFamily="18" charset="0"/>
                        </a:rPr>
                        <a:t>Unit</a:t>
                      </a:r>
                      <a:endParaRPr lang="zh-CN" sz="1200" kern="10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Status</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number</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ctr">
                        <a:lnSpc>
                          <a:spcPct val="100000"/>
                        </a:lnSpc>
                        <a:spcAft>
                          <a:spcPts val="0"/>
                        </a:spcAft>
                      </a:pPr>
                      <a:r>
                        <a:rPr lang="en-US" sz="1200" kern="100" dirty="0">
                          <a:effectLst/>
                          <a:latin typeface="Times New Roman" pitchFamily="18" charset="0"/>
                          <a:cs typeface="Times New Roman" pitchFamily="18" charset="0"/>
                        </a:rPr>
                        <a:t>TM content </a:t>
                      </a:r>
                      <a:endParaRPr lang="zh-CN" sz="1200" kern="100" dirty="0">
                        <a:effectLst/>
                        <a:latin typeface="Times New Roman" pitchFamily="18" charset="0"/>
                        <a:ea typeface="宋体"/>
                        <a:cs typeface="Times New Roman" pitchFamily="18" charset="0"/>
                      </a:endParaRPr>
                    </a:p>
                  </a:txBody>
                  <a:tcPr marL="15113" marR="15113" marT="0" marB="0" anchor="ctr"/>
                </a:tc>
              </a:tr>
              <a:tr h="958940">
                <a:tc>
                  <a:txBody>
                    <a:bodyPr/>
                    <a:lstStyle/>
                    <a:p>
                      <a:pPr marL="0" lvl="0" indent="0" algn="ctr">
                        <a:lnSpc>
                          <a:spcPct val="100000"/>
                        </a:lnSpc>
                        <a:spcAft>
                          <a:spcPts val="0"/>
                        </a:spcAft>
                        <a:buSzPts val="1050"/>
                        <a:buFont typeface="宋体"/>
                        <a:buNone/>
                        <a:tabLst>
                          <a:tab pos="266700" algn="l"/>
                        </a:tabLst>
                      </a:pPr>
                      <a:r>
                        <a:rPr lang="en-US" sz="1200" kern="100" dirty="0" smtClean="0">
                          <a:solidFill>
                            <a:schemeClr val="bg1"/>
                          </a:solidFill>
                          <a:effectLst/>
                          <a:latin typeface="Times New Roman" pitchFamily="18" charset="0"/>
                          <a:cs typeface="Times New Roman" pitchFamily="18" charset="0"/>
                        </a:rPr>
                        <a:t>1</a:t>
                      </a:r>
                      <a:r>
                        <a:rPr lang="en-US" sz="1200" kern="100" dirty="0">
                          <a:solidFill>
                            <a:schemeClr val="bg1"/>
                          </a:solidFill>
                          <a:effectLst/>
                          <a:latin typeface="Times New Roman" pitchFamily="18" charset="0"/>
                          <a:cs typeface="Times New Roman" pitchFamily="18" charset="0"/>
                        </a:rPr>
                        <a:t> </a:t>
                      </a:r>
                      <a:endParaRPr lang="zh-CN" sz="1200" kern="100" dirty="0">
                        <a:solidFill>
                          <a:schemeClr val="bg1"/>
                        </a:solidFill>
                        <a:effectLst/>
                        <a:latin typeface="Times New Roman" pitchFamily="18" charset="0"/>
                        <a:ea typeface="宋体"/>
                        <a:cs typeface="Times New Roman" pitchFamily="18" charset="0"/>
                      </a:endParaRPr>
                    </a:p>
                  </a:txBody>
                  <a:tcPr marL="15113" marR="15113" marT="0" marB="0" anchor="ctr"/>
                </a:tc>
                <a:tc rowSpan="4">
                  <a:txBody>
                    <a:bodyPr/>
                    <a:lstStyle/>
                    <a:p>
                      <a:pPr algn="ctr">
                        <a:lnSpc>
                          <a:spcPts val="1200"/>
                        </a:lnSpc>
                        <a:spcAft>
                          <a:spcPts val="0"/>
                        </a:spcAft>
                      </a:pPr>
                      <a:r>
                        <a:rPr lang="en-US" sz="1200" kern="100" dirty="0">
                          <a:solidFill>
                            <a:schemeClr val="tx1"/>
                          </a:solidFill>
                          <a:effectLst/>
                          <a:latin typeface="Times New Roman" pitchFamily="18" charset="0"/>
                          <a:cs typeface="Times New Roman" pitchFamily="18" charset="0"/>
                        </a:rPr>
                        <a:t>GPS Receiver</a:t>
                      </a:r>
                      <a:endParaRPr lang="zh-CN" sz="1200" kern="100" dirty="0">
                        <a:solidFill>
                          <a:schemeClr val="tx1"/>
                        </a:solidFill>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solidFill>
                            <a:srgbClr val="000000"/>
                          </a:solidFill>
                          <a:effectLst/>
                          <a:latin typeface="Times New Roman" pitchFamily="18" charset="0"/>
                          <a:ea typeface="宋体"/>
                          <a:cs typeface="Times New Roman" pitchFamily="18" charset="0"/>
                        </a:rPr>
                        <a:t>GPS receiver A work </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GS004</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ea typeface="宋体"/>
                          <a:cs typeface="Times New Roman" pitchFamily="18" charset="0"/>
                        </a:rPr>
                        <a:t>GPS A/B </a:t>
                      </a:r>
                      <a:r>
                        <a:rPr lang="en-US" sz="1200" kern="100" dirty="0" smtClean="0">
                          <a:effectLst/>
                          <a:latin typeface="Times New Roman" pitchFamily="18" charset="0"/>
                          <a:ea typeface="宋体"/>
                          <a:cs typeface="Times New Roman" pitchFamily="18" charset="0"/>
                        </a:rPr>
                        <a:t>mark: 0 </a:t>
                      </a:r>
                      <a:endParaRPr lang="zh-CN" sz="1200" kern="100" dirty="0">
                        <a:effectLst/>
                        <a:latin typeface="Times New Roman" pitchFamily="18" charset="0"/>
                        <a:ea typeface="宋体"/>
                        <a:cs typeface="Times New Roman" pitchFamily="18" charset="0"/>
                      </a:endParaRPr>
                    </a:p>
                  </a:txBody>
                  <a:tcPr marL="68580" marR="68580" marT="0" marB="0" anchor="ctr"/>
                </a:tc>
              </a:tr>
              <a:tr h="545922">
                <a:tc>
                  <a:txBody>
                    <a:bodyPr/>
                    <a:lstStyle/>
                    <a:p>
                      <a:pPr indent="0" algn="ctr">
                        <a:lnSpc>
                          <a:spcPct val="100000"/>
                        </a:lnSpc>
                      </a:pPr>
                      <a:r>
                        <a:rPr lang="en-US" altLang="zh-CN" sz="1200" dirty="0" smtClean="0">
                          <a:solidFill>
                            <a:schemeClr val="bg1"/>
                          </a:solidFill>
                          <a:latin typeface="Times New Roman" pitchFamily="18" charset="0"/>
                          <a:cs typeface="Times New Roman" pitchFamily="18" charset="0"/>
                        </a:rPr>
                        <a:t>2</a:t>
                      </a:r>
                      <a:endParaRPr lang="zh-CN" altLang="en-US" sz="1200" dirty="0">
                        <a:solidFill>
                          <a:schemeClr val="bg1"/>
                        </a:solidFill>
                        <a:latin typeface="Times New Roman" pitchFamily="18" charset="0"/>
                        <a:cs typeface="Times New Roman" pitchFamily="18" charset="0"/>
                      </a:endParaRPr>
                    </a:p>
                  </a:txBody>
                  <a:tcPr marL="15113" marR="15113" marT="0" marB="0" anchor="ctr"/>
                </a:tc>
                <a:tc vMerge="1">
                  <a:txBody>
                    <a:bodyPr/>
                    <a:lstStyle/>
                    <a:p>
                      <a:endParaRPr lang="zh-CN" altLang="en-US"/>
                    </a:p>
                  </a:txBody>
                  <a:tcPr/>
                </a:tc>
                <a:tc>
                  <a:txBody>
                    <a:bodyPr/>
                    <a:lstStyle/>
                    <a:p>
                      <a:pPr algn="just">
                        <a:lnSpc>
                          <a:spcPct val="100000"/>
                        </a:lnSpc>
                        <a:spcAft>
                          <a:spcPts val="0"/>
                        </a:spcAft>
                      </a:pPr>
                      <a:r>
                        <a:rPr lang="en-US" sz="1200" kern="100" dirty="0">
                          <a:effectLst/>
                          <a:latin typeface="Times New Roman" pitchFamily="18" charset="0"/>
                          <a:ea typeface="宋体"/>
                          <a:cs typeface="Times New Roman" pitchFamily="18" charset="0"/>
                        </a:rPr>
                        <a:t>positioning state</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GS005</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smtClean="0">
                          <a:effectLst/>
                          <a:latin typeface="Times New Roman" pitchFamily="18" charset="0"/>
                          <a:ea typeface="宋体"/>
                          <a:cs typeface="Times New Roman" pitchFamily="18" charset="0"/>
                        </a:rPr>
                        <a:t>positioning state</a:t>
                      </a:r>
                      <a:r>
                        <a:rPr lang="en-US" altLang="zh-CN" sz="1200" kern="100" dirty="0" smtClean="0">
                          <a:effectLst/>
                          <a:latin typeface="Times New Roman" pitchFamily="18" charset="0"/>
                          <a:ea typeface="宋体"/>
                          <a:cs typeface="Times New Roman" pitchFamily="18" charset="0"/>
                        </a:rPr>
                        <a:t>: </a:t>
                      </a:r>
                      <a:r>
                        <a:rPr lang="en-US" sz="1200" kern="100" dirty="0" smtClean="0">
                          <a:effectLst/>
                          <a:latin typeface="Times New Roman" pitchFamily="18" charset="0"/>
                          <a:ea typeface="宋体"/>
                          <a:cs typeface="Times New Roman" pitchFamily="18" charset="0"/>
                        </a:rPr>
                        <a:t>1</a:t>
                      </a:r>
                      <a:endParaRPr lang="zh-CN" sz="1200" kern="100" dirty="0">
                        <a:effectLst/>
                        <a:latin typeface="Times New Roman" pitchFamily="18" charset="0"/>
                        <a:ea typeface="宋体"/>
                        <a:cs typeface="Times New Roman" pitchFamily="18" charset="0"/>
                      </a:endParaRPr>
                    </a:p>
                  </a:txBody>
                  <a:tcPr marL="68580" marR="68580" marT="0" marB="0" anchor="ctr"/>
                </a:tc>
              </a:tr>
              <a:tr h="550452">
                <a:tc>
                  <a:txBody>
                    <a:bodyPr/>
                    <a:lstStyle/>
                    <a:p>
                      <a:pPr indent="0" algn="ctr">
                        <a:lnSpc>
                          <a:spcPct val="100000"/>
                        </a:lnSpc>
                      </a:pPr>
                      <a:endParaRPr lang="zh-CN" altLang="en-US" sz="1200" dirty="0">
                        <a:solidFill>
                          <a:schemeClr val="bg1"/>
                        </a:solidFill>
                        <a:latin typeface="Times New Roman" pitchFamily="18" charset="0"/>
                        <a:cs typeface="Times New Roman" pitchFamily="18" charset="0"/>
                      </a:endParaRPr>
                    </a:p>
                  </a:txBody>
                  <a:tcPr marL="15113" marR="15113" marT="0" marB="0" anchor="ctr"/>
                </a:tc>
                <a:tc vMerge="1">
                  <a:txBody>
                    <a:bodyPr/>
                    <a:lstStyle/>
                    <a:p>
                      <a:endParaRPr lang="zh-CN" altLang="en-US"/>
                    </a:p>
                  </a:txBody>
                  <a:tcPr/>
                </a:tc>
                <a:tc>
                  <a:txBody>
                    <a:bodyPr/>
                    <a:lstStyle/>
                    <a:p>
                      <a:pPr algn="just">
                        <a:lnSpc>
                          <a:spcPct val="100000"/>
                        </a:lnSpc>
                        <a:spcAft>
                          <a:spcPts val="0"/>
                        </a:spcAft>
                      </a:pPr>
                      <a:r>
                        <a:rPr lang="en-US" altLang="zh-CN" sz="1200" kern="100" dirty="0" smtClean="0">
                          <a:effectLst/>
                          <a:latin typeface="Times New Roman" pitchFamily="18" charset="0"/>
                          <a:cs typeface="Times New Roman" pitchFamily="18" charset="0"/>
                        </a:rPr>
                        <a:t>orbit determination state </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GS006</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altLang="zh-CN" sz="1200" kern="100" dirty="0" smtClean="0">
                          <a:effectLst/>
                          <a:latin typeface="Times New Roman" pitchFamily="18" charset="0"/>
                          <a:cs typeface="Times New Roman" pitchFamily="18" charset="0"/>
                        </a:rPr>
                        <a:t>orbit determination state:11</a:t>
                      </a:r>
                      <a:endParaRPr lang="zh-CN" sz="1200" kern="100" dirty="0">
                        <a:effectLst/>
                        <a:latin typeface="Times New Roman" pitchFamily="18" charset="0"/>
                        <a:ea typeface="宋体"/>
                        <a:cs typeface="Times New Roman" pitchFamily="18" charset="0"/>
                      </a:endParaRPr>
                    </a:p>
                  </a:txBody>
                  <a:tcPr marL="68580" marR="68580" marT="0" marB="0" anchor="ctr"/>
                </a:tc>
              </a:tr>
              <a:tr h="818884">
                <a:tc>
                  <a:txBody>
                    <a:bodyPr/>
                    <a:lstStyle/>
                    <a:p>
                      <a:pPr indent="0" algn="ctr">
                        <a:lnSpc>
                          <a:spcPct val="100000"/>
                        </a:lnSpc>
                      </a:pPr>
                      <a:r>
                        <a:rPr lang="en-US" altLang="zh-CN" sz="1200" dirty="0" smtClean="0">
                          <a:solidFill>
                            <a:schemeClr val="bg1"/>
                          </a:solidFill>
                          <a:latin typeface="Times New Roman" pitchFamily="18" charset="0"/>
                          <a:cs typeface="Times New Roman" pitchFamily="18" charset="0"/>
                        </a:rPr>
                        <a:t>5</a:t>
                      </a:r>
                      <a:endParaRPr lang="zh-CN" altLang="en-US" sz="1200" dirty="0">
                        <a:solidFill>
                          <a:schemeClr val="bg1"/>
                        </a:solidFill>
                        <a:latin typeface="Times New Roman" pitchFamily="18" charset="0"/>
                        <a:cs typeface="Times New Roman" pitchFamily="18" charset="0"/>
                      </a:endParaRPr>
                    </a:p>
                  </a:txBody>
                  <a:tcPr marL="15113" marR="15113" marT="0" marB="0" anchor="ctr"/>
                </a:tc>
                <a:tc vMerge="1">
                  <a:txBody>
                    <a:bodyPr/>
                    <a:lstStyle/>
                    <a:p>
                      <a:endParaRPr lang="zh-CN" altLang="en-US"/>
                    </a:p>
                  </a:txBody>
                  <a:tcPr/>
                </a:tc>
                <a:tc>
                  <a:txBody>
                    <a:bodyPr/>
                    <a:lstStyle/>
                    <a:p>
                      <a:pPr algn="just">
                        <a:lnSpc>
                          <a:spcPct val="100000"/>
                        </a:lnSpc>
                        <a:spcAft>
                          <a:spcPts val="0"/>
                        </a:spcAft>
                      </a:pPr>
                      <a:r>
                        <a:rPr lang="en-US" sz="1200" kern="100" dirty="0" smtClean="0">
                          <a:effectLst/>
                          <a:latin typeface="Times New Roman" pitchFamily="18" charset="0"/>
                          <a:ea typeface="宋体"/>
                          <a:cs typeface="Times New Roman" pitchFamily="18" charset="0"/>
                        </a:rPr>
                        <a:t>UTC </a:t>
                      </a:r>
                      <a:r>
                        <a:rPr lang="en-US" sz="1200" kern="100" dirty="0">
                          <a:effectLst/>
                          <a:latin typeface="Times New Roman" pitchFamily="18" charset="0"/>
                          <a:ea typeface="宋体"/>
                          <a:cs typeface="Times New Roman" pitchFamily="18" charset="0"/>
                        </a:rPr>
                        <a:t>time </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altLang="zh-CN" sz="1200" kern="100" dirty="0" smtClean="0">
                          <a:effectLst/>
                          <a:latin typeface="Times New Roman" pitchFamily="18" charset="0"/>
                          <a:ea typeface="宋体"/>
                          <a:cs typeface="Times New Roman" pitchFamily="18" charset="0"/>
                        </a:rPr>
                        <a:t>GS001</a:t>
                      </a:r>
                      <a:endParaRPr lang="zh-CN" sz="1200" kern="100" dirty="0">
                        <a:effectLst/>
                        <a:latin typeface="Times New Roman" pitchFamily="18" charset="0"/>
                        <a:ea typeface="宋体"/>
                        <a:cs typeface="Times New Roman" pitchFamily="18" charset="0"/>
                      </a:endParaRPr>
                    </a:p>
                  </a:txBody>
                  <a:tcPr marL="15113" marR="15113" marT="0" marB="0" anchor="ctr"/>
                </a:tc>
                <a:tc>
                  <a:txBody>
                    <a:bodyPr/>
                    <a:lstStyle/>
                    <a:p>
                      <a:pPr algn="just">
                        <a:lnSpc>
                          <a:spcPct val="100000"/>
                        </a:lnSpc>
                        <a:spcAft>
                          <a:spcPts val="0"/>
                        </a:spcAft>
                      </a:pPr>
                      <a:r>
                        <a:rPr lang="en-US" sz="1200" kern="100" dirty="0">
                          <a:effectLst/>
                          <a:latin typeface="Times New Roman" pitchFamily="18" charset="0"/>
                          <a:ea typeface="宋体"/>
                          <a:cs typeface="Times New Roman" pitchFamily="18" charset="0"/>
                        </a:rPr>
                        <a:t>UTC </a:t>
                      </a:r>
                      <a:r>
                        <a:rPr lang="en-US" sz="1200" kern="100" dirty="0" smtClean="0">
                          <a:effectLst/>
                          <a:latin typeface="Times New Roman" pitchFamily="18" charset="0"/>
                          <a:ea typeface="宋体"/>
                          <a:cs typeface="Times New Roman" pitchFamily="18" charset="0"/>
                        </a:rPr>
                        <a:t>time</a:t>
                      </a:r>
                      <a:r>
                        <a:rPr lang="en-US" altLang="zh-CN" sz="1200" kern="100" dirty="0" smtClean="0">
                          <a:effectLst/>
                          <a:latin typeface="Times New Roman" pitchFamily="18" charset="0"/>
                          <a:ea typeface="宋体"/>
                          <a:cs typeface="Times New Roman" pitchFamily="18" charset="0"/>
                        </a:rPr>
                        <a:t>: </a:t>
                      </a:r>
                      <a:r>
                        <a:rPr lang="en-US" sz="1200" kern="100" dirty="0" smtClean="0">
                          <a:effectLst/>
                          <a:latin typeface="Times New Roman" pitchFamily="18" charset="0"/>
                          <a:ea typeface="宋体"/>
                          <a:cs typeface="Times New Roman" pitchFamily="18" charset="0"/>
                        </a:rPr>
                        <a:t>second </a:t>
                      </a:r>
                      <a:r>
                        <a:rPr lang="en-US" sz="1200" kern="100" dirty="0">
                          <a:effectLst/>
                          <a:latin typeface="Times New Roman" pitchFamily="18" charset="0"/>
                          <a:ea typeface="宋体"/>
                          <a:cs typeface="Times New Roman" pitchFamily="18" charset="0"/>
                        </a:rPr>
                        <a:t>accumulated continuous from 2009/1/1 00:00:00) </a:t>
                      </a:r>
                      <a:endParaRPr lang="zh-CN" sz="1200" kern="100" dirty="0">
                        <a:effectLst/>
                        <a:latin typeface="Times New Roman" pitchFamily="18" charset="0"/>
                        <a:ea typeface="宋体"/>
                        <a:cs typeface="Times New Roman" pitchFamily="18" charset="0"/>
                      </a:endParaRPr>
                    </a:p>
                  </a:txBody>
                  <a:tcPr marL="68580" marR="68580" marT="0" marB="0" anchor="ctr"/>
                </a:tc>
              </a:tr>
            </a:tbl>
          </a:graphicData>
        </a:graphic>
      </p:graphicFrame>
      <p:sp>
        <p:nvSpPr>
          <p:cNvPr id="7" name="矩形 6"/>
          <p:cNvSpPr/>
          <p:nvPr/>
        </p:nvSpPr>
        <p:spPr>
          <a:xfrm>
            <a:off x="395536" y="496003"/>
            <a:ext cx="7891240" cy="400110"/>
          </a:xfrm>
          <a:prstGeom prst="rect">
            <a:avLst/>
          </a:prstGeom>
        </p:spPr>
        <p:txBody>
          <a:bodyPr wrap="square">
            <a:spAutoFit/>
          </a:bodyPr>
          <a:lstStyle/>
          <a:p>
            <a:r>
              <a:rPr lang="en-US" altLang="zh-CN" sz="2000" b="1" dirty="0" smtClean="0">
                <a:solidFill>
                  <a:schemeClr val="bg1"/>
                </a:solidFill>
                <a:latin typeface="Times New Roman" pitchFamily="18" charset="0"/>
                <a:cs typeface="Times New Roman" pitchFamily="18" charset="0"/>
              </a:rPr>
              <a:t>4.2 TM </a:t>
            </a:r>
            <a:r>
              <a:rPr lang="en-US" altLang="zh-CN" sz="2000" b="1" dirty="0">
                <a:solidFill>
                  <a:schemeClr val="bg1"/>
                </a:solidFill>
                <a:latin typeface="Times New Roman" pitchFamily="18" charset="0"/>
                <a:cs typeface="Times New Roman" pitchFamily="18" charset="0"/>
              </a:rPr>
              <a:t>and Status of </a:t>
            </a:r>
            <a:r>
              <a:rPr lang="en-US" altLang="zh-CN" sz="2000" b="1" dirty="0" smtClean="0">
                <a:solidFill>
                  <a:schemeClr val="bg1"/>
                </a:solidFill>
                <a:latin typeface="Times New Roman" pitchFamily="18" charset="0"/>
                <a:cs typeface="Times New Roman" pitchFamily="18" charset="0"/>
              </a:rPr>
              <a:t>GPS Receiver During Long Term Management</a:t>
            </a:r>
            <a:endParaRPr lang="zh-CN" altLang="en-US" sz="20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2720240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096610105"/>
              </p:ext>
            </p:extLst>
          </p:nvPr>
        </p:nvGraphicFramePr>
        <p:xfrm>
          <a:off x="1187624" y="964395"/>
          <a:ext cx="7200800" cy="3929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smtClean="0"/>
              <a:t>5 Constrains</a:t>
            </a:r>
            <a:endParaRPr lang="zh-CN" altLang="en-US" dirty="0"/>
          </a:p>
        </p:txBody>
      </p:sp>
      <p:sp>
        <p:nvSpPr>
          <p:cNvPr id="3" name="内容占位符 2"/>
          <p:cNvSpPr>
            <a:spLocks noGrp="1"/>
          </p:cNvSpPr>
          <p:nvPr>
            <p:ph idx="1"/>
          </p:nvPr>
        </p:nvSpPr>
        <p:spPr>
          <a:xfrm>
            <a:off x="251520" y="1005576"/>
            <a:ext cx="8640960" cy="3576649"/>
          </a:xfrm>
        </p:spPr>
        <p:txBody>
          <a:bodyPr>
            <a:normAutofit fontScale="85000" lnSpcReduction="10000"/>
          </a:bodyPr>
          <a:lstStyle/>
          <a:p>
            <a:pPr>
              <a:buFont typeface="Wingdings" pitchFamily="2" charset="2"/>
              <a:buChar char="p"/>
            </a:pPr>
            <a:r>
              <a:rPr lang="en-US" altLang="zh-CN" sz="1900" dirty="0">
                <a:latin typeface="Times New Roman" pitchFamily="18" charset="0"/>
                <a:cs typeface="Times New Roman" pitchFamily="18" charset="0"/>
              </a:rPr>
              <a:t>The general constrains </a:t>
            </a:r>
            <a:r>
              <a:rPr lang="en-US" altLang="zh-CN" sz="1900" dirty="0" smtClean="0">
                <a:latin typeface="Times New Roman" pitchFamily="18" charset="0"/>
                <a:cs typeface="Times New Roman" pitchFamily="18" charset="0"/>
              </a:rPr>
              <a:t>for GCS</a:t>
            </a:r>
            <a:r>
              <a:rPr lang="zh-CN" altLang="zh-CN" sz="1900" dirty="0" smtClean="0">
                <a:latin typeface="Times New Roman" pitchFamily="18" charset="0"/>
                <a:cs typeface="Times New Roman" pitchFamily="18" charset="0"/>
              </a:rPr>
              <a:t>：</a:t>
            </a:r>
            <a:endParaRPr lang="zh-CN" altLang="zh-CN" sz="1900" dirty="0">
              <a:latin typeface="Times New Roman" pitchFamily="18" charset="0"/>
              <a:cs typeface="Times New Roman" pitchFamily="18" charset="0"/>
            </a:endParaRPr>
          </a:p>
          <a:p>
            <a:r>
              <a:rPr lang="x-none" altLang="zh-CN" sz="1900" dirty="0">
                <a:latin typeface="Times New Roman" pitchFamily="18" charset="0"/>
                <a:cs typeface="Times New Roman" pitchFamily="18" charset="0"/>
              </a:rPr>
              <a:t>Telemetry, </a:t>
            </a:r>
            <a:r>
              <a:rPr lang="x-none" altLang="zh-CN" sz="1900" dirty="0" smtClean="0">
                <a:latin typeface="Times New Roman" pitchFamily="18" charset="0"/>
                <a:cs typeface="Times New Roman" pitchFamily="18" charset="0"/>
              </a:rPr>
              <a:t>Telecommand </a:t>
            </a:r>
            <a:r>
              <a:rPr lang="x-none" altLang="zh-CN" sz="1900" dirty="0">
                <a:latin typeface="Times New Roman" pitchFamily="18" charset="0"/>
                <a:cs typeface="Times New Roman" pitchFamily="18" charset="0"/>
              </a:rPr>
              <a:t>and tracking should be only be conducted after the satellite and TT&amp;C ground station captured each other .</a:t>
            </a:r>
            <a:r>
              <a:rPr lang="en-US" altLang="zh-CN" sz="1900" dirty="0">
                <a:latin typeface="Times New Roman" pitchFamily="18" charset="0"/>
                <a:cs typeface="Times New Roman" pitchFamily="18" charset="0"/>
              </a:rPr>
              <a:t> </a:t>
            </a:r>
          </a:p>
          <a:p>
            <a:r>
              <a:rPr lang="x-none" altLang="zh-CN" sz="1900" dirty="0">
                <a:latin typeface="Times New Roman" pitchFamily="18" charset="0"/>
                <a:cs typeface="Times New Roman" pitchFamily="18" charset="0"/>
              </a:rPr>
              <a:t>TT&amp;C ground station should control the output power to make sure the input power level of the transponder is less than -</a:t>
            </a:r>
            <a:r>
              <a:rPr lang="x-none" altLang="zh-CN" sz="1900" dirty="0" smtClean="0">
                <a:latin typeface="Times New Roman" pitchFamily="18" charset="0"/>
                <a:cs typeface="Times New Roman" pitchFamily="18" charset="0"/>
              </a:rPr>
              <a:t>5</a:t>
            </a:r>
            <a:r>
              <a:rPr lang="en-US" altLang="zh-CN" sz="1900" dirty="0" smtClean="0">
                <a:latin typeface="Times New Roman" pitchFamily="18" charset="0"/>
                <a:cs typeface="Times New Roman" pitchFamily="18" charset="0"/>
              </a:rPr>
              <a:t>0</a:t>
            </a:r>
            <a:r>
              <a:rPr lang="x-none" altLang="zh-CN" sz="1900" dirty="0" smtClean="0">
                <a:latin typeface="Times New Roman" pitchFamily="18" charset="0"/>
                <a:cs typeface="Times New Roman" pitchFamily="18" charset="0"/>
              </a:rPr>
              <a:t>dBm </a:t>
            </a:r>
            <a:r>
              <a:rPr lang="x-none" altLang="zh-CN" sz="1900" dirty="0">
                <a:latin typeface="Times New Roman" pitchFamily="18" charset="0"/>
                <a:cs typeface="Times New Roman" pitchFamily="18" charset="0"/>
              </a:rPr>
              <a:t>and more than sensitive level</a:t>
            </a:r>
            <a:r>
              <a:rPr lang="en-US" altLang="zh-CN" sz="1900" dirty="0">
                <a:latin typeface="Times New Roman" pitchFamily="18" charset="0"/>
                <a:cs typeface="Times New Roman" pitchFamily="18" charset="0"/>
              </a:rPr>
              <a:t>. </a:t>
            </a:r>
            <a:r>
              <a:rPr lang="x-none" altLang="zh-CN" sz="1900" dirty="0">
                <a:latin typeface="Times New Roman" pitchFamily="18" charset="0"/>
                <a:cs typeface="Times New Roman" pitchFamily="18" charset="0"/>
              </a:rPr>
              <a:t>It’s forbidden to add the uplink signal power arbitrarily to avoid destroying the receiver of transponder.</a:t>
            </a:r>
            <a:endParaRPr lang="zh-CN" altLang="zh-CN" sz="1900" dirty="0">
              <a:latin typeface="Times New Roman" pitchFamily="18" charset="0"/>
              <a:cs typeface="Times New Roman" pitchFamily="18" charset="0"/>
            </a:endParaRPr>
          </a:p>
          <a:p>
            <a:r>
              <a:rPr lang="x-none" altLang="zh-CN" sz="1900" dirty="0">
                <a:latin typeface="Times New Roman" pitchFamily="18" charset="0"/>
                <a:cs typeface="Times New Roman" pitchFamily="18" charset="0"/>
              </a:rPr>
              <a:t>Normally, the ground station could stop sweeping the uplink carrier when both the 2 transponders are in lock status. </a:t>
            </a:r>
            <a:endParaRPr lang="zh-CN" altLang="zh-CN" sz="1900" dirty="0">
              <a:latin typeface="Times New Roman" pitchFamily="18" charset="0"/>
              <a:cs typeface="Times New Roman" pitchFamily="18" charset="0"/>
            </a:endParaRPr>
          </a:p>
          <a:p>
            <a:r>
              <a:rPr lang="x-none" altLang="zh-CN" sz="1900" dirty="0">
                <a:latin typeface="Times New Roman" pitchFamily="18" charset="0"/>
                <a:cs typeface="Times New Roman" pitchFamily="18" charset="0"/>
              </a:rPr>
              <a:t>To avoid the transponder false locking the TC subcarrier, the TC subcarrier should be in idle on status(subcarrier be modulated on carrier only when sending commands).</a:t>
            </a:r>
            <a:endParaRPr lang="zh-CN" altLang="zh-CN" sz="1900" dirty="0">
              <a:latin typeface="Times New Roman" pitchFamily="18" charset="0"/>
              <a:cs typeface="Times New Roman" pitchFamily="18" charset="0"/>
            </a:endParaRPr>
          </a:p>
          <a:p>
            <a:endParaRPr lang="zh-CN" altLang="en-US" sz="2000" dirty="0">
              <a:latin typeface="Times New Roman" pitchFamily="18" charset="0"/>
              <a:cs typeface="Times New Roman" pitchFamily="18" charset="0"/>
            </a:endParaRPr>
          </a:p>
        </p:txBody>
      </p:sp>
      <p:sp>
        <p:nvSpPr>
          <p:cNvPr id="7"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2488940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2"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3"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4"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5" name="TextBox 5"/>
          <p:cNvSpPr txBox="1">
            <a:spLocks noChangeArrowheads="1"/>
          </p:cNvSpPr>
          <p:nvPr/>
        </p:nvSpPr>
        <p:spPr bwMode="auto">
          <a:xfrm>
            <a:off x="250826" y="342900"/>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S </a:t>
            </a:r>
            <a:r>
              <a:rPr lang="en-US" altLang="zh-CN" sz="2900" dirty="0">
                <a:solidFill>
                  <a:schemeClr val="bg1"/>
                </a:solidFill>
              </a:rPr>
              <a:t>Band </a:t>
            </a:r>
            <a:r>
              <a:rPr lang="en-US" altLang="zh-CN" sz="2900" dirty="0" smtClean="0">
                <a:solidFill>
                  <a:schemeClr val="bg1"/>
                </a:solidFill>
              </a:rPr>
              <a:t>Transponder Constrains</a:t>
            </a:r>
            <a:endParaRPr lang="en-US" altLang="zh-CN" sz="2900" dirty="0">
              <a:solidFill>
                <a:schemeClr val="bg1"/>
              </a:solidFill>
            </a:endParaRPr>
          </a:p>
        </p:txBody>
      </p:sp>
      <p:sp>
        <p:nvSpPr>
          <p:cNvPr id="68616" name="Rectangle 2"/>
          <p:cNvSpPr>
            <a:spLocks noChangeArrowheads="1"/>
          </p:cNvSpPr>
          <p:nvPr/>
        </p:nvSpPr>
        <p:spPr bwMode="gray">
          <a:xfrm>
            <a:off x="0" y="-1321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7"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68618" name="矩形 6"/>
          <p:cNvSpPr>
            <a:spLocks noChangeArrowheads="1"/>
          </p:cNvSpPr>
          <p:nvPr/>
        </p:nvSpPr>
        <p:spPr bwMode="auto">
          <a:xfrm>
            <a:off x="143508" y="1005577"/>
            <a:ext cx="8856984"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lgn="l">
              <a:lnSpc>
                <a:spcPct val="150000"/>
              </a:lnSpc>
              <a:spcAft>
                <a:spcPts val="600"/>
              </a:spcAft>
              <a:buFont typeface="Wingdings" pitchFamily="2" charset="2"/>
              <a:buChar char="l"/>
            </a:pPr>
            <a:r>
              <a:rPr lang="en-US" altLang="zh-CN" sz="1600" b="1" dirty="0" smtClean="0">
                <a:solidFill>
                  <a:schemeClr val="tx1"/>
                </a:solidFill>
                <a:latin typeface="Times New Roman" pitchFamily="18" charset="0"/>
                <a:cs typeface="Times New Roman" pitchFamily="18" charset="0"/>
              </a:rPr>
              <a:t>The </a:t>
            </a:r>
            <a:r>
              <a:rPr lang="en-US" altLang="zh-CN" sz="1600" b="1" dirty="0">
                <a:solidFill>
                  <a:schemeClr val="tx1"/>
                </a:solidFill>
                <a:latin typeface="Times New Roman" pitchFamily="18" charset="0"/>
                <a:cs typeface="Times New Roman" pitchFamily="18" charset="0"/>
              </a:rPr>
              <a:t>transponder’s default status is coherent and ranging </a:t>
            </a:r>
            <a:r>
              <a:rPr lang="en-US" altLang="zh-CN" sz="1600" b="1" dirty="0" smtClean="0">
                <a:solidFill>
                  <a:schemeClr val="tx1"/>
                </a:solidFill>
                <a:latin typeface="Times New Roman" pitchFamily="18" charset="0"/>
                <a:cs typeface="Times New Roman" pitchFamily="18" charset="0"/>
              </a:rPr>
              <a:t>off, </a:t>
            </a:r>
            <a:r>
              <a:rPr lang="en-US" altLang="zh-CN" sz="1600" b="1" dirty="0">
                <a:solidFill>
                  <a:schemeClr val="tx1"/>
                </a:solidFill>
                <a:latin typeface="Times New Roman" pitchFamily="18" charset="0"/>
                <a:cs typeface="Times New Roman" pitchFamily="18" charset="0"/>
              </a:rPr>
              <a:t>the commands of coherent </a:t>
            </a:r>
            <a:r>
              <a:rPr lang="en-US" altLang="zh-CN" sz="1600" b="1" dirty="0" smtClean="0">
                <a:solidFill>
                  <a:schemeClr val="tx1"/>
                </a:solidFill>
                <a:latin typeface="Times New Roman" pitchFamily="18" charset="0"/>
                <a:cs typeface="Times New Roman" pitchFamily="18" charset="0"/>
              </a:rPr>
              <a:t>off </a:t>
            </a:r>
            <a:r>
              <a:rPr lang="en-US" altLang="zh-CN" sz="1600" b="1" dirty="0">
                <a:solidFill>
                  <a:schemeClr val="tx1"/>
                </a:solidFill>
                <a:latin typeface="Times New Roman" pitchFamily="18" charset="0"/>
                <a:cs typeface="Times New Roman" pitchFamily="18" charset="0"/>
              </a:rPr>
              <a:t>and ranging </a:t>
            </a:r>
            <a:r>
              <a:rPr lang="en-US" altLang="zh-CN" sz="1600" b="1" dirty="0" smtClean="0">
                <a:solidFill>
                  <a:schemeClr val="tx1"/>
                </a:solidFill>
                <a:latin typeface="Times New Roman" pitchFamily="18" charset="0"/>
                <a:cs typeface="Times New Roman" pitchFamily="18" charset="0"/>
              </a:rPr>
              <a:t>on </a:t>
            </a:r>
            <a:r>
              <a:rPr lang="en-US" altLang="zh-CN" sz="1600" b="1" dirty="0">
                <a:solidFill>
                  <a:schemeClr val="tx1"/>
                </a:solidFill>
                <a:latin typeface="Times New Roman" pitchFamily="18" charset="0"/>
                <a:cs typeface="Times New Roman" pitchFamily="18" charset="0"/>
              </a:rPr>
              <a:t>are forbidden without the satellite </a:t>
            </a:r>
            <a:r>
              <a:rPr lang="en-US" altLang="zh-CN" sz="1600" b="1" dirty="0" smtClean="0">
                <a:solidFill>
                  <a:schemeClr val="tx1"/>
                </a:solidFill>
                <a:latin typeface="Times New Roman" pitchFamily="18" charset="0"/>
                <a:cs typeface="Times New Roman" pitchFamily="18" charset="0"/>
              </a:rPr>
              <a:t>manufacturer </a:t>
            </a:r>
            <a:r>
              <a:rPr lang="en-US" altLang="zh-CN" sz="1600" b="1" dirty="0">
                <a:solidFill>
                  <a:schemeClr val="tx1"/>
                </a:solidFill>
                <a:latin typeface="Times New Roman" pitchFamily="18" charset="0"/>
                <a:cs typeface="Times New Roman" pitchFamily="18" charset="0"/>
              </a:rPr>
              <a:t>participating. </a:t>
            </a:r>
            <a:endParaRPr lang="en-US" altLang="zh-CN" sz="1600" b="1" dirty="0" smtClean="0">
              <a:solidFill>
                <a:schemeClr val="tx1"/>
              </a:solidFill>
              <a:latin typeface="Times New Roman" pitchFamily="18" charset="0"/>
              <a:cs typeface="Times New Roman" pitchFamily="18" charset="0"/>
            </a:endParaRPr>
          </a:p>
          <a:p>
            <a:pPr marL="358775" lvl="1" indent="-358775" algn="just">
              <a:lnSpc>
                <a:spcPct val="150000"/>
              </a:lnSpc>
              <a:spcAft>
                <a:spcPts val="1200"/>
              </a:spcAft>
              <a:buFont typeface="Wingdings" pitchFamily="2" charset="2"/>
              <a:buChar char="l"/>
            </a:pPr>
            <a:r>
              <a:rPr lang="en-US" altLang="zh-CN" sz="1600" b="1" dirty="0" smtClean="0">
                <a:latin typeface="Times New Roman" pitchFamily="18" charset="0"/>
                <a:ea typeface="Meiryo" pitchFamily="34" charset="-128"/>
                <a:cs typeface="Times New Roman" pitchFamily="18" charset="0"/>
              </a:rPr>
              <a:t>Switch </a:t>
            </a:r>
            <a:r>
              <a:rPr lang="en-US" altLang="zh-CN" sz="1600" b="1" dirty="0">
                <a:latin typeface="Times New Roman" pitchFamily="18" charset="0"/>
                <a:ea typeface="Meiryo" pitchFamily="34" charset="-128"/>
                <a:cs typeface="Times New Roman" pitchFamily="18" charset="0"/>
              </a:rPr>
              <a:t>off the transmitter or changing the transmitter is forbidden.</a:t>
            </a:r>
          </a:p>
          <a:p>
            <a:pPr marL="358775" lvl="1" indent="-358775" algn="just">
              <a:lnSpc>
                <a:spcPct val="150000"/>
              </a:lnSpc>
              <a:spcAft>
                <a:spcPts val="1200"/>
              </a:spcAft>
              <a:buFont typeface="Wingdings" pitchFamily="2" charset="2"/>
              <a:buChar char="l"/>
            </a:pPr>
            <a:r>
              <a:rPr lang="en-US" altLang="zh-CN" sz="1600" b="1" dirty="0">
                <a:latin typeface="Times New Roman" pitchFamily="18" charset="0"/>
                <a:ea typeface="Meiryo" pitchFamily="34" charset="-128"/>
                <a:cs typeface="Times New Roman" pitchFamily="18" charset="0"/>
              </a:rPr>
              <a:t> When the main transmitter failed, the transmitter should be switch to backup </a:t>
            </a:r>
            <a:r>
              <a:rPr lang="en-US" altLang="zh-CN" sz="1600" b="1" dirty="0" smtClean="0">
                <a:latin typeface="Times New Roman" pitchFamily="18" charset="0"/>
                <a:ea typeface="Meiryo" pitchFamily="34" charset="-128"/>
                <a:cs typeface="Times New Roman" pitchFamily="18" charset="0"/>
              </a:rPr>
              <a:t>transmitter on condition that getting authorization form DFH. </a:t>
            </a:r>
            <a:r>
              <a:rPr lang="en-US" altLang="zh-CN" sz="1600" b="1" dirty="0">
                <a:latin typeface="Times New Roman" pitchFamily="18" charset="0"/>
                <a:ea typeface="Meiryo" pitchFamily="34" charset="-128"/>
                <a:cs typeface="Times New Roman" pitchFamily="18" charset="0"/>
              </a:rPr>
              <a:t>It’s </a:t>
            </a:r>
            <a:r>
              <a:rPr lang="en-US" altLang="zh-CN" sz="1600" b="1" dirty="0" smtClean="0">
                <a:latin typeface="Times New Roman" pitchFamily="18" charset="0"/>
                <a:ea typeface="Meiryo" pitchFamily="34" charset="-128"/>
                <a:cs typeface="Times New Roman" pitchFamily="18" charset="0"/>
              </a:rPr>
              <a:t>required </a:t>
            </a:r>
            <a:r>
              <a:rPr lang="en-US" altLang="zh-CN" sz="1600" b="1" dirty="0">
                <a:latin typeface="Times New Roman" pitchFamily="18" charset="0"/>
                <a:ea typeface="Meiryo" pitchFamily="34" charset="-128"/>
                <a:cs typeface="Times New Roman" pitchFamily="18" charset="0"/>
              </a:rPr>
              <a:t>that firstly switch on the backup transmitter then switch off the failure </a:t>
            </a:r>
            <a:r>
              <a:rPr lang="en-US" altLang="zh-CN" sz="1600" b="1" dirty="0" smtClean="0">
                <a:latin typeface="Times New Roman" pitchFamily="18" charset="0"/>
                <a:ea typeface="Meiryo" pitchFamily="34" charset="-128"/>
                <a:cs typeface="Times New Roman" pitchFamily="18" charset="0"/>
              </a:rPr>
              <a:t>transmitter.</a:t>
            </a:r>
            <a:endParaRPr lang="en-US" altLang="zh-CN" sz="1600" b="1" dirty="0">
              <a:latin typeface="Times New Roman" pitchFamily="18" charset="0"/>
              <a:ea typeface="Meiryo" pitchFamily="34" charset="-128"/>
              <a:cs typeface="Times New Roman" pitchFamily="18" charset="0"/>
            </a:endParaRPr>
          </a:p>
          <a:p>
            <a:pPr marL="358775" lvl="1" indent="-358775" algn="just">
              <a:lnSpc>
                <a:spcPct val="150000"/>
              </a:lnSpc>
              <a:spcAft>
                <a:spcPts val="1200"/>
              </a:spcAft>
              <a:buFont typeface="Wingdings" pitchFamily="2" charset="2"/>
              <a:buChar char="l"/>
            </a:pPr>
            <a:r>
              <a:rPr lang="en-US" altLang="zh-CN" sz="1600" b="1" dirty="0">
                <a:latin typeface="Times New Roman" pitchFamily="18" charset="0"/>
                <a:ea typeface="Meiryo" pitchFamily="34" charset="-128"/>
                <a:cs typeface="Times New Roman" pitchFamily="18" charset="0"/>
              </a:rPr>
              <a:t>It’s better to avoid the two transmitters work at the same time when satellite is out of the ground station’s control.</a:t>
            </a:r>
          </a:p>
          <a:p>
            <a:pPr marL="358775" lvl="1" indent="-358775" algn="l">
              <a:lnSpc>
                <a:spcPct val="150000"/>
              </a:lnSpc>
              <a:spcAft>
                <a:spcPts val="600"/>
              </a:spcAft>
              <a:buFont typeface="Wingdings" pitchFamily="2" charset="2"/>
              <a:buChar char="l"/>
            </a:pPr>
            <a:endParaRPr lang="en-US" altLang="zh-CN" sz="1600" b="1" dirty="0">
              <a:solidFill>
                <a:schemeClr val="tx1"/>
              </a:solidFill>
              <a:latin typeface="Times New Roman" pitchFamily="18" charset="0"/>
              <a:cs typeface="Times New Roman" pitchFamily="18" charset="0"/>
            </a:endParaRPr>
          </a:p>
        </p:txBody>
      </p:sp>
      <p:sp>
        <p:nvSpPr>
          <p:cNvPr id="9"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310252433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1"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2" name="Rectangle 4"/>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3" name="TextBox 5"/>
          <p:cNvSpPr txBox="1">
            <a:spLocks noChangeArrowheads="1"/>
          </p:cNvSpPr>
          <p:nvPr/>
        </p:nvSpPr>
        <p:spPr bwMode="auto">
          <a:xfrm>
            <a:off x="204516" y="327421"/>
            <a:ext cx="8569325"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spcAft>
                <a:spcPts val="1200"/>
              </a:spcAft>
              <a:buFont typeface="Wingdings" pitchFamily="2" charset="2"/>
              <a:buChar char="p"/>
            </a:pPr>
            <a:r>
              <a:rPr lang="en-US" altLang="zh-CN" sz="2900" dirty="0" smtClean="0">
                <a:solidFill>
                  <a:schemeClr val="bg1"/>
                </a:solidFill>
              </a:rPr>
              <a:t>GPS Receiver Constrains</a:t>
            </a:r>
            <a:endParaRPr lang="en-US" altLang="zh-CN" sz="2900" dirty="0">
              <a:solidFill>
                <a:schemeClr val="bg1"/>
              </a:solidFill>
            </a:endParaRPr>
          </a:p>
        </p:txBody>
      </p:sp>
      <p:sp>
        <p:nvSpPr>
          <p:cNvPr id="70665" name="Rectangle 2"/>
          <p:cNvSpPr>
            <a:spLocks noChangeArrowheads="1"/>
          </p:cNvSpPr>
          <p:nvPr/>
        </p:nvSpPr>
        <p:spPr bwMode="gray">
          <a:xfrm>
            <a:off x="0" y="-184666"/>
            <a:ext cx="184731"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rotWithShape="0">
                    <a:schemeClr val="bg2">
                      <a:alpha val="50000"/>
                    </a:schemeClr>
                  </a:outerShdw>
                </a:effectLst>
              </a14:hiddenEffects>
            </a:ext>
          </a:extLst>
        </p:spPr>
        <p:txBody>
          <a:bodyPr wrap="none" anchor="ctr">
            <a:spAutoFit/>
          </a:bodyPr>
          <a:lstStyle/>
          <a:p>
            <a:endParaRPr lang="zh-CN" altLang="en-US"/>
          </a:p>
        </p:txBody>
      </p:sp>
      <p:sp>
        <p:nvSpPr>
          <p:cNvPr id="70666" name="矩形 6"/>
          <p:cNvSpPr>
            <a:spLocks noChangeArrowheads="1"/>
          </p:cNvSpPr>
          <p:nvPr/>
        </p:nvSpPr>
        <p:spPr bwMode="auto">
          <a:xfrm>
            <a:off x="611188" y="1005576"/>
            <a:ext cx="8162652"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58775" lvl="1" indent="-358775">
              <a:spcAft>
                <a:spcPts val="1200"/>
              </a:spcAft>
              <a:buFont typeface="Wingdings" pitchFamily="2" charset="2"/>
              <a:buChar char="l"/>
            </a:pPr>
            <a:r>
              <a:rPr lang="en-US" altLang="zh-CN" sz="2000" b="1" dirty="0" smtClean="0">
                <a:solidFill>
                  <a:schemeClr val="tx1"/>
                </a:solidFill>
                <a:latin typeface="Times New Roman" pitchFamily="18" charset="0"/>
                <a:cs typeface="Times New Roman" pitchFamily="18" charset="0"/>
              </a:rPr>
              <a:t>It is forbidden that two GPS </a:t>
            </a:r>
            <a:r>
              <a:rPr lang="en-US" altLang="zh-CN" sz="2000" b="1" dirty="0">
                <a:solidFill>
                  <a:schemeClr val="tx1"/>
                </a:solidFill>
                <a:latin typeface="Times New Roman" pitchFamily="18" charset="0"/>
                <a:cs typeface="Times New Roman" pitchFamily="18" charset="0"/>
              </a:rPr>
              <a:t>receivers </a:t>
            </a:r>
            <a:r>
              <a:rPr lang="en-US" altLang="zh-CN" sz="2000" b="1" dirty="0" smtClean="0">
                <a:latin typeface="Times New Roman" pitchFamily="18" charset="0"/>
                <a:cs typeface="Times New Roman" pitchFamily="18" charset="0"/>
              </a:rPr>
              <a:t>work </a:t>
            </a:r>
            <a:r>
              <a:rPr lang="en-US" altLang="zh-CN" sz="2000" b="1" dirty="0" smtClean="0">
                <a:solidFill>
                  <a:schemeClr val="tx1"/>
                </a:solidFill>
                <a:latin typeface="Times New Roman" pitchFamily="18" charset="0"/>
                <a:cs typeface="Times New Roman" pitchFamily="18" charset="0"/>
              </a:rPr>
              <a:t>at </a:t>
            </a:r>
            <a:r>
              <a:rPr lang="en-US" altLang="zh-CN" sz="2000" b="1" dirty="0">
                <a:solidFill>
                  <a:schemeClr val="tx1"/>
                </a:solidFill>
                <a:latin typeface="Times New Roman" pitchFamily="18" charset="0"/>
                <a:cs typeface="Times New Roman" pitchFamily="18" charset="0"/>
              </a:rPr>
              <a:t>the same time. </a:t>
            </a:r>
            <a:r>
              <a:rPr lang="en-US" altLang="zh-CN" sz="2000" b="1" dirty="0" smtClean="0">
                <a:solidFill>
                  <a:schemeClr val="tx1"/>
                </a:solidFill>
                <a:latin typeface="Times New Roman" pitchFamily="18" charset="0"/>
                <a:cs typeface="Times New Roman" pitchFamily="18" charset="0"/>
              </a:rPr>
              <a:t>Because two </a:t>
            </a:r>
            <a:r>
              <a:rPr lang="en-US" altLang="zh-CN" sz="2000" b="1" dirty="0">
                <a:solidFill>
                  <a:schemeClr val="tx1"/>
                </a:solidFill>
                <a:latin typeface="Times New Roman" pitchFamily="18" charset="0"/>
                <a:cs typeface="Times New Roman" pitchFamily="18" charset="0"/>
              </a:rPr>
              <a:t>GPS receivers have the same CAN bus communication </a:t>
            </a:r>
            <a:r>
              <a:rPr lang="en-US" altLang="zh-CN" sz="2000" b="1" dirty="0" smtClean="0">
                <a:solidFill>
                  <a:schemeClr val="tx1"/>
                </a:solidFill>
                <a:latin typeface="Times New Roman" pitchFamily="18" charset="0"/>
                <a:cs typeface="Times New Roman" pitchFamily="18" charset="0"/>
              </a:rPr>
              <a:t>address</a:t>
            </a:r>
            <a:r>
              <a:rPr lang="en-US" altLang="zh-CN" sz="2000" b="1" dirty="0" smtClean="0">
                <a:latin typeface="Times New Roman" pitchFamily="18" charset="0"/>
                <a:cs typeface="Times New Roman" pitchFamily="18" charset="0"/>
              </a:rPr>
              <a:t>, so the </a:t>
            </a:r>
            <a:r>
              <a:rPr lang="en-US" altLang="zh-CN" sz="2000" b="1" dirty="0">
                <a:latin typeface="Times New Roman" pitchFamily="18" charset="0"/>
                <a:cs typeface="Times New Roman" pitchFamily="18" charset="0"/>
              </a:rPr>
              <a:t>CAN bus communication would be </a:t>
            </a:r>
            <a:r>
              <a:rPr lang="en-US" altLang="zh-CN" sz="2000" b="1" dirty="0" smtClean="0">
                <a:latin typeface="Times New Roman" pitchFamily="18" charset="0"/>
                <a:cs typeface="Times New Roman" pitchFamily="18" charset="0"/>
              </a:rPr>
              <a:t>confused.</a:t>
            </a:r>
          </a:p>
          <a:p>
            <a:pPr marL="358775" lvl="1" indent="-358775">
              <a:spcAft>
                <a:spcPts val="1200"/>
              </a:spcAft>
              <a:buFont typeface="Wingdings" pitchFamily="2" charset="2"/>
              <a:buChar char="l"/>
            </a:pPr>
            <a:r>
              <a:rPr lang="en-US" altLang="zh-CN" sz="2000" b="1" dirty="0" smtClean="0">
                <a:latin typeface="Times New Roman" pitchFamily="18" charset="0"/>
                <a:cs typeface="Times New Roman" pitchFamily="18" charset="0"/>
              </a:rPr>
              <a:t>Checking the telemetry </a:t>
            </a:r>
            <a:r>
              <a:rPr lang="en-US" altLang="zh-CN" sz="2000" b="1" dirty="0">
                <a:latin typeface="Times New Roman" pitchFamily="18" charset="0"/>
                <a:cs typeface="Times New Roman" pitchFamily="18" charset="0"/>
              </a:rPr>
              <a:t>of </a:t>
            </a:r>
            <a:r>
              <a:rPr lang="en-US" altLang="zh-CN" sz="2000" b="1" dirty="0" smtClean="0">
                <a:latin typeface="Times New Roman" pitchFamily="18" charset="0"/>
                <a:cs typeface="Times New Roman" pitchFamily="18" charset="0"/>
              </a:rPr>
              <a:t>receiver to make sure which </a:t>
            </a:r>
            <a:r>
              <a:rPr lang="en-US" altLang="zh-CN" sz="2000" b="1" dirty="0">
                <a:latin typeface="Times New Roman" pitchFamily="18" charset="0"/>
                <a:cs typeface="Times New Roman" pitchFamily="18" charset="0"/>
              </a:rPr>
              <a:t>GPS receivers </a:t>
            </a:r>
            <a:r>
              <a:rPr lang="en-US" altLang="zh-CN" sz="2000" b="1" dirty="0" smtClean="0">
                <a:latin typeface="Times New Roman" pitchFamily="18" charset="0"/>
                <a:cs typeface="Times New Roman" pitchFamily="18" charset="0"/>
              </a:rPr>
              <a:t>is switching on.</a:t>
            </a:r>
            <a:endParaRPr lang="en-US" altLang="zh-CN" sz="2000" b="1" dirty="0">
              <a:solidFill>
                <a:schemeClr val="tx1"/>
              </a:solidFill>
              <a:latin typeface="Times New Roman" pitchFamily="18" charset="0"/>
              <a:cs typeface="Times New Roman" pitchFamily="18" charset="0"/>
            </a:endParaRPr>
          </a:p>
        </p:txBody>
      </p:sp>
      <p:graphicFrame>
        <p:nvGraphicFramePr>
          <p:cNvPr id="11" name="表格 10"/>
          <p:cNvGraphicFramePr>
            <a:graphicFrameLocks noGrp="1"/>
          </p:cNvGraphicFramePr>
          <p:nvPr>
            <p:extLst>
              <p:ext uri="{D42A27DB-BD31-4B8C-83A1-F6EECF244321}">
                <p14:modId xmlns:p14="http://schemas.microsoft.com/office/powerpoint/2010/main" val="1850346296"/>
              </p:ext>
            </p:extLst>
          </p:nvPr>
        </p:nvGraphicFramePr>
        <p:xfrm>
          <a:off x="323054" y="3000379"/>
          <a:ext cx="8463788" cy="1660935"/>
        </p:xfrm>
        <a:graphic>
          <a:graphicData uri="http://schemas.openxmlformats.org/drawingml/2006/table">
            <a:tbl>
              <a:tblPr firstRow="1" firstCol="1" bandRow="1" bandCol="1">
                <a:tableStyleId>{5C22544A-7EE6-4342-B048-85BDC9FD1C3A}</a:tableStyleId>
              </a:tblPr>
              <a:tblGrid>
                <a:gridCol w="735409"/>
                <a:gridCol w="1119844"/>
                <a:gridCol w="2472852"/>
                <a:gridCol w="869230"/>
                <a:gridCol w="1527390"/>
                <a:gridCol w="1739063"/>
              </a:tblGrid>
              <a:tr h="604832">
                <a:tc>
                  <a:txBody>
                    <a:bodyPr/>
                    <a:lstStyle/>
                    <a:p>
                      <a:pPr algn="ctr">
                        <a:lnSpc>
                          <a:spcPct val="115000"/>
                        </a:lnSpc>
                        <a:spcAft>
                          <a:spcPts val="0"/>
                        </a:spcAft>
                      </a:pPr>
                      <a:r>
                        <a:rPr lang="en-US" sz="1400" cap="all" dirty="0">
                          <a:effectLst/>
                          <a:latin typeface="Times New Roman" pitchFamily="18" charset="0"/>
                          <a:cs typeface="Times New Roman" pitchFamily="18" charset="0"/>
                        </a:rPr>
                        <a:t>No.</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algn="ctr" defTabSz="914400" rtl="0" eaLnBrk="1" latinLnBrk="0" hangingPunct="1">
                        <a:lnSpc>
                          <a:spcPct val="115000"/>
                        </a:lnSpc>
                        <a:spcAft>
                          <a:spcPts val="0"/>
                        </a:spcAft>
                      </a:pPr>
                      <a:r>
                        <a:rPr lang="en-US" altLang="zh-CN" sz="1400" b="1" kern="1200" dirty="0" smtClean="0">
                          <a:solidFill>
                            <a:schemeClr val="lt1"/>
                          </a:solidFill>
                          <a:effectLst/>
                          <a:latin typeface="Times New Roman" pitchFamily="18" charset="0"/>
                          <a:ea typeface="+mn-ea"/>
                          <a:cs typeface="Times New Roman" pitchFamily="18" charset="0"/>
                        </a:rPr>
                        <a:t>status</a:t>
                      </a:r>
                      <a:endParaRPr lang="zh-CN" altLang="en-US" sz="1400" b="1" kern="1200" dirty="0">
                        <a:solidFill>
                          <a:schemeClr val="lt1"/>
                        </a:solidFill>
                        <a:effectLst/>
                        <a:latin typeface="Times New Roman" pitchFamily="18" charset="0"/>
                        <a:ea typeface="+mn-ea"/>
                        <a:cs typeface="Times New Roman" pitchFamily="18" charset="0"/>
                      </a:endParaRPr>
                    </a:p>
                  </a:txBody>
                  <a:tcPr marL="68574" marR="68574"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TM Name</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Data Type</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Times New Roman" pitchFamily="18" charset="0"/>
                          <a:cs typeface="Times New Roman" pitchFamily="18" charset="0"/>
                        </a:rPr>
                        <a:t>U</a:t>
                      </a:r>
                      <a:r>
                        <a:rPr lang="en-US" sz="1400" kern="100" dirty="0" smtClean="0">
                          <a:effectLst/>
                          <a:latin typeface="Times New Roman" pitchFamily="18" charset="0"/>
                          <a:cs typeface="Times New Roman" pitchFamily="18" charset="0"/>
                        </a:rPr>
                        <a:t>TM number</a:t>
                      </a:r>
                      <a:endParaRPr lang="zh-CN" altLang="en-US" sz="1400" kern="100" dirty="0" smtClean="0">
                        <a:effectLst/>
                        <a:latin typeface="Times New Roman" pitchFamily="18" charset="0"/>
                        <a:ea typeface="+mn-ea"/>
                        <a:cs typeface="Times New Roman" pitchFamily="18" charset="0"/>
                      </a:endParaRPr>
                    </a:p>
                  </a:txBody>
                  <a:tcPr marL="68574" marR="68574" marT="0" marB="0" anchor="ctr"/>
                </a:tc>
                <a:tc>
                  <a:txBody>
                    <a:bodyPr/>
                    <a:lstStyle/>
                    <a:p>
                      <a:pPr algn="ctr">
                        <a:lnSpc>
                          <a:spcPct val="115000"/>
                        </a:lnSpc>
                        <a:spcAft>
                          <a:spcPts val="0"/>
                        </a:spcAft>
                      </a:pPr>
                      <a:r>
                        <a:rPr lang="en-US" sz="1400" dirty="0">
                          <a:effectLst/>
                          <a:latin typeface="Times New Roman" pitchFamily="18" charset="0"/>
                          <a:cs typeface="Times New Roman" pitchFamily="18" charset="0"/>
                        </a:rPr>
                        <a:t>Normal Value</a:t>
                      </a:r>
                      <a:endParaRPr lang="zh-CN" sz="1400" dirty="0">
                        <a:effectLst/>
                        <a:latin typeface="Times New Roman" pitchFamily="18" charset="0"/>
                        <a:ea typeface="宋体"/>
                        <a:cs typeface="Times New Roman" pitchFamily="18" charset="0"/>
                      </a:endParaRPr>
                    </a:p>
                  </a:txBody>
                  <a:tcPr marL="68574" marR="68574" marT="0" marB="0" anchor="ctr"/>
                </a:tc>
              </a:tr>
              <a:tr h="451271">
                <a:tc>
                  <a:txBody>
                    <a:bodyPr/>
                    <a:lstStyle/>
                    <a:p>
                      <a:pPr marL="0" lvl="0" indent="0" algn="ctr" fontAlgn="base">
                        <a:lnSpc>
                          <a:spcPct val="115000"/>
                        </a:lnSpc>
                        <a:spcAft>
                          <a:spcPts val="0"/>
                        </a:spcAft>
                        <a:buFont typeface="+mj-lt"/>
                        <a:buNone/>
                        <a:tabLst>
                          <a:tab pos="266700" algn="l"/>
                        </a:tabLst>
                      </a:pPr>
                      <a:r>
                        <a:rPr lang="en-US" sz="1400" dirty="0" smtClean="0">
                          <a:effectLst/>
                          <a:latin typeface="Times New Roman" pitchFamily="18" charset="0"/>
                          <a:cs typeface="Times New Roman" pitchFamily="18" charset="0"/>
                        </a:rPr>
                        <a:t>1</a:t>
                      </a:r>
                      <a:r>
                        <a:rPr lang="en-US" sz="1400" dirty="0">
                          <a:effectLst/>
                          <a:latin typeface="Times New Roman" pitchFamily="18" charset="0"/>
                          <a:cs typeface="Times New Roman" pitchFamily="18" charset="0"/>
                        </a:rPr>
                        <a:t> </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r>
                        <a:rPr lang="en-US" altLang="zh-CN" sz="1400" kern="1200" dirty="0" smtClean="0">
                          <a:solidFill>
                            <a:schemeClr val="dk1"/>
                          </a:solidFill>
                          <a:effectLst/>
                          <a:latin typeface="Times New Roman" pitchFamily="18" charset="0"/>
                          <a:ea typeface="+mn-ea"/>
                          <a:cs typeface="Times New Roman" pitchFamily="18" charset="0"/>
                        </a:rPr>
                        <a:t>A on B off</a:t>
                      </a:r>
                      <a:endParaRPr lang="zh-CN" altLang="en-US" sz="1400" kern="1200" dirty="0">
                        <a:solidFill>
                          <a:schemeClr val="dk1"/>
                        </a:solidFill>
                        <a:effectLst/>
                        <a:latin typeface="Times New Roman" pitchFamily="18" charset="0"/>
                        <a:ea typeface="+mn-ea"/>
                        <a:cs typeface="Times New Roman" pitchFamily="18" charset="0"/>
                      </a:endParaRPr>
                    </a:p>
                  </a:txBody>
                  <a:tcPr marL="68574" marR="68574"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dk1"/>
                          </a:solidFill>
                          <a:latin typeface="+mn-lt"/>
                          <a:ea typeface="+mn-ea"/>
                          <a:cs typeface="+mn-cs"/>
                        </a:rPr>
                        <a:t>GPS receiver</a:t>
                      </a:r>
                      <a:r>
                        <a:rPr lang="en-US" sz="1400" kern="1200" baseline="0" dirty="0" smtClean="0">
                          <a:solidFill>
                            <a:schemeClr val="dk1"/>
                          </a:solidFill>
                          <a:latin typeface="+mn-lt"/>
                          <a:ea typeface="+mn-ea"/>
                          <a:cs typeface="+mn-cs"/>
                        </a:rPr>
                        <a:t>  A/B status</a:t>
                      </a:r>
                      <a:endParaRPr lang="en-US" altLang="zh-CN" sz="1400" kern="1200" dirty="0" smtClean="0">
                        <a:solidFill>
                          <a:schemeClr val="dk1"/>
                        </a:solidFill>
                        <a:effectLst/>
                        <a:latin typeface="Times New Roman" pitchFamily="18" charset="0"/>
                        <a:ea typeface="+mn-ea"/>
                        <a:cs typeface="Times New Roman" pitchFamily="18" charset="0"/>
                      </a:endParaRPr>
                    </a:p>
                  </a:txBody>
                  <a:tcPr marL="68574" marR="68574" marT="0" marB="0" anchor="ctr"/>
                </a:tc>
                <a:tc>
                  <a:txBody>
                    <a:bodyPr/>
                    <a:lstStyle/>
                    <a:p>
                      <a:pPr algn="ctr" eaLnBrk="0" hangingPunct="0">
                        <a:lnSpc>
                          <a:spcPct val="115000"/>
                        </a:lnSpc>
                        <a:spcAft>
                          <a:spcPts val="0"/>
                        </a:spcAft>
                      </a:pPr>
                      <a:r>
                        <a:rPr lang="en-US" sz="1400" dirty="0" smtClean="0">
                          <a:effectLst/>
                          <a:latin typeface="Times New Roman" pitchFamily="18" charset="0"/>
                          <a:cs typeface="Times New Roman" pitchFamily="18" charset="0"/>
                        </a:rPr>
                        <a:t>BL</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algn="ctr">
                        <a:lnSpc>
                          <a:spcPct val="115000"/>
                        </a:lnSpc>
                        <a:spcAft>
                          <a:spcPts val="0"/>
                        </a:spcAft>
                      </a:pPr>
                      <a:r>
                        <a:rPr lang="en-US" altLang="zh-CN" sz="1400" dirty="0" smtClean="0">
                          <a:effectLst/>
                          <a:latin typeface="Times New Roman" pitchFamily="18" charset="0"/>
                          <a:ea typeface="宋体"/>
                          <a:cs typeface="Times New Roman" pitchFamily="18" charset="0"/>
                        </a:rPr>
                        <a:t>GS004</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dirty="0" smtClean="0">
                          <a:effectLst/>
                          <a:latin typeface="Times New Roman" pitchFamily="18" charset="0"/>
                          <a:ea typeface="宋体"/>
                          <a:cs typeface="Times New Roman" pitchFamily="18" charset="0"/>
                        </a:rPr>
                        <a:t>0</a:t>
                      </a:r>
                      <a:endParaRPr lang="zh-CN" sz="1400" dirty="0">
                        <a:effectLst/>
                        <a:latin typeface="Times New Roman" pitchFamily="18" charset="0"/>
                        <a:ea typeface="宋体"/>
                        <a:cs typeface="Times New Roman" pitchFamily="18" charset="0"/>
                      </a:endParaRPr>
                    </a:p>
                  </a:txBody>
                  <a:tcPr marL="68574" marR="68574" marT="0" marB="0" anchor="ctr"/>
                </a:tc>
              </a:tr>
              <a:tr h="604832">
                <a:tc>
                  <a:txBody>
                    <a:bodyPr/>
                    <a:lstStyle/>
                    <a:p>
                      <a:pPr marL="0" marR="0" lvl="0" indent="0" algn="ctr" defTabSz="914400" rtl="0" eaLnBrk="1" fontAlgn="base" latinLnBrk="0" hangingPunct="1">
                        <a:lnSpc>
                          <a:spcPct val="115000"/>
                        </a:lnSpc>
                        <a:spcBef>
                          <a:spcPts val="0"/>
                        </a:spcBef>
                        <a:spcAft>
                          <a:spcPts val="0"/>
                        </a:spcAft>
                        <a:buClrTx/>
                        <a:buSzTx/>
                        <a:buFont typeface="+mj-lt"/>
                        <a:buNone/>
                        <a:tabLst>
                          <a:tab pos="266700" algn="l"/>
                        </a:tabLst>
                        <a:defRPr/>
                      </a:pPr>
                      <a:r>
                        <a:rPr lang="en-US" altLang="zh-CN" sz="1400" dirty="0" smtClean="0">
                          <a:effectLst/>
                          <a:latin typeface="Times New Roman" pitchFamily="18" charset="0"/>
                          <a:ea typeface="+mn-ea"/>
                          <a:cs typeface="Times New Roman" pitchFamily="18" charset="0"/>
                        </a:rPr>
                        <a:t>2</a:t>
                      </a:r>
                      <a:endParaRPr lang="zh-CN" altLang="zh-CN" sz="1400" dirty="0" smtClean="0">
                        <a:effectLst/>
                        <a:latin typeface="Times New Roman" pitchFamily="18" charset="0"/>
                        <a:ea typeface="+mn-ea"/>
                        <a:cs typeface="Times New Roman" pitchFamily="18" charset="0"/>
                      </a:endParaRPr>
                    </a:p>
                    <a:p>
                      <a:pPr marL="0" lvl="0" indent="0" algn="ctr" fontAlgn="base">
                        <a:lnSpc>
                          <a:spcPct val="115000"/>
                        </a:lnSpc>
                        <a:spcAft>
                          <a:spcPts val="0"/>
                        </a:spcAft>
                        <a:buFont typeface="+mj-lt"/>
                        <a:buNone/>
                        <a:tabLst>
                          <a:tab pos="266700" algn="l"/>
                        </a:tabLst>
                      </a:pP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smtClean="0">
                          <a:solidFill>
                            <a:schemeClr val="dk1"/>
                          </a:solidFill>
                          <a:effectLst/>
                          <a:latin typeface="Times New Roman" pitchFamily="18" charset="0"/>
                          <a:ea typeface="+mn-ea"/>
                          <a:cs typeface="Times New Roman" pitchFamily="18" charset="0"/>
                        </a:rPr>
                        <a:t>B on A off</a:t>
                      </a:r>
                      <a:endParaRPr lang="zh-CN" altLang="en-US" sz="1400" kern="1200" dirty="0">
                        <a:solidFill>
                          <a:schemeClr val="dk1"/>
                        </a:solidFill>
                        <a:effectLst/>
                        <a:latin typeface="Times New Roman" pitchFamily="18" charset="0"/>
                        <a:ea typeface="+mn-ea"/>
                        <a:cs typeface="Times New Roman" pitchFamily="18" charset="0"/>
                      </a:endParaRPr>
                    </a:p>
                  </a:txBody>
                  <a:tcPr marL="68574" marR="68574" marT="0" marB="0" anchor="ctr"/>
                </a:tc>
                <a:tc>
                  <a:txBody>
                    <a:bodyPr/>
                    <a:lstStyle/>
                    <a:p>
                      <a:pPr marL="0" marR="635" indent="0" algn="ctr" defTabSz="914400" rtl="0" eaLnBrk="1" fontAlgn="auto" latinLnBrk="0" hangingPunct="1">
                        <a:lnSpc>
                          <a:spcPct val="115000"/>
                        </a:lnSpc>
                        <a:spcBef>
                          <a:spcPts val="0"/>
                        </a:spcBef>
                        <a:spcAft>
                          <a:spcPts val="0"/>
                        </a:spcAft>
                        <a:buClrTx/>
                        <a:buSzTx/>
                        <a:buFontTx/>
                        <a:buNone/>
                        <a:tabLst/>
                        <a:defRPr/>
                      </a:pPr>
                      <a:r>
                        <a:rPr lang="en-US" sz="1400" kern="1200" dirty="0" smtClean="0">
                          <a:solidFill>
                            <a:schemeClr val="dk1"/>
                          </a:solidFill>
                          <a:latin typeface="+mn-lt"/>
                          <a:ea typeface="+mn-ea"/>
                          <a:cs typeface="+mn-cs"/>
                        </a:rPr>
                        <a:t>GPS receiver</a:t>
                      </a:r>
                      <a:r>
                        <a:rPr lang="en-US" sz="1400" kern="1200" baseline="0" dirty="0" smtClean="0">
                          <a:solidFill>
                            <a:schemeClr val="dk1"/>
                          </a:solidFill>
                          <a:latin typeface="+mn-lt"/>
                          <a:ea typeface="+mn-ea"/>
                          <a:cs typeface="+mn-cs"/>
                        </a:rPr>
                        <a:t>  A/B status</a:t>
                      </a:r>
                      <a:endParaRPr lang="en-US" sz="1400" dirty="0" smtClean="0">
                        <a:effectLst/>
                        <a:latin typeface="Times New Roman" pitchFamily="18" charset="0"/>
                        <a:cs typeface="Times New Roman" pitchFamily="18" charset="0"/>
                      </a:endParaRPr>
                    </a:p>
                  </a:txBody>
                  <a:tcPr marL="68574" marR="68574" marT="0" marB="0" anchor="ctr"/>
                </a:tc>
                <a:tc>
                  <a:txBody>
                    <a:bodyPr/>
                    <a:lstStyle/>
                    <a:p>
                      <a:pPr algn="ctr" eaLnBrk="0" hangingPunct="0">
                        <a:lnSpc>
                          <a:spcPct val="115000"/>
                        </a:lnSpc>
                        <a:spcAft>
                          <a:spcPts val="0"/>
                        </a:spcAft>
                      </a:pPr>
                      <a:r>
                        <a:rPr lang="en-US" altLang="zh-CN" sz="1400" dirty="0" smtClean="0">
                          <a:effectLst/>
                          <a:latin typeface="Times New Roman" pitchFamily="18" charset="0"/>
                          <a:ea typeface="宋体"/>
                          <a:cs typeface="Times New Roman" pitchFamily="18" charset="0"/>
                        </a:rPr>
                        <a:t>BL</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algn="ctr">
                        <a:lnSpc>
                          <a:spcPct val="115000"/>
                        </a:lnSpc>
                        <a:spcAft>
                          <a:spcPts val="0"/>
                        </a:spcAft>
                      </a:pPr>
                      <a:r>
                        <a:rPr lang="en-US" altLang="zh-CN" sz="1400" dirty="0" smtClean="0">
                          <a:effectLst/>
                          <a:latin typeface="Times New Roman" pitchFamily="18" charset="0"/>
                          <a:ea typeface="宋体"/>
                          <a:cs typeface="Times New Roman" pitchFamily="18" charset="0"/>
                        </a:rPr>
                        <a:t>GS004</a:t>
                      </a:r>
                      <a:endParaRPr lang="zh-CN" sz="1400" dirty="0">
                        <a:effectLst/>
                        <a:latin typeface="Times New Roman" pitchFamily="18" charset="0"/>
                        <a:ea typeface="宋体"/>
                        <a:cs typeface="Times New Roman" pitchFamily="18" charset="0"/>
                      </a:endParaRPr>
                    </a:p>
                  </a:txBody>
                  <a:tcPr marL="68574" marR="68574" marT="0" marB="0" anchor="ctr"/>
                </a:tc>
                <a:tc>
                  <a:txBody>
                    <a:bodyPr/>
                    <a:lstStyle/>
                    <a:p>
                      <a:pPr marL="0" marR="0" indent="0" algn="l" defTabSz="914400" rtl="0" eaLnBrk="1" fontAlgn="auto" latinLnBrk="0" hangingPunct="1">
                        <a:lnSpc>
                          <a:spcPct val="115000"/>
                        </a:lnSpc>
                        <a:spcBef>
                          <a:spcPts val="0"/>
                        </a:spcBef>
                        <a:spcAft>
                          <a:spcPts val="0"/>
                        </a:spcAft>
                        <a:buClrTx/>
                        <a:buSzTx/>
                        <a:buFontTx/>
                        <a:buNone/>
                        <a:tabLst/>
                        <a:defRPr/>
                      </a:pPr>
                      <a:r>
                        <a:rPr lang="en-US" altLang="zh-CN" sz="1400" dirty="0" smtClean="0">
                          <a:effectLst/>
                          <a:latin typeface="Times New Roman" pitchFamily="18" charset="0"/>
                          <a:ea typeface="宋体"/>
                          <a:cs typeface="Times New Roman" pitchFamily="18" charset="0"/>
                        </a:rPr>
                        <a:t>1</a:t>
                      </a:r>
                      <a:endParaRPr lang="zh-CN" sz="1400" dirty="0">
                        <a:effectLst/>
                        <a:latin typeface="Times New Roman" pitchFamily="18" charset="0"/>
                        <a:ea typeface="宋体"/>
                        <a:cs typeface="Times New Roman" pitchFamily="18" charset="0"/>
                      </a:endParaRPr>
                    </a:p>
                  </a:txBody>
                  <a:tcPr marL="68574" marR="68574" marT="0" marB="0" anchor="ctr"/>
                </a:tc>
              </a:tr>
            </a:tbl>
          </a:graphicData>
        </a:graphic>
      </p:graphicFrame>
      <p:sp>
        <p:nvSpPr>
          <p:cNvPr id="9" name="页脚占位符 3"/>
          <p:cNvSpPr>
            <a:spLocks noGrp="1"/>
          </p:cNvSpPr>
          <p:nvPr>
            <p:ph type="ftr" sz="quarter" idx="11"/>
          </p:nvPr>
        </p:nvSpPr>
        <p:spPr>
          <a:xfrm>
            <a:off x="971600" y="5007166"/>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5004785"/>
            <a:ext cx="802432" cy="273844"/>
          </a:xfrm>
        </p:spPr>
        <p:txBody>
          <a:body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27</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20425135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en-US" altLang="zh-CN" dirty="0" smtClean="0"/>
              <a:t>Content</a:t>
            </a:r>
            <a:endParaRPr lang="zh-CN" altLang="en-US" dirty="0"/>
          </a:p>
        </p:txBody>
      </p:sp>
      <p:sp>
        <p:nvSpPr>
          <p:cNvPr id="10" name="页脚占位符 3"/>
          <p:cNvSpPr>
            <a:spLocks noGrp="1"/>
          </p:cNvSpPr>
          <p:nvPr>
            <p:ph type="ftr" sz="quarter" idx="11"/>
          </p:nvPr>
        </p:nvSpPr>
        <p:spPr>
          <a:xfrm>
            <a:off x="971600" y="4876105"/>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873725"/>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graphicFrame>
        <p:nvGraphicFramePr>
          <p:cNvPr id="6" name="图示 5"/>
          <p:cNvGraphicFramePr/>
          <p:nvPr>
            <p:extLst>
              <p:ext uri="{D42A27DB-BD31-4B8C-83A1-F6EECF244321}">
                <p14:modId xmlns:p14="http://schemas.microsoft.com/office/powerpoint/2010/main" val="1096610105"/>
              </p:ext>
            </p:extLst>
          </p:nvPr>
        </p:nvGraphicFramePr>
        <p:xfrm>
          <a:off x="1187624" y="910816"/>
          <a:ext cx="7200800" cy="39831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
          <p:cNvSpPr>
            <a:spLocks noGrp="1"/>
          </p:cNvSpPr>
          <p:nvPr>
            <p:ph type="title"/>
          </p:nvPr>
        </p:nvSpPr>
        <p:spPr/>
        <p:txBody>
          <a:bodyPr>
            <a:normAutofit/>
          </a:bodyPr>
          <a:lstStyle/>
          <a:p>
            <a:pPr lvl="0"/>
            <a:r>
              <a:rPr lang="en-US" dirty="0" smtClean="0"/>
              <a:t>6 </a:t>
            </a:r>
            <a:r>
              <a:rPr lang="en-US" altLang="zh-CN" dirty="0"/>
              <a:t>Manual Procedure</a:t>
            </a:r>
            <a:endParaRPr lang="zh-CN" altLang="zh-CN" dirty="0"/>
          </a:p>
        </p:txBody>
      </p:sp>
      <p:sp>
        <p:nvSpPr>
          <p:cNvPr id="10" name="内容占位符 9"/>
          <p:cNvSpPr>
            <a:spLocks noGrp="1"/>
          </p:cNvSpPr>
          <p:nvPr>
            <p:ph idx="1"/>
          </p:nvPr>
        </p:nvSpPr>
        <p:spPr>
          <a:xfrm>
            <a:off x="467544" y="1167594"/>
            <a:ext cx="8033546" cy="3332982"/>
          </a:xfrm>
        </p:spPr>
        <p:txBody>
          <a:bodyPr>
            <a:normAutofit fontScale="92500"/>
          </a:bodyPr>
          <a:lstStyle/>
          <a:p>
            <a:pPr algn="just"/>
            <a:r>
              <a:rPr lang="en-US" altLang="zh-CN" sz="2000" dirty="0">
                <a:latin typeface="Times New Roman" pitchFamily="18" charset="0"/>
                <a:cs typeface="Times New Roman" pitchFamily="18" charset="0"/>
              </a:rPr>
              <a:t>TT&amp;C subsystem perform tracking and capturing the satellite, if the telemetry of TT&amp;C is in normal range, no operation should be done. </a:t>
            </a:r>
          </a:p>
          <a:p>
            <a:pPr algn="just"/>
            <a:r>
              <a:rPr lang="en-US" altLang="zh-CN" sz="2000" dirty="0">
                <a:latin typeface="Times New Roman" pitchFamily="18" charset="0"/>
                <a:cs typeface="Times New Roman" pitchFamily="18" charset="0"/>
              </a:rPr>
              <a:t>If there any telemetry of TT&amp;C is out of the normal range , must take measures according to the situation </a:t>
            </a:r>
            <a:r>
              <a:rPr lang="en-US" altLang="zh-CN" sz="2000" dirty="0" smtClean="0">
                <a:latin typeface="Times New Roman" pitchFamily="18" charset="0"/>
                <a:cs typeface="Times New Roman" pitchFamily="18" charset="0"/>
              </a:rPr>
              <a:t>and ask for </a:t>
            </a:r>
            <a:r>
              <a:rPr lang="en-US" altLang="zh-CN" sz="2000" dirty="0">
                <a:latin typeface="Times New Roman" pitchFamily="18" charset="0"/>
                <a:cs typeface="Times New Roman" pitchFamily="18" charset="0"/>
              </a:rPr>
              <a:t>engineering support.</a:t>
            </a:r>
          </a:p>
          <a:p>
            <a:pPr algn="just"/>
            <a:r>
              <a:rPr lang="en-US" altLang="zh-CN" sz="2000" dirty="0">
                <a:latin typeface="Times New Roman" pitchFamily="18" charset="0"/>
                <a:cs typeface="Times New Roman" pitchFamily="18" charset="0"/>
              </a:rPr>
              <a:t>The Manual Procedure of </a:t>
            </a:r>
            <a:r>
              <a:rPr lang="en-US" altLang="zh-CN" sz="2000" dirty="0" smtClean="0">
                <a:latin typeface="Times New Roman" pitchFamily="18" charset="0"/>
                <a:cs typeface="Times New Roman" pitchFamily="18" charset="0"/>
              </a:rPr>
              <a:t>ETRSS-1 </a:t>
            </a:r>
            <a:r>
              <a:rPr lang="en-US" altLang="zh-CN" sz="2000" dirty="0">
                <a:latin typeface="Times New Roman" pitchFamily="18" charset="0"/>
                <a:cs typeface="Times New Roman" pitchFamily="18" charset="0"/>
              </a:rPr>
              <a:t>is given in Table, which specifies the major function and operation procedure of </a:t>
            </a:r>
            <a:r>
              <a:rPr lang="en-US" altLang="zh-CN" sz="2000" dirty="0" smtClean="0">
                <a:latin typeface="Times New Roman" pitchFamily="18" charset="0"/>
                <a:cs typeface="Times New Roman" pitchFamily="18" charset="0"/>
              </a:rPr>
              <a:t>TT&amp;C </a:t>
            </a:r>
            <a:r>
              <a:rPr lang="en-US" altLang="zh-CN" sz="2000" dirty="0">
                <a:latin typeface="Times New Roman" pitchFamily="18" charset="0"/>
                <a:cs typeface="Times New Roman" pitchFamily="18" charset="0"/>
              </a:rPr>
              <a:t>subsystem during abnormal situation together with </a:t>
            </a:r>
            <a:r>
              <a:rPr lang="en-US" altLang="zh-CN" sz="2000" dirty="0" smtClean="0">
                <a:latin typeface="Times New Roman" pitchFamily="18" charset="0"/>
                <a:cs typeface="Times New Roman" pitchFamily="18" charset="0"/>
              </a:rPr>
              <a:t>GCS.</a:t>
            </a:r>
            <a:endParaRPr lang="en-US" altLang="zh-CN" sz="2000" dirty="0">
              <a:latin typeface="Times New Roman" pitchFamily="18" charset="0"/>
              <a:cs typeface="Times New Roman" pitchFamily="18" charset="0"/>
            </a:endParaRPr>
          </a:p>
        </p:txBody>
      </p:sp>
      <p:sp>
        <p:nvSpPr>
          <p:cNvPr id="11"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2670866635"/>
              </p:ext>
            </p:extLst>
          </p:nvPr>
        </p:nvGraphicFramePr>
        <p:xfrm>
          <a:off x="251521" y="995628"/>
          <a:ext cx="8640959" cy="3952386"/>
        </p:xfrm>
        <a:graphic>
          <a:graphicData uri="http://schemas.openxmlformats.org/drawingml/2006/table">
            <a:tbl>
              <a:tblPr firstRow="1" firstCol="1" bandRow="1">
                <a:tableStyleId>{5C22544A-7EE6-4342-B048-85BDC9FD1C3A}</a:tableStyleId>
              </a:tblPr>
              <a:tblGrid>
                <a:gridCol w="734962"/>
                <a:gridCol w="1108317"/>
                <a:gridCol w="886654"/>
                <a:gridCol w="1256093"/>
                <a:gridCol w="1403868"/>
                <a:gridCol w="2290523"/>
                <a:gridCol w="960542"/>
              </a:tblGrid>
              <a:tr h="608511">
                <a:tc>
                  <a:txBody>
                    <a:bodyPr/>
                    <a:lstStyle/>
                    <a:p>
                      <a:pPr algn="just">
                        <a:lnSpc>
                          <a:spcPct val="150000"/>
                        </a:lnSpc>
                        <a:spcAft>
                          <a:spcPts val="0"/>
                        </a:spcAft>
                      </a:pPr>
                      <a:r>
                        <a:rPr lang="en-US" sz="1400" kern="100" dirty="0" smtClean="0">
                          <a:effectLst/>
                          <a:latin typeface="Times New Roman" pitchFamily="18" charset="0"/>
                          <a:cs typeface="Times New Roman" pitchFamily="18" charset="0"/>
                        </a:rPr>
                        <a:t>No</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Failure Mode</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Reason</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Failure Analysis</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Failure Detection</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Measures</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50000"/>
                        </a:lnSpc>
                        <a:spcAft>
                          <a:spcPts val="0"/>
                        </a:spcAft>
                      </a:pPr>
                      <a:r>
                        <a:rPr lang="en-US" sz="1400" kern="100" dirty="0">
                          <a:effectLst/>
                          <a:latin typeface="Times New Roman" pitchFamily="18" charset="0"/>
                          <a:cs typeface="Times New Roman" pitchFamily="18" charset="0"/>
                        </a:rPr>
                        <a:t>Action</a:t>
                      </a:r>
                      <a:endParaRPr lang="zh-CN" sz="1400" kern="100" dirty="0">
                        <a:effectLst/>
                        <a:latin typeface="Times New Roman" pitchFamily="18" charset="0"/>
                        <a:ea typeface="宋体"/>
                        <a:cs typeface="Times New Roman" pitchFamily="18" charset="0"/>
                      </a:endParaRPr>
                    </a:p>
                  </a:txBody>
                  <a:tcPr marL="61722" marR="61722" marT="0" marB="0" anchor="ctr"/>
                </a:tc>
              </a:tr>
              <a:tr h="1656153">
                <a:tc rowSpan="2">
                  <a:txBody>
                    <a:bodyPr/>
                    <a:lstStyle/>
                    <a:p>
                      <a:pPr marL="342900" lvl="0" indent="-342900" algn="just">
                        <a:lnSpc>
                          <a:spcPct val="150000"/>
                        </a:lnSpc>
                        <a:spcAft>
                          <a:spcPts val="0"/>
                        </a:spcAft>
                        <a:buFont typeface="+mj-lt"/>
                        <a:buAutoNum type="arabicPeriod"/>
                      </a:pPr>
                      <a:r>
                        <a:rPr lang="en-US" sz="1400" kern="100">
                          <a:effectLst/>
                          <a:latin typeface="Times New Roman" pitchFamily="18" charset="0"/>
                          <a:cs typeface="Times New Roman" pitchFamily="18" charset="0"/>
                        </a:rPr>
                        <a:t> </a:t>
                      </a:r>
                      <a:endParaRPr lang="zh-CN" sz="1400" kern="10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400" kern="100">
                          <a:effectLst/>
                          <a:latin typeface="Times New Roman" pitchFamily="18" charset="0"/>
                          <a:cs typeface="Times New Roman" pitchFamily="18" charset="0"/>
                        </a:rPr>
                        <a:t>No Telemetry</a:t>
                      </a:r>
                      <a:endParaRPr lang="zh-CN" sz="1400" kern="10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400" kern="100" dirty="0">
                          <a:effectLst/>
                          <a:latin typeface="Times New Roman" pitchFamily="18" charset="0"/>
                          <a:cs typeface="Times New Roman" pitchFamily="18" charset="0"/>
                        </a:rPr>
                        <a:t>Transmitter Fails</a:t>
                      </a:r>
                      <a:endParaRPr lang="zh-CN" sz="14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50000"/>
                        </a:lnSpc>
                        <a:spcAft>
                          <a:spcPts val="0"/>
                        </a:spcAft>
                      </a:pPr>
                      <a:r>
                        <a:rPr lang="en-US" sz="1400" kern="100" dirty="0">
                          <a:effectLst/>
                          <a:latin typeface="Times New Roman" pitchFamily="18" charset="0"/>
                          <a:cs typeface="Times New Roman" pitchFamily="18" charset="0"/>
                        </a:rPr>
                        <a:t>There is </a:t>
                      </a:r>
                      <a:r>
                        <a:rPr lang="en-US" sz="1400" kern="100" dirty="0" smtClean="0">
                          <a:effectLst/>
                          <a:latin typeface="Times New Roman" pitchFamily="18" charset="0"/>
                          <a:cs typeface="Times New Roman" pitchFamily="18" charset="0"/>
                        </a:rPr>
                        <a:t>no telemetry </a:t>
                      </a:r>
                      <a:r>
                        <a:rPr lang="en-US" sz="1400" kern="100" dirty="0">
                          <a:effectLst/>
                          <a:latin typeface="Times New Roman" pitchFamily="18" charset="0"/>
                          <a:cs typeface="Times New Roman" pitchFamily="18" charset="0"/>
                        </a:rPr>
                        <a:t>and could not schedule new missions.</a:t>
                      </a:r>
                      <a:endParaRPr lang="zh-CN" sz="14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400" kern="100" dirty="0">
                          <a:effectLst/>
                          <a:latin typeface="Times New Roman" pitchFamily="18" charset="0"/>
                          <a:cs typeface="Times New Roman" pitchFamily="18" charset="0"/>
                        </a:rPr>
                        <a:t>If there is </a:t>
                      </a:r>
                      <a:r>
                        <a:rPr lang="en-US" sz="1400" kern="100" dirty="0" smtClean="0">
                          <a:effectLst/>
                          <a:latin typeface="Times New Roman" pitchFamily="18" charset="0"/>
                          <a:cs typeface="Times New Roman" pitchFamily="18" charset="0"/>
                        </a:rPr>
                        <a:t>no </a:t>
                      </a:r>
                      <a:r>
                        <a:rPr lang="en-US" sz="1400" kern="100" dirty="0">
                          <a:effectLst/>
                          <a:latin typeface="Times New Roman" pitchFamily="18" charset="0"/>
                          <a:cs typeface="Times New Roman" pitchFamily="18" charset="0"/>
                        </a:rPr>
                        <a:t>downlink carrier, transmitter probably fails</a:t>
                      </a:r>
                      <a:endParaRPr lang="zh-CN" sz="14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50000"/>
                        </a:lnSpc>
                        <a:spcAft>
                          <a:spcPts val="0"/>
                        </a:spcAft>
                      </a:pPr>
                      <a:r>
                        <a:rPr lang="en-US" sz="1400" kern="100">
                          <a:effectLst/>
                          <a:latin typeface="Times New Roman" pitchFamily="18" charset="0"/>
                          <a:cs typeface="Times New Roman" pitchFamily="18" charset="0"/>
                        </a:rPr>
                        <a:t>If transmitter A is work To execute the procedure:</a:t>
                      </a:r>
                      <a:endParaRPr lang="zh-CN" sz="1400" kern="100">
                        <a:effectLst/>
                        <a:latin typeface="Times New Roman" pitchFamily="18" charset="0"/>
                        <a:cs typeface="Times New Roman" pitchFamily="18" charset="0"/>
                      </a:endParaRPr>
                    </a:p>
                    <a:p>
                      <a:pPr algn="just">
                        <a:lnSpc>
                          <a:spcPct val="150000"/>
                        </a:lnSpc>
                        <a:spcAft>
                          <a:spcPts val="0"/>
                        </a:spcAft>
                      </a:pPr>
                      <a:r>
                        <a:rPr lang="en-US" sz="1400" kern="100">
                          <a:effectLst/>
                          <a:latin typeface="Times New Roman" pitchFamily="18" charset="0"/>
                          <a:cs typeface="Times New Roman" pitchFamily="18" charset="0"/>
                        </a:rPr>
                        <a:t>A-1 To switch transmitter A To transmitter B</a:t>
                      </a:r>
                      <a:endParaRPr lang="zh-CN" sz="1400" kern="10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50000"/>
                        </a:lnSpc>
                        <a:spcAft>
                          <a:spcPts val="0"/>
                        </a:spcAft>
                      </a:pPr>
                      <a:r>
                        <a:rPr lang="en-US" sz="1400" kern="0" dirty="0">
                          <a:effectLst/>
                          <a:latin typeface="Times New Roman" pitchFamily="18" charset="0"/>
                          <a:cs typeface="Times New Roman" pitchFamily="18" charset="0"/>
                        </a:rPr>
                        <a:t>Take measures immediately  then  inform DFH</a:t>
                      </a:r>
                      <a:endParaRPr lang="zh-CN" sz="1400" kern="100" dirty="0">
                        <a:effectLst/>
                        <a:latin typeface="Times New Roman" pitchFamily="18" charset="0"/>
                        <a:ea typeface="宋体"/>
                        <a:cs typeface="Times New Roman" pitchFamily="18" charset="0"/>
                      </a:endParaRPr>
                    </a:p>
                  </a:txBody>
                  <a:tcPr marL="61722" marR="61722" marT="0" marB="0" anchor="ctr"/>
                </a:tc>
              </a:tr>
              <a:tr h="1656153">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lnSpc>
                          <a:spcPct val="150000"/>
                        </a:lnSpc>
                        <a:spcAft>
                          <a:spcPts val="0"/>
                        </a:spcAft>
                      </a:pPr>
                      <a:r>
                        <a:rPr lang="en-US" sz="1400" kern="100" dirty="0">
                          <a:effectLst/>
                          <a:latin typeface="Times New Roman" pitchFamily="18" charset="0"/>
                          <a:cs typeface="Times New Roman" pitchFamily="18" charset="0"/>
                        </a:rPr>
                        <a:t>If transmitter B is work To execute the procedure:</a:t>
                      </a:r>
                      <a:endParaRPr lang="zh-CN" sz="1400" kern="100" dirty="0">
                        <a:effectLst/>
                        <a:latin typeface="Times New Roman" pitchFamily="18" charset="0"/>
                        <a:cs typeface="Times New Roman" pitchFamily="18" charset="0"/>
                      </a:endParaRPr>
                    </a:p>
                    <a:p>
                      <a:pPr algn="just">
                        <a:lnSpc>
                          <a:spcPct val="150000"/>
                        </a:lnSpc>
                        <a:spcAft>
                          <a:spcPts val="0"/>
                        </a:spcAft>
                      </a:pPr>
                      <a:r>
                        <a:rPr lang="en-US" sz="1400" kern="100" dirty="0">
                          <a:effectLst/>
                          <a:latin typeface="Times New Roman" pitchFamily="18" charset="0"/>
                          <a:cs typeface="Times New Roman" pitchFamily="18" charset="0"/>
                        </a:rPr>
                        <a:t>A-2 To switch transmitter B To  transmitter A</a:t>
                      </a:r>
                      <a:endParaRPr lang="zh-CN" sz="1400" kern="100" dirty="0">
                        <a:effectLst/>
                        <a:latin typeface="Times New Roman" pitchFamily="18" charset="0"/>
                        <a:ea typeface="宋体"/>
                        <a:cs typeface="Times New Roman" pitchFamily="18" charset="0"/>
                      </a:endParaRPr>
                    </a:p>
                  </a:txBody>
                  <a:tcPr marL="61722" marR="61722" marT="0" marB="0" anchor="ctr"/>
                </a:tc>
                <a:tc vMerge="1">
                  <a:txBody>
                    <a:bodyPr/>
                    <a:lstStyle/>
                    <a:p>
                      <a:endParaRPr lang="zh-CN" altLang="en-US"/>
                    </a:p>
                  </a:txBody>
                  <a:tcPr/>
                </a:tc>
              </a:tr>
            </a:tbl>
          </a:graphicData>
        </a:graphic>
      </p:graphicFrame>
      <p:sp>
        <p:nvSpPr>
          <p:cNvPr id="10" name="标题 4"/>
          <p:cNvSpPr txBox="1">
            <a:spLocks/>
          </p:cNvSpPr>
          <p:nvPr/>
        </p:nvSpPr>
        <p:spPr>
          <a:xfrm>
            <a:off x="0" y="359460"/>
            <a:ext cx="8229600" cy="465516"/>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200" dirty="0" smtClean="0">
                <a:latin typeface="Times New Roman" pitchFamily="18" charset="0"/>
                <a:cs typeface="Times New Roman" pitchFamily="18" charset="0"/>
              </a:rPr>
              <a:t>Transponder  Failure Mode Operations</a:t>
            </a:r>
            <a:endParaRPr lang="zh-CN" alt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3548398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380109001"/>
              </p:ext>
            </p:extLst>
          </p:nvPr>
        </p:nvGraphicFramePr>
        <p:xfrm>
          <a:off x="323528" y="987574"/>
          <a:ext cx="8532443" cy="3692166"/>
        </p:xfrm>
        <a:graphic>
          <a:graphicData uri="http://schemas.openxmlformats.org/drawingml/2006/table">
            <a:tbl>
              <a:tblPr firstRow="1" bandCol="1">
                <a:tableStyleId>{5C22544A-7EE6-4342-B048-85BDC9FD1C3A}</a:tableStyleId>
              </a:tblPr>
              <a:tblGrid>
                <a:gridCol w="206702"/>
                <a:gridCol w="895713"/>
                <a:gridCol w="1115688"/>
                <a:gridCol w="813537"/>
                <a:gridCol w="1584720"/>
                <a:gridCol w="3025938"/>
                <a:gridCol w="890145"/>
              </a:tblGrid>
              <a:tr h="596930">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Mode</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Reason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Analysis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Measures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1722" marR="61722" marT="0" marB="0" anchor="ctr"/>
                </a:tc>
              </a:tr>
              <a:tr h="1621314">
                <a:tc rowSpan="2">
                  <a:txBody>
                    <a:bodyPr/>
                    <a:lstStyle/>
                    <a:p>
                      <a:pPr marL="0" lvl="0" indent="0" algn="just">
                        <a:lnSpc>
                          <a:spcPct val="100000"/>
                        </a:lnSpc>
                        <a:spcAft>
                          <a:spcPts val="0"/>
                        </a:spcAft>
                        <a:buFont typeface="+mj-lt"/>
                        <a:buNone/>
                      </a:pPr>
                      <a:r>
                        <a:rPr lang="en-US" sz="1100" kern="100" dirty="0" smtClean="0">
                          <a:effectLst/>
                          <a:latin typeface="Times New Roman" pitchFamily="18" charset="0"/>
                          <a:cs typeface="Times New Roman" pitchFamily="18" charset="0"/>
                        </a:rPr>
                        <a:t>2</a:t>
                      </a:r>
                      <a:r>
                        <a:rPr lang="en-US" sz="1100" kern="100" dirty="0">
                          <a:effectLst/>
                          <a:latin typeface="Times New Roman" pitchFamily="18" charset="0"/>
                          <a:cs typeface="Times New Roman" pitchFamily="18" charset="0"/>
                        </a:rPr>
                        <a:t> </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100" kern="100" dirty="0">
                          <a:effectLst/>
                          <a:latin typeface="Times New Roman" pitchFamily="18" charset="0"/>
                          <a:cs typeface="Times New Roman" pitchFamily="18" charset="0"/>
                        </a:rPr>
                        <a:t>Transponder coherence module fails</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100" kern="100" dirty="0">
                          <a:effectLst/>
                          <a:latin typeface="Times New Roman" pitchFamily="18" charset="0"/>
                          <a:cs typeface="Times New Roman" pitchFamily="18" charset="0"/>
                        </a:rPr>
                        <a:t>There is a problem with the coherent function of the transponder</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00000"/>
                        </a:lnSpc>
                        <a:spcAft>
                          <a:spcPts val="0"/>
                        </a:spcAft>
                      </a:pPr>
                      <a:r>
                        <a:rPr lang="en-US" sz="1100" kern="100" dirty="0">
                          <a:effectLst/>
                          <a:latin typeface="Times New Roman" pitchFamily="18" charset="0"/>
                          <a:cs typeface="Times New Roman" pitchFamily="18" charset="0"/>
                        </a:rPr>
                        <a:t>The ranging function of the transponder is not working.</a:t>
                      </a: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1)Transponder </a:t>
                      </a:r>
                      <a:r>
                        <a:rPr lang="en-US" sz="1100" kern="100" dirty="0">
                          <a:effectLst/>
                          <a:latin typeface="Times New Roman" pitchFamily="18" charset="0"/>
                          <a:cs typeface="Times New Roman" pitchFamily="18" charset="0"/>
                        </a:rPr>
                        <a:t>A coherent/incoherent = 0:incoherence</a:t>
                      </a:r>
                      <a:endParaRPr lang="zh-CN" sz="1100" kern="100" dirty="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2)Transponder </a:t>
                      </a:r>
                      <a:r>
                        <a:rPr lang="en-US" sz="1100" kern="100" dirty="0">
                          <a:effectLst/>
                          <a:latin typeface="Times New Roman" pitchFamily="18" charset="0"/>
                          <a:cs typeface="Times New Roman" pitchFamily="18" charset="0"/>
                        </a:rPr>
                        <a:t>B coherent/incoherent = 0:incoherence </a:t>
                      </a:r>
                      <a:endParaRPr lang="zh-CN" sz="1100" kern="100" dirty="0">
                        <a:effectLst/>
                        <a:latin typeface="Times New Roman" pitchFamily="18" charset="0"/>
                        <a:cs typeface="Times New Roman" pitchFamily="18" charset="0"/>
                      </a:endParaRPr>
                    </a:p>
                    <a:p>
                      <a:pPr algn="just">
                        <a:lnSpc>
                          <a:spcPct val="150000"/>
                        </a:lnSpc>
                        <a:spcAft>
                          <a:spcPts val="0"/>
                        </a:spcAft>
                      </a:pPr>
                      <a:r>
                        <a:rPr lang="en-US" sz="1100" kern="100" dirty="0">
                          <a:effectLst/>
                          <a:latin typeface="Times New Roman" pitchFamily="18" charset="0"/>
                          <a:cs typeface="Times New Roman" pitchFamily="18" charset="0"/>
                        </a:rPr>
                        <a:t>If either of the above two cases last more than 10 seconds, the failure can be detected.</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If transmitter A is work To execute the procedure: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if failure still exist, to execute the following procedures:</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A-1 To switch transmitter A To  transmitter B,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 </a:t>
                      </a:r>
                      <a:endParaRPr lang="en-US" sz="1100" kern="100" dirty="0" smtClean="0">
                        <a:effectLst/>
                        <a:latin typeface="Times New Roman" pitchFamily="18" charset="0"/>
                        <a:cs typeface="Times New Roman" pitchFamily="18" charset="0"/>
                      </a:endParaRPr>
                    </a:p>
                    <a:p>
                      <a:pPr algn="just">
                        <a:lnSpc>
                          <a:spcPct val="100000"/>
                        </a:lnSpc>
                        <a:spcAft>
                          <a:spcPts val="0"/>
                        </a:spcAft>
                      </a:pPr>
                      <a:endParaRPr lang="zh-CN" sz="11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00000"/>
                        </a:lnSpc>
                        <a:spcAft>
                          <a:spcPts val="0"/>
                        </a:spcAft>
                      </a:pPr>
                      <a:r>
                        <a:rPr lang="en-US" sz="1100" kern="100" dirty="0">
                          <a:effectLst/>
                          <a:latin typeface="Times New Roman" pitchFamily="18" charset="0"/>
                          <a:cs typeface="Times New Roman" pitchFamily="18" charset="0"/>
                        </a:rPr>
                        <a:t>Ask for authorization to DFH before take measures</a:t>
                      </a:r>
                      <a:endParaRPr lang="zh-CN" sz="1100" kern="100" dirty="0">
                        <a:effectLst/>
                        <a:latin typeface="Times New Roman" pitchFamily="18" charset="0"/>
                        <a:ea typeface="宋体"/>
                        <a:cs typeface="Times New Roman" pitchFamily="18" charset="0"/>
                      </a:endParaRPr>
                    </a:p>
                  </a:txBody>
                  <a:tcPr marL="61722" marR="61722" marT="0" marB="0" anchor="ctr"/>
                </a:tc>
              </a:tr>
              <a:tr h="1473922">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If transmitter B is work To execute the procedure: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if failure still exist, to execute the following procedures:</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A-2 To switch transmitter B To transmitter A,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A-3 To Enable Coherent Mode of Transponder</a:t>
                      </a:r>
                      <a:endParaRPr lang="zh-CN" sz="1100" kern="100" dirty="0">
                        <a:effectLst/>
                        <a:latin typeface="Times New Roman" pitchFamily="18" charset="0"/>
                        <a:ea typeface="宋体"/>
                        <a:cs typeface="Times New Roman" pitchFamily="18" charset="0"/>
                      </a:endParaRPr>
                    </a:p>
                  </a:txBody>
                  <a:tcPr marL="61722" marR="61722" marT="0" marB="0" anchor="ctr"/>
                </a:tc>
                <a:tc vMerge="1">
                  <a:txBody>
                    <a:bodyPr/>
                    <a:lstStyle/>
                    <a:p>
                      <a:endParaRPr lang="zh-CN" altLang="en-US"/>
                    </a:p>
                  </a:txBody>
                  <a:tcPr/>
                </a:tc>
              </a:tr>
            </a:tbl>
          </a:graphicData>
        </a:graphic>
      </p:graphicFrame>
      <p:sp>
        <p:nvSpPr>
          <p:cNvPr id="5" name="标题 4"/>
          <p:cNvSpPr txBox="1">
            <a:spLocks/>
          </p:cNvSpPr>
          <p:nvPr/>
        </p:nvSpPr>
        <p:spPr>
          <a:xfrm>
            <a:off x="251520" y="96819"/>
            <a:ext cx="8229600" cy="465516"/>
          </a:xfrm>
          <a:prstGeom prst="rect">
            <a:avLst/>
          </a:prstGeom>
        </p:spPr>
        <p:txBody>
          <a:bodyPr vert="horz" lIns="91440" tIns="45720" rIns="91440" bIns="45720" rtlCol="0" anchor="ctr">
            <a:normAutofit fontScale="92500" lnSpcReduction="20000"/>
          </a:bodyPr>
          <a:lst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a:lstStyle>
          <a:p>
            <a:r>
              <a:rPr lang="en-US" altLang="zh-CN" sz="3200" dirty="0" smtClean="0">
                <a:latin typeface="Times New Roman" pitchFamily="18" charset="0"/>
                <a:cs typeface="Times New Roman" pitchFamily="18" charset="0"/>
              </a:rPr>
              <a:t>Transponder  Failure Mode Operations</a:t>
            </a:r>
            <a:endParaRPr lang="zh-CN" altLang="en-US" sz="3200" dirty="0">
              <a:latin typeface="Times New Roman" pitchFamily="18" charset="0"/>
              <a:cs typeface="Times New Roman" pitchFamily="18" charset="0"/>
            </a:endParaRPr>
          </a:p>
        </p:txBody>
      </p:sp>
    </p:spTree>
    <p:extLst>
      <p:ext uri="{BB962C8B-B14F-4D97-AF65-F5344CB8AC3E}">
        <p14:creationId xmlns:p14="http://schemas.microsoft.com/office/powerpoint/2010/main" val="15675853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4"/>
          <p:cNvSpPr>
            <a:spLocks noGrp="1"/>
          </p:cNvSpPr>
          <p:nvPr>
            <p:ph type="title"/>
          </p:nvPr>
        </p:nvSpPr>
        <p:spPr>
          <a:xfrm>
            <a:off x="107504" y="87474"/>
            <a:ext cx="8229600" cy="811995"/>
          </a:xfrm>
        </p:spPr>
        <p:txBody>
          <a:bodyPr>
            <a:normAutofit/>
          </a:bodyPr>
          <a:lstStyle/>
          <a:p>
            <a:r>
              <a:rPr lang="en-US" altLang="zh-CN" sz="3200" dirty="0" smtClean="0">
                <a:latin typeface="Times New Roman" pitchFamily="18" charset="0"/>
                <a:cs typeface="Times New Roman" pitchFamily="18" charset="0"/>
              </a:rPr>
              <a:t>GPS  Failure </a:t>
            </a:r>
            <a:r>
              <a:rPr lang="en-US" altLang="zh-CN" sz="3200" dirty="0">
                <a:latin typeface="Times New Roman" pitchFamily="18" charset="0"/>
                <a:cs typeface="Times New Roman" pitchFamily="18" charset="0"/>
              </a:rPr>
              <a:t>Mode Operations</a:t>
            </a:r>
            <a:endParaRPr lang="zh-CN" altLang="en-US" sz="3200" dirty="0">
              <a:latin typeface="Times New Roman" pitchFamily="18" charset="0"/>
              <a:cs typeface="Times New Roman" pitchFamily="18" charset="0"/>
            </a:endParaRPr>
          </a:p>
        </p:txBody>
      </p:sp>
      <p:sp>
        <p:nvSpPr>
          <p:cNvPr id="9"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848038168"/>
              </p:ext>
            </p:extLst>
          </p:nvPr>
        </p:nvGraphicFramePr>
        <p:xfrm>
          <a:off x="273497" y="987574"/>
          <a:ext cx="8546975" cy="3672408"/>
        </p:xfrm>
        <a:graphic>
          <a:graphicData uri="http://schemas.openxmlformats.org/drawingml/2006/table">
            <a:tbl>
              <a:tblPr firstRow="1" firstCol="1" bandRow="1">
                <a:tableStyleId>{5C22544A-7EE6-4342-B048-85BDC9FD1C3A}</a:tableStyleId>
              </a:tblPr>
              <a:tblGrid>
                <a:gridCol w="356911"/>
                <a:gridCol w="810283"/>
                <a:gridCol w="728934"/>
                <a:gridCol w="974592"/>
                <a:gridCol w="2552414"/>
                <a:gridCol w="2262607"/>
                <a:gridCol w="861234"/>
              </a:tblGrid>
              <a:tr h="574237">
                <a:tc>
                  <a:txBody>
                    <a:bodyPr/>
                    <a:lstStyle/>
                    <a:p>
                      <a:pPr algn="just">
                        <a:spcAft>
                          <a:spcPts val="0"/>
                        </a:spcAft>
                      </a:pPr>
                      <a:r>
                        <a:rPr lang="en-US" sz="1100" b="1" kern="100" dirty="0" smtClean="0">
                          <a:effectLst/>
                          <a:latin typeface="Times New Roman" pitchFamily="18" charset="0"/>
                          <a:ea typeface="宋体"/>
                          <a:cs typeface="Times New Roman" pitchFamily="18" charset="0"/>
                        </a:rPr>
                        <a:t>No</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Failure Mode</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Reason</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Failure Analysis</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dirty="0">
                          <a:effectLst/>
                          <a:latin typeface="Times New Roman" pitchFamily="18" charset="0"/>
                          <a:ea typeface="宋体"/>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a:effectLst/>
                          <a:latin typeface="Times New Roman" pitchFamily="18" charset="0"/>
                          <a:ea typeface="宋体"/>
                          <a:cs typeface="Times New Roman" pitchFamily="18" charset="0"/>
                        </a:rPr>
                        <a:t>Measures</a:t>
                      </a:r>
                      <a:endParaRPr lang="zh-CN" sz="1100" kern="100">
                        <a:effectLst/>
                        <a:latin typeface="Times New Roman" pitchFamily="18" charset="0"/>
                        <a:ea typeface="宋体"/>
                        <a:cs typeface="Times New Roman" pitchFamily="18" charset="0"/>
                      </a:endParaRPr>
                    </a:p>
                  </a:txBody>
                  <a:tcPr marL="68580" marR="68580" marT="0" marB="0" anchor="ctr"/>
                </a:tc>
                <a:tc>
                  <a:txBody>
                    <a:bodyPr/>
                    <a:lstStyle/>
                    <a:p>
                      <a:pPr algn="ctr">
                        <a:spcAft>
                          <a:spcPts val="0"/>
                        </a:spcAft>
                      </a:pPr>
                      <a:r>
                        <a:rPr lang="en-US" sz="1100" b="1" kern="100" dirty="0">
                          <a:effectLst/>
                          <a:latin typeface="Times New Roman" pitchFamily="18" charset="0"/>
                          <a:ea typeface="宋体"/>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8580" marR="68580" marT="0" marB="0" anchor="ctr"/>
                </a:tc>
              </a:tr>
              <a:tr h="3098171">
                <a:tc>
                  <a:txBody>
                    <a:bodyPr/>
                    <a:lstStyle/>
                    <a:p>
                      <a:pPr marL="0" lvl="0" indent="0" algn="just">
                        <a:lnSpc>
                          <a:spcPct val="150000"/>
                        </a:lnSpc>
                        <a:spcAft>
                          <a:spcPts val="0"/>
                        </a:spcAft>
                        <a:buFont typeface="+mj-lt"/>
                        <a:buNone/>
                      </a:pPr>
                      <a:r>
                        <a:rPr lang="en-US" sz="1100" kern="100" dirty="0" smtClean="0">
                          <a:effectLst/>
                          <a:latin typeface="Times New Roman" pitchFamily="18" charset="0"/>
                          <a:cs typeface="Times New Roman" pitchFamily="18" charset="0"/>
                        </a:rPr>
                        <a:t>3</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spcAft>
                          <a:spcPts val="0"/>
                        </a:spcAft>
                      </a:pPr>
                      <a:r>
                        <a:rPr lang="en-US" sz="1100" kern="100" dirty="0">
                          <a:effectLst/>
                          <a:latin typeface="Times New Roman" pitchFamily="18" charset="0"/>
                          <a:cs typeface="Times New Roman" pitchFamily="18" charset="0"/>
                        </a:rPr>
                        <a:t>GPS can’t accomplish positioning for long time.</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spcAft>
                          <a:spcPts val="0"/>
                        </a:spcAft>
                      </a:pPr>
                      <a:r>
                        <a:rPr lang="en-US" sz="1100" kern="100" dirty="0">
                          <a:effectLst/>
                          <a:latin typeface="Times New Roman" pitchFamily="18" charset="0"/>
                          <a:cs typeface="Times New Roman" pitchFamily="18" charset="0"/>
                        </a:rPr>
                        <a:t>GPS </a:t>
                      </a:r>
                      <a:r>
                        <a:rPr lang="en-US" altLang="zh-CN" sz="1100" kern="1200" dirty="0" smtClean="0">
                          <a:effectLst/>
                          <a:latin typeface="Times New Roman" pitchFamily="18" charset="0"/>
                          <a:cs typeface="Times New Roman" pitchFamily="18" charset="0"/>
                        </a:rPr>
                        <a:t>tributary</a:t>
                      </a:r>
                      <a:r>
                        <a:rPr lang="en-US" altLang="zh-CN" sz="1100" kern="1200" baseline="0" dirty="0" smtClean="0">
                          <a:effectLst/>
                          <a:latin typeface="Times New Roman" pitchFamily="18" charset="0"/>
                          <a:cs typeface="Times New Roman" pitchFamily="18" charset="0"/>
                        </a:rPr>
                        <a:t> core </a:t>
                      </a:r>
                      <a:r>
                        <a:rPr lang="en-US" sz="1100" kern="100" dirty="0" smtClean="0">
                          <a:effectLst/>
                          <a:latin typeface="Times New Roman" pitchFamily="18" charset="0"/>
                          <a:cs typeface="Times New Roman" pitchFamily="18" charset="0"/>
                        </a:rPr>
                        <a:t>fails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spcAft>
                          <a:spcPts val="0"/>
                        </a:spcAft>
                      </a:pPr>
                      <a:r>
                        <a:rPr lang="en-US" sz="1100" kern="100" dirty="0">
                          <a:effectLst/>
                          <a:latin typeface="Times New Roman" pitchFamily="18" charset="0"/>
                          <a:cs typeface="Times New Roman" pitchFamily="18" charset="0"/>
                        </a:rPr>
                        <a:t>GPS can’t provide  positioning data even after autonomic reset</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 </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 </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marL="342900" lvl="0" indent="-342900" algn="just">
                        <a:spcAft>
                          <a:spcPts val="0"/>
                        </a:spcAft>
                        <a:buFont typeface="+mj-lt"/>
                        <a:buAutoNum type="arabicParenR"/>
                      </a:pPr>
                      <a:r>
                        <a:rPr lang="en-US" sz="1100" kern="100" dirty="0" smtClean="0">
                          <a:effectLst/>
                          <a:latin typeface="Times New Roman" pitchFamily="18" charset="0"/>
                          <a:cs typeface="Times New Roman" pitchFamily="18" charset="0"/>
                        </a:rPr>
                        <a:t>Positioning </a:t>
                      </a:r>
                      <a:r>
                        <a:rPr lang="en-US" sz="1100" kern="100" dirty="0">
                          <a:effectLst/>
                          <a:latin typeface="Times New Roman" pitchFamily="18" charset="0"/>
                          <a:cs typeface="Times New Roman" pitchFamily="18" charset="0"/>
                        </a:rPr>
                        <a:t>state </a:t>
                      </a:r>
                      <a:r>
                        <a:rPr lang="en-US" sz="1100" kern="100" dirty="0" smtClean="0">
                          <a:effectLst/>
                          <a:latin typeface="Times New Roman" pitchFamily="18" charset="0"/>
                          <a:cs typeface="Times New Roman" pitchFamily="18" charset="0"/>
                        </a:rPr>
                        <a:t>=‘0</a:t>
                      </a:r>
                      <a:r>
                        <a:rPr lang="en-US" sz="1100" kern="100" dirty="0">
                          <a:effectLst/>
                          <a:latin typeface="Times New Roman" pitchFamily="18" charset="0"/>
                          <a:cs typeface="Times New Roman" pitchFamily="18" charset="0"/>
                        </a:rPr>
                        <a:t>’  invalid</a:t>
                      </a:r>
                      <a:endParaRPr lang="zh-CN" sz="1100" kern="100" dirty="0">
                        <a:effectLst/>
                        <a:latin typeface="Times New Roman" pitchFamily="18" charset="0"/>
                        <a:cs typeface="Times New Roman" pitchFamily="18" charset="0"/>
                      </a:endParaRPr>
                    </a:p>
                    <a:p>
                      <a:pPr marL="342900" lvl="0" indent="-342900" algn="just">
                        <a:spcAft>
                          <a:spcPts val="0"/>
                        </a:spcAft>
                        <a:buFont typeface="+mj-lt"/>
                        <a:buAutoNum type="arabicParenR"/>
                      </a:pPr>
                      <a:r>
                        <a:rPr lang="en-US" sz="1100" kern="100" dirty="0" smtClean="0">
                          <a:effectLst/>
                          <a:latin typeface="Times New Roman" pitchFamily="18" charset="0"/>
                          <a:cs typeface="Times New Roman" pitchFamily="18" charset="0"/>
                        </a:rPr>
                        <a:t>Positioning </a:t>
                      </a:r>
                      <a:r>
                        <a:rPr lang="en-US" sz="1100" kern="100" dirty="0">
                          <a:effectLst/>
                          <a:latin typeface="Times New Roman" pitchFamily="18" charset="0"/>
                          <a:cs typeface="Times New Roman" pitchFamily="18" charset="0"/>
                        </a:rPr>
                        <a:t>module TIC counter</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1)The fault lasts more than 30 seconds and the fault could not be recovered by the autonomic reset.</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(TIC value in this orbit is smaller than its value of last orbit the operator shall take measures in current orbit;)</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2) The fault lasts less than 30 seconds</a:t>
                      </a:r>
                      <a:endParaRPr lang="zh-CN" sz="1100" kern="100" dirty="0">
                        <a:effectLst/>
                        <a:latin typeface="Times New Roman" pitchFamily="18" charset="0"/>
                        <a:cs typeface="Times New Roman" pitchFamily="18" charset="0"/>
                      </a:endParaRPr>
                    </a:p>
                    <a:p>
                      <a:pPr algn="just">
                        <a:spcAft>
                          <a:spcPts val="0"/>
                        </a:spcAft>
                      </a:pPr>
                      <a:r>
                        <a:rPr lang="en-US" sz="1100" kern="100" dirty="0">
                          <a:effectLst/>
                          <a:latin typeface="Times New Roman" pitchFamily="18" charset="0"/>
                          <a:cs typeface="Times New Roman" pitchFamily="18" charset="0"/>
                        </a:rPr>
                        <a:t>(TIC value in this orbit is larger than its value in last orbit and TIC is continuous, the operator can choose to take measures in next orbit for further observation.)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just">
                        <a:lnSpc>
                          <a:spcPct val="100000"/>
                        </a:lnSpc>
                        <a:spcAft>
                          <a:spcPts val="0"/>
                        </a:spcAft>
                      </a:pPr>
                      <a:r>
                        <a:rPr lang="en-US" sz="1100" kern="0" dirty="0">
                          <a:effectLst/>
                          <a:latin typeface="Times New Roman" pitchFamily="18" charset="0"/>
                          <a:cs typeface="Times New Roman" pitchFamily="18" charset="0"/>
                        </a:rPr>
                        <a:t>1)If GPS A is on duty, to execute the following procedure</a:t>
                      </a:r>
                      <a:r>
                        <a:rPr lang="en-US" sz="1100" kern="0" dirty="0" smtClean="0">
                          <a:effectLst/>
                          <a:latin typeface="Times New Roman" pitchFamily="18" charset="0"/>
                          <a:cs typeface="Times New Roman" pitchFamily="18" charset="0"/>
                        </a:rPr>
                        <a:t>:</a:t>
                      </a:r>
                    </a:p>
                    <a:p>
                      <a:pPr algn="just">
                        <a:lnSpc>
                          <a:spcPct val="100000"/>
                        </a:lnSpc>
                        <a:spcAft>
                          <a:spcPts val="0"/>
                        </a:spcAft>
                      </a:pPr>
                      <a:r>
                        <a:rPr lang="en-US" altLang="zh-CN" sz="1100" kern="0" dirty="0" smtClean="0">
                          <a:effectLst/>
                          <a:latin typeface="Times New Roman" pitchFamily="18" charset="0"/>
                          <a:cs typeface="Times New Roman" pitchFamily="18" charset="0"/>
                        </a:rPr>
                        <a:t>B-3 </a:t>
                      </a:r>
                      <a:r>
                        <a:rPr lang="en-US" sz="1100" kern="0" dirty="0" smtClean="0">
                          <a:effectLst/>
                          <a:latin typeface="Times New Roman" pitchFamily="18" charset="0"/>
                          <a:cs typeface="Times New Roman" pitchFamily="18" charset="0"/>
                        </a:rPr>
                        <a:t>To reset navigation</a:t>
                      </a:r>
                      <a:r>
                        <a:rPr lang="en-US" sz="1100" kern="0" baseline="0" dirty="0" smtClean="0">
                          <a:effectLst/>
                          <a:latin typeface="Times New Roman" pitchFamily="18" charset="0"/>
                          <a:cs typeface="Times New Roman" pitchFamily="18" charset="0"/>
                        </a:rPr>
                        <a:t> positioning software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smtClean="0">
                          <a:effectLst/>
                          <a:latin typeface="Times New Roman" pitchFamily="18" charset="0"/>
                          <a:cs typeface="Times New Roman" pitchFamily="18" charset="0"/>
                        </a:rPr>
                        <a:t>B-2 </a:t>
                      </a:r>
                      <a:r>
                        <a:rPr lang="en-US" sz="1100" kern="0" dirty="0">
                          <a:effectLst/>
                          <a:latin typeface="Times New Roman" pitchFamily="18" charset="0"/>
                          <a:cs typeface="Times New Roman" pitchFamily="18" charset="0"/>
                        </a:rPr>
                        <a:t>To reset GPS receiver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If the failure </a:t>
                      </a:r>
                      <a:r>
                        <a:rPr lang="en-US" sz="1100" kern="0" dirty="0" smtClean="0">
                          <a:effectLst/>
                          <a:latin typeface="Times New Roman" pitchFamily="18" charset="0"/>
                          <a:cs typeface="Times New Roman" pitchFamily="18" charset="0"/>
                        </a:rPr>
                        <a:t>continues</a:t>
                      </a:r>
                      <a:r>
                        <a:rPr lang="en-US" sz="1100" kern="0" baseline="0" dirty="0" smtClean="0">
                          <a:effectLst/>
                          <a:latin typeface="Times New Roman" pitchFamily="18" charset="0"/>
                          <a:cs typeface="Times New Roman" pitchFamily="18" charset="0"/>
                        </a:rPr>
                        <a:t> </a:t>
                      </a:r>
                      <a:r>
                        <a:rPr lang="en-US" sz="1100" kern="0" dirty="0" smtClean="0">
                          <a:effectLst/>
                          <a:latin typeface="Times New Roman" pitchFamily="18" charset="0"/>
                          <a:cs typeface="Times New Roman" pitchFamily="18" charset="0"/>
                        </a:rPr>
                        <a:t>to </a:t>
                      </a:r>
                      <a:r>
                        <a:rPr lang="en-US" sz="1100" kern="0" dirty="0">
                          <a:effectLst/>
                          <a:latin typeface="Times New Roman" pitchFamily="18" charset="0"/>
                          <a:cs typeface="Times New Roman" pitchFamily="18" charset="0"/>
                        </a:rPr>
                        <a:t>execute:</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B-1 Switch </a:t>
                      </a:r>
                      <a:r>
                        <a:rPr lang="en-US" sz="1100" kern="100" dirty="0">
                          <a:effectLst/>
                          <a:latin typeface="Times New Roman" pitchFamily="18" charset="0"/>
                          <a:cs typeface="Times New Roman" pitchFamily="18" charset="0"/>
                        </a:rPr>
                        <a:t>GPS receiver A to GPS receiver B</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2)If GPS B is on duty, to execute the following procedure</a:t>
                      </a:r>
                      <a:r>
                        <a:rPr lang="en-US" sz="1100" kern="0" dirty="0" smtClean="0">
                          <a:effectLst/>
                          <a:latin typeface="Times New Roman" pitchFamily="18" charset="0"/>
                          <a:cs typeface="Times New Roman" pitchFamily="18" charset="0"/>
                        </a:rPr>
                        <a:t>:</a:t>
                      </a: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100" kern="0" dirty="0" smtClean="0">
                          <a:effectLst/>
                          <a:latin typeface="Times New Roman" pitchFamily="18" charset="0"/>
                          <a:cs typeface="Times New Roman" pitchFamily="18" charset="0"/>
                        </a:rPr>
                        <a:t>B-3 </a:t>
                      </a:r>
                      <a:r>
                        <a:rPr lang="en-US" sz="1100" kern="0" dirty="0" smtClean="0">
                          <a:effectLst/>
                          <a:latin typeface="Times New Roman" pitchFamily="18" charset="0"/>
                          <a:cs typeface="Times New Roman" pitchFamily="18" charset="0"/>
                        </a:rPr>
                        <a:t>To reset navigation</a:t>
                      </a:r>
                      <a:r>
                        <a:rPr lang="en-US" sz="1100" kern="0" baseline="0" dirty="0" smtClean="0">
                          <a:effectLst/>
                          <a:latin typeface="Times New Roman" pitchFamily="18" charset="0"/>
                          <a:cs typeface="Times New Roman" pitchFamily="18" charset="0"/>
                        </a:rPr>
                        <a:t> positioning software</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0" dirty="0" smtClean="0">
                          <a:effectLst/>
                          <a:latin typeface="Times New Roman" pitchFamily="18" charset="0"/>
                          <a:cs typeface="Times New Roman" pitchFamily="18" charset="0"/>
                        </a:rPr>
                        <a:t>B-2 </a:t>
                      </a:r>
                      <a:r>
                        <a:rPr lang="en-US" sz="1100" kern="0" dirty="0">
                          <a:effectLst/>
                          <a:latin typeface="Times New Roman" pitchFamily="18" charset="0"/>
                          <a:cs typeface="Times New Roman" pitchFamily="18" charset="0"/>
                        </a:rPr>
                        <a:t>To reset GPS receiver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If the failure continues, to execute:  </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B-2 Switch </a:t>
                      </a:r>
                      <a:r>
                        <a:rPr lang="en-US" sz="1100" kern="100" dirty="0">
                          <a:effectLst/>
                          <a:latin typeface="Times New Roman" pitchFamily="18" charset="0"/>
                          <a:cs typeface="Times New Roman" pitchFamily="18" charset="0"/>
                        </a:rPr>
                        <a:t>GPS receiver B to GPS receiver A</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0" dirty="0">
                          <a:effectLst/>
                          <a:latin typeface="Times New Roman" pitchFamily="18" charset="0"/>
                          <a:cs typeface="Times New Roman" pitchFamily="18" charset="0"/>
                        </a:rPr>
                        <a:t> </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l">
                        <a:lnSpc>
                          <a:spcPct val="100000"/>
                        </a:lnSpc>
                        <a:spcAft>
                          <a:spcPts val="0"/>
                        </a:spcAft>
                      </a:pPr>
                      <a:r>
                        <a:rPr lang="en-US" sz="1100" kern="0" dirty="0">
                          <a:effectLst/>
                          <a:latin typeface="Times New Roman" pitchFamily="18" charset="0"/>
                          <a:cs typeface="Times New Roman" pitchFamily="18" charset="0"/>
                        </a:rPr>
                        <a:t>Take measures in current orbit or in next orbit  then  inform DFH</a:t>
                      </a:r>
                      <a:endParaRPr lang="zh-CN" sz="1100" kern="100" dirty="0">
                        <a:effectLst/>
                        <a:latin typeface="Times New Roman" pitchFamily="18" charset="0"/>
                        <a:ea typeface="宋体"/>
                        <a:cs typeface="Times New Roman" pitchFamily="18" charset="0"/>
                      </a:endParaRPr>
                    </a:p>
                  </a:txBody>
                  <a:tcPr marL="61722" marR="61722" marT="0" marB="0" anchor="ctr"/>
                </a:tc>
              </a:tr>
            </a:tbl>
          </a:graphicData>
        </a:graphic>
      </p:graphicFrame>
    </p:spTree>
    <p:extLst>
      <p:ext uri="{BB962C8B-B14F-4D97-AF65-F5344CB8AC3E}">
        <p14:creationId xmlns:p14="http://schemas.microsoft.com/office/powerpoint/2010/main" val="248525910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24123508"/>
              </p:ext>
            </p:extLst>
          </p:nvPr>
        </p:nvGraphicFramePr>
        <p:xfrm>
          <a:off x="215422" y="1059582"/>
          <a:ext cx="8677058" cy="3514711"/>
        </p:xfrm>
        <a:graphic>
          <a:graphicData uri="http://schemas.openxmlformats.org/drawingml/2006/table">
            <a:tbl>
              <a:tblPr firstRow="1" firstCol="1" bandRow="1">
                <a:tableStyleId>{5C22544A-7EE6-4342-B048-85BDC9FD1C3A}</a:tableStyleId>
              </a:tblPr>
              <a:tblGrid>
                <a:gridCol w="427478"/>
                <a:gridCol w="897239"/>
                <a:gridCol w="1192272"/>
                <a:gridCol w="857422"/>
                <a:gridCol w="1515042"/>
                <a:gridCol w="2793374"/>
                <a:gridCol w="994231"/>
              </a:tblGrid>
              <a:tr h="654623">
                <a:tc>
                  <a:txBody>
                    <a:bodyPr/>
                    <a:lstStyle/>
                    <a:p>
                      <a:pPr algn="just">
                        <a:lnSpc>
                          <a:spcPct val="100000"/>
                        </a:lnSpc>
                        <a:spcAft>
                          <a:spcPts val="0"/>
                        </a:spcAft>
                      </a:pPr>
                      <a:r>
                        <a:rPr lang="en-US" sz="1200" b="1" kern="100" dirty="0" smtClean="0">
                          <a:effectLst/>
                          <a:latin typeface="Times New Roman" pitchFamily="18" charset="0"/>
                          <a:ea typeface="宋体"/>
                          <a:cs typeface="Times New Roman" pitchFamily="18" charset="0"/>
                        </a:rPr>
                        <a:t>No</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a:effectLst/>
                          <a:latin typeface="Times New Roman" pitchFamily="18" charset="0"/>
                          <a:ea typeface="宋体"/>
                          <a:cs typeface="Times New Roman" pitchFamily="18" charset="0"/>
                        </a:rPr>
                        <a:t>Failure Mode</a:t>
                      </a:r>
                      <a:endParaRPr lang="zh-CN" sz="1200" kern="10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a:effectLst/>
                          <a:latin typeface="Times New Roman" pitchFamily="18" charset="0"/>
                          <a:ea typeface="宋体"/>
                          <a:cs typeface="Times New Roman" pitchFamily="18" charset="0"/>
                        </a:rPr>
                        <a:t>Reason</a:t>
                      </a:r>
                      <a:endParaRPr lang="zh-CN" sz="1200" kern="10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a:effectLst/>
                          <a:latin typeface="Times New Roman" pitchFamily="18" charset="0"/>
                          <a:ea typeface="宋体"/>
                          <a:cs typeface="Times New Roman" pitchFamily="18" charset="0"/>
                        </a:rPr>
                        <a:t>Failure Analysis</a:t>
                      </a:r>
                      <a:endParaRPr lang="zh-CN" sz="1200" kern="10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dirty="0">
                          <a:effectLst/>
                          <a:latin typeface="Times New Roman" pitchFamily="18" charset="0"/>
                          <a:ea typeface="宋体"/>
                          <a:cs typeface="Times New Roman" pitchFamily="18" charset="0"/>
                        </a:rPr>
                        <a:t>Failure Detection</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dirty="0">
                          <a:effectLst/>
                          <a:latin typeface="Times New Roman" pitchFamily="18" charset="0"/>
                          <a:ea typeface="宋体"/>
                          <a:cs typeface="Times New Roman" pitchFamily="18" charset="0"/>
                        </a:rPr>
                        <a:t>Measures</a:t>
                      </a:r>
                      <a:endParaRPr lang="zh-CN" sz="1200" kern="100" dirty="0">
                        <a:effectLst/>
                        <a:latin typeface="Times New Roman" pitchFamily="18" charset="0"/>
                        <a:ea typeface="宋体"/>
                        <a:cs typeface="Times New Roman" pitchFamily="18" charset="0"/>
                      </a:endParaRPr>
                    </a:p>
                  </a:txBody>
                  <a:tcPr marL="68580" marR="68580" marT="0" marB="0" anchor="ctr"/>
                </a:tc>
                <a:tc>
                  <a:txBody>
                    <a:bodyPr/>
                    <a:lstStyle/>
                    <a:p>
                      <a:pPr algn="ctr">
                        <a:lnSpc>
                          <a:spcPct val="100000"/>
                        </a:lnSpc>
                        <a:spcAft>
                          <a:spcPts val="0"/>
                        </a:spcAft>
                      </a:pPr>
                      <a:r>
                        <a:rPr lang="en-US" sz="1200" b="1" kern="100" dirty="0">
                          <a:effectLst/>
                          <a:latin typeface="Times New Roman" pitchFamily="18" charset="0"/>
                          <a:ea typeface="宋体"/>
                          <a:cs typeface="Times New Roman" pitchFamily="18" charset="0"/>
                        </a:rPr>
                        <a:t>Action</a:t>
                      </a:r>
                      <a:endParaRPr lang="zh-CN" sz="1200" kern="100" dirty="0">
                        <a:effectLst/>
                        <a:latin typeface="Times New Roman" pitchFamily="18" charset="0"/>
                        <a:ea typeface="宋体"/>
                        <a:cs typeface="Times New Roman" pitchFamily="18" charset="0"/>
                      </a:endParaRPr>
                    </a:p>
                  </a:txBody>
                  <a:tcPr marL="68580" marR="68580" marT="0" marB="0" anchor="ctr"/>
                </a:tc>
              </a:tr>
              <a:tr h="1573011">
                <a:tc rowSpan="2">
                  <a:txBody>
                    <a:bodyPr/>
                    <a:lstStyle/>
                    <a:p>
                      <a:pPr marL="0" lvl="0" indent="0" algn="just">
                        <a:lnSpc>
                          <a:spcPct val="100000"/>
                        </a:lnSpc>
                        <a:spcAft>
                          <a:spcPts val="0"/>
                        </a:spcAft>
                        <a:buFont typeface="+mj-lt"/>
                        <a:buNone/>
                      </a:pPr>
                      <a:r>
                        <a:rPr lang="en-US" sz="1200" kern="100" dirty="0" smtClean="0">
                          <a:effectLst/>
                          <a:latin typeface="Times New Roman" pitchFamily="18" charset="0"/>
                          <a:cs typeface="Times New Roman" pitchFamily="18" charset="0"/>
                        </a:rPr>
                        <a:t>4</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200" kern="100" dirty="0">
                          <a:solidFill>
                            <a:schemeClr val="tx1"/>
                          </a:solidFill>
                          <a:effectLst/>
                          <a:latin typeface="Times New Roman" pitchFamily="18" charset="0"/>
                          <a:cs typeface="Times New Roman" pitchFamily="18" charset="0"/>
                        </a:rPr>
                        <a:t>GPS UTC Time failure</a:t>
                      </a:r>
                      <a:endParaRPr lang="zh-CN" sz="1200" kern="100" dirty="0">
                        <a:solidFill>
                          <a:schemeClr val="tx1"/>
                        </a:solidFill>
                        <a:effectLst/>
                        <a:latin typeface="Times New Roman" pitchFamily="18" charset="0"/>
                        <a:ea typeface="宋体"/>
                        <a:cs typeface="Times New Roman" pitchFamily="18" charset="0"/>
                      </a:endParaRPr>
                    </a:p>
                  </a:txBody>
                  <a:tcPr marL="61722" marR="61722" marT="0" marB="0" anchor="ct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GPS receiver does not </a:t>
                      </a:r>
                      <a:r>
                        <a:rPr lang="en-US" sz="1200" kern="100" dirty="0" smtClean="0">
                          <a:effectLst/>
                          <a:latin typeface="Times New Roman" pitchFamily="18" charset="0"/>
                          <a:cs typeface="Times New Roman" pitchFamily="18" charset="0"/>
                        </a:rPr>
                        <a:t>position</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algn="just">
                        <a:lnSpc>
                          <a:spcPct val="100000"/>
                        </a:lnSpc>
                        <a:spcAft>
                          <a:spcPts val="0"/>
                        </a:spcAft>
                      </a:pPr>
                      <a:r>
                        <a:rPr lang="en-US" sz="1200" kern="100" dirty="0">
                          <a:effectLst/>
                          <a:latin typeface="Times New Roman" pitchFamily="18" charset="0"/>
                          <a:cs typeface="Times New Roman" pitchFamily="18" charset="0"/>
                        </a:rPr>
                        <a:t>Satellite loses highly accurate time system</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marL="0" lvl="0" indent="0" algn="just">
                        <a:lnSpc>
                          <a:spcPct val="150000"/>
                        </a:lnSpc>
                        <a:spcAft>
                          <a:spcPts val="0"/>
                        </a:spcAft>
                        <a:buFont typeface="+mj-lt"/>
                        <a:buNone/>
                        <a:tabLst>
                          <a:tab pos="0" algn="l"/>
                        </a:tabLst>
                      </a:pPr>
                      <a:r>
                        <a:rPr lang="en-US" sz="1200" kern="100" dirty="0" smtClean="0">
                          <a:effectLst/>
                          <a:latin typeface="Times New Roman" pitchFamily="18" charset="0"/>
                          <a:cs typeface="Times New Roman" pitchFamily="18" charset="0"/>
                        </a:rPr>
                        <a:t>UTC </a:t>
                      </a:r>
                      <a:r>
                        <a:rPr lang="en-US" sz="1200" kern="100" dirty="0">
                          <a:effectLst/>
                          <a:latin typeface="Times New Roman" pitchFamily="18" charset="0"/>
                          <a:cs typeface="Times New Roman" pitchFamily="18" charset="0"/>
                        </a:rPr>
                        <a:t>time=“0’’ or doesn’t </a:t>
                      </a:r>
                      <a:r>
                        <a:rPr lang="en-US" sz="1200" kern="100" dirty="0" smtClean="0">
                          <a:effectLst/>
                          <a:latin typeface="Times New Roman" pitchFamily="18" charset="0"/>
                          <a:cs typeface="Times New Roman" pitchFamily="18" charset="0"/>
                        </a:rPr>
                        <a:t>update</a:t>
                      </a:r>
                      <a:endParaRPr lang="zh-CN" sz="1200" kern="100" dirty="0">
                        <a:effectLst/>
                        <a:latin typeface="Times New Roman" pitchFamily="18" charset="0"/>
                        <a:cs typeface="Times New Roman" pitchFamily="18" charset="0"/>
                      </a:endParaRPr>
                    </a:p>
                  </a:txBody>
                  <a:tcPr marL="61722" marR="61722" marT="0" marB="0" anchor="ctr"/>
                </a:tc>
                <a:tc rowSpan="2">
                  <a:txBody>
                    <a:bodyPr/>
                    <a:lstStyle/>
                    <a:p>
                      <a:pPr algn="just">
                        <a:lnSpc>
                          <a:spcPct val="100000"/>
                        </a:lnSpc>
                        <a:spcAft>
                          <a:spcPts val="0"/>
                        </a:spcAft>
                      </a:pPr>
                      <a:r>
                        <a:rPr lang="en-US" sz="1200" kern="0" dirty="0">
                          <a:effectLst/>
                          <a:latin typeface="Times New Roman" pitchFamily="18" charset="0"/>
                          <a:cs typeface="Times New Roman" pitchFamily="18" charset="0"/>
                        </a:rPr>
                        <a:t>1)If GPS A is on duty, to execute the following procedure:</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B-3 To reset GPS receiver A</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If the failure </a:t>
                      </a:r>
                      <a:r>
                        <a:rPr lang="en-US" sz="1200" kern="0" dirty="0" smtClean="0">
                          <a:effectLst/>
                          <a:latin typeface="Times New Roman" pitchFamily="18" charset="0"/>
                          <a:cs typeface="Times New Roman" pitchFamily="18" charset="0"/>
                        </a:rPr>
                        <a:t>continues</a:t>
                      </a:r>
                      <a:r>
                        <a:rPr lang="en-US" sz="1200" kern="0" baseline="0" dirty="0" smtClean="0">
                          <a:effectLst/>
                          <a:latin typeface="Times New Roman" pitchFamily="18" charset="0"/>
                          <a:cs typeface="Times New Roman" pitchFamily="18" charset="0"/>
                        </a:rPr>
                        <a:t> </a:t>
                      </a:r>
                      <a:r>
                        <a:rPr lang="en-US" sz="1200" kern="0" dirty="0" smtClean="0">
                          <a:effectLst/>
                          <a:latin typeface="Times New Roman" pitchFamily="18" charset="0"/>
                          <a:cs typeface="Times New Roman" pitchFamily="18" charset="0"/>
                        </a:rPr>
                        <a:t>to </a:t>
                      </a:r>
                      <a:r>
                        <a:rPr lang="en-US" sz="1200" kern="0" dirty="0">
                          <a:effectLst/>
                          <a:latin typeface="Times New Roman" pitchFamily="18" charset="0"/>
                          <a:cs typeface="Times New Roman" pitchFamily="18" charset="0"/>
                        </a:rPr>
                        <a:t>execute:</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B-1 Switch </a:t>
                      </a:r>
                      <a:r>
                        <a:rPr lang="en-US" sz="1200" kern="100" dirty="0">
                          <a:effectLst/>
                          <a:latin typeface="Times New Roman" pitchFamily="18" charset="0"/>
                          <a:cs typeface="Times New Roman" pitchFamily="18" charset="0"/>
                        </a:rPr>
                        <a:t>GPS receiver A to GPS receiver B</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 </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2)If GPS B is on duty, to execute the following procedure:</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B-4 To reset GPS receiver B</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If the failure </a:t>
                      </a:r>
                      <a:r>
                        <a:rPr lang="en-US" sz="1200" kern="0" dirty="0" smtClean="0">
                          <a:effectLst/>
                          <a:latin typeface="Times New Roman" pitchFamily="18" charset="0"/>
                          <a:cs typeface="Times New Roman" pitchFamily="18" charset="0"/>
                        </a:rPr>
                        <a:t>continues </a:t>
                      </a:r>
                      <a:r>
                        <a:rPr lang="en-US" sz="1200" kern="0" dirty="0">
                          <a:effectLst/>
                          <a:latin typeface="Times New Roman" pitchFamily="18" charset="0"/>
                          <a:cs typeface="Times New Roman" pitchFamily="18" charset="0"/>
                        </a:rPr>
                        <a:t>to execute:  </a:t>
                      </a:r>
                      <a:endParaRPr lang="zh-CN" sz="1200" kern="100" dirty="0">
                        <a:effectLst/>
                        <a:latin typeface="Times New Roman" pitchFamily="18" charset="0"/>
                        <a:cs typeface="Times New Roman" pitchFamily="18" charset="0"/>
                      </a:endParaRPr>
                    </a:p>
                    <a:p>
                      <a:pPr algn="just">
                        <a:lnSpc>
                          <a:spcPct val="100000"/>
                        </a:lnSpc>
                        <a:spcAft>
                          <a:spcPts val="0"/>
                        </a:spcAft>
                      </a:pPr>
                      <a:r>
                        <a:rPr lang="en-US" sz="1200" kern="0" dirty="0">
                          <a:effectLst/>
                          <a:latin typeface="Times New Roman" pitchFamily="18" charset="0"/>
                          <a:cs typeface="Times New Roman" pitchFamily="18" charset="0"/>
                        </a:rPr>
                        <a:t>B-2 Switch </a:t>
                      </a:r>
                      <a:r>
                        <a:rPr lang="en-US" sz="1200" kern="100" dirty="0">
                          <a:effectLst/>
                          <a:latin typeface="Times New Roman" pitchFamily="18" charset="0"/>
                          <a:cs typeface="Times New Roman" pitchFamily="18" charset="0"/>
                        </a:rPr>
                        <a:t>GPS receiver B to GPS receiver </a:t>
                      </a:r>
                      <a:r>
                        <a:rPr lang="en-US" sz="1200" kern="100" dirty="0" smtClean="0">
                          <a:effectLst/>
                          <a:latin typeface="Times New Roman" pitchFamily="18" charset="0"/>
                          <a:cs typeface="Times New Roman" pitchFamily="18" charset="0"/>
                        </a:rPr>
                        <a:t>A</a:t>
                      </a:r>
                      <a:r>
                        <a:rPr lang="en-US" sz="1200" kern="0" dirty="0">
                          <a:effectLst/>
                          <a:latin typeface="Times New Roman" pitchFamily="18" charset="0"/>
                          <a:cs typeface="Times New Roman" pitchFamily="18" charset="0"/>
                        </a:rPr>
                        <a:t> </a:t>
                      </a:r>
                      <a:endParaRPr lang="zh-CN" sz="1200" kern="100" dirty="0">
                        <a:effectLst/>
                        <a:latin typeface="Times New Roman" pitchFamily="18" charset="0"/>
                        <a:ea typeface="宋体"/>
                        <a:cs typeface="Times New Roman" pitchFamily="18" charset="0"/>
                      </a:endParaRPr>
                    </a:p>
                  </a:txBody>
                  <a:tcPr marL="61722" marR="61722" marT="0" marB="0" anchor="ctr"/>
                </a:tc>
                <a:tc rowSpan="2">
                  <a:txBody>
                    <a:bodyPr/>
                    <a:lstStyle/>
                    <a:p>
                      <a:pPr algn="l">
                        <a:lnSpc>
                          <a:spcPct val="100000"/>
                        </a:lnSpc>
                        <a:spcAft>
                          <a:spcPts val="0"/>
                        </a:spcAft>
                      </a:pPr>
                      <a:r>
                        <a:rPr lang="en-US" sz="1200" kern="0" dirty="0">
                          <a:effectLst/>
                          <a:latin typeface="Times New Roman" pitchFamily="18" charset="0"/>
                          <a:cs typeface="Times New Roman" pitchFamily="18" charset="0"/>
                        </a:rPr>
                        <a:t>Take measures in current orbit or in next orbit  then  inform DFH</a:t>
                      </a:r>
                      <a:endParaRPr lang="zh-CN" sz="1200" kern="100" dirty="0">
                        <a:effectLst/>
                        <a:latin typeface="Times New Roman" pitchFamily="18" charset="0"/>
                        <a:ea typeface="宋体"/>
                        <a:cs typeface="Times New Roman" pitchFamily="18" charset="0"/>
                      </a:endParaRPr>
                    </a:p>
                  </a:txBody>
                  <a:tcPr marL="61722" marR="61722" marT="0" marB="0" anchor="ctr"/>
                </a:tc>
              </a:tr>
              <a:tr h="1287077">
                <a:tc vMerge="1">
                  <a:txBody>
                    <a:bodyPr/>
                    <a:lstStyle/>
                    <a:p>
                      <a:endParaRPr lang="zh-CN" altLang="en-US"/>
                    </a:p>
                  </a:txBody>
                  <a:tcPr/>
                </a:tc>
                <a:tc vMerge="1">
                  <a:txBody>
                    <a:bodyPr/>
                    <a:lstStyle/>
                    <a:p>
                      <a:endParaRPr lang="zh-CN" altLang="en-US"/>
                    </a:p>
                  </a:txBody>
                  <a:tcPr/>
                </a:tc>
                <a:tc>
                  <a:txBody>
                    <a:bodyPr/>
                    <a:lstStyle/>
                    <a:p>
                      <a:pPr algn="just">
                        <a:lnSpc>
                          <a:spcPct val="100000"/>
                        </a:lnSpc>
                        <a:spcAft>
                          <a:spcPts val="0"/>
                        </a:spcAft>
                      </a:pPr>
                      <a:r>
                        <a:rPr lang="en-US" sz="1200" kern="100" dirty="0">
                          <a:effectLst/>
                          <a:latin typeface="Times New Roman" pitchFamily="18" charset="0"/>
                          <a:cs typeface="Times New Roman" pitchFamily="18" charset="0"/>
                        </a:rPr>
                        <a:t>UTC time  is abnormally changed by space electric particle</a:t>
                      </a:r>
                      <a:endParaRPr lang="zh-CN" sz="1200" kern="100" dirty="0">
                        <a:effectLst/>
                        <a:latin typeface="Times New Roman" pitchFamily="18" charset="0"/>
                        <a:ea typeface="宋体"/>
                        <a:cs typeface="Times New Roman" pitchFamily="18" charset="0"/>
                      </a:endParaRPr>
                    </a:p>
                  </a:txBody>
                  <a:tcPr marL="61722" marR="61722"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bl>
          </a:graphicData>
        </a:graphic>
      </p:graphicFrame>
    </p:spTree>
    <p:extLst>
      <p:ext uri="{BB962C8B-B14F-4D97-AF65-F5344CB8AC3E}">
        <p14:creationId xmlns:p14="http://schemas.microsoft.com/office/powerpoint/2010/main" val="401746970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516327952"/>
              </p:ext>
            </p:extLst>
          </p:nvPr>
        </p:nvGraphicFramePr>
        <p:xfrm>
          <a:off x="586316" y="1055722"/>
          <a:ext cx="8090140" cy="3604260"/>
        </p:xfrm>
        <a:graphic>
          <a:graphicData uri="http://schemas.openxmlformats.org/drawingml/2006/table">
            <a:tbl>
              <a:tblPr firstRow="1" firstCol="1" bandRow="1">
                <a:tableStyleId>{5C22544A-7EE6-4342-B048-85BDC9FD1C3A}</a:tableStyleId>
              </a:tblPr>
              <a:tblGrid>
                <a:gridCol w="345752"/>
                <a:gridCol w="811028"/>
                <a:gridCol w="707486"/>
                <a:gridCol w="778234"/>
                <a:gridCol w="2663524"/>
                <a:gridCol w="2147379"/>
                <a:gridCol w="636737"/>
              </a:tblGrid>
              <a:tr h="320467">
                <a:tc>
                  <a:txBody>
                    <a:bodyPr/>
                    <a:lstStyle/>
                    <a:p>
                      <a:pPr algn="just">
                        <a:spcAft>
                          <a:spcPts val="0"/>
                        </a:spcAft>
                      </a:pPr>
                      <a:r>
                        <a:rPr lang="en-US" sz="1100" kern="100" dirty="0" smtClean="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Failure Mode</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a:effectLst/>
                          <a:latin typeface="Times New Roman" pitchFamily="18" charset="0"/>
                          <a:cs typeface="Times New Roman" pitchFamily="18" charset="0"/>
                        </a:rPr>
                        <a:t>Reason</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a:effectLst/>
                          <a:latin typeface="Times New Roman" pitchFamily="18" charset="0"/>
                          <a:cs typeface="Times New Roman" pitchFamily="18" charset="0"/>
                        </a:rPr>
                        <a:t>Failure Analysis</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a:effectLst/>
                          <a:latin typeface="Times New Roman" pitchFamily="18" charset="0"/>
                          <a:cs typeface="Times New Roman" pitchFamily="18" charset="0"/>
                        </a:rPr>
                        <a:t>Measures</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spcAft>
                          <a:spcPts val="0"/>
                        </a:spcAft>
                      </a:pPr>
                      <a:r>
                        <a:rPr lang="en-US" sz="1100" kern="100" dirty="0">
                          <a:effectLst/>
                          <a:latin typeface="Times New Roman" pitchFamily="18" charset="0"/>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1722" marR="61722" marT="0" marB="0" anchor="ctr"/>
                </a:tc>
              </a:tr>
              <a:tr h="1383363">
                <a:tc rowSpan="2">
                  <a:txBody>
                    <a:bodyPr/>
                    <a:lstStyle/>
                    <a:p>
                      <a:pPr marL="0" lvl="0" indent="0" algn="just">
                        <a:lnSpc>
                          <a:spcPct val="100000"/>
                        </a:lnSpc>
                        <a:spcAft>
                          <a:spcPts val="0"/>
                        </a:spcAft>
                        <a:buFont typeface="+mj-lt"/>
                        <a:buNone/>
                      </a:pPr>
                      <a:r>
                        <a:rPr lang="en-US" sz="1100" kern="100" dirty="0" smtClean="0">
                          <a:effectLst/>
                          <a:latin typeface="Times New Roman" pitchFamily="18" charset="0"/>
                          <a:ea typeface="宋体"/>
                          <a:cs typeface="Times New Roman" pitchFamily="18" charset="0"/>
                        </a:rPr>
                        <a:t>5</a:t>
                      </a:r>
                      <a:r>
                        <a:rPr lang="en-US" sz="1100" kern="10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receiver doesn’t output  orbit determination data</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receiver </a:t>
                      </a:r>
                      <a:r>
                        <a:rPr lang="en-US" sz="1100" kern="100" dirty="0" smtClean="0">
                          <a:effectLst/>
                          <a:latin typeface="Times New Roman" pitchFamily="18" charset="0"/>
                          <a:ea typeface="宋体"/>
                          <a:cs typeface="Times New Roman" pitchFamily="18" charset="0"/>
                        </a:rPr>
                        <a:t>main</a:t>
                      </a:r>
                      <a:r>
                        <a:rPr lang="en-US" sz="1100" kern="100" baseline="0" dirty="0" smtClean="0">
                          <a:effectLst/>
                          <a:latin typeface="Times New Roman" pitchFamily="18" charset="0"/>
                          <a:ea typeface="宋体"/>
                          <a:cs typeface="Times New Roman" pitchFamily="18" charset="0"/>
                        </a:rPr>
                        <a:t> core </a:t>
                      </a:r>
                      <a:r>
                        <a:rPr lang="en-US" sz="1100" kern="100" dirty="0" smtClean="0">
                          <a:effectLst/>
                          <a:latin typeface="Times New Roman" pitchFamily="18" charset="0"/>
                          <a:ea typeface="宋体"/>
                          <a:cs typeface="Times New Roman" pitchFamily="18" charset="0"/>
                        </a:rPr>
                        <a:t>fails</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receiver </a:t>
                      </a:r>
                      <a:r>
                        <a:rPr lang="en-US" sz="1100" kern="100" dirty="0" smtClean="0">
                          <a:effectLst/>
                          <a:latin typeface="Times New Roman" pitchFamily="18" charset="0"/>
                          <a:ea typeface="宋体"/>
                          <a:cs typeface="Times New Roman" pitchFamily="18" charset="0"/>
                        </a:rPr>
                        <a:t>main core </a:t>
                      </a:r>
                      <a:r>
                        <a:rPr lang="en-US" sz="1100" kern="100" dirty="0">
                          <a:effectLst/>
                          <a:latin typeface="Times New Roman" pitchFamily="18" charset="0"/>
                          <a:ea typeface="宋体"/>
                          <a:cs typeface="Times New Roman" pitchFamily="18" charset="0"/>
                        </a:rPr>
                        <a:t>data is abnormal</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Positioning </a:t>
                      </a:r>
                      <a:r>
                        <a:rPr lang="en-US" sz="1100" kern="100" dirty="0">
                          <a:effectLst/>
                          <a:latin typeface="Times New Roman" pitchFamily="18" charset="0"/>
                          <a:ea typeface="宋体"/>
                          <a:cs typeface="Times New Roman" pitchFamily="18" charset="0"/>
                        </a:rPr>
                        <a:t>state </a:t>
                      </a:r>
                      <a:r>
                        <a:rPr lang="en-US" sz="1100" kern="100" dirty="0" smtClean="0">
                          <a:effectLst/>
                          <a:latin typeface="Times New Roman" pitchFamily="18" charset="0"/>
                          <a:ea typeface="宋体"/>
                          <a:cs typeface="Times New Roman" pitchFamily="18" charset="0"/>
                        </a:rPr>
                        <a:t>=1</a:t>
                      </a:r>
                      <a:r>
                        <a:rPr lang="en-US" altLang="zh-CN" sz="1100" kern="100" dirty="0" smtClean="0">
                          <a:effectLst/>
                          <a:latin typeface="Times New Roman" pitchFamily="18" charset="0"/>
                          <a:ea typeface="宋体"/>
                          <a:cs typeface="Times New Roman" pitchFamily="18" charset="0"/>
                        </a:rPr>
                        <a:t>:</a:t>
                      </a:r>
                      <a:r>
                        <a:rPr lang="en-US" sz="1100" kern="100" dirty="0" smtClean="0">
                          <a:effectLst/>
                          <a:latin typeface="Times New Roman" pitchFamily="18" charset="0"/>
                          <a:ea typeface="宋体"/>
                          <a:cs typeface="Times New Roman" pitchFamily="18" charset="0"/>
                        </a:rPr>
                        <a:t>positioning </a:t>
                      </a:r>
                      <a:r>
                        <a:rPr lang="en-US" sz="1100" kern="100" dirty="0">
                          <a:effectLst/>
                          <a:latin typeface="Times New Roman" pitchFamily="18" charset="0"/>
                          <a:ea typeface="宋体"/>
                          <a:cs typeface="Times New Roman" pitchFamily="18" charset="0"/>
                        </a:rPr>
                        <a:t>data</a:t>
                      </a:r>
                      <a:endParaRPr lang="zh-CN" sz="1100" kern="100" dirty="0">
                        <a:effectLst/>
                        <a:latin typeface="Times New Roman" pitchFamily="18" charset="0"/>
                        <a:ea typeface="宋体"/>
                        <a:cs typeface="Times New Roman" pitchFamily="18" charset="0"/>
                      </a:endParaRPr>
                    </a:p>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orbit determination state=00: </a:t>
                      </a:r>
                      <a:r>
                        <a:rPr lang="en-US" altLang="zh-CN" sz="1100" kern="100" dirty="0" smtClean="0">
                          <a:solidFill>
                            <a:schemeClr val="tx1"/>
                          </a:solidFill>
                          <a:effectLst/>
                          <a:latin typeface="Times New Roman" pitchFamily="18" charset="0"/>
                          <a:ea typeface="+mn-ea"/>
                          <a:cs typeface="Times New Roman" pitchFamily="18" charset="0"/>
                        </a:rPr>
                        <a:t>invalid</a:t>
                      </a:r>
                      <a:r>
                        <a:rPr lang="en-US" sz="1100" kern="100" dirty="0" smtClean="0">
                          <a:effectLst/>
                          <a:latin typeface="Times New Roman" pitchFamily="18" charset="0"/>
                          <a:ea typeface="宋体"/>
                          <a:cs typeface="Times New Roman" pitchFamily="18" charset="0"/>
                        </a:rPr>
                        <a:t>;</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100" dirty="0">
                          <a:effectLst/>
                          <a:latin typeface="Times New Roman" pitchFamily="18" charset="0"/>
                          <a:ea typeface="宋体"/>
                          <a:cs typeface="Times New Roman" pitchFamily="18" charset="0"/>
                        </a:rPr>
                        <a:t>If the above case lasts more than 30 seconds, the failure can be detected</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just">
                        <a:lnSpc>
                          <a:spcPct val="150000"/>
                        </a:lnSpc>
                        <a:spcAft>
                          <a:spcPts val="0"/>
                        </a:spcAft>
                      </a:pPr>
                      <a:r>
                        <a:rPr lang="en-US" sz="1100" kern="0" dirty="0">
                          <a:effectLst/>
                          <a:latin typeface="Times New Roman" pitchFamily="18" charset="0"/>
                          <a:ea typeface="宋体"/>
                          <a:cs typeface="Times New Roman" pitchFamily="18" charset="0"/>
                        </a:rPr>
                        <a:t>1)If GPS A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B-3 To reset GPS receiver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If the failure continues, to execute:</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B-1 Switch </a:t>
                      </a:r>
                      <a:r>
                        <a:rPr lang="en-US" sz="1100" kern="100" dirty="0">
                          <a:effectLst/>
                          <a:latin typeface="Times New Roman" pitchFamily="18" charset="0"/>
                          <a:ea typeface="宋体"/>
                          <a:cs typeface="Times New Roman" pitchFamily="18" charset="0"/>
                        </a:rPr>
                        <a:t>GPS receiver A to GPS receiver B</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2)If GPS B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smtClean="0">
                          <a:effectLst/>
                          <a:latin typeface="Times New Roman" pitchFamily="18" charset="0"/>
                          <a:ea typeface="宋体"/>
                          <a:cs typeface="Times New Roman" pitchFamily="18" charset="0"/>
                        </a:rPr>
                        <a:t>B-3 </a:t>
                      </a:r>
                      <a:r>
                        <a:rPr lang="en-US" sz="1100" kern="0" dirty="0">
                          <a:effectLst/>
                          <a:latin typeface="Times New Roman" pitchFamily="18" charset="0"/>
                          <a:ea typeface="宋体"/>
                          <a:cs typeface="Times New Roman" pitchFamily="18" charset="0"/>
                        </a:rPr>
                        <a:t>To reset GPS receiver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If the failure continues, to execute: </a:t>
                      </a:r>
                      <a:r>
                        <a:rPr lang="en-US" sz="1100" kern="0" dirty="0">
                          <a:solidFill>
                            <a:srgbClr val="FF0000"/>
                          </a:solidFill>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0" dirty="0">
                          <a:effectLst/>
                          <a:latin typeface="Times New Roman" pitchFamily="18" charset="0"/>
                          <a:ea typeface="宋体"/>
                          <a:cs typeface="Times New Roman" pitchFamily="18" charset="0"/>
                        </a:rPr>
                        <a:t>B-2 Switch </a:t>
                      </a:r>
                      <a:r>
                        <a:rPr lang="en-US" sz="1100" kern="100" dirty="0">
                          <a:effectLst/>
                          <a:latin typeface="Times New Roman" pitchFamily="18" charset="0"/>
                          <a:ea typeface="宋体"/>
                          <a:cs typeface="Times New Roman" pitchFamily="18" charset="0"/>
                        </a:rPr>
                        <a:t>GPS receiver B to GPS receiver </a:t>
                      </a:r>
                      <a:r>
                        <a:rPr lang="en-US" sz="1100" kern="100" dirty="0" smtClean="0">
                          <a:effectLst/>
                          <a:latin typeface="Times New Roman" pitchFamily="18" charset="0"/>
                          <a:ea typeface="宋体"/>
                          <a:cs typeface="Times New Roman" pitchFamily="18" charset="0"/>
                        </a:rPr>
                        <a:t>A</a:t>
                      </a:r>
                      <a:r>
                        <a:rPr lang="en-US" sz="1100" kern="10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txBody>
                  <a:tcPr marL="68580" marR="68580" marT="0" marB="0" anchor="ctr"/>
                </a:tc>
                <a:tc rowSpan="2">
                  <a:txBody>
                    <a:bodyPr/>
                    <a:lstStyle/>
                    <a:p>
                      <a:pPr algn="l">
                        <a:lnSpc>
                          <a:spcPct val="150000"/>
                        </a:lnSpc>
                        <a:spcAft>
                          <a:spcPts val="0"/>
                        </a:spcAft>
                      </a:pPr>
                      <a:r>
                        <a:rPr lang="en-US" sz="1100" kern="0" dirty="0">
                          <a:solidFill>
                            <a:srgbClr val="000000"/>
                          </a:solidFill>
                          <a:effectLst/>
                          <a:latin typeface="Times New Roman" pitchFamily="18" charset="0"/>
                          <a:ea typeface="Times New Roman"/>
                          <a:cs typeface="Times New Roman" pitchFamily="18" charset="0"/>
                        </a:rPr>
                        <a:t>Take measures in current orbit then  inform DFH</a:t>
                      </a:r>
                      <a:endParaRPr lang="zh-CN" sz="1100" kern="100" dirty="0">
                        <a:effectLst/>
                        <a:latin typeface="Times New Roman" pitchFamily="18" charset="0"/>
                        <a:ea typeface="宋体"/>
                        <a:cs typeface="Times New Roman" pitchFamily="18" charset="0"/>
                      </a:endParaRPr>
                    </a:p>
                  </a:txBody>
                  <a:tcPr marL="68580" marR="68580" marT="0" marB="0" anchor="ctr"/>
                </a:tc>
              </a:tr>
              <a:tr h="1815737">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Positioning </a:t>
                      </a:r>
                      <a:r>
                        <a:rPr lang="en-US" sz="1100" kern="100" dirty="0">
                          <a:effectLst/>
                          <a:latin typeface="Times New Roman" pitchFamily="18" charset="0"/>
                          <a:ea typeface="宋体"/>
                          <a:cs typeface="Times New Roman" pitchFamily="18" charset="0"/>
                        </a:rPr>
                        <a:t>state =</a:t>
                      </a:r>
                      <a:r>
                        <a:rPr lang="en-US" sz="1100" kern="100" dirty="0" smtClean="0">
                          <a:effectLst/>
                          <a:latin typeface="Times New Roman" pitchFamily="18" charset="0"/>
                          <a:ea typeface="宋体"/>
                          <a:cs typeface="Times New Roman" pitchFamily="18" charset="0"/>
                        </a:rPr>
                        <a:t>1</a:t>
                      </a:r>
                      <a:r>
                        <a:rPr lang="zh-CN" sz="1100" kern="100" dirty="0" smtClean="0">
                          <a:effectLst/>
                          <a:latin typeface="Times New Roman" pitchFamily="18" charset="0"/>
                          <a:ea typeface="宋体"/>
                          <a:cs typeface="Times New Roman" pitchFamily="18" charset="0"/>
                        </a:rPr>
                        <a:t>：</a:t>
                      </a:r>
                      <a:r>
                        <a:rPr lang="en-US" sz="1100" kern="100" dirty="0">
                          <a:effectLst/>
                          <a:latin typeface="Times New Roman" pitchFamily="18" charset="0"/>
                          <a:ea typeface="宋体"/>
                          <a:cs typeface="Times New Roman" pitchFamily="18" charset="0"/>
                        </a:rPr>
                        <a:t>positioning data </a:t>
                      </a:r>
                      <a:endParaRPr lang="zh-CN" sz="1100" kern="100" dirty="0">
                        <a:effectLst/>
                        <a:latin typeface="Times New Roman" pitchFamily="18" charset="0"/>
                        <a:ea typeface="宋体"/>
                        <a:cs typeface="Times New Roman" pitchFamily="18" charset="0"/>
                      </a:endParaRPr>
                    </a:p>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orbit determination state=11,“orbit determination”</a:t>
                      </a:r>
                      <a:endParaRPr lang="zh-CN" sz="1100" kern="100" dirty="0">
                        <a:effectLst/>
                        <a:latin typeface="Times New Roman" pitchFamily="18" charset="0"/>
                        <a:ea typeface="宋体"/>
                        <a:cs typeface="Times New Roman" pitchFamily="18" charset="0"/>
                      </a:endParaRPr>
                    </a:p>
                    <a:p>
                      <a:pPr marL="342900" lvl="0" indent="-342900" algn="just">
                        <a:lnSpc>
                          <a:spcPct val="150000"/>
                        </a:lnSpc>
                        <a:spcAft>
                          <a:spcPts val="0"/>
                        </a:spcAft>
                        <a:buFont typeface="+mj-lt"/>
                        <a:buAutoNum type="arabicParenR"/>
                      </a:pPr>
                      <a:r>
                        <a:rPr lang="en-US" sz="1100" kern="100" dirty="0" smtClean="0">
                          <a:effectLst/>
                          <a:latin typeface="Times New Roman" pitchFamily="18" charset="0"/>
                          <a:ea typeface="宋体"/>
                          <a:cs typeface="Times New Roman" pitchFamily="18" charset="0"/>
                        </a:rPr>
                        <a:t>X2~Vz2 </a:t>
                      </a:r>
                      <a:r>
                        <a:rPr lang="en-US" sz="1100" kern="100" dirty="0">
                          <a:effectLst/>
                          <a:latin typeface="Times New Roman" pitchFamily="18" charset="0"/>
                          <a:ea typeface="宋体"/>
                          <a:cs typeface="Times New Roman" pitchFamily="18" charset="0"/>
                        </a:rPr>
                        <a:t>output data error or invalid data AA</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100" dirty="0">
                          <a:effectLst/>
                          <a:latin typeface="Times New Roman" pitchFamily="18" charset="0"/>
                          <a:ea typeface="宋体"/>
                          <a:cs typeface="Times New Roman" pitchFamily="18" charset="0"/>
                        </a:rPr>
                        <a:t>If the above case lasts more than 30 seconds, the failure can be detected</a:t>
                      </a:r>
                      <a:endParaRPr lang="zh-CN" sz="1100" kern="100" dirty="0">
                        <a:effectLst/>
                        <a:latin typeface="Times New Roman" pitchFamily="18" charset="0"/>
                        <a:ea typeface="宋体"/>
                        <a:cs typeface="Times New Roman" pitchFamily="18" charset="0"/>
                      </a:endParaRPr>
                    </a:p>
                  </a:txBody>
                  <a:tcPr marL="68580" marR="68580" marT="0" marB="0" anchor="ctr"/>
                </a:tc>
                <a:tc vMerge="1">
                  <a:txBody>
                    <a:bodyPr/>
                    <a:lstStyle/>
                    <a:p>
                      <a:endParaRPr lang="zh-CN" altLang="en-US"/>
                    </a:p>
                  </a:txBody>
                  <a:tcPr/>
                </a:tc>
                <a:tc vMerge="1">
                  <a:txBody>
                    <a:bodyPr/>
                    <a:lstStyle/>
                    <a:p>
                      <a:endParaRPr lang="zh-CN" altLang="en-US"/>
                    </a:p>
                  </a:txBody>
                  <a:tcPr/>
                </a:tc>
              </a:tr>
            </a:tbl>
          </a:graphicData>
        </a:graphic>
      </p:graphicFrame>
    </p:spTree>
    <p:extLst>
      <p:ext uri="{BB962C8B-B14F-4D97-AF65-F5344CB8AC3E}">
        <p14:creationId xmlns:p14="http://schemas.microsoft.com/office/powerpoint/2010/main" val="41184846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4106304024"/>
              </p:ext>
            </p:extLst>
          </p:nvPr>
        </p:nvGraphicFramePr>
        <p:xfrm>
          <a:off x="322958" y="1059582"/>
          <a:ext cx="8425506" cy="3548151"/>
        </p:xfrm>
        <a:graphic>
          <a:graphicData uri="http://schemas.openxmlformats.org/drawingml/2006/table">
            <a:tbl>
              <a:tblPr firstRow="1" firstCol="1" bandRow="1">
                <a:tableStyleId>{5C22544A-7EE6-4342-B048-85BDC9FD1C3A}</a:tableStyleId>
              </a:tblPr>
              <a:tblGrid>
                <a:gridCol w="500049"/>
                <a:gridCol w="803305"/>
                <a:gridCol w="845913"/>
                <a:gridCol w="1055621"/>
                <a:gridCol w="1802750"/>
                <a:gridCol w="2537204"/>
                <a:gridCol w="880664"/>
              </a:tblGrid>
              <a:tr h="337919">
                <a:tc>
                  <a:txBody>
                    <a:bodyPr/>
                    <a:lstStyle/>
                    <a:p>
                      <a:pPr algn="just">
                        <a:lnSpc>
                          <a:spcPct val="100000"/>
                        </a:lnSpc>
                        <a:spcAft>
                          <a:spcPts val="0"/>
                        </a:spcAft>
                      </a:pPr>
                      <a:r>
                        <a:rPr lang="en-US" sz="1100" kern="100" dirty="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a:effectLst/>
                          <a:latin typeface="Times New Roman" pitchFamily="18" charset="0"/>
                          <a:cs typeface="Times New Roman" pitchFamily="18" charset="0"/>
                        </a:rPr>
                        <a:t>Failure Mode</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a:effectLst/>
                          <a:latin typeface="Times New Roman" pitchFamily="18" charset="0"/>
                          <a:cs typeface="Times New Roman" pitchFamily="18" charset="0"/>
                        </a:rPr>
                        <a:t>Reason</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a:effectLst/>
                          <a:latin typeface="Times New Roman" pitchFamily="18" charset="0"/>
                          <a:cs typeface="Times New Roman" pitchFamily="18" charset="0"/>
                        </a:rPr>
                        <a:t>Failure Analysis</a:t>
                      </a:r>
                      <a:endParaRPr lang="zh-CN" sz="1100" kern="10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Failure Detection</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Measures</a:t>
                      </a:r>
                      <a:endParaRPr lang="zh-CN" sz="1100" kern="100" dirty="0">
                        <a:effectLst/>
                        <a:latin typeface="Times New Roman" pitchFamily="18" charset="0"/>
                        <a:ea typeface="宋体"/>
                        <a:cs typeface="Times New Roman" pitchFamily="18" charset="0"/>
                      </a:endParaRPr>
                    </a:p>
                  </a:txBody>
                  <a:tcPr marL="61722" marR="61722" marT="0" marB="0" anchor="ctr"/>
                </a:tc>
                <a:tc>
                  <a:txBody>
                    <a:bodyPr/>
                    <a:lstStyle/>
                    <a:p>
                      <a:pPr algn="ctr">
                        <a:lnSpc>
                          <a:spcPct val="100000"/>
                        </a:lnSpc>
                        <a:spcAft>
                          <a:spcPts val="0"/>
                        </a:spcAft>
                      </a:pPr>
                      <a:r>
                        <a:rPr lang="en-US" sz="1100" kern="100" dirty="0">
                          <a:effectLst/>
                          <a:latin typeface="Times New Roman" pitchFamily="18" charset="0"/>
                          <a:cs typeface="Times New Roman" pitchFamily="18" charset="0"/>
                        </a:rPr>
                        <a:t>Action</a:t>
                      </a:r>
                      <a:endParaRPr lang="zh-CN" sz="1100" kern="100" dirty="0">
                        <a:effectLst/>
                        <a:latin typeface="Times New Roman" pitchFamily="18" charset="0"/>
                        <a:ea typeface="宋体"/>
                        <a:cs typeface="Times New Roman" pitchFamily="18" charset="0"/>
                      </a:endParaRPr>
                    </a:p>
                  </a:txBody>
                  <a:tcPr marL="61722" marR="61722" marT="0" marB="0" anchor="ctr"/>
                </a:tc>
              </a:tr>
              <a:tr h="3210232">
                <a:tc>
                  <a:txBody>
                    <a:bodyPr/>
                    <a:lstStyle/>
                    <a:p>
                      <a:pPr marL="0" lvl="0" indent="0" algn="just">
                        <a:lnSpc>
                          <a:spcPct val="100000"/>
                        </a:lnSpc>
                        <a:spcAft>
                          <a:spcPts val="0"/>
                        </a:spcAft>
                        <a:buFont typeface="+mj-lt"/>
                        <a:buNone/>
                      </a:pPr>
                      <a:r>
                        <a:rPr lang="en-US" altLang="zh-CN" sz="1100" kern="100" dirty="0" smtClean="0">
                          <a:effectLst/>
                          <a:latin typeface="Times New Roman" pitchFamily="18" charset="0"/>
                          <a:ea typeface="宋体"/>
                          <a:cs typeface="Times New Roman" pitchFamily="18" charset="0"/>
                        </a:rPr>
                        <a:t>6</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Communication error between GPS </a:t>
                      </a:r>
                      <a:r>
                        <a:rPr lang="en-US" sz="1100" kern="100" dirty="0" smtClean="0">
                          <a:effectLst/>
                          <a:latin typeface="Times New Roman" pitchFamily="18" charset="0"/>
                          <a:ea typeface="宋体"/>
                          <a:cs typeface="Times New Roman" pitchFamily="18" charset="0"/>
                        </a:rPr>
                        <a:t>receiver and OBDH.</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GPS CAN-bus fault or GPS sub-computer fault </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GPS TM packet is </a:t>
                      </a:r>
                      <a:r>
                        <a:rPr lang="en-US" sz="1100" kern="100" dirty="0" smtClean="0">
                          <a:effectLst/>
                          <a:latin typeface="Times New Roman" pitchFamily="18" charset="0"/>
                          <a:ea typeface="宋体"/>
                          <a:cs typeface="Times New Roman" pitchFamily="18" charset="0"/>
                        </a:rPr>
                        <a:t>abnormal</a:t>
                      </a:r>
                      <a:r>
                        <a:rPr lang="en-US" sz="1100" kern="100" baseline="0" dirty="0" smtClean="0">
                          <a:effectLst/>
                          <a:latin typeface="Times New Roman" pitchFamily="18" charset="0"/>
                          <a:ea typeface="宋体"/>
                          <a:cs typeface="Times New Roman" pitchFamily="18" charset="0"/>
                        </a:rPr>
                        <a:t> and </a:t>
                      </a:r>
                      <a:r>
                        <a:rPr lang="en-US" sz="1100" kern="100" dirty="0" smtClean="0">
                          <a:effectLst/>
                          <a:latin typeface="Times New Roman" pitchFamily="18" charset="0"/>
                          <a:ea typeface="宋体"/>
                          <a:cs typeface="Times New Roman" pitchFamily="18" charset="0"/>
                        </a:rPr>
                        <a:t>can’t </a:t>
                      </a:r>
                      <a:r>
                        <a:rPr lang="en-US" sz="1100" kern="100" dirty="0">
                          <a:effectLst/>
                          <a:latin typeface="Times New Roman" pitchFamily="18" charset="0"/>
                          <a:ea typeface="宋体"/>
                          <a:cs typeface="Times New Roman" pitchFamily="18" charset="0"/>
                        </a:rPr>
                        <a:t>monitor the GPS </a:t>
                      </a:r>
                      <a:r>
                        <a:rPr lang="en-US" sz="1100" kern="100" dirty="0" smtClean="0">
                          <a:effectLst/>
                          <a:latin typeface="Times New Roman" pitchFamily="18" charset="0"/>
                          <a:ea typeface="宋体"/>
                          <a:cs typeface="Times New Roman" pitchFamily="18" charset="0"/>
                        </a:rPr>
                        <a:t>status </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50000"/>
                        </a:lnSpc>
                        <a:spcAft>
                          <a:spcPts val="0"/>
                        </a:spcAft>
                      </a:pPr>
                      <a:r>
                        <a:rPr lang="en-US" sz="1100" kern="100" dirty="0">
                          <a:effectLst/>
                          <a:latin typeface="Times New Roman" pitchFamily="18" charset="0"/>
                          <a:ea typeface="宋体"/>
                          <a:cs typeface="Times New Roman" pitchFamily="18" charset="0"/>
                        </a:rPr>
                        <a:t>GPS TM packet </a:t>
                      </a:r>
                      <a:r>
                        <a:rPr lang="en-US" sz="1100" kern="100" dirty="0" smtClean="0">
                          <a:effectLst/>
                          <a:latin typeface="Times New Roman" pitchFamily="18" charset="0"/>
                          <a:ea typeface="宋体"/>
                          <a:cs typeface="Times New Roman" pitchFamily="18" charset="0"/>
                        </a:rPr>
                        <a:t>is </a:t>
                      </a:r>
                      <a:r>
                        <a:rPr lang="en-US" sz="1100" kern="100" dirty="0">
                          <a:effectLst/>
                          <a:latin typeface="Times New Roman" pitchFamily="18" charset="0"/>
                          <a:ea typeface="宋体"/>
                          <a:cs typeface="Times New Roman" pitchFamily="18" charset="0"/>
                        </a:rPr>
                        <a:t>filled by EE or there is no change for data in TM packet;</a:t>
                      </a:r>
                      <a:endParaRPr lang="zh-CN" sz="1100" kern="100" dirty="0">
                        <a:effectLst/>
                        <a:latin typeface="Times New Roman" pitchFamily="18" charset="0"/>
                        <a:ea typeface="宋体"/>
                        <a:cs typeface="Times New Roman" pitchFamily="18" charset="0"/>
                      </a:endParaRPr>
                    </a:p>
                    <a:p>
                      <a:pPr algn="just">
                        <a:lnSpc>
                          <a:spcPct val="150000"/>
                        </a:lnSpc>
                        <a:spcAft>
                          <a:spcPts val="0"/>
                        </a:spcAft>
                      </a:pPr>
                      <a:r>
                        <a:rPr lang="en-US" sz="1100" kern="100" dirty="0">
                          <a:effectLst/>
                          <a:latin typeface="Times New Roman" pitchFamily="18" charset="0"/>
                          <a:ea typeface="宋体"/>
                          <a:cs typeface="Times New Roman" pitchFamily="18" charset="0"/>
                        </a:rPr>
                        <a:t>The </a:t>
                      </a:r>
                      <a:r>
                        <a:rPr lang="en-US" sz="1100" kern="100" dirty="0" smtClean="0">
                          <a:effectLst/>
                          <a:latin typeface="Times New Roman" pitchFamily="18" charset="0"/>
                          <a:ea typeface="宋体"/>
                          <a:cs typeface="Times New Roman" pitchFamily="18" charset="0"/>
                        </a:rPr>
                        <a:t>TM ‘</a:t>
                      </a:r>
                      <a:r>
                        <a:rPr lang="en-US" sz="1100" kern="100" dirty="0">
                          <a:effectLst/>
                          <a:latin typeface="Times New Roman" pitchFamily="18" charset="0"/>
                          <a:ea typeface="宋体"/>
                          <a:cs typeface="Times New Roman" pitchFamily="18" charset="0"/>
                        </a:rPr>
                        <a:t>GPS TM invalidation counter’ increases </a:t>
                      </a:r>
                      <a:r>
                        <a:rPr lang="en-US" sz="1100" kern="100" dirty="0" smtClean="0">
                          <a:effectLst/>
                          <a:latin typeface="Times New Roman" pitchFamily="18" charset="0"/>
                          <a:ea typeface="宋体"/>
                          <a:cs typeface="Times New Roman" pitchFamily="18" charset="0"/>
                        </a:rPr>
                        <a:t>abnormally</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0" dirty="0">
                          <a:effectLst/>
                          <a:latin typeface="Times New Roman" pitchFamily="18" charset="0"/>
                          <a:ea typeface="宋体"/>
                          <a:cs typeface="Times New Roman" pitchFamily="18" charset="0"/>
                        </a:rPr>
                        <a:t>1)If GPS A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B-4 </a:t>
                      </a:r>
                      <a:r>
                        <a:rPr lang="en-US" sz="1100" kern="0" dirty="0">
                          <a:effectLst/>
                          <a:latin typeface="Times New Roman" pitchFamily="18" charset="0"/>
                          <a:ea typeface="宋体"/>
                          <a:cs typeface="Times New Roman" pitchFamily="18" charset="0"/>
                        </a:rPr>
                        <a:t>“To reset CAN bus </a:t>
                      </a:r>
                      <a:r>
                        <a:rPr lang="en-US" sz="1100" kern="0" dirty="0" smtClean="0">
                          <a:effectLst/>
                          <a:latin typeface="Times New Roman" pitchFamily="18" charset="0"/>
                          <a:ea typeface="宋体"/>
                          <a:cs typeface="Times New Roman" pitchFamily="18" charset="0"/>
                        </a:rPr>
                        <a:t>A controller</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100" kern="0" dirty="0" smtClean="0">
                          <a:effectLst/>
                          <a:latin typeface="Times New Roman" pitchFamily="18" charset="0"/>
                          <a:ea typeface="宋体"/>
                          <a:cs typeface="Times New Roman" pitchFamily="18" charset="0"/>
                        </a:rPr>
                        <a:t>If the failure continues, to execute:</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 </a:t>
                      </a:r>
                      <a:r>
                        <a:rPr lang="en-US" sz="1100" kern="0" dirty="0" smtClean="0">
                          <a:effectLst/>
                          <a:latin typeface="Times New Roman" pitchFamily="18" charset="0"/>
                          <a:ea typeface="宋体"/>
                          <a:cs typeface="Times New Roman" pitchFamily="18" charset="0"/>
                        </a:rPr>
                        <a:t>B-3 To reset GPS receiver </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If the failure continues, to execute:</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B-1 Switch </a:t>
                      </a:r>
                      <a:r>
                        <a:rPr lang="en-US" sz="1100" kern="100" dirty="0" smtClean="0">
                          <a:effectLst/>
                          <a:latin typeface="Times New Roman" pitchFamily="18" charset="0"/>
                          <a:ea typeface="宋体"/>
                          <a:cs typeface="Times New Roman" pitchFamily="18" charset="0"/>
                        </a:rPr>
                        <a:t>GPS receiver A to GPS receiver B</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2)If GPS B is on duty, to execute the following procedure:</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B-5 “To reset CAN bus </a:t>
                      </a:r>
                      <a:r>
                        <a:rPr lang="en-US" sz="1100" kern="0" dirty="0" smtClean="0">
                          <a:effectLst/>
                          <a:latin typeface="Times New Roman" pitchFamily="18" charset="0"/>
                          <a:ea typeface="宋体"/>
                          <a:cs typeface="Times New Roman" pitchFamily="18" charset="0"/>
                        </a:rPr>
                        <a:t>B controller</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100" kern="0" dirty="0" smtClean="0">
                          <a:effectLst/>
                          <a:latin typeface="Times New Roman" pitchFamily="18" charset="0"/>
                          <a:ea typeface="宋体"/>
                          <a:cs typeface="Times New Roman" pitchFamily="18" charset="0"/>
                        </a:rPr>
                        <a:t>If the failure continues, to execute:</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a:effectLst/>
                          <a:latin typeface="Times New Roman" pitchFamily="18" charset="0"/>
                          <a:ea typeface="宋体"/>
                          <a:cs typeface="Times New Roman" pitchFamily="18" charset="0"/>
                        </a:rPr>
                        <a:t> </a:t>
                      </a:r>
                      <a:r>
                        <a:rPr lang="en-US" sz="1100" kern="0" dirty="0" smtClean="0">
                          <a:effectLst/>
                          <a:latin typeface="Times New Roman" pitchFamily="18" charset="0"/>
                          <a:ea typeface="宋体"/>
                          <a:cs typeface="Times New Roman" pitchFamily="18" charset="0"/>
                        </a:rPr>
                        <a:t>B-3 To reset GPS receiver </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If the failure continues, to execute:</a:t>
                      </a:r>
                      <a:endParaRPr lang="zh-CN" altLang="en-US" sz="1100" kern="100" dirty="0" smtClean="0">
                        <a:effectLst/>
                        <a:latin typeface="Times New Roman" pitchFamily="18" charset="0"/>
                        <a:ea typeface="+mn-ea"/>
                        <a:cs typeface="Times New Roman" pitchFamily="18" charset="0"/>
                      </a:endParaRPr>
                    </a:p>
                    <a:p>
                      <a:pPr algn="just">
                        <a:lnSpc>
                          <a:spcPct val="100000"/>
                        </a:lnSpc>
                        <a:spcAft>
                          <a:spcPts val="0"/>
                        </a:spcAft>
                      </a:pPr>
                      <a:r>
                        <a:rPr lang="en-US" sz="1100" kern="0" dirty="0" smtClean="0">
                          <a:effectLst/>
                          <a:latin typeface="Times New Roman" pitchFamily="18" charset="0"/>
                          <a:ea typeface="宋体"/>
                          <a:cs typeface="Times New Roman" pitchFamily="18" charset="0"/>
                        </a:rPr>
                        <a:t>B-2 </a:t>
                      </a:r>
                      <a:r>
                        <a:rPr lang="en-US" sz="1100" kern="0" dirty="0">
                          <a:effectLst/>
                          <a:latin typeface="Times New Roman" pitchFamily="18" charset="0"/>
                          <a:ea typeface="宋体"/>
                          <a:cs typeface="Times New Roman" pitchFamily="18" charset="0"/>
                        </a:rPr>
                        <a:t>Switch </a:t>
                      </a:r>
                      <a:r>
                        <a:rPr lang="en-US" sz="1100" kern="100" dirty="0">
                          <a:effectLst/>
                          <a:latin typeface="Times New Roman" pitchFamily="18" charset="0"/>
                          <a:ea typeface="宋体"/>
                          <a:cs typeface="Times New Roman" pitchFamily="18" charset="0"/>
                        </a:rPr>
                        <a:t>GPS receiver B to GPS receiver A</a:t>
                      </a:r>
                      <a:endParaRPr lang="zh-CN" sz="1100" kern="100" dirty="0">
                        <a:effectLst/>
                        <a:latin typeface="Times New Roman" pitchFamily="18" charset="0"/>
                        <a:ea typeface="宋体"/>
                        <a:cs typeface="Times New Roman" pitchFamily="18" charset="0"/>
                      </a:endParaRPr>
                    </a:p>
                    <a:p>
                      <a:pPr algn="just">
                        <a:lnSpc>
                          <a:spcPct val="100000"/>
                        </a:lnSpc>
                        <a:spcAft>
                          <a:spcPts val="0"/>
                        </a:spcAft>
                      </a:pPr>
                      <a:r>
                        <a:rPr lang="en-US" sz="1100" kern="100" dirty="0">
                          <a:effectLst/>
                          <a:latin typeface="Times New Roman" pitchFamily="18" charset="0"/>
                          <a:ea typeface="宋体"/>
                          <a:cs typeface="Times New Roman" pitchFamily="18" charset="0"/>
                        </a:rPr>
                        <a:t> </a:t>
                      </a:r>
                      <a:endParaRPr lang="zh-CN" sz="1100" kern="100" dirty="0">
                        <a:effectLst/>
                        <a:latin typeface="Times New Roman" pitchFamily="18" charset="0"/>
                        <a:ea typeface="宋体"/>
                        <a:cs typeface="Times New Roman" pitchFamily="18" charset="0"/>
                      </a:endParaRPr>
                    </a:p>
                  </a:txBody>
                  <a:tcPr marL="68580" marR="68580" marT="0" marB="0" anchor="ctr"/>
                </a:tc>
                <a:tc>
                  <a:txBody>
                    <a:bodyPr/>
                    <a:lstStyle/>
                    <a:p>
                      <a:pPr algn="just">
                        <a:lnSpc>
                          <a:spcPct val="100000"/>
                        </a:lnSpc>
                        <a:spcAft>
                          <a:spcPts val="0"/>
                        </a:spcAft>
                      </a:pPr>
                      <a:r>
                        <a:rPr lang="en-US" sz="1100" kern="100" dirty="0">
                          <a:effectLst/>
                          <a:latin typeface="Times New Roman" pitchFamily="18" charset="0"/>
                          <a:ea typeface="宋体"/>
                          <a:cs typeface="Times New Roman" pitchFamily="18" charset="0"/>
                        </a:rPr>
                        <a:t>Ask for authorization to DFH before take measures</a:t>
                      </a:r>
                      <a:endParaRPr lang="zh-CN" sz="1100" kern="100" dirty="0">
                        <a:effectLst/>
                        <a:latin typeface="Times New Roman" pitchFamily="18" charset="0"/>
                        <a:ea typeface="宋体"/>
                        <a:cs typeface="Times New Roman" pitchFamily="18" charset="0"/>
                      </a:endParaRPr>
                    </a:p>
                  </a:txBody>
                  <a:tcPr marL="68580" marR="68580" marT="0" marB="0" anchor="ctr"/>
                </a:tc>
              </a:tr>
            </a:tbl>
          </a:graphicData>
        </a:graphic>
      </p:graphicFrame>
    </p:spTree>
    <p:extLst>
      <p:ext uri="{BB962C8B-B14F-4D97-AF65-F5344CB8AC3E}">
        <p14:creationId xmlns:p14="http://schemas.microsoft.com/office/powerpoint/2010/main" val="1166333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36</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316005732"/>
              </p:ext>
            </p:extLst>
          </p:nvPr>
        </p:nvGraphicFramePr>
        <p:xfrm>
          <a:off x="390884" y="1446602"/>
          <a:ext cx="8357580" cy="3161132"/>
        </p:xfrm>
        <a:graphic>
          <a:graphicData uri="http://schemas.openxmlformats.org/drawingml/2006/table">
            <a:tbl>
              <a:tblPr firstRow="1" firstCol="1" bandRow="1">
                <a:tableStyleId>{5C22544A-7EE6-4342-B048-85BDC9FD1C3A}</a:tableStyleId>
              </a:tblPr>
              <a:tblGrid>
                <a:gridCol w="383661"/>
                <a:gridCol w="2460803"/>
                <a:gridCol w="1438491"/>
                <a:gridCol w="2076703"/>
                <a:gridCol w="1997922"/>
              </a:tblGrid>
              <a:tr h="295500">
                <a:tc>
                  <a:txBody>
                    <a:bodyPr/>
                    <a:lstStyle/>
                    <a:p>
                      <a:pPr algn="ctr">
                        <a:lnSpc>
                          <a:spcPct val="100000"/>
                        </a:lnSpc>
                        <a:spcAft>
                          <a:spcPts val="0"/>
                        </a:spcAft>
                      </a:pPr>
                      <a:r>
                        <a:rPr lang="en-US" sz="1100" kern="0" dirty="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a:effectLst/>
                          <a:latin typeface="Times New Roman" pitchFamily="18" charset="0"/>
                          <a:cs typeface="Times New Roman" pitchFamily="18" charset="0"/>
                        </a:rPr>
                        <a:t>TM before sending</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a:effectLst/>
                          <a:latin typeface="Times New Roman" pitchFamily="18" charset="0"/>
                          <a:cs typeface="Times New Roman" pitchFamily="18" charset="0"/>
                        </a:rPr>
                        <a:t>TC Number</a:t>
                      </a:r>
                      <a:endParaRPr lang="zh-CN" sz="1100" kern="10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a:effectLst/>
                          <a:latin typeface="Times New Roman" pitchFamily="18" charset="0"/>
                          <a:cs typeface="Times New Roman" pitchFamily="18" charset="0"/>
                        </a:rPr>
                        <a:t>TC Name</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a:effectLst/>
                          <a:latin typeface="Times New Roman" pitchFamily="18" charset="0"/>
                          <a:cs typeface="Times New Roman" pitchFamily="18" charset="0"/>
                        </a:rPr>
                        <a:t>TM after sending</a:t>
                      </a:r>
                      <a:endParaRPr lang="zh-CN" sz="1100" kern="100" dirty="0">
                        <a:effectLst/>
                        <a:latin typeface="Times New Roman" pitchFamily="18" charset="0"/>
                        <a:ea typeface="宋体"/>
                        <a:cs typeface="Times New Roman" pitchFamily="18" charset="0"/>
                      </a:endParaRPr>
                    </a:p>
                  </a:txBody>
                  <a:tcPr marL="44010" marR="44010" marT="0" marB="0" anchor="ctr"/>
                </a:tc>
              </a:tr>
              <a:tr h="1432816">
                <a:tc>
                  <a:txBody>
                    <a:bodyPr/>
                    <a:lstStyle/>
                    <a:p>
                      <a:pPr algn="ctr">
                        <a:lnSpc>
                          <a:spcPct val="100000"/>
                        </a:lnSpc>
                        <a:spcAft>
                          <a:spcPts val="0"/>
                        </a:spcAft>
                      </a:pPr>
                      <a:r>
                        <a:rPr lang="en-US" sz="1100" kern="0">
                          <a:effectLst/>
                          <a:latin typeface="Times New Roman" pitchFamily="18" charset="0"/>
                          <a:cs typeface="Times New Roman" pitchFamily="18" charset="0"/>
                        </a:rPr>
                        <a:t>1</a:t>
                      </a:r>
                      <a:endParaRPr lang="zh-CN" sz="1100" kern="10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A on/off: 1=ON</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B on/off: 0=OFF</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ctr">
                        <a:lnSpc>
                          <a:spcPct val="100000"/>
                        </a:lnSpc>
                        <a:spcAft>
                          <a:spcPts val="0"/>
                        </a:spcAft>
                      </a:pPr>
                      <a:r>
                        <a:rPr lang="en-US" sz="1100" kern="0" dirty="0" smtClean="0">
                          <a:effectLst/>
                          <a:latin typeface="Times New Roman" pitchFamily="18" charset="0"/>
                          <a:cs typeface="Times New Roman" pitchFamily="18" charset="0"/>
                        </a:rPr>
                        <a:t>K11</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smtClean="0">
                          <a:effectLst/>
                          <a:latin typeface="Times New Roman" pitchFamily="18" charset="0"/>
                          <a:cs typeface="Times New Roman" pitchFamily="18" charset="0"/>
                        </a:rPr>
                        <a:t>KCB009</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Transmitter B of USB transponder </a:t>
                      </a:r>
                      <a:r>
                        <a:rPr lang="en-US" sz="1100" kern="100" dirty="0" smtClean="0">
                          <a:effectLst/>
                          <a:latin typeface="Times New Roman" pitchFamily="18" charset="0"/>
                          <a:cs typeface="Times New Roman" pitchFamily="18" charset="0"/>
                        </a:rPr>
                        <a:t>on (to </a:t>
                      </a:r>
                      <a:r>
                        <a:rPr lang="en-US" sz="1100" kern="100" dirty="0">
                          <a:effectLst/>
                          <a:latin typeface="Times New Roman" pitchFamily="18" charset="0"/>
                          <a:cs typeface="Times New Roman" pitchFamily="18" charset="0"/>
                        </a:rPr>
                        <a:t>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A on/off: 1=ON</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sz="1100" kern="100" dirty="0">
                        <a:effectLst/>
                        <a:latin typeface="Times New Roman" pitchFamily="18" charset="0"/>
                        <a:cs typeface="Times New Roman" pitchFamily="18" charset="0"/>
                      </a:endParaRPr>
                    </a:p>
                    <a:p>
                      <a:pPr algn="just">
                        <a:lnSpc>
                          <a:spcPct val="100000"/>
                        </a:lnSpc>
                        <a:spcAft>
                          <a:spcPts val="0"/>
                        </a:spcAft>
                      </a:pPr>
                      <a:r>
                        <a:rPr lang="en-US" sz="1100" kern="100" dirty="0">
                          <a:effectLst/>
                          <a:latin typeface="Times New Roman" pitchFamily="18" charset="0"/>
                          <a:cs typeface="Times New Roman" pitchFamily="18" charset="0"/>
                        </a:rPr>
                        <a:t>Transponder transmitter B on/off: 1=ON</a:t>
                      </a:r>
                      <a:endParaRPr lang="zh-CN" sz="1100" kern="100" dirty="0">
                        <a:effectLst/>
                        <a:latin typeface="Times New Roman" pitchFamily="18" charset="0"/>
                        <a:ea typeface="宋体"/>
                        <a:cs typeface="Times New Roman" pitchFamily="18" charset="0"/>
                      </a:endParaRPr>
                    </a:p>
                  </a:txBody>
                  <a:tcPr marL="44010" marR="44010" marT="0" marB="0" anchor="ctr"/>
                </a:tc>
              </a:tr>
              <a:tr h="1432816">
                <a:tc>
                  <a:txBody>
                    <a:bodyPr/>
                    <a:lstStyle/>
                    <a:p>
                      <a:pPr algn="ctr">
                        <a:lnSpc>
                          <a:spcPct val="100000"/>
                        </a:lnSpc>
                        <a:spcAft>
                          <a:spcPts val="0"/>
                        </a:spcAft>
                      </a:pPr>
                      <a:r>
                        <a:rPr lang="en-US" sz="1100" kern="0">
                          <a:effectLst/>
                          <a:latin typeface="Times New Roman" pitchFamily="18" charset="0"/>
                          <a:cs typeface="Times New Roman" pitchFamily="18" charset="0"/>
                        </a:rPr>
                        <a:t>2</a:t>
                      </a:r>
                      <a:endParaRPr lang="zh-CN" sz="1100" kern="10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c>
                  <a:txBody>
                    <a:bodyPr/>
                    <a:lstStyle/>
                    <a:p>
                      <a:pPr algn="ctr">
                        <a:lnSpc>
                          <a:spcPct val="100000"/>
                        </a:lnSpc>
                        <a:spcAft>
                          <a:spcPts val="0"/>
                        </a:spcAft>
                      </a:pPr>
                      <a:r>
                        <a:rPr lang="en-US" sz="1100" kern="0" dirty="0" smtClean="0">
                          <a:effectLst/>
                          <a:latin typeface="Times New Roman" pitchFamily="18" charset="0"/>
                          <a:cs typeface="Times New Roman" pitchFamily="18" charset="0"/>
                        </a:rPr>
                        <a:t>K12</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0" dirty="0" smtClean="0">
                          <a:effectLst/>
                          <a:latin typeface="Times New Roman" pitchFamily="18" charset="0"/>
                          <a:cs typeface="Times New Roman" pitchFamily="18" charset="0"/>
                        </a:rPr>
                        <a:t>KCA010</a:t>
                      </a:r>
                      <a:endParaRPr lang="zh-CN" sz="1100" kern="100" dirty="0">
                        <a:effectLst/>
                        <a:latin typeface="Times New Roman" pitchFamily="18" charset="0"/>
                        <a:cs typeface="Times New Roman" pitchFamily="18" charset="0"/>
                      </a:endParaRPr>
                    </a:p>
                    <a:p>
                      <a:pPr algn="ctr">
                        <a:lnSpc>
                          <a:spcPct val="10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a:effectLst/>
                          <a:latin typeface="Times New Roman" pitchFamily="18" charset="0"/>
                          <a:cs typeface="Times New Roman" pitchFamily="18" charset="0"/>
                        </a:rPr>
                        <a:t>Transmitter A of USB transponder off (to 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0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A on/off: 1=OFF</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0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r>
            </a:tbl>
          </a:graphicData>
        </a:graphic>
      </p:graphicFrame>
      <p:sp>
        <p:nvSpPr>
          <p:cNvPr id="7" name="Rectangle 1"/>
          <p:cNvSpPr>
            <a:spLocks noChangeArrowheads="1"/>
          </p:cNvSpPr>
          <p:nvPr/>
        </p:nvSpPr>
        <p:spPr bwMode="auto">
          <a:xfrm>
            <a:off x="1763688" y="988502"/>
            <a:ext cx="547260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T</a:t>
            </a:r>
            <a:r>
              <a:rPr kumimoji="0" lang="en-US" altLang="zh-CN" sz="1600" b="1" i="0" u="none" strike="noStrike" cap="none" normalizeH="0" baseline="0" dirty="0" smtClean="0" bmk="">
                <a:ln>
                  <a:noFill/>
                </a:ln>
                <a:solidFill>
                  <a:schemeClr val="tx1"/>
                </a:solidFill>
                <a:effectLst/>
                <a:latin typeface="Times New Roman" pitchFamily="18" charset="0"/>
                <a:ea typeface="宋体" pitchFamily="2" charset="-122"/>
                <a:cs typeface="Times New Roman" pitchFamily="18" charset="0"/>
              </a:rPr>
              <a:t>able A‑</a:t>
            </a:r>
            <a:r>
              <a:rPr kumimoji="0" lang="en-US" altLang="zh-CN" sz="1600" b="1" i="0" u="none" strike="noStrike" cap="none" normalizeH="0" baseline="0" dirty="0" smtClean="0" bmk="_Toc494469153">
                <a:ln>
                  <a:noFill/>
                </a:ln>
                <a:solidFill>
                  <a:schemeClr val="tx1"/>
                </a:solidFill>
                <a:effectLst/>
                <a:latin typeface="Times New Roman" pitchFamily="18" charset="0"/>
                <a:ea typeface="宋体" pitchFamily="2" charset="-122"/>
                <a:cs typeface="Times New Roman" pitchFamily="18" charset="0"/>
              </a:rPr>
              <a:t>1 Steps of </a:t>
            </a: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switch Transmitter A to Transmitter B</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p:txBody>
      </p:sp>
      <p:sp>
        <p:nvSpPr>
          <p:cNvPr id="8" name="标题 1"/>
          <p:cNvSpPr>
            <a:spLocks noGrp="1"/>
          </p:cNvSpPr>
          <p:nvPr>
            <p:ph type="title"/>
          </p:nvPr>
        </p:nvSpPr>
        <p:spPr>
          <a:xfrm>
            <a:off x="457200" y="205978"/>
            <a:ext cx="8229600" cy="637580"/>
          </a:xfrm>
        </p:spPr>
        <p:txBody>
          <a:bodyPr>
            <a:normAutofit fontScale="90000"/>
          </a:bodyPr>
          <a:lstStyle/>
          <a:p>
            <a:r>
              <a:rPr lang="en-US" altLang="zh-CN" dirty="0" smtClean="0"/>
              <a:t>Appendix A</a:t>
            </a:r>
            <a:endParaRPr lang="zh-CN" altLang="en-US" dirty="0"/>
          </a:p>
        </p:txBody>
      </p:sp>
    </p:spTree>
    <p:extLst>
      <p:ext uri="{BB962C8B-B14F-4D97-AF65-F5344CB8AC3E}">
        <p14:creationId xmlns:p14="http://schemas.microsoft.com/office/powerpoint/2010/main" val="26773166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693872832"/>
              </p:ext>
            </p:extLst>
          </p:nvPr>
        </p:nvGraphicFramePr>
        <p:xfrm>
          <a:off x="247342" y="1393023"/>
          <a:ext cx="8501122" cy="3429500"/>
        </p:xfrm>
        <a:graphic>
          <a:graphicData uri="http://schemas.openxmlformats.org/drawingml/2006/table">
            <a:tbl>
              <a:tblPr firstRow="1" firstCol="1" bandRow="1">
                <a:tableStyleId>{5C22544A-7EE6-4342-B048-85BDC9FD1C3A}</a:tableStyleId>
              </a:tblPr>
              <a:tblGrid>
                <a:gridCol w="376876"/>
                <a:gridCol w="2346119"/>
                <a:gridCol w="1245439"/>
                <a:gridCol w="1986900"/>
                <a:gridCol w="2545788"/>
              </a:tblGrid>
              <a:tr h="472653">
                <a:tc>
                  <a:txBody>
                    <a:bodyPr/>
                    <a:lstStyle/>
                    <a:p>
                      <a:pPr algn="ctr">
                        <a:lnSpc>
                          <a:spcPct val="150000"/>
                        </a:lnSpc>
                        <a:spcAft>
                          <a:spcPts val="0"/>
                        </a:spcAft>
                      </a:pPr>
                      <a:r>
                        <a:rPr lang="en-US" sz="1100" kern="0" dirty="0">
                          <a:effectLst/>
                          <a:latin typeface="Times New Roman" pitchFamily="18" charset="0"/>
                          <a:cs typeface="Times New Roman" pitchFamily="18" charset="0"/>
                        </a:rPr>
                        <a:t>No</a:t>
                      </a:r>
                      <a:endParaRPr lang="zh-CN" sz="1100" kern="100" dirty="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a:effectLst/>
                          <a:latin typeface="Times New Roman" pitchFamily="18" charset="0"/>
                          <a:cs typeface="Times New Roman" pitchFamily="18" charset="0"/>
                        </a:rPr>
                        <a:t>TM before sending</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a:effectLst/>
                          <a:latin typeface="Times New Roman" pitchFamily="18" charset="0"/>
                          <a:cs typeface="Times New Roman" pitchFamily="18" charset="0"/>
                        </a:rPr>
                        <a:t>TC Number</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a:effectLst/>
                          <a:latin typeface="Times New Roman" pitchFamily="18" charset="0"/>
                          <a:cs typeface="Times New Roman" pitchFamily="18" charset="0"/>
                        </a:rPr>
                        <a:t>TC Name</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ctr">
                        <a:lnSpc>
                          <a:spcPct val="150000"/>
                        </a:lnSpc>
                        <a:spcAft>
                          <a:spcPts val="0"/>
                        </a:spcAft>
                      </a:pPr>
                      <a:r>
                        <a:rPr lang="en-US" sz="1100" kern="0" dirty="0">
                          <a:effectLst/>
                          <a:latin typeface="Times New Roman" pitchFamily="18" charset="0"/>
                          <a:cs typeface="Times New Roman" pitchFamily="18" charset="0"/>
                        </a:rPr>
                        <a:t>TM after sending</a:t>
                      </a:r>
                      <a:endParaRPr lang="zh-CN" sz="1100" kern="100" dirty="0">
                        <a:effectLst/>
                        <a:latin typeface="Times New Roman" pitchFamily="18" charset="0"/>
                        <a:ea typeface="宋体"/>
                        <a:cs typeface="Times New Roman" pitchFamily="18" charset="0"/>
                      </a:endParaRPr>
                    </a:p>
                  </a:txBody>
                  <a:tcPr marL="44450" marR="44450" marT="0" marB="0" anchor="ctr"/>
                </a:tc>
              </a:tr>
              <a:tr h="1478186">
                <a:tc>
                  <a:txBody>
                    <a:bodyPr/>
                    <a:lstStyle/>
                    <a:p>
                      <a:pPr algn="l">
                        <a:lnSpc>
                          <a:spcPct val="150000"/>
                        </a:lnSpc>
                        <a:spcAft>
                          <a:spcPts val="0"/>
                        </a:spcAft>
                      </a:pPr>
                      <a:r>
                        <a:rPr lang="en-US" sz="1100" kern="0">
                          <a:effectLst/>
                          <a:latin typeface="Times New Roman" pitchFamily="18" charset="0"/>
                          <a:cs typeface="Times New Roman" pitchFamily="18" charset="0"/>
                        </a:rPr>
                        <a:t>1</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1=OFF</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c>
                  <a:txBody>
                    <a:bodyPr/>
                    <a:lstStyle/>
                    <a:p>
                      <a:pPr algn="ctr">
                        <a:lnSpc>
                          <a:spcPct val="150000"/>
                        </a:lnSpc>
                        <a:spcAft>
                          <a:spcPts val="0"/>
                        </a:spcAft>
                      </a:pPr>
                      <a:r>
                        <a:rPr lang="en-US" sz="1100" kern="0" dirty="0" smtClean="0">
                          <a:effectLst/>
                          <a:latin typeface="Times New Roman" pitchFamily="18" charset="0"/>
                          <a:cs typeface="Times New Roman" pitchFamily="18" charset="0"/>
                        </a:rPr>
                        <a:t>K10</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smtClean="0">
                          <a:effectLst/>
                          <a:latin typeface="Times New Roman" pitchFamily="18" charset="0"/>
                          <a:cs typeface="Times New Roman" pitchFamily="18" charset="0"/>
                        </a:rPr>
                        <a:t>KCA009</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a:effectLst/>
                          <a:latin typeface="Times New Roman" pitchFamily="18" charset="0"/>
                          <a:cs typeface="Times New Roman" pitchFamily="18" charset="0"/>
                        </a:rPr>
                        <a:t>Transmitter </a:t>
                      </a:r>
                      <a:r>
                        <a:rPr lang="en-US" sz="1100" kern="100" dirty="0" smtClean="0">
                          <a:effectLst/>
                          <a:latin typeface="Times New Roman" pitchFamily="18" charset="0"/>
                          <a:cs typeface="Times New Roman" pitchFamily="18" charset="0"/>
                        </a:rPr>
                        <a:t>A </a:t>
                      </a:r>
                      <a:r>
                        <a:rPr lang="en-US" sz="1100" kern="100" dirty="0">
                          <a:effectLst/>
                          <a:latin typeface="Times New Roman" pitchFamily="18" charset="0"/>
                          <a:cs typeface="Times New Roman" pitchFamily="18" charset="0"/>
                        </a:rPr>
                        <a:t>of USB transponder </a:t>
                      </a:r>
                      <a:r>
                        <a:rPr lang="en-US" sz="1100" kern="100" dirty="0" smtClean="0">
                          <a:effectLst/>
                          <a:latin typeface="Times New Roman" pitchFamily="18" charset="0"/>
                          <a:cs typeface="Times New Roman" pitchFamily="18" charset="0"/>
                        </a:rPr>
                        <a:t>on </a:t>
                      </a:r>
                      <a:r>
                        <a:rPr lang="en-US" sz="1100" kern="100" dirty="0">
                          <a:effectLst/>
                          <a:latin typeface="Times New Roman" pitchFamily="18" charset="0"/>
                          <a:cs typeface="Times New Roman" pitchFamily="18" charset="0"/>
                        </a:rPr>
                        <a:t>(to 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r>
              <a:tr h="1478186">
                <a:tc>
                  <a:txBody>
                    <a:bodyPr/>
                    <a:lstStyle/>
                    <a:p>
                      <a:pPr algn="l">
                        <a:lnSpc>
                          <a:spcPct val="150000"/>
                        </a:lnSpc>
                        <a:spcAft>
                          <a:spcPts val="0"/>
                        </a:spcAft>
                      </a:pPr>
                      <a:r>
                        <a:rPr lang="en-US" sz="1100" kern="0">
                          <a:effectLst/>
                          <a:latin typeface="Times New Roman" pitchFamily="18" charset="0"/>
                          <a:cs typeface="Times New Roman" pitchFamily="18" charset="0"/>
                        </a:rPr>
                        <a:t>2</a:t>
                      </a:r>
                      <a:endParaRPr lang="zh-CN" sz="1100" kern="100">
                        <a:effectLst/>
                        <a:latin typeface="Times New Roman" pitchFamily="18" charset="0"/>
                        <a:ea typeface="宋体"/>
                        <a:cs typeface="Times New Roman" pitchFamily="18" charset="0"/>
                      </a:endParaRPr>
                    </a:p>
                  </a:txBody>
                  <a:tcPr marL="44450" marR="4445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1=ON</a:t>
                      </a:r>
                      <a:endParaRPr lang="zh-CN" altLang="en-US" sz="1100" kern="100" dirty="0">
                        <a:effectLst/>
                        <a:latin typeface="Times New Roman" pitchFamily="18" charset="0"/>
                        <a:ea typeface="+mn-ea"/>
                        <a:cs typeface="Times New Roman" pitchFamily="18" charset="0"/>
                      </a:endParaRPr>
                    </a:p>
                  </a:txBody>
                  <a:tcPr marL="44010" marR="44010" marT="0" marB="0" anchor="ctr"/>
                </a:tc>
                <a:tc>
                  <a:txBody>
                    <a:bodyPr/>
                    <a:lstStyle/>
                    <a:p>
                      <a:pPr algn="ctr">
                        <a:lnSpc>
                          <a:spcPct val="150000"/>
                        </a:lnSpc>
                        <a:spcAft>
                          <a:spcPts val="0"/>
                        </a:spcAft>
                      </a:pPr>
                      <a:r>
                        <a:rPr lang="en-US" sz="1100" kern="0" dirty="0" smtClean="0">
                          <a:effectLst/>
                          <a:latin typeface="Times New Roman" pitchFamily="18" charset="0"/>
                          <a:cs typeface="Times New Roman" pitchFamily="18" charset="0"/>
                        </a:rPr>
                        <a:t>K13</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(Direct TC)</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a:effectLst/>
                          <a:latin typeface="Times New Roman" pitchFamily="18" charset="0"/>
                          <a:cs typeface="Times New Roman" pitchFamily="18" charset="0"/>
                        </a:rPr>
                        <a:t>or</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0" dirty="0" smtClean="0">
                          <a:effectLst/>
                          <a:latin typeface="Times New Roman" pitchFamily="18" charset="0"/>
                          <a:cs typeface="Times New Roman" pitchFamily="18" charset="0"/>
                        </a:rPr>
                        <a:t>KCB010</a:t>
                      </a:r>
                      <a:endParaRPr lang="zh-CN" sz="1100" kern="100" dirty="0">
                        <a:effectLst/>
                        <a:latin typeface="Times New Roman" pitchFamily="18" charset="0"/>
                        <a:cs typeface="Times New Roman" pitchFamily="18" charset="0"/>
                      </a:endParaRPr>
                    </a:p>
                    <a:p>
                      <a:pPr algn="ctr">
                        <a:lnSpc>
                          <a:spcPct val="150000"/>
                        </a:lnSpc>
                        <a:spcAft>
                          <a:spcPts val="0"/>
                        </a:spcAft>
                      </a:pPr>
                      <a:r>
                        <a:rPr lang="en-US" sz="1100" kern="900" dirty="0">
                          <a:effectLst/>
                          <a:latin typeface="Times New Roman" pitchFamily="18" charset="0"/>
                          <a:cs typeface="Times New Roman" pitchFamily="18" charset="0"/>
                        </a:rPr>
                        <a:t>(Indirect TC)</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a:effectLst/>
                          <a:latin typeface="Times New Roman" pitchFamily="18" charset="0"/>
                          <a:cs typeface="Times New Roman" pitchFamily="18" charset="0"/>
                        </a:rPr>
                        <a:t>Transmitter </a:t>
                      </a:r>
                      <a:r>
                        <a:rPr lang="en-US" sz="1100" kern="100" dirty="0" smtClean="0">
                          <a:effectLst/>
                          <a:latin typeface="Times New Roman" pitchFamily="18" charset="0"/>
                          <a:cs typeface="Times New Roman" pitchFamily="18" charset="0"/>
                        </a:rPr>
                        <a:t>B </a:t>
                      </a:r>
                      <a:r>
                        <a:rPr lang="en-US" sz="1100" kern="100" dirty="0">
                          <a:effectLst/>
                          <a:latin typeface="Times New Roman" pitchFamily="18" charset="0"/>
                          <a:cs typeface="Times New Roman" pitchFamily="18" charset="0"/>
                        </a:rPr>
                        <a:t>of USB transponder off (to send it 3 times)</a:t>
                      </a:r>
                      <a:endParaRPr lang="zh-CN" sz="1100" kern="100" dirty="0">
                        <a:effectLst/>
                        <a:latin typeface="Times New Roman" pitchFamily="18" charset="0"/>
                        <a:ea typeface="宋体"/>
                        <a:cs typeface="Times New Roman" pitchFamily="18" charset="0"/>
                      </a:endParaRPr>
                    </a:p>
                  </a:txBody>
                  <a:tcPr marL="44010" marR="44010" marT="0" marB="0" anchor="ctr"/>
                </a:tc>
                <a:tc>
                  <a:txBody>
                    <a:bodyPr/>
                    <a:lstStyle/>
                    <a:p>
                      <a:pPr algn="just">
                        <a:lnSpc>
                          <a:spcPct val="150000"/>
                        </a:lnSpc>
                        <a:spcAft>
                          <a:spcPts val="0"/>
                        </a:spcAft>
                      </a:pPr>
                      <a:r>
                        <a:rPr lang="en-US" sz="1100" kern="100" dirty="0" smtClean="0">
                          <a:effectLst/>
                          <a:latin typeface="Times New Roman" pitchFamily="18" charset="0"/>
                          <a:cs typeface="Times New Roman" pitchFamily="18" charset="0"/>
                        </a:rPr>
                        <a:t>TA001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A on/off: 1=ON</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TB001</a:t>
                      </a:r>
                      <a:endParaRPr lang="zh-CN" altLang="en-US" sz="1100" kern="100" dirty="0" smtClean="0">
                        <a:effectLst/>
                        <a:latin typeface="Times New Roman" pitchFamily="18" charset="0"/>
                        <a:cs typeface="Times New Roman" pitchFamily="18" charset="0"/>
                      </a:endParaRPr>
                    </a:p>
                    <a:p>
                      <a:pPr algn="just">
                        <a:lnSpc>
                          <a:spcPct val="150000"/>
                        </a:lnSpc>
                        <a:spcAft>
                          <a:spcPts val="0"/>
                        </a:spcAft>
                      </a:pPr>
                      <a:r>
                        <a:rPr lang="en-US" sz="1100" kern="100" dirty="0" smtClean="0">
                          <a:effectLst/>
                          <a:latin typeface="Times New Roman" pitchFamily="18" charset="0"/>
                          <a:cs typeface="Times New Roman" pitchFamily="18" charset="0"/>
                        </a:rPr>
                        <a:t>Transponder transmitter B on/off: 1=OFF</a:t>
                      </a:r>
                      <a:endParaRPr lang="zh-CN" altLang="en-US" sz="1100" kern="100" dirty="0">
                        <a:effectLst/>
                        <a:latin typeface="Times New Roman" pitchFamily="18" charset="0"/>
                        <a:ea typeface="+mn-ea"/>
                        <a:cs typeface="Times New Roman" pitchFamily="18" charset="0"/>
                      </a:endParaRPr>
                    </a:p>
                  </a:txBody>
                  <a:tcPr marL="44010" marR="44010" marT="0" marB="0" anchor="ctr"/>
                </a:tc>
              </a:tr>
            </a:tbl>
          </a:graphicData>
        </a:graphic>
      </p:graphicFrame>
      <p:sp>
        <p:nvSpPr>
          <p:cNvPr id="2" name="矩形 1"/>
          <p:cNvSpPr/>
          <p:nvPr/>
        </p:nvSpPr>
        <p:spPr>
          <a:xfrm>
            <a:off x="1396380" y="1032035"/>
            <a:ext cx="6480720" cy="584775"/>
          </a:xfrm>
          <a:prstGeom prst="rect">
            <a:avLst/>
          </a:prstGeom>
        </p:spPr>
        <p:txBody>
          <a:bodyPr wrap="square">
            <a:spAutoFit/>
          </a:bodyPr>
          <a:lstStyle/>
          <a:p>
            <a:r>
              <a:rPr lang="en-US" altLang="zh-CN" sz="1600" b="1" dirty="0" smtClean="0">
                <a:latin typeface="Times New Roman" pitchFamily="18" charset="0"/>
                <a:cs typeface="Times New Roman" pitchFamily="18" charset="0"/>
              </a:rPr>
              <a:t>Table </a:t>
            </a:r>
            <a:r>
              <a:rPr lang="en-US" altLang="zh-CN" sz="1600" b="1" dirty="0">
                <a:latin typeface="Times New Roman" pitchFamily="18" charset="0"/>
                <a:cs typeface="Times New Roman" pitchFamily="18" charset="0"/>
              </a:rPr>
              <a:t>A‑2 Steps of switch Transmitter B to Transmitter A</a:t>
            </a:r>
            <a:endParaRPr lang="zh-CN" altLang="zh-CN" sz="1600" b="1" dirty="0">
              <a:latin typeface="Times New Roman" pitchFamily="18" charset="0"/>
              <a:cs typeface="Times New Roman" pitchFamily="18" charset="0"/>
            </a:endParaRPr>
          </a:p>
          <a:p>
            <a:endParaRPr lang="zh-CN" altLang="en-US" sz="1600" b="1" dirty="0">
              <a:latin typeface="Times New Roman" pitchFamily="18" charset="0"/>
              <a:cs typeface="Times New Roman" pitchFamily="18" charset="0"/>
            </a:endParaRPr>
          </a:p>
        </p:txBody>
      </p:sp>
      <p:sp>
        <p:nvSpPr>
          <p:cNvPr id="6" name="标题 1"/>
          <p:cNvSpPr>
            <a:spLocks noGrp="1"/>
          </p:cNvSpPr>
          <p:nvPr>
            <p:ph type="title"/>
          </p:nvPr>
        </p:nvSpPr>
        <p:spPr>
          <a:xfrm>
            <a:off x="457200" y="205978"/>
            <a:ext cx="8229600" cy="637580"/>
          </a:xfrm>
        </p:spPr>
        <p:txBody>
          <a:bodyPr>
            <a:normAutofit fontScale="90000"/>
          </a:bodyPr>
          <a:lstStyle/>
          <a:p>
            <a:r>
              <a:rPr lang="en-US" altLang="zh-CN" dirty="0" smtClean="0"/>
              <a:t>Appendix A</a:t>
            </a:r>
            <a:endParaRPr lang="zh-CN" altLang="en-US" dirty="0"/>
          </a:p>
        </p:txBody>
      </p:sp>
    </p:spTree>
    <p:extLst>
      <p:ext uri="{BB962C8B-B14F-4D97-AF65-F5344CB8AC3E}">
        <p14:creationId xmlns:p14="http://schemas.microsoft.com/office/powerpoint/2010/main" val="40081709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543569650"/>
              </p:ext>
            </p:extLst>
          </p:nvPr>
        </p:nvGraphicFramePr>
        <p:xfrm>
          <a:off x="359532" y="1599642"/>
          <a:ext cx="8212996" cy="3115248"/>
        </p:xfrm>
        <a:graphic>
          <a:graphicData uri="http://schemas.openxmlformats.org/drawingml/2006/table">
            <a:tbl>
              <a:tblPr firstRow="1" firstCol="1" bandRow="1">
                <a:tableStyleId>{5C22544A-7EE6-4342-B048-85BDC9FD1C3A}</a:tableStyleId>
              </a:tblPr>
              <a:tblGrid>
                <a:gridCol w="2212204"/>
                <a:gridCol w="1714512"/>
                <a:gridCol w="2071702"/>
                <a:gridCol w="2214578"/>
              </a:tblGrid>
              <a:tr h="858023">
                <a:tc>
                  <a:txBody>
                    <a:bodyPr/>
                    <a:lstStyle/>
                    <a:p>
                      <a:pPr algn="ctr">
                        <a:spcAft>
                          <a:spcPts val="0"/>
                        </a:spcAft>
                      </a:pPr>
                      <a:r>
                        <a:rPr lang="en-US" sz="1200" kern="0" dirty="0">
                          <a:effectLst/>
                          <a:latin typeface="Times New Roman" pitchFamily="18" charset="0"/>
                          <a:cs typeface="Times New Roman" pitchFamily="18" charset="0"/>
                        </a:rPr>
                        <a:t>TM before sending</a:t>
                      </a:r>
                      <a:endParaRPr lang="zh-CN" sz="1200" kern="100" dirty="0">
                        <a:effectLst/>
                        <a:latin typeface="Times New Roman" pitchFamily="18" charset="0"/>
                        <a:ea typeface="宋体"/>
                        <a:cs typeface="Times New Roman" pitchFamily="18" charset="0"/>
                      </a:endParaRPr>
                    </a:p>
                  </a:txBody>
                  <a:tcPr marL="44071" marR="44071" marT="0" marB="0" anchor="ctr"/>
                </a:tc>
                <a:tc>
                  <a:txBody>
                    <a:bodyPr/>
                    <a:lstStyle/>
                    <a:p>
                      <a:pPr algn="ctr">
                        <a:spcAft>
                          <a:spcPts val="0"/>
                        </a:spcAft>
                      </a:pPr>
                      <a:r>
                        <a:rPr lang="en-US" sz="1200" kern="0" dirty="0">
                          <a:effectLst/>
                          <a:latin typeface="Times New Roman" pitchFamily="18" charset="0"/>
                          <a:cs typeface="Times New Roman" pitchFamily="18" charset="0"/>
                        </a:rPr>
                        <a:t>TC Number</a:t>
                      </a:r>
                      <a:endParaRPr lang="zh-CN" sz="1200" kern="100" dirty="0">
                        <a:effectLst/>
                        <a:latin typeface="Times New Roman" pitchFamily="18" charset="0"/>
                        <a:ea typeface="宋体"/>
                        <a:cs typeface="Times New Roman" pitchFamily="18" charset="0"/>
                      </a:endParaRPr>
                    </a:p>
                  </a:txBody>
                  <a:tcPr marL="44071" marR="44071"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071" marR="44071"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071" marR="44071" marT="0" marB="0" anchor="ctr"/>
                </a:tc>
              </a:tr>
              <a:tr h="2257225">
                <a:tc>
                  <a:txBody>
                    <a:bodyPr/>
                    <a:lstStyle/>
                    <a:p>
                      <a:pPr marL="0" algn="l" defTabSz="914400" rtl="0" eaLnBrk="1" latinLnBrk="0" hangingPunct="1">
                        <a:lnSpc>
                          <a:spcPct val="150000"/>
                        </a:lnSpc>
                        <a:spcAft>
                          <a:spcPts val="0"/>
                        </a:spcAft>
                      </a:pPr>
                      <a:r>
                        <a:rPr lang="en-US" sz="1200" b="0" kern="100" dirty="0" smtClean="0">
                          <a:solidFill>
                            <a:schemeClr val="dk1"/>
                          </a:solidFill>
                          <a:effectLst/>
                          <a:latin typeface="Times New Roman" pitchFamily="18" charset="0"/>
                          <a:ea typeface="+mn-ea"/>
                          <a:cs typeface="Times New Roman" pitchFamily="18" charset="0"/>
                        </a:rPr>
                        <a:t>TA005</a:t>
                      </a:r>
                      <a:endParaRPr lang="zh-CN" sz="1200" b="0" kern="100" dirty="0">
                        <a:solidFill>
                          <a:schemeClr val="dk1"/>
                        </a:solidFill>
                        <a:effectLst/>
                        <a:latin typeface="Times New Roman" pitchFamily="18" charset="0"/>
                        <a:ea typeface="+mn-ea"/>
                        <a:cs typeface="Times New Roman" pitchFamily="18" charset="0"/>
                      </a:endParaRPr>
                    </a:p>
                    <a:p>
                      <a:pPr marL="0" algn="l" defTabSz="914400" rtl="0" eaLnBrk="1" latinLnBrk="0" hangingPunct="1">
                        <a:lnSpc>
                          <a:spcPct val="150000"/>
                        </a:lnSpc>
                        <a:spcAft>
                          <a:spcPts val="0"/>
                        </a:spcAft>
                      </a:pPr>
                      <a:r>
                        <a:rPr lang="en-US" sz="1200" b="0" kern="100" dirty="0">
                          <a:solidFill>
                            <a:schemeClr val="dk1"/>
                          </a:solidFill>
                          <a:effectLst/>
                          <a:latin typeface="Times New Roman" pitchFamily="18" charset="0"/>
                          <a:ea typeface="+mn-ea"/>
                          <a:cs typeface="Times New Roman" pitchFamily="18" charset="0"/>
                        </a:rPr>
                        <a:t>transponder A coherent/incoherent: 0=incoherent</a:t>
                      </a:r>
                      <a:endParaRPr lang="zh-CN" sz="1200" b="0" kern="100" dirty="0">
                        <a:solidFill>
                          <a:schemeClr val="dk1"/>
                        </a:solidFill>
                        <a:effectLst/>
                        <a:latin typeface="Times New Roman" pitchFamily="18" charset="0"/>
                        <a:ea typeface="+mn-ea"/>
                        <a:cs typeface="Times New Roman" pitchFamily="18" charset="0"/>
                      </a:endParaRPr>
                    </a:p>
                    <a:p>
                      <a:pPr marL="0" algn="l" defTabSz="914400" rtl="0" eaLnBrk="1" latinLnBrk="0" hangingPunct="1">
                        <a:lnSpc>
                          <a:spcPct val="150000"/>
                        </a:lnSpc>
                        <a:spcAft>
                          <a:spcPts val="0"/>
                        </a:spcAft>
                      </a:pPr>
                      <a:r>
                        <a:rPr lang="en-US" sz="1200" b="0" kern="100" dirty="0" smtClean="0">
                          <a:solidFill>
                            <a:schemeClr val="dk1"/>
                          </a:solidFill>
                          <a:effectLst/>
                          <a:latin typeface="Times New Roman" pitchFamily="18" charset="0"/>
                          <a:ea typeface="+mn-ea"/>
                          <a:cs typeface="Times New Roman" pitchFamily="18" charset="0"/>
                        </a:rPr>
                        <a:t>TB005</a:t>
                      </a:r>
                      <a:endParaRPr lang="zh-CN" sz="1200" b="0" kern="100" dirty="0">
                        <a:solidFill>
                          <a:schemeClr val="dk1"/>
                        </a:solidFill>
                        <a:effectLst/>
                        <a:latin typeface="Times New Roman" pitchFamily="18" charset="0"/>
                        <a:ea typeface="+mn-ea"/>
                        <a:cs typeface="Times New Roman" pitchFamily="18" charset="0"/>
                      </a:endParaRPr>
                    </a:p>
                    <a:p>
                      <a:pPr marL="0" algn="l" defTabSz="914400" rtl="0" eaLnBrk="1" latinLnBrk="0" hangingPunct="1">
                        <a:lnSpc>
                          <a:spcPct val="150000"/>
                        </a:lnSpc>
                        <a:spcAft>
                          <a:spcPts val="0"/>
                        </a:spcAft>
                      </a:pPr>
                      <a:r>
                        <a:rPr lang="en-US" sz="1200" b="0" kern="100" dirty="0">
                          <a:solidFill>
                            <a:schemeClr val="dk1"/>
                          </a:solidFill>
                          <a:effectLst/>
                          <a:latin typeface="Times New Roman" pitchFamily="18" charset="0"/>
                          <a:ea typeface="+mn-ea"/>
                          <a:cs typeface="Times New Roman" pitchFamily="18" charset="0"/>
                        </a:rPr>
                        <a:t>transponder B coherent/incoherent 0=incoherent</a:t>
                      </a:r>
                      <a:endParaRPr lang="zh-CN" sz="1200" b="0" kern="100" dirty="0">
                        <a:solidFill>
                          <a:schemeClr val="dk1"/>
                        </a:solidFill>
                        <a:effectLst/>
                        <a:latin typeface="Times New Roman" pitchFamily="18" charset="0"/>
                        <a:ea typeface="+mn-ea"/>
                        <a:cs typeface="Times New Roman" pitchFamily="18" charset="0"/>
                      </a:endParaRPr>
                    </a:p>
                  </a:txBody>
                  <a:tcPr marL="44071" marR="44071" marT="0" marB="0" anchor="ctr">
                    <a:solidFill>
                      <a:schemeClr val="accent1">
                        <a:lumMod val="20000"/>
                        <a:lumOff val="80000"/>
                      </a:schemeClr>
                    </a:solidFill>
                  </a:tcPr>
                </a:tc>
                <a:tc>
                  <a:txBody>
                    <a:bodyPr/>
                    <a:lstStyle/>
                    <a:p>
                      <a:pPr algn="ctr">
                        <a:lnSpc>
                          <a:spcPct val="150000"/>
                        </a:lnSpc>
                        <a:spcAft>
                          <a:spcPts val="0"/>
                        </a:spcAft>
                      </a:pPr>
                      <a:r>
                        <a:rPr lang="en-US" sz="1200" kern="0" dirty="0" smtClean="0">
                          <a:effectLst/>
                          <a:latin typeface="Times New Roman" pitchFamily="18" charset="0"/>
                          <a:cs typeface="Times New Roman" pitchFamily="18" charset="0"/>
                        </a:rPr>
                        <a:t>K14</a:t>
                      </a:r>
                      <a:endParaRPr lang="zh-CN" sz="1200" kern="100" dirty="0">
                        <a:effectLst/>
                        <a:latin typeface="Times New Roman" pitchFamily="18" charset="0"/>
                        <a:cs typeface="Times New Roman" pitchFamily="18" charset="0"/>
                      </a:endParaRPr>
                    </a:p>
                    <a:p>
                      <a:pPr algn="ctr">
                        <a:lnSpc>
                          <a:spcPct val="150000"/>
                        </a:lnSpc>
                        <a:spcAft>
                          <a:spcPts val="0"/>
                        </a:spcAft>
                      </a:pPr>
                      <a:r>
                        <a:rPr lang="en-US" sz="1200" kern="900" dirty="0">
                          <a:effectLst/>
                          <a:latin typeface="Times New Roman" pitchFamily="18" charset="0"/>
                          <a:cs typeface="Times New Roman" pitchFamily="18" charset="0"/>
                        </a:rPr>
                        <a:t>(Direct TC</a:t>
                      </a:r>
                      <a:r>
                        <a:rPr lang="en-US" sz="1200" kern="900" dirty="0" smtClean="0">
                          <a:effectLst/>
                          <a:latin typeface="Times New Roman" pitchFamily="18" charset="0"/>
                          <a:cs typeface="Times New Roman" pitchFamily="18" charset="0"/>
                        </a:rPr>
                        <a:t>)</a:t>
                      </a:r>
                    </a:p>
                    <a:p>
                      <a:pPr algn="ctr">
                        <a:lnSpc>
                          <a:spcPct val="150000"/>
                        </a:lnSpc>
                        <a:spcAft>
                          <a:spcPts val="0"/>
                        </a:spcAft>
                      </a:pPr>
                      <a:r>
                        <a:rPr lang="en-US" altLang="zh-CN" sz="1200" kern="900" dirty="0" smtClean="0">
                          <a:effectLst/>
                          <a:latin typeface="Times New Roman" pitchFamily="18" charset="0"/>
                          <a:ea typeface="宋体"/>
                          <a:cs typeface="Times New Roman" pitchFamily="18" charset="0"/>
                        </a:rPr>
                        <a:t>KCA011</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900" dirty="0" smtClean="0">
                          <a:effectLst/>
                          <a:latin typeface="Times New Roman" pitchFamily="18" charset="0"/>
                          <a:cs typeface="Times New Roman" pitchFamily="18" charset="0"/>
                        </a:rPr>
                        <a:t>(Indirect TC)</a:t>
                      </a:r>
                    </a:p>
                    <a:p>
                      <a:pPr algn="ctr">
                        <a:lnSpc>
                          <a:spcPct val="150000"/>
                        </a:lnSpc>
                        <a:spcAft>
                          <a:spcPts val="0"/>
                        </a:spcAft>
                      </a:pPr>
                      <a:r>
                        <a:rPr lang="en-US" altLang="zh-CN" sz="1200" kern="900" dirty="0" smtClean="0">
                          <a:effectLst/>
                          <a:latin typeface="Times New Roman" pitchFamily="18" charset="0"/>
                          <a:ea typeface="+mn-ea"/>
                          <a:cs typeface="Times New Roman" pitchFamily="18" charset="0"/>
                        </a:rPr>
                        <a:t>KCB011</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900" dirty="0" smtClean="0">
                          <a:effectLst/>
                          <a:latin typeface="Times New Roman" pitchFamily="18" charset="0"/>
                          <a:cs typeface="Times New Roman" pitchFamily="18" charset="0"/>
                        </a:rPr>
                        <a:t>(Indirect TC)</a:t>
                      </a:r>
                    </a:p>
                  </a:txBody>
                  <a:tcPr marL="44071" marR="44071" marT="0" marB="0" anchor="ctr">
                    <a:solidFill>
                      <a:schemeClr val="accent1">
                        <a:lumMod val="20000"/>
                        <a:lumOff val="80000"/>
                      </a:schemeClr>
                    </a:solidFill>
                  </a:tcPr>
                </a:tc>
                <a:tc>
                  <a:txBody>
                    <a:bodyPr/>
                    <a:lstStyle/>
                    <a:p>
                      <a:pPr algn="ctr">
                        <a:lnSpc>
                          <a:spcPct val="150000"/>
                        </a:lnSpc>
                        <a:spcAft>
                          <a:spcPts val="0"/>
                        </a:spcAft>
                      </a:pPr>
                      <a:r>
                        <a:rPr lang="en-US" sz="1200" kern="100" dirty="0">
                          <a:effectLst/>
                          <a:latin typeface="Times New Roman" pitchFamily="18" charset="0"/>
                          <a:cs typeface="Times New Roman" pitchFamily="18" charset="0"/>
                        </a:rPr>
                        <a:t>USB transponder (A and B) </a:t>
                      </a:r>
                      <a:r>
                        <a:rPr lang="en-US" sz="1200" kern="100" dirty="0" smtClean="0">
                          <a:effectLst/>
                          <a:latin typeface="Times New Roman" pitchFamily="18" charset="0"/>
                          <a:cs typeface="Times New Roman" pitchFamily="18" charset="0"/>
                        </a:rPr>
                        <a:t>coherent</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cs typeface="Times New Roman" pitchFamily="18" charset="0"/>
                        </a:rPr>
                        <a:t>USB transponder A coherent</a:t>
                      </a:r>
                    </a:p>
                    <a:p>
                      <a:pPr marL="0" marR="0" indent="0" algn="ctr" defTabSz="914400" rtl="0" eaLnBrk="1" fontAlgn="auto" latinLnBrk="0" hangingPunct="1">
                        <a:lnSpc>
                          <a:spcPct val="150000"/>
                        </a:lnSpc>
                        <a:spcBef>
                          <a:spcPts val="0"/>
                        </a:spcBef>
                        <a:spcAft>
                          <a:spcPts val="0"/>
                        </a:spcAft>
                        <a:buClrTx/>
                        <a:buSzTx/>
                        <a:buFontTx/>
                        <a:buNone/>
                        <a:tabLst/>
                        <a:defRPr/>
                      </a:pPr>
                      <a:r>
                        <a:rPr lang="en-US" sz="1200" kern="100" dirty="0" smtClean="0">
                          <a:effectLst/>
                          <a:latin typeface="Times New Roman" pitchFamily="18" charset="0"/>
                          <a:cs typeface="Times New Roman" pitchFamily="18" charset="0"/>
                        </a:rPr>
                        <a:t>USB transponder B coherent</a:t>
                      </a:r>
                      <a:endParaRPr lang="zh-CN" sz="1200" kern="100" dirty="0">
                        <a:effectLst/>
                        <a:latin typeface="Times New Roman" pitchFamily="18" charset="0"/>
                        <a:ea typeface="宋体"/>
                        <a:cs typeface="Times New Roman" pitchFamily="18" charset="0"/>
                      </a:endParaRPr>
                    </a:p>
                  </a:txBody>
                  <a:tcPr marL="44071" marR="44071" marT="0" marB="0" anchor="ctr">
                    <a:solidFill>
                      <a:schemeClr val="accent1">
                        <a:lumMod val="20000"/>
                        <a:lumOff val="80000"/>
                      </a:schemeClr>
                    </a:solidFill>
                  </a:tcPr>
                </a:tc>
                <a:tc>
                  <a:txBody>
                    <a:bodyPr/>
                    <a:lstStyle/>
                    <a:p>
                      <a:pPr algn="l">
                        <a:lnSpc>
                          <a:spcPct val="150000"/>
                        </a:lnSpc>
                        <a:spcAft>
                          <a:spcPts val="0"/>
                        </a:spcAft>
                      </a:pPr>
                      <a:r>
                        <a:rPr lang="en-US" sz="1200" kern="100" dirty="0" smtClean="0">
                          <a:effectLst/>
                          <a:latin typeface="Times New Roman" pitchFamily="18" charset="0"/>
                          <a:cs typeface="Times New Roman" pitchFamily="18" charset="0"/>
                        </a:rPr>
                        <a:t>TA005</a:t>
                      </a:r>
                      <a:endParaRPr lang="zh-CN" sz="1200" kern="100" dirty="0">
                        <a:effectLst/>
                        <a:latin typeface="Times New Roman" pitchFamily="18" charset="0"/>
                        <a:cs typeface="Times New Roman" pitchFamily="18" charset="0"/>
                      </a:endParaRPr>
                    </a:p>
                    <a:p>
                      <a:pPr algn="l">
                        <a:lnSpc>
                          <a:spcPct val="150000"/>
                        </a:lnSpc>
                        <a:spcAft>
                          <a:spcPts val="0"/>
                        </a:spcAft>
                      </a:pPr>
                      <a:r>
                        <a:rPr lang="en-US" sz="1200" kern="100" dirty="0">
                          <a:effectLst/>
                          <a:latin typeface="Times New Roman" pitchFamily="18" charset="0"/>
                          <a:cs typeface="Times New Roman" pitchFamily="18" charset="0"/>
                        </a:rPr>
                        <a:t>transponder A coherent/incoherent: 1=coherent</a:t>
                      </a:r>
                      <a:endParaRPr lang="zh-CN" sz="1200" kern="100" dirty="0">
                        <a:effectLst/>
                        <a:latin typeface="Times New Roman" pitchFamily="18" charset="0"/>
                        <a:cs typeface="Times New Roman" pitchFamily="18" charset="0"/>
                      </a:endParaRPr>
                    </a:p>
                    <a:p>
                      <a:pPr algn="l">
                        <a:lnSpc>
                          <a:spcPct val="150000"/>
                        </a:lnSpc>
                        <a:spcAft>
                          <a:spcPts val="0"/>
                        </a:spcAft>
                      </a:pPr>
                      <a:r>
                        <a:rPr lang="en-US" sz="1200" kern="100" dirty="0" smtClean="0">
                          <a:effectLst/>
                          <a:latin typeface="Times New Roman" pitchFamily="18" charset="0"/>
                          <a:cs typeface="Times New Roman" pitchFamily="18" charset="0"/>
                        </a:rPr>
                        <a:t>TB005</a:t>
                      </a:r>
                      <a:endParaRPr lang="zh-CN" sz="1200" kern="100" dirty="0">
                        <a:effectLst/>
                        <a:latin typeface="Times New Roman" pitchFamily="18" charset="0"/>
                        <a:cs typeface="Times New Roman" pitchFamily="18" charset="0"/>
                      </a:endParaRPr>
                    </a:p>
                    <a:p>
                      <a:pPr algn="l">
                        <a:lnSpc>
                          <a:spcPct val="150000"/>
                        </a:lnSpc>
                        <a:spcAft>
                          <a:spcPts val="0"/>
                        </a:spcAft>
                      </a:pPr>
                      <a:r>
                        <a:rPr lang="en-US" sz="1200" kern="100" dirty="0">
                          <a:effectLst/>
                          <a:latin typeface="Times New Roman" pitchFamily="18" charset="0"/>
                          <a:cs typeface="Times New Roman" pitchFamily="18" charset="0"/>
                        </a:rPr>
                        <a:t>transponder B coherent/incoherent 1=coherent</a:t>
                      </a:r>
                      <a:endParaRPr lang="zh-CN" sz="1200" kern="100" dirty="0">
                        <a:effectLst/>
                        <a:latin typeface="Times New Roman" pitchFamily="18" charset="0"/>
                        <a:ea typeface="宋体"/>
                        <a:cs typeface="Times New Roman" pitchFamily="18" charset="0"/>
                      </a:endParaRPr>
                    </a:p>
                  </a:txBody>
                  <a:tcPr marL="44071" marR="44071" marT="0" marB="0" anchor="ctr">
                    <a:solidFill>
                      <a:schemeClr val="accent1">
                        <a:lumMod val="20000"/>
                        <a:lumOff val="80000"/>
                      </a:schemeClr>
                    </a:solidFill>
                  </a:tcPr>
                </a:tc>
              </a:tr>
            </a:tbl>
          </a:graphicData>
        </a:graphic>
      </p:graphicFrame>
      <p:sp>
        <p:nvSpPr>
          <p:cNvPr id="7" name="矩形 6"/>
          <p:cNvSpPr/>
          <p:nvPr/>
        </p:nvSpPr>
        <p:spPr>
          <a:xfrm>
            <a:off x="971600" y="1151207"/>
            <a:ext cx="7344816" cy="369332"/>
          </a:xfrm>
          <a:prstGeom prst="rect">
            <a:avLst/>
          </a:prstGeom>
        </p:spPr>
        <p:txBody>
          <a:bodyPr wrap="square">
            <a:spAutoFit/>
          </a:bodyPr>
          <a:lstStyle/>
          <a:p>
            <a:r>
              <a:rPr lang="en-US" altLang="zh-CN" b="1" dirty="0">
                <a:latin typeface="Times New Roman" pitchFamily="18" charset="0"/>
                <a:cs typeface="Times New Roman" pitchFamily="18" charset="0"/>
              </a:rPr>
              <a:t>Table A‑3 Telecommand for changing from Incoherent to Coherent Mode</a:t>
            </a:r>
            <a:endParaRPr lang="zh-CN" altLang="en-US" b="1" dirty="0">
              <a:latin typeface="Times New Roman" pitchFamily="18" charset="0"/>
              <a:cs typeface="Times New Roman" pitchFamily="18" charset="0"/>
            </a:endParaRPr>
          </a:p>
        </p:txBody>
      </p:sp>
      <p:sp>
        <p:nvSpPr>
          <p:cNvPr id="8" name="标题 1"/>
          <p:cNvSpPr>
            <a:spLocks noGrp="1"/>
          </p:cNvSpPr>
          <p:nvPr>
            <p:ph type="title"/>
          </p:nvPr>
        </p:nvSpPr>
        <p:spPr>
          <a:xfrm>
            <a:off x="457200" y="205978"/>
            <a:ext cx="8229600" cy="637580"/>
          </a:xfrm>
        </p:spPr>
        <p:txBody>
          <a:bodyPr>
            <a:normAutofit fontScale="90000"/>
          </a:bodyPr>
          <a:lstStyle/>
          <a:p>
            <a:r>
              <a:rPr lang="en-US" altLang="zh-CN" dirty="0" smtClean="0"/>
              <a:t>Appendix A</a:t>
            </a:r>
            <a:endParaRPr lang="zh-CN" altLang="en-US" dirty="0"/>
          </a:p>
        </p:txBody>
      </p:sp>
    </p:spTree>
    <p:extLst>
      <p:ext uri="{BB962C8B-B14F-4D97-AF65-F5344CB8AC3E}">
        <p14:creationId xmlns:p14="http://schemas.microsoft.com/office/powerpoint/2010/main" val="3620074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1979713" y="1017974"/>
            <a:ext cx="5276573" cy="369332"/>
          </a:xfrm>
          <a:prstGeom prst="rect">
            <a:avLst/>
          </a:prstGeom>
        </p:spPr>
        <p:txBody>
          <a:bodyPr wrap="none">
            <a:spAutoFit/>
          </a:bodyPr>
          <a:lstStyle/>
          <a:p>
            <a:pPr algn="just">
              <a:lnSpc>
                <a:spcPct val="100000"/>
              </a:lnSpc>
              <a:spcAft>
                <a:spcPts val="0"/>
              </a:spcAft>
            </a:pPr>
            <a:r>
              <a:rPr lang="en-US" altLang="zh-CN" b="1" dirty="0">
                <a:latin typeface="Times New Roman" pitchFamily="18" charset="0"/>
                <a:cs typeface="Times New Roman" pitchFamily="18" charset="0"/>
              </a:rPr>
              <a:t>Table B‑1 </a:t>
            </a:r>
            <a:r>
              <a:rPr lang="en-US" altLang="zh-CN" b="1" dirty="0" smtClean="0">
                <a:latin typeface="Times New Roman" pitchFamily="18" charset="0"/>
                <a:cs typeface="Times New Roman" pitchFamily="18" charset="0"/>
              </a:rPr>
              <a:t> </a:t>
            </a:r>
            <a:r>
              <a:rPr lang="en-US" altLang="zh-CN" b="1" kern="0" dirty="0" smtClean="0">
                <a:latin typeface="Times New Roman" pitchFamily="18" charset="0"/>
                <a:cs typeface="Times New Roman" pitchFamily="18" charset="0"/>
              </a:rPr>
              <a:t>Switch </a:t>
            </a:r>
            <a:r>
              <a:rPr lang="en-US" altLang="zh-CN" b="1" kern="100" dirty="0">
                <a:latin typeface="Times New Roman" pitchFamily="18" charset="0"/>
                <a:cs typeface="Times New Roman" pitchFamily="18" charset="0"/>
              </a:rPr>
              <a:t>GPS receiver A to GPS receiver B</a:t>
            </a:r>
            <a:endParaRPr lang="zh-CN" altLang="zh-CN" b="1" kern="100" dirty="0">
              <a:latin typeface="Times New Roman" pitchFamily="18" charset="0"/>
              <a:cs typeface="Times New Roman" pitchFamily="18" charset="0"/>
            </a:endParaRPr>
          </a:p>
        </p:txBody>
      </p:sp>
      <p:sp>
        <p:nvSpPr>
          <p:cNvPr id="10" name="标题 1"/>
          <p:cNvSpPr>
            <a:spLocks noGrp="1"/>
          </p:cNvSpPr>
          <p:nvPr>
            <p:ph type="title"/>
          </p:nvPr>
        </p:nvSpPr>
        <p:spPr>
          <a:xfrm>
            <a:off x="396555" y="141480"/>
            <a:ext cx="8229600" cy="637580"/>
          </a:xfrm>
        </p:spPr>
        <p:txBody>
          <a:bodyPr>
            <a:normAutofit fontScale="90000"/>
          </a:bodyPr>
          <a:lstStyle/>
          <a:p>
            <a:r>
              <a:rPr lang="en-US" altLang="zh-CN" dirty="0" smtClean="0"/>
              <a:t>Appendix B</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2397295865"/>
              </p:ext>
            </p:extLst>
          </p:nvPr>
        </p:nvGraphicFramePr>
        <p:xfrm>
          <a:off x="285722" y="1446603"/>
          <a:ext cx="8286807" cy="3161131"/>
        </p:xfrm>
        <a:graphic>
          <a:graphicData uri="http://schemas.openxmlformats.org/drawingml/2006/table">
            <a:tbl>
              <a:tblPr firstRow="1" firstCol="1" bandRow="1">
                <a:tableStyleId>{5C22544A-7EE6-4342-B048-85BDC9FD1C3A}</a:tableStyleId>
              </a:tblPr>
              <a:tblGrid>
                <a:gridCol w="336653"/>
                <a:gridCol w="2092238"/>
                <a:gridCol w="1714512"/>
                <a:gridCol w="1822909"/>
                <a:gridCol w="2320495"/>
              </a:tblGrid>
              <a:tr h="596440">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before sending</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Number</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tr>
              <a:tr h="1192880">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0=A</a:t>
                      </a:r>
                    </a:p>
                    <a:p>
                      <a:pPr algn="l">
                        <a:spcAft>
                          <a:spcPts val="0"/>
                        </a:spcAft>
                      </a:pPr>
                      <a:r>
                        <a:rPr lang="en-US" altLang="zh-CN" sz="1200" kern="100" dirty="0" smtClean="0">
                          <a:effectLst/>
                          <a:latin typeface="Times New Roman" pitchFamily="18" charset="0"/>
                          <a:ea typeface="宋体"/>
                          <a:cs typeface="Times New Roman" pitchFamily="18" charset="0"/>
                        </a:rPr>
                        <a:t>NS006</a:t>
                      </a:r>
                    </a:p>
                    <a:p>
                      <a:pPr algn="l">
                        <a:spcAft>
                          <a:spcPts val="0"/>
                        </a:spcAft>
                      </a:pPr>
                      <a:r>
                        <a:rPr lang="en-US" altLang="zh-CN" sz="1200" kern="100" dirty="0" smtClean="0">
                          <a:effectLst/>
                          <a:latin typeface="Times New Roman" pitchFamily="18" charset="0"/>
                          <a:ea typeface="宋体"/>
                          <a:cs typeface="Times New Roman" pitchFamily="18" charset="0"/>
                        </a:rPr>
                        <a:t>Load</a:t>
                      </a:r>
                      <a:r>
                        <a:rPr lang="en-US" altLang="zh-CN" sz="1200" kern="100" baseline="0" dirty="0" smtClean="0">
                          <a:effectLst/>
                          <a:latin typeface="Times New Roman" pitchFamily="18" charset="0"/>
                          <a:ea typeface="宋体"/>
                          <a:cs typeface="Times New Roman" pitchFamily="18" charset="0"/>
                        </a:rPr>
                        <a:t> current</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KSM112-08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a:t>
                      </a:r>
                      <a:r>
                        <a:rPr lang="zh-CN" sz="1200" kern="100" dirty="0" smtClean="0">
                          <a:solidFill>
                            <a:schemeClr val="dk1"/>
                          </a:solidFill>
                          <a:effectLst/>
                          <a:latin typeface="Times New Roman" pitchFamily="18" charset="0"/>
                          <a:ea typeface="+mn-ea"/>
                          <a:cs typeface="Times New Roman" pitchFamily="18" charset="0"/>
                        </a:rPr>
                        <a:t>A</a:t>
                      </a:r>
                      <a:r>
                        <a:rPr lang="en-US" altLang="zh-CN" sz="1200" kern="100" dirty="0" smtClean="0">
                          <a:solidFill>
                            <a:schemeClr val="dk1"/>
                          </a:solidFill>
                          <a:effectLst/>
                          <a:latin typeface="Times New Roman" pitchFamily="18" charset="0"/>
                          <a:ea typeface="+mn-ea"/>
                          <a:cs typeface="Times New Roman" pitchFamily="18" charset="0"/>
                        </a:rPr>
                        <a:t> and B</a:t>
                      </a:r>
                      <a:r>
                        <a:rPr lang="zh-CN" sz="1200" kern="100" dirty="0" smtClean="0">
                          <a:solidFill>
                            <a:schemeClr val="dk1"/>
                          </a:solidFill>
                          <a:effectLst/>
                          <a:latin typeface="Times New Roman" pitchFamily="18" charset="0"/>
                          <a:ea typeface="+mn-ea"/>
                          <a:cs typeface="Times New Roman" pitchFamily="18" charset="0"/>
                        </a:rPr>
                        <a:t> </a:t>
                      </a:r>
                      <a:r>
                        <a:rPr lang="zh-CN" sz="1200" kern="100" dirty="0">
                          <a:solidFill>
                            <a:schemeClr val="dk1"/>
                          </a:solidFill>
                          <a:effectLst/>
                          <a:latin typeface="Times New Roman" pitchFamily="18" charset="0"/>
                          <a:ea typeface="+mn-ea"/>
                          <a:cs typeface="Times New Roman" pitchFamily="18" charset="0"/>
                        </a:rPr>
                        <a:t>Off</a:t>
                      </a: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0=A</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decrease 0.8~1A</a:t>
                      </a:r>
                      <a:endParaRPr lang="zh-CN" sz="1200" kern="100" dirty="0">
                        <a:solidFill>
                          <a:srgbClr val="FF0000"/>
                        </a:solidFill>
                        <a:effectLst/>
                        <a:latin typeface="Times New Roman" pitchFamily="18" charset="0"/>
                        <a:ea typeface="宋体"/>
                        <a:cs typeface="Times New Roman" pitchFamily="18" charset="0"/>
                      </a:endParaRPr>
                    </a:p>
                  </a:txBody>
                  <a:tcPr marL="44450" marR="44450" marT="0" marB="0" anchor="ctr"/>
                </a:tc>
              </a:tr>
              <a:tr h="1371811">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0=A</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KNY03003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B ON</a:t>
                      </a: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increase 0.8~1A</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tr>
            </a:tbl>
          </a:graphicData>
        </a:graphic>
      </p:graphicFrame>
    </p:spTree>
    <p:extLst>
      <p:ext uri="{BB962C8B-B14F-4D97-AF65-F5344CB8AC3E}">
        <p14:creationId xmlns:p14="http://schemas.microsoft.com/office/powerpoint/2010/main" val="3281404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sp>
        <p:nvSpPr>
          <p:cNvPr id="10" name="标题 1"/>
          <p:cNvSpPr>
            <a:spLocks noGrp="1"/>
          </p:cNvSpPr>
          <p:nvPr>
            <p:ph type="title"/>
          </p:nvPr>
        </p:nvSpPr>
        <p:spPr>
          <a:xfrm>
            <a:off x="396555" y="107139"/>
            <a:ext cx="8229600" cy="637580"/>
          </a:xfrm>
        </p:spPr>
        <p:txBody>
          <a:bodyPr>
            <a:normAutofit fontScale="90000"/>
          </a:bodyPr>
          <a:lstStyle/>
          <a:p>
            <a:r>
              <a:rPr lang="en-US" altLang="zh-CN" dirty="0" smtClean="0"/>
              <a:t>Appendix B</a:t>
            </a:r>
            <a:endParaRPr lang="zh-CN" altLang="en-US" dirty="0"/>
          </a:p>
        </p:txBody>
      </p:sp>
      <p:graphicFrame>
        <p:nvGraphicFramePr>
          <p:cNvPr id="11" name="表格 10"/>
          <p:cNvGraphicFramePr>
            <a:graphicFrameLocks noGrp="1"/>
          </p:cNvGraphicFramePr>
          <p:nvPr>
            <p:extLst>
              <p:ext uri="{D42A27DB-BD31-4B8C-83A1-F6EECF244321}">
                <p14:modId xmlns:p14="http://schemas.microsoft.com/office/powerpoint/2010/main" val="388777728"/>
              </p:ext>
            </p:extLst>
          </p:nvPr>
        </p:nvGraphicFramePr>
        <p:xfrm>
          <a:off x="285720" y="1500180"/>
          <a:ext cx="8286808" cy="3107554"/>
        </p:xfrm>
        <a:graphic>
          <a:graphicData uri="http://schemas.openxmlformats.org/drawingml/2006/table">
            <a:tbl>
              <a:tblPr firstRow="1" firstCol="1" bandRow="1">
                <a:tableStyleId>{5C22544A-7EE6-4342-B048-85BDC9FD1C3A}</a:tableStyleId>
              </a:tblPr>
              <a:tblGrid>
                <a:gridCol w="335566"/>
                <a:gridCol w="2241865"/>
                <a:gridCol w="2011015"/>
                <a:gridCol w="1520755"/>
                <a:gridCol w="2177607"/>
              </a:tblGrid>
              <a:tr h="666011">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tr>
              <a:tr h="1201268">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effectLst/>
                          <a:latin typeface="Times New Roman" pitchFamily="18" charset="0"/>
                          <a:ea typeface="+mn-ea"/>
                          <a:cs typeface="Times New Roman" pitchFamily="18" charset="0"/>
                        </a:rPr>
                        <a:t>NS006</a:t>
                      </a:r>
                    </a:p>
                    <a:p>
                      <a:pPr algn="l">
                        <a:spcAft>
                          <a:spcPts val="0"/>
                        </a:spcAft>
                      </a:pPr>
                      <a:r>
                        <a:rPr lang="en-US" altLang="zh-CN" sz="1200" kern="100" dirty="0" smtClean="0">
                          <a:effectLst/>
                          <a:latin typeface="Times New Roman" pitchFamily="18" charset="0"/>
                          <a:ea typeface="+mn-ea"/>
                          <a:cs typeface="Times New Roman" pitchFamily="18" charset="0"/>
                        </a:rPr>
                        <a:t>Load</a:t>
                      </a:r>
                      <a:r>
                        <a:rPr lang="en-US" altLang="zh-CN" sz="1200" kern="100" baseline="0" dirty="0" smtClean="0">
                          <a:effectLst/>
                          <a:latin typeface="Times New Roman" pitchFamily="18" charset="0"/>
                          <a:ea typeface="+mn-ea"/>
                          <a:cs typeface="Times New Roman" pitchFamily="18" charset="0"/>
                        </a:rPr>
                        <a:t> current</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KSM112-08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a:t>
                      </a:r>
                      <a:r>
                        <a:rPr lang="zh-CN" sz="1200" kern="100" dirty="0" smtClean="0">
                          <a:solidFill>
                            <a:schemeClr val="dk1"/>
                          </a:solidFill>
                          <a:effectLst/>
                          <a:latin typeface="Times New Roman" pitchFamily="18" charset="0"/>
                          <a:ea typeface="+mn-ea"/>
                          <a:cs typeface="Times New Roman" pitchFamily="18" charset="0"/>
                        </a:rPr>
                        <a:t>A</a:t>
                      </a:r>
                      <a:r>
                        <a:rPr lang="en-US" altLang="zh-CN" sz="1200" kern="100" dirty="0" smtClean="0">
                          <a:solidFill>
                            <a:schemeClr val="dk1"/>
                          </a:solidFill>
                          <a:effectLst/>
                          <a:latin typeface="Times New Roman" pitchFamily="18" charset="0"/>
                          <a:ea typeface="+mn-ea"/>
                          <a:cs typeface="Times New Roman" pitchFamily="18" charset="0"/>
                        </a:rPr>
                        <a:t> and B</a:t>
                      </a:r>
                      <a:r>
                        <a:rPr lang="zh-CN" sz="1200" kern="100" dirty="0" smtClean="0">
                          <a:solidFill>
                            <a:schemeClr val="dk1"/>
                          </a:solidFill>
                          <a:effectLst/>
                          <a:latin typeface="Times New Roman" pitchFamily="18" charset="0"/>
                          <a:ea typeface="+mn-ea"/>
                          <a:cs typeface="Times New Roman" pitchFamily="18" charset="0"/>
                        </a:rPr>
                        <a:t> </a:t>
                      </a:r>
                      <a:r>
                        <a:rPr lang="zh-CN" sz="1200" kern="100" dirty="0">
                          <a:solidFill>
                            <a:schemeClr val="dk1"/>
                          </a:solidFill>
                          <a:effectLst/>
                          <a:latin typeface="Times New Roman" pitchFamily="18" charset="0"/>
                          <a:ea typeface="+mn-ea"/>
                          <a:cs typeface="Times New Roman" pitchFamily="18" charset="0"/>
                        </a:rPr>
                        <a:t>Off</a:t>
                      </a: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decrease 0.8~1A</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tr>
              <a:tr h="1240275">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GS004</a:t>
                      </a:r>
                    </a:p>
                    <a:p>
                      <a:pPr algn="l">
                        <a:spcAft>
                          <a:spcPts val="0"/>
                        </a:spcAft>
                      </a:pPr>
                      <a:r>
                        <a:rPr lang="en-US" sz="1200" kern="100" dirty="0" smtClean="0">
                          <a:effectLst/>
                          <a:latin typeface="Times New Roman" pitchFamily="18" charset="0"/>
                          <a:cs typeface="Times New Roman" pitchFamily="18" charset="0"/>
                        </a:rPr>
                        <a:t>Receiver</a:t>
                      </a:r>
                      <a:r>
                        <a:rPr lang="en-US" sz="1200" kern="100" baseline="0" dirty="0" smtClean="0">
                          <a:effectLst/>
                          <a:latin typeface="Times New Roman" pitchFamily="18" charset="0"/>
                          <a:cs typeface="Times New Roman" pitchFamily="18" charset="0"/>
                        </a:rPr>
                        <a:t> A/B</a:t>
                      </a:r>
                      <a:r>
                        <a:rPr lang="en-US" sz="1200" kern="100" dirty="0" smtClean="0">
                          <a:effectLst/>
                          <a:latin typeface="Times New Roman" pitchFamily="18" charset="0"/>
                          <a:cs typeface="Times New Roman" pitchFamily="18" charset="0"/>
                        </a:rPr>
                        <a:t>: 1=B</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r>
                        <a:rPr lang="en-US" altLang="zh-CN" sz="1200" dirty="0" smtClean="0">
                          <a:solidFill>
                            <a:schemeClr val="tx1"/>
                          </a:solidFill>
                          <a:effectLst/>
                          <a:latin typeface="Times New Roman" pitchFamily="18" charset="0"/>
                          <a:cs typeface="Times New Roman" pitchFamily="18" charset="0"/>
                        </a:rPr>
                        <a:t> </a:t>
                      </a:r>
                      <a:endParaRPr lang="zh-CN" altLang="en-US" sz="1200" kern="100" dirty="0">
                        <a:solidFill>
                          <a:srgbClr val="FF0000"/>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KSM112-07 </a:t>
                      </a:r>
                      <a:r>
                        <a:rPr lang="en-US" sz="1200" kern="100" dirty="0">
                          <a:solidFill>
                            <a:schemeClr val="dk1"/>
                          </a:solidFill>
                          <a:effectLst/>
                          <a:latin typeface="Times New Roman" pitchFamily="18" charset="0"/>
                          <a:ea typeface="+mn-ea"/>
                          <a:cs typeface="Times New Roman" pitchFamily="18" charset="0"/>
                        </a:rPr>
                        <a:t>(Indirect 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dk1"/>
                          </a:solidFill>
                          <a:effectLst/>
                          <a:latin typeface="Times New Roman" pitchFamily="18" charset="0"/>
                          <a:ea typeface="+mn-ea"/>
                          <a:cs typeface="Times New Roman" pitchFamily="18" charset="0"/>
                        </a:rPr>
                        <a:t>GPS receiver </a:t>
                      </a:r>
                      <a:r>
                        <a:rPr lang="en-US" altLang="zh-CN" sz="1200" kern="100" dirty="0" smtClean="0">
                          <a:solidFill>
                            <a:schemeClr val="dk1"/>
                          </a:solidFill>
                          <a:effectLst/>
                          <a:latin typeface="Times New Roman" pitchFamily="18" charset="0"/>
                          <a:ea typeface="+mn-ea"/>
                          <a:cs typeface="Times New Roman" pitchFamily="18" charset="0"/>
                        </a:rPr>
                        <a:t>A</a:t>
                      </a:r>
                      <a:r>
                        <a:rPr lang="zh-CN" sz="1200" kern="100" dirty="0" smtClean="0">
                          <a:solidFill>
                            <a:schemeClr val="dk1"/>
                          </a:solidFill>
                          <a:effectLst/>
                          <a:latin typeface="Times New Roman" pitchFamily="18" charset="0"/>
                          <a:ea typeface="+mn-ea"/>
                          <a:cs typeface="Times New Roman" pitchFamily="18" charset="0"/>
                        </a:rPr>
                        <a:t> </a:t>
                      </a:r>
                      <a:r>
                        <a:rPr lang="zh-CN" sz="1200" kern="100" dirty="0">
                          <a:solidFill>
                            <a:schemeClr val="dk1"/>
                          </a:solidFill>
                          <a:effectLst/>
                          <a:latin typeface="Times New Roman" pitchFamily="18" charset="0"/>
                          <a:ea typeface="+mn-ea"/>
                          <a:cs typeface="Times New Roman" pitchFamily="18" charset="0"/>
                        </a:rPr>
                        <a:t>ON</a:t>
                      </a:r>
                    </a:p>
                  </a:txBody>
                  <a:tcPr marL="44450" marR="44450" marT="0" marB="0" anchor="ctr"/>
                </a:tc>
                <a:tc>
                  <a:txBody>
                    <a:bodyPr/>
                    <a:lstStyle/>
                    <a:p>
                      <a:pPr algn="l">
                        <a:spcAft>
                          <a:spcPts val="0"/>
                        </a:spcAft>
                      </a:pPr>
                      <a:r>
                        <a:rPr lang="en-US" sz="1200" kern="100" dirty="0" smtClean="0">
                          <a:solidFill>
                            <a:schemeClr val="tx1"/>
                          </a:solidFill>
                          <a:effectLst/>
                          <a:latin typeface="Times New Roman" pitchFamily="18" charset="0"/>
                          <a:cs typeface="Times New Roman" pitchFamily="18" charset="0"/>
                        </a:rPr>
                        <a:t>GS004</a:t>
                      </a:r>
                    </a:p>
                    <a:p>
                      <a:pPr algn="l">
                        <a:spcAft>
                          <a:spcPts val="0"/>
                        </a:spcAft>
                      </a:pPr>
                      <a:r>
                        <a:rPr lang="en-US" sz="1200" kern="100" dirty="0" smtClean="0">
                          <a:solidFill>
                            <a:schemeClr val="tx1"/>
                          </a:solidFill>
                          <a:effectLst/>
                          <a:latin typeface="Times New Roman" pitchFamily="18" charset="0"/>
                          <a:cs typeface="Times New Roman" pitchFamily="18" charset="0"/>
                        </a:rPr>
                        <a:t>Receiver</a:t>
                      </a:r>
                      <a:r>
                        <a:rPr lang="en-US" sz="1200" kern="100" baseline="0" dirty="0" smtClean="0">
                          <a:solidFill>
                            <a:schemeClr val="tx1"/>
                          </a:solidFill>
                          <a:effectLst/>
                          <a:latin typeface="Times New Roman" pitchFamily="18" charset="0"/>
                          <a:cs typeface="Times New Roman" pitchFamily="18" charset="0"/>
                        </a:rPr>
                        <a:t> A/B</a:t>
                      </a:r>
                      <a:r>
                        <a:rPr lang="en-US" sz="1200" kern="100" dirty="0" smtClean="0">
                          <a:solidFill>
                            <a:schemeClr val="tx1"/>
                          </a:solidFill>
                          <a:effectLst/>
                          <a:latin typeface="Times New Roman" pitchFamily="18" charset="0"/>
                          <a:cs typeface="Times New Roman" pitchFamily="18" charset="0"/>
                        </a:rPr>
                        <a:t>: 0=A</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in</a:t>
                      </a:r>
                      <a:r>
                        <a:rPr lang="en-US" altLang="zh-CN" sz="1200" dirty="0" smtClean="0">
                          <a:solidFill>
                            <a:schemeClr val="tx1"/>
                          </a:solidFill>
                          <a:effectLst/>
                          <a:latin typeface="Times New Roman" pitchFamily="18" charset="0"/>
                          <a:cs typeface="Times New Roman" pitchFamily="18" charset="0"/>
                        </a:rPr>
                        <a:t>crease 0.8~1A</a:t>
                      </a:r>
                      <a:endParaRPr lang="zh-CN" altLang="en-US" sz="1200" kern="100" dirty="0">
                        <a:solidFill>
                          <a:schemeClr val="tx1"/>
                        </a:solidFill>
                        <a:effectLst/>
                        <a:latin typeface="Times New Roman" pitchFamily="18" charset="0"/>
                        <a:ea typeface="+mn-ea"/>
                        <a:cs typeface="Times New Roman" pitchFamily="18" charset="0"/>
                      </a:endParaRPr>
                    </a:p>
                  </a:txBody>
                  <a:tcPr marL="44450" marR="44450" marT="0" marB="0" anchor="ctr"/>
                </a:tc>
              </a:tr>
            </a:tbl>
          </a:graphicData>
        </a:graphic>
      </p:graphicFrame>
      <p:sp>
        <p:nvSpPr>
          <p:cNvPr id="12" name="矩形 11"/>
          <p:cNvSpPr/>
          <p:nvPr/>
        </p:nvSpPr>
        <p:spPr>
          <a:xfrm>
            <a:off x="2118210" y="1071552"/>
            <a:ext cx="5289333" cy="369332"/>
          </a:xfrm>
          <a:prstGeom prst="rect">
            <a:avLst/>
          </a:prstGeom>
        </p:spPr>
        <p:txBody>
          <a:bodyPr wrap="none">
            <a:spAutoFit/>
          </a:bodyPr>
          <a:lstStyle/>
          <a:p>
            <a:pPr algn="just">
              <a:lnSpc>
                <a:spcPct val="100000"/>
              </a:lnSpc>
              <a:spcAft>
                <a:spcPts val="0"/>
              </a:spcAft>
            </a:pPr>
            <a:r>
              <a:rPr lang="en-US" altLang="zh-CN" b="1" dirty="0">
                <a:latin typeface="Times New Roman" pitchFamily="18" charset="0"/>
                <a:cs typeface="Times New Roman" pitchFamily="18" charset="0"/>
              </a:rPr>
              <a:t>Table </a:t>
            </a:r>
            <a:r>
              <a:rPr lang="en-US" altLang="zh-CN" b="1" dirty="0" smtClean="0">
                <a:latin typeface="Times New Roman" pitchFamily="18" charset="0"/>
                <a:cs typeface="Times New Roman" pitchFamily="18" charset="0"/>
              </a:rPr>
              <a:t>B‑2  </a:t>
            </a:r>
            <a:r>
              <a:rPr lang="en-US" altLang="zh-CN" b="1" kern="0" dirty="0" smtClean="0">
                <a:latin typeface="Times New Roman" pitchFamily="18" charset="0"/>
                <a:cs typeface="Times New Roman" pitchFamily="18" charset="0"/>
              </a:rPr>
              <a:t>Switch </a:t>
            </a:r>
            <a:r>
              <a:rPr lang="en-US" altLang="zh-CN" b="1" kern="100" dirty="0">
                <a:latin typeface="Times New Roman" pitchFamily="18" charset="0"/>
                <a:cs typeface="Times New Roman" pitchFamily="18" charset="0"/>
              </a:rPr>
              <a:t>GPS receiver </a:t>
            </a:r>
            <a:r>
              <a:rPr lang="en-US" altLang="zh-CN" b="1" kern="100" dirty="0" smtClean="0">
                <a:latin typeface="Times New Roman" pitchFamily="18" charset="0"/>
                <a:cs typeface="Times New Roman" pitchFamily="18" charset="0"/>
              </a:rPr>
              <a:t>B </a:t>
            </a:r>
            <a:r>
              <a:rPr lang="en-US" altLang="zh-CN" b="1" kern="100" dirty="0">
                <a:latin typeface="Times New Roman" pitchFamily="18" charset="0"/>
                <a:cs typeface="Times New Roman" pitchFamily="18" charset="0"/>
              </a:rPr>
              <a:t>to GPS receiver </a:t>
            </a:r>
            <a:r>
              <a:rPr lang="en-US" altLang="zh-CN" b="1" kern="100" dirty="0" smtClean="0">
                <a:latin typeface="Times New Roman" pitchFamily="18" charset="0"/>
                <a:cs typeface="Times New Roman" pitchFamily="18" charset="0"/>
              </a:rPr>
              <a:t>A</a:t>
            </a:r>
            <a:endParaRPr lang="zh-CN" altLang="zh-CN" b="1" kern="100" dirty="0">
              <a:latin typeface="Times New Roman" pitchFamily="18" charset="0"/>
              <a:cs typeface="Times New Roman" pitchFamily="18" charset="0"/>
            </a:endParaRPr>
          </a:p>
        </p:txBody>
      </p:sp>
    </p:spTree>
    <p:extLst>
      <p:ext uri="{BB962C8B-B14F-4D97-AF65-F5344CB8AC3E}">
        <p14:creationId xmlns:p14="http://schemas.microsoft.com/office/powerpoint/2010/main" val="3281404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725820526"/>
              </p:ext>
            </p:extLst>
          </p:nvPr>
        </p:nvGraphicFramePr>
        <p:xfrm>
          <a:off x="357159" y="1446602"/>
          <a:ext cx="8215371" cy="3161132"/>
        </p:xfrm>
        <a:graphic>
          <a:graphicData uri="http://schemas.openxmlformats.org/drawingml/2006/table">
            <a:tbl>
              <a:tblPr firstRow="1" firstCol="1" bandRow="1">
                <a:tableStyleId>{5C22544A-7EE6-4342-B048-85BDC9FD1C3A}</a:tableStyleId>
              </a:tblPr>
              <a:tblGrid>
                <a:gridCol w="331531"/>
                <a:gridCol w="2003794"/>
                <a:gridCol w="2093739"/>
                <a:gridCol w="1651345"/>
                <a:gridCol w="2134962"/>
              </a:tblGrid>
              <a:tr h="592841">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Number</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tr>
              <a:tr h="840162">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200" dirty="0" smtClean="0">
                          <a:solidFill>
                            <a:schemeClr val="dk1"/>
                          </a:solidFill>
                          <a:effectLst/>
                          <a:latin typeface="Times New Roman" pitchFamily="18" charset="0"/>
                          <a:ea typeface="+mn-ea"/>
                          <a:cs typeface="Times New Roman" pitchFamily="18" charset="0"/>
                        </a:rPr>
                        <a:t>GH001 </a:t>
                      </a:r>
                    </a:p>
                    <a:p>
                      <a:pPr algn="l">
                        <a:spcAft>
                          <a:spcPts val="0"/>
                        </a:spcAft>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KGS001</a:t>
                      </a:r>
                    </a:p>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(Indirect </a:t>
                      </a:r>
                      <a:r>
                        <a:rPr lang="en-US" altLang="zh-CN" sz="1200" kern="100" dirty="0">
                          <a:solidFill>
                            <a:schemeClr val="dk1"/>
                          </a:solidFill>
                          <a:effectLst/>
                          <a:latin typeface="Times New Roman" pitchFamily="18" charset="0"/>
                          <a:ea typeface="+mn-ea"/>
                          <a:cs typeface="Times New Roman" pitchFamily="18" charset="0"/>
                        </a:rPr>
                        <a:t>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effectLst/>
                          <a:latin typeface="Times New Roman" pitchFamily="18" charset="0"/>
                          <a:cs typeface="Times New Roman" pitchFamily="18" charset="0"/>
                        </a:rPr>
                        <a:t>GPS receiver </a:t>
                      </a:r>
                      <a:r>
                        <a:rPr lang="en-US" altLang="zh-CN" sz="1200" kern="100" dirty="0" smtClean="0">
                          <a:effectLst/>
                          <a:latin typeface="Times New Roman" pitchFamily="18" charset="0"/>
                          <a:cs typeface="Times New Roman" pitchFamily="18" charset="0"/>
                        </a:rPr>
                        <a:t>resetting</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GH001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  </a:t>
                      </a:r>
                      <a:r>
                        <a:rPr lang="en-US" altLang="zh-CN" sz="1200" baseline="0" dirty="0" smtClean="0">
                          <a:effectLst/>
                          <a:latin typeface="Times New Roman" pitchFamily="18" charset="0"/>
                          <a:cs typeface="Times New Roman" pitchFamily="18" charset="0"/>
                        </a:rPr>
                        <a:t>increase from 0 </a:t>
                      </a:r>
                      <a:endParaRPr lang="zh-CN" sz="1200" kern="100" dirty="0">
                        <a:effectLst/>
                        <a:latin typeface="Times New Roman" pitchFamily="18" charset="0"/>
                        <a:ea typeface="宋体"/>
                        <a:cs typeface="Times New Roman" pitchFamily="18" charset="0"/>
                      </a:endParaRPr>
                    </a:p>
                  </a:txBody>
                  <a:tcPr marL="44450" marR="44450" marT="0" marB="0" anchor="ctr"/>
                </a:tc>
              </a:tr>
              <a:tr h="784961">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KSM112-08</a:t>
                      </a:r>
                    </a:p>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tx1"/>
                          </a:solidFill>
                          <a:effectLst/>
                          <a:latin typeface="Times New Roman" pitchFamily="18" charset="0"/>
                          <a:cs typeface="Times New Roman" pitchFamily="18" charset="0"/>
                        </a:rPr>
                        <a:t>GPS receiver </a:t>
                      </a:r>
                      <a:r>
                        <a:rPr lang="zh-CN" sz="1200" kern="100" dirty="0" smtClean="0">
                          <a:solidFill>
                            <a:schemeClr val="tx1"/>
                          </a:solidFill>
                          <a:effectLst/>
                          <a:latin typeface="Times New Roman" pitchFamily="18" charset="0"/>
                          <a:cs typeface="Times New Roman" pitchFamily="18" charset="0"/>
                        </a:rPr>
                        <a:t>A</a:t>
                      </a:r>
                      <a:r>
                        <a:rPr lang="en-US" altLang="zh-CN" sz="1200" kern="100" baseline="0" dirty="0" smtClean="0">
                          <a:solidFill>
                            <a:schemeClr val="tx1"/>
                          </a:solidFill>
                          <a:effectLst/>
                          <a:latin typeface="Times New Roman" pitchFamily="18" charset="0"/>
                          <a:cs typeface="Times New Roman" pitchFamily="18" charset="0"/>
                        </a:rPr>
                        <a:t> and B</a:t>
                      </a:r>
                      <a:r>
                        <a:rPr lang="zh-CN" sz="1200" kern="100" dirty="0" smtClean="0">
                          <a:solidFill>
                            <a:schemeClr val="tx1"/>
                          </a:solidFill>
                          <a:effectLst/>
                          <a:latin typeface="Times New Roman" pitchFamily="18" charset="0"/>
                          <a:cs typeface="Times New Roman" pitchFamily="18" charset="0"/>
                        </a:rPr>
                        <a:t> </a:t>
                      </a:r>
                      <a:r>
                        <a:rPr lang="zh-CN" sz="1200" kern="100" dirty="0">
                          <a:solidFill>
                            <a:schemeClr val="tx1"/>
                          </a:solidFill>
                          <a:effectLst/>
                          <a:latin typeface="Times New Roman" pitchFamily="18" charset="0"/>
                          <a:cs typeface="Times New Roman" pitchFamily="18" charset="0"/>
                        </a:rPr>
                        <a:t>Off</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r>
                        <a:rPr lang="en-US" altLang="zh-CN" sz="1200" dirty="0" smtClean="0">
                          <a:solidFill>
                            <a:schemeClr val="tx1"/>
                          </a:solidFill>
                          <a:effectLst/>
                          <a:latin typeface="Times New Roman" pitchFamily="18" charset="0"/>
                          <a:cs typeface="Times New Roman" pitchFamily="18" charset="0"/>
                        </a:rPr>
                        <a:t>decrease 0.8~1A</a:t>
                      </a:r>
                      <a:endParaRPr lang="zh-CN" altLang="en-US" sz="1200" kern="100" dirty="0" smtClean="0">
                        <a:solidFill>
                          <a:schemeClr val="tx1"/>
                        </a:solidFill>
                        <a:effectLst/>
                        <a:latin typeface="Times New Roman" pitchFamily="18" charset="0"/>
                        <a:ea typeface="+mn-ea"/>
                        <a:cs typeface="Times New Roman" pitchFamily="18" charset="0"/>
                      </a:endParaRPr>
                    </a:p>
                    <a:p>
                      <a:pPr algn="l">
                        <a:spcAft>
                          <a:spcPts val="0"/>
                        </a:spcAft>
                      </a:pP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r>
              <a:tr h="943168">
                <a:tc>
                  <a:txBody>
                    <a:bodyPr/>
                    <a:lstStyle/>
                    <a:p>
                      <a:pPr algn="ctr">
                        <a:spcAft>
                          <a:spcPts val="0"/>
                        </a:spcAft>
                      </a:pP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KSM112-07</a:t>
                      </a:r>
                    </a:p>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solidFill>
                            <a:schemeClr val="tx1"/>
                          </a:solidFill>
                          <a:effectLst/>
                          <a:latin typeface="Times New Roman" pitchFamily="18" charset="0"/>
                          <a:cs typeface="Times New Roman" pitchFamily="18" charset="0"/>
                        </a:rPr>
                        <a:t>GPS receiver </a:t>
                      </a:r>
                      <a:r>
                        <a:rPr lang="en-US" altLang="zh-CN" sz="1200" kern="100" dirty="0" smtClean="0">
                          <a:solidFill>
                            <a:schemeClr val="tx1"/>
                          </a:solidFill>
                          <a:effectLst/>
                          <a:latin typeface="Times New Roman" pitchFamily="18" charset="0"/>
                          <a:cs typeface="Times New Roman" pitchFamily="18" charset="0"/>
                        </a:rPr>
                        <a:t>A</a:t>
                      </a:r>
                      <a:r>
                        <a:rPr lang="zh-CN" sz="1200" kern="100" dirty="0" smtClean="0">
                          <a:solidFill>
                            <a:schemeClr val="tx1"/>
                          </a:solidFill>
                          <a:effectLst/>
                          <a:latin typeface="Times New Roman" pitchFamily="18" charset="0"/>
                          <a:cs typeface="Times New Roman" pitchFamily="18" charset="0"/>
                        </a:rPr>
                        <a:t> </a:t>
                      </a:r>
                      <a:r>
                        <a:rPr lang="zh-CN" sz="1200" kern="100" dirty="0">
                          <a:solidFill>
                            <a:schemeClr val="tx1"/>
                          </a:solidFill>
                          <a:effectLst/>
                          <a:latin typeface="Times New Roman" pitchFamily="18" charset="0"/>
                          <a:cs typeface="Times New Roman" pitchFamily="18" charset="0"/>
                        </a:rPr>
                        <a:t>ON</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increase </a:t>
                      </a:r>
                      <a:r>
                        <a:rPr lang="en-US" altLang="zh-CN" sz="1200" dirty="0" smtClean="0">
                          <a:solidFill>
                            <a:schemeClr val="tx1"/>
                          </a:solidFill>
                          <a:effectLst/>
                          <a:latin typeface="Times New Roman" pitchFamily="18" charset="0"/>
                          <a:cs typeface="Times New Roman" pitchFamily="18" charset="0"/>
                        </a:rPr>
                        <a:t>0.8~1A</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r>
            </a:tbl>
          </a:graphicData>
        </a:graphic>
      </p:graphicFrame>
      <p:sp>
        <p:nvSpPr>
          <p:cNvPr id="8" name="矩形 7"/>
          <p:cNvSpPr/>
          <p:nvPr/>
        </p:nvSpPr>
        <p:spPr>
          <a:xfrm>
            <a:off x="2411761" y="1008867"/>
            <a:ext cx="4154407" cy="369332"/>
          </a:xfrm>
          <a:prstGeom prst="rect">
            <a:avLst/>
          </a:prstGeom>
        </p:spPr>
        <p:txBody>
          <a:bodyPr wrap="none">
            <a:spAutoFit/>
          </a:bodyPr>
          <a:lstStyle/>
          <a:p>
            <a:r>
              <a:rPr lang="en-US" altLang="zh-CN" b="1" dirty="0">
                <a:latin typeface="Times New Roman" pitchFamily="18" charset="0"/>
                <a:cs typeface="Times New Roman" pitchFamily="18" charset="0"/>
              </a:rPr>
              <a:t>Table B‑3 Steps for reset GPS receiver A</a:t>
            </a:r>
            <a:endParaRPr lang="zh-CN" altLang="zh-CN" b="1" dirty="0">
              <a:latin typeface="Times New Roman" pitchFamily="18" charset="0"/>
              <a:cs typeface="Times New Roman" pitchFamily="18" charset="0"/>
            </a:endParaRPr>
          </a:p>
        </p:txBody>
      </p:sp>
      <p:sp>
        <p:nvSpPr>
          <p:cNvPr id="7" name="标题 1"/>
          <p:cNvSpPr>
            <a:spLocks noGrp="1"/>
          </p:cNvSpPr>
          <p:nvPr>
            <p:ph type="title"/>
          </p:nvPr>
        </p:nvSpPr>
        <p:spPr>
          <a:xfrm>
            <a:off x="396555" y="141480"/>
            <a:ext cx="8229600" cy="637580"/>
          </a:xfrm>
        </p:spPr>
        <p:txBody>
          <a:bodyPr>
            <a:normAutofit fontScale="90000"/>
          </a:bodyPr>
          <a:lstStyle/>
          <a:p>
            <a:r>
              <a:rPr lang="en-US" altLang="zh-CN" dirty="0" smtClean="0"/>
              <a:t>Appendix B</a:t>
            </a:r>
            <a:endParaRPr lang="zh-CN" altLang="en-US" dirty="0"/>
          </a:p>
        </p:txBody>
      </p:sp>
    </p:spTree>
    <p:extLst>
      <p:ext uri="{BB962C8B-B14F-4D97-AF65-F5344CB8AC3E}">
        <p14:creationId xmlns:p14="http://schemas.microsoft.com/office/powerpoint/2010/main" val="798609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42</a:t>
            </a:fld>
            <a:r>
              <a:rPr lang="zh-CN" altLang="en-US" smtClean="0"/>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770181866"/>
              </p:ext>
            </p:extLst>
          </p:nvPr>
        </p:nvGraphicFramePr>
        <p:xfrm>
          <a:off x="251520" y="1446602"/>
          <a:ext cx="8321008" cy="3214711"/>
        </p:xfrm>
        <a:graphic>
          <a:graphicData uri="http://schemas.openxmlformats.org/drawingml/2006/table">
            <a:tbl>
              <a:tblPr firstRow="1" firstCol="1" bandRow="1">
                <a:tableStyleId>{5C22544A-7EE6-4342-B048-85BDC9FD1C3A}</a:tableStyleId>
              </a:tblPr>
              <a:tblGrid>
                <a:gridCol w="336259"/>
                <a:gridCol w="2055395"/>
                <a:gridCol w="2194274"/>
                <a:gridCol w="1542751"/>
                <a:gridCol w="2192329"/>
              </a:tblGrid>
              <a:tr h="407405">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Name</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tr>
              <a:tr h="905529">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200" dirty="0" smtClean="0">
                          <a:solidFill>
                            <a:schemeClr val="dk1"/>
                          </a:solidFill>
                          <a:effectLst/>
                          <a:latin typeface="Times New Roman" pitchFamily="18" charset="0"/>
                          <a:ea typeface="+mn-ea"/>
                          <a:cs typeface="Times New Roman" pitchFamily="18" charset="0"/>
                        </a:rPr>
                        <a:t>GH001 </a:t>
                      </a:r>
                    </a:p>
                    <a:p>
                      <a:pPr algn="l">
                        <a:spcAft>
                          <a:spcPts val="0"/>
                        </a:spcAft>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KGS001</a:t>
                      </a:r>
                    </a:p>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(Indirect </a:t>
                      </a:r>
                      <a:r>
                        <a:rPr lang="en-US" sz="1200" kern="100" dirty="0">
                          <a:solidFill>
                            <a:schemeClr val="dk1"/>
                          </a:solidFill>
                          <a:effectLst/>
                          <a:latin typeface="Times New Roman" pitchFamily="18" charset="0"/>
                          <a:ea typeface="+mn-ea"/>
                          <a:cs typeface="Times New Roman" pitchFamily="18" charset="0"/>
                        </a:rPr>
                        <a:t>OC TC)</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ctr">
                        <a:spcAft>
                          <a:spcPts val="0"/>
                        </a:spcAft>
                      </a:pPr>
                      <a:r>
                        <a:rPr lang="zh-CN" sz="1200" kern="100" dirty="0">
                          <a:effectLst/>
                          <a:latin typeface="Times New Roman" pitchFamily="18" charset="0"/>
                          <a:cs typeface="Times New Roman" pitchFamily="18" charset="0"/>
                        </a:rPr>
                        <a:t>GPS receiver </a:t>
                      </a:r>
                      <a:r>
                        <a:rPr lang="en-US" altLang="zh-CN" sz="1200" kern="100" dirty="0" smtClean="0">
                          <a:effectLst/>
                          <a:latin typeface="Times New Roman" pitchFamily="18" charset="0"/>
                          <a:cs typeface="Times New Roman" pitchFamily="18" charset="0"/>
                        </a:rPr>
                        <a:t>resetting</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dk1"/>
                          </a:solidFill>
                          <a:effectLst/>
                          <a:latin typeface="Times New Roman" pitchFamily="18" charset="0"/>
                          <a:ea typeface="+mn-ea"/>
                          <a:cs typeface="Times New Roman" pitchFamily="18" charset="0"/>
                        </a:rPr>
                        <a:t>GH001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latin typeface="Times New Roman" pitchFamily="18" charset="0"/>
                          <a:cs typeface="Times New Roman" pitchFamily="18" charset="0"/>
                        </a:rPr>
                        <a:t>counter of </a:t>
                      </a:r>
                      <a:r>
                        <a:rPr lang="en-US" altLang="zh-CN" sz="1200" dirty="0" smtClean="0">
                          <a:effectLst/>
                          <a:latin typeface="Times New Roman" pitchFamily="18" charset="0"/>
                          <a:cs typeface="Times New Roman" pitchFamily="18" charset="0"/>
                        </a:rPr>
                        <a:t>TIC:  </a:t>
                      </a:r>
                      <a:r>
                        <a:rPr lang="en-US" altLang="zh-CN" sz="1200" baseline="0" dirty="0" smtClean="0">
                          <a:effectLst/>
                          <a:latin typeface="Times New Roman" pitchFamily="18" charset="0"/>
                          <a:cs typeface="Times New Roman" pitchFamily="18" charset="0"/>
                        </a:rPr>
                        <a:t>increase from 0 </a:t>
                      </a:r>
                      <a:endParaRPr lang="zh-CN" sz="1200" kern="100" dirty="0">
                        <a:effectLst/>
                        <a:latin typeface="Times New Roman" pitchFamily="18" charset="0"/>
                        <a:ea typeface="宋体"/>
                        <a:cs typeface="Times New Roman" pitchFamily="18" charset="0"/>
                      </a:endParaRPr>
                    </a:p>
                  </a:txBody>
                  <a:tcPr marL="44450" marR="44450" marT="0" marB="0" anchor="ctr"/>
                </a:tc>
              </a:tr>
              <a:tr h="895181">
                <a:tc>
                  <a:txBody>
                    <a:bodyPr/>
                    <a:lstStyle/>
                    <a:p>
                      <a:pPr algn="ctr">
                        <a:spcAft>
                          <a:spcPts val="0"/>
                        </a:spcAft>
                      </a:pPr>
                      <a:r>
                        <a:rPr lang="en-US" sz="1200" kern="0">
                          <a:effectLst/>
                          <a:latin typeface="Times New Roman" pitchFamily="18" charset="0"/>
                          <a:cs typeface="Times New Roman" pitchFamily="18" charset="0"/>
                        </a:rPr>
                        <a:t>2</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KSM112-08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zh-CN" altLang="zh-CN" sz="1200" kern="100" dirty="0">
                          <a:solidFill>
                            <a:schemeClr val="dk1"/>
                          </a:solidFill>
                          <a:effectLst/>
                          <a:latin typeface="Times New Roman" pitchFamily="18" charset="0"/>
                          <a:ea typeface="+mn-ea"/>
                          <a:cs typeface="Times New Roman" pitchFamily="18" charset="0"/>
                        </a:rPr>
                        <a:t>GPS receiver </a:t>
                      </a:r>
                      <a:r>
                        <a:rPr lang="zh-CN" altLang="zh-CN" sz="1200" kern="100" dirty="0" smtClean="0">
                          <a:solidFill>
                            <a:schemeClr val="dk1"/>
                          </a:solidFill>
                          <a:effectLst/>
                          <a:latin typeface="Times New Roman" pitchFamily="18" charset="0"/>
                          <a:ea typeface="+mn-ea"/>
                          <a:cs typeface="Times New Roman" pitchFamily="18" charset="0"/>
                        </a:rPr>
                        <a:t>A</a:t>
                      </a:r>
                      <a:r>
                        <a:rPr lang="en-US" altLang="zh-CN" sz="1200" kern="100" dirty="0" smtClean="0">
                          <a:solidFill>
                            <a:schemeClr val="dk1"/>
                          </a:solidFill>
                          <a:effectLst/>
                          <a:latin typeface="Times New Roman" pitchFamily="18" charset="0"/>
                          <a:ea typeface="+mn-ea"/>
                          <a:cs typeface="Times New Roman" pitchFamily="18" charset="0"/>
                        </a:rPr>
                        <a:t> and B</a:t>
                      </a:r>
                      <a:r>
                        <a:rPr lang="zh-CN" altLang="zh-CN" sz="1200" kern="100" dirty="0" smtClean="0">
                          <a:solidFill>
                            <a:schemeClr val="dk1"/>
                          </a:solidFill>
                          <a:effectLst/>
                          <a:latin typeface="Times New Roman" pitchFamily="18" charset="0"/>
                          <a:ea typeface="+mn-ea"/>
                          <a:cs typeface="Times New Roman" pitchFamily="18" charset="0"/>
                        </a:rPr>
                        <a:t> </a:t>
                      </a:r>
                      <a:r>
                        <a:rPr lang="zh-CN" altLang="zh-CN" sz="1200" kern="100" dirty="0">
                          <a:solidFill>
                            <a:schemeClr val="dk1"/>
                          </a:solidFill>
                          <a:effectLst/>
                          <a:latin typeface="Times New Roman" pitchFamily="18" charset="0"/>
                          <a:ea typeface="+mn-ea"/>
                          <a:cs typeface="Times New Roman" pitchFamily="18" charset="0"/>
                        </a:rPr>
                        <a:t>Off</a:t>
                      </a: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a:t>
                      </a:r>
                      <a:r>
                        <a:rPr lang="en-US" altLang="zh-CN" sz="1200" dirty="0" smtClean="0">
                          <a:solidFill>
                            <a:schemeClr val="tx1"/>
                          </a:solidFill>
                          <a:effectLst/>
                          <a:latin typeface="Times New Roman" pitchFamily="18" charset="0"/>
                          <a:cs typeface="Times New Roman" pitchFamily="18" charset="0"/>
                        </a:rPr>
                        <a:t>decrease 0.8~1A</a:t>
                      </a:r>
                      <a:endParaRPr lang="zh-CN" altLang="en-US" sz="1200" kern="100" dirty="0" smtClean="0">
                        <a:solidFill>
                          <a:schemeClr val="tx1"/>
                        </a:solidFill>
                        <a:effectLst/>
                        <a:latin typeface="Times New Roman" pitchFamily="18" charset="0"/>
                        <a:ea typeface="+mn-ea"/>
                        <a:cs typeface="Times New Roman" pitchFamily="18" charset="0"/>
                      </a:endParaRPr>
                    </a:p>
                  </a:txBody>
                  <a:tcPr marL="44450" marR="44450" marT="0" marB="0" anchor="ctr"/>
                </a:tc>
              </a:tr>
              <a:tr h="1006596">
                <a:tc>
                  <a:txBody>
                    <a:bodyPr/>
                    <a:lstStyle/>
                    <a:p>
                      <a:pPr algn="ctr">
                        <a:spcAft>
                          <a:spcPts val="0"/>
                        </a:spcAft>
                      </a:pPr>
                      <a:r>
                        <a:rPr lang="en-US" altLang="zh-CN" sz="1200" kern="100" dirty="0" smtClean="0">
                          <a:effectLst/>
                          <a:latin typeface="Times New Roman" pitchFamily="18" charset="0"/>
                          <a:ea typeface="宋体"/>
                          <a:cs typeface="Times New Roman" pitchFamily="18" charset="0"/>
                        </a:rPr>
                        <a:t>3</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en-US" altLang="zh-CN" sz="1200" kern="100" dirty="0" smtClean="0">
                          <a:solidFill>
                            <a:schemeClr val="dk1"/>
                          </a:solidFill>
                          <a:effectLst/>
                          <a:latin typeface="Times New Roman" pitchFamily="18" charset="0"/>
                          <a:ea typeface="+mn-ea"/>
                          <a:cs typeface="Times New Roman" pitchFamily="18" charset="0"/>
                        </a:rPr>
                        <a:t>KNY03003 </a:t>
                      </a:r>
                      <a:r>
                        <a:rPr lang="en-US" altLang="zh-CN" sz="1200" kern="100" dirty="0">
                          <a:solidFill>
                            <a:schemeClr val="dk1"/>
                          </a:solidFill>
                          <a:effectLst/>
                          <a:latin typeface="Times New Roman" pitchFamily="18" charset="0"/>
                          <a:ea typeface="+mn-ea"/>
                          <a:cs typeface="Times New Roman" pitchFamily="18" charset="0"/>
                        </a:rPr>
                        <a:t>(Indirect OC TC)</a:t>
                      </a:r>
                      <a:endParaRPr lang="zh-CN" alt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marL="0" algn="ctr" defTabSz="914400" rtl="0" eaLnBrk="1" latinLnBrk="0" hangingPunct="1">
                        <a:spcAft>
                          <a:spcPts val="0"/>
                        </a:spcAft>
                      </a:pPr>
                      <a:r>
                        <a:rPr lang="zh-CN" altLang="zh-CN" sz="1200" kern="100" dirty="0">
                          <a:solidFill>
                            <a:schemeClr val="dk1"/>
                          </a:solidFill>
                          <a:effectLst/>
                          <a:latin typeface="Times New Roman" pitchFamily="18" charset="0"/>
                          <a:ea typeface="+mn-ea"/>
                          <a:cs typeface="Times New Roman" pitchFamily="18" charset="0"/>
                        </a:rPr>
                        <a:t>GPS receiver B ON</a:t>
                      </a:r>
                    </a:p>
                  </a:txBody>
                  <a:tcPr marL="44450" marR="44450" marT="0" marB="0" anchor="ctr"/>
                </a:tc>
                <a:tc>
                  <a:txBody>
                    <a:bodyPr/>
                    <a:lstStyle/>
                    <a:p>
                      <a:pPr algn="l">
                        <a:spcAft>
                          <a:spcPts val="0"/>
                        </a:spcAft>
                      </a:pPr>
                      <a:r>
                        <a:rPr lang="en-US" altLang="zh-CN" sz="1200" kern="100" dirty="0" smtClean="0">
                          <a:solidFill>
                            <a:schemeClr val="tx1"/>
                          </a:solidFill>
                          <a:effectLst/>
                          <a:latin typeface="Times New Roman" pitchFamily="18" charset="0"/>
                          <a:ea typeface="+mn-ea"/>
                          <a:cs typeface="Times New Roman" pitchFamily="18" charset="0"/>
                        </a:rPr>
                        <a:t>NS006</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smtClean="0">
                          <a:solidFill>
                            <a:schemeClr val="tx1"/>
                          </a:solidFill>
                          <a:effectLst/>
                          <a:latin typeface="Times New Roman" pitchFamily="18" charset="0"/>
                          <a:ea typeface="+mn-ea"/>
                          <a:cs typeface="Times New Roman" pitchFamily="18" charset="0"/>
                        </a:rPr>
                        <a:t>Load</a:t>
                      </a:r>
                      <a:r>
                        <a:rPr lang="en-US" altLang="zh-CN" sz="1200" kern="100" baseline="0" dirty="0" smtClean="0">
                          <a:solidFill>
                            <a:schemeClr val="tx1"/>
                          </a:solidFill>
                          <a:effectLst/>
                          <a:latin typeface="Times New Roman" pitchFamily="18" charset="0"/>
                          <a:ea typeface="+mn-ea"/>
                          <a:cs typeface="Times New Roman" pitchFamily="18" charset="0"/>
                        </a:rPr>
                        <a:t> current increase </a:t>
                      </a:r>
                      <a:r>
                        <a:rPr lang="en-US" altLang="zh-CN" sz="1200" dirty="0" smtClean="0">
                          <a:solidFill>
                            <a:schemeClr val="tx1"/>
                          </a:solidFill>
                          <a:effectLst/>
                          <a:latin typeface="Times New Roman" pitchFamily="18" charset="0"/>
                          <a:cs typeface="Times New Roman" pitchFamily="18" charset="0"/>
                        </a:rPr>
                        <a:t>0.8~1A</a:t>
                      </a:r>
                      <a:endParaRPr lang="zh-CN" sz="1200" kern="100" dirty="0">
                        <a:solidFill>
                          <a:schemeClr val="tx1"/>
                        </a:solidFill>
                        <a:effectLst/>
                        <a:latin typeface="Times New Roman" pitchFamily="18" charset="0"/>
                        <a:ea typeface="宋体"/>
                        <a:cs typeface="Times New Roman" pitchFamily="18" charset="0"/>
                      </a:endParaRPr>
                    </a:p>
                  </a:txBody>
                  <a:tcPr marL="44450" marR="44450" marT="0" marB="0" anchor="ctr"/>
                </a:tc>
              </a:tr>
            </a:tbl>
          </a:graphicData>
        </a:graphic>
      </p:graphicFrame>
      <p:sp>
        <p:nvSpPr>
          <p:cNvPr id="9" name="矩形 8"/>
          <p:cNvSpPr/>
          <p:nvPr/>
        </p:nvSpPr>
        <p:spPr>
          <a:xfrm>
            <a:off x="2411760" y="964395"/>
            <a:ext cx="4154342" cy="369332"/>
          </a:xfrm>
          <a:prstGeom prst="rect">
            <a:avLst/>
          </a:prstGeom>
        </p:spPr>
        <p:txBody>
          <a:bodyPr wrap="none">
            <a:spAutoFit/>
          </a:bodyPr>
          <a:lstStyle/>
          <a:p>
            <a:r>
              <a:rPr lang="x-none" altLang="zh-CN" b="1" dirty="0">
                <a:latin typeface="Times New Roman" pitchFamily="18" charset="0"/>
                <a:cs typeface="Times New Roman" pitchFamily="18" charset="0"/>
              </a:rPr>
              <a:t>Table B‑4 Steps for reset GPS receiver B</a:t>
            </a:r>
            <a:endParaRPr lang="zh-CN" altLang="zh-CN" b="1" dirty="0">
              <a:latin typeface="Times New Roman" pitchFamily="18" charset="0"/>
              <a:cs typeface="Times New Roman" pitchFamily="18" charset="0"/>
            </a:endParaRPr>
          </a:p>
        </p:txBody>
      </p:sp>
      <p:sp>
        <p:nvSpPr>
          <p:cNvPr id="6" name="标题 1"/>
          <p:cNvSpPr>
            <a:spLocks noGrp="1"/>
          </p:cNvSpPr>
          <p:nvPr>
            <p:ph type="title"/>
          </p:nvPr>
        </p:nvSpPr>
        <p:spPr>
          <a:xfrm>
            <a:off x="396555" y="141480"/>
            <a:ext cx="8229600" cy="637580"/>
          </a:xfrm>
        </p:spPr>
        <p:txBody>
          <a:bodyPr>
            <a:normAutofit fontScale="90000"/>
          </a:bodyPr>
          <a:lstStyle/>
          <a:p>
            <a:r>
              <a:rPr lang="en-US" altLang="zh-CN" dirty="0" smtClean="0"/>
              <a:t>Appendix B</a:t>
            </a:r>
            <a:endParaRPr lang="zh-CN" altLang="en-US" dirty="0"/>
          </a:p>
        </p:txBody>
      </p:sp>
    </p:spTree>
    <p:extLst>
      <p:ext uri="{BB962C8B-B14F-4D97-AF65-F5344CB8AC3E}">
        <p14:creationId xmlns:p14="http://schemas.microsoft.com/office/powerpoint/2010/main" val="798609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4235041372"/>
              </p:ext>
            </p:extLst>
          </p:nvPr>
        </p:nvGraphicFramePr>
        <p:xfrm>
          <a:off x="111778" y="1178709"/>
          <a:ext cx="8389312" cy="1553777"/>
        </p:xfrm>
        <a:graphic>
          <a:graphicData uri="http://schemas.openxmlformats.org/drawingml/2006/table">
            <a:tbl>
              <a:tblPr firstRow="1" firstCol="1" bandRow="1">
                <a:tableStyleId>{5C22544A-7EE6-4342-B048-85BDC9FD1C3A}</a:tableStyleId>
              </a:tblPr>
              <a:tblGrid>
                <a:gridCol w="333301"/>
                <a:gridCol w="2237527"/>
                <a:gridCol w="1283070"/>
                <a:gridCol w="1432236"/>
                <a:gridCol w="3103178"/>
              </a:tblGrid>
              <a:tr h="409314">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TC Name</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tr>
              <a:tr h="1144463">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GH130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 reset count </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GH129</a:t>
                      </a:r>
                    </a:p>
                    <a:p>
                      <a:pPr algn="l">
                        <a:spcAft>
                          <a:spcPts val="0"/>
                        </a:spcAft>
                      </a:pPr>
                      <a:r>
                        <a:rPr lang="en-US" sz="1200" kern="100" dirty="0" smtClean="0">
                          <a:effectLst/>
                          <a:latin typeface="Times New Roman" pitchFamily="18" charset="0"/>
                          <a:cs typeface="Times New Roman" pitchFamily="18" charset="0"/>
                        </a:rPr>
                        <a:t> CAN bus A last</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reset reason</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KGS015</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solidFill>
                            <a:schemeClr val="dk1"/>
                          </a:solidFill>
                          <a:effectLst/>
                          <a:latin typeface="Times New Roman" pitchFamily="18" charset="0"/>
                          <a:ea typeface="+mn-ea"/>
                          <a:cs typeface="Times New Roman" pitchFamily="18" charset="0"/>
                        </a:rPr>
                        <a:t>GPS receiver </a:t>
                      </a:r>
                      <a:r>
                        <a:rPr lang="en-US" sz="1200" kern="100" dirty="0">
                          <a:solidFill>
                            <a:schemeClr val="dk1"/>
                          </a:solidFill>
                          <a:effectLst/>
                          <a:latin typeface="Times New Roman" pitchFamily="18" charset="0"/>
                          <a:ea typeface="+mn-ea"/>
                          <a:cs typeface="Times New Roman" pitchFamily="18" charset="0"/>
                        </a:rPr>
                        <a:t>CAN bus A reset </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GH130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 reset count plus 1</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GH129</a:t>
                      </a:r>
                    </a:p>
                    <a:p>
                      <a:pPr algn="l">
                        <a:spcAft>
                          <a:spcPts val="0"/>
                        </a:spcAft>
                      </a:pPr>
                      <a:r>
                        <a:rPr lang="en-US" sz="1200" kern="100" dirty="0" smtClean="0">
                          <a:effectLst/>
                          <a:latin typeface="Times New Roman" pitchFamily="18" charset="0"/>
                          <a:cs typeface="Times New Roman" pitchFamily="18" charset="0"/>
                        </a:rPr>
                        <a:t> CAN bus </a:t>
                      </a:r>
                      <a:r>
                        <a:rPr lang="en-US" sz="1200" kern="100" dirty="0">
                          <a:effectLst/>
                          <a:latin typeface="Times New Roman" pitchFamily="18" charset="0"/>
                          <a:cs typeface="Times New Roman" pitchFamily="18" charset="0"/>
                        </a:rPr>
                        <a:t>A last reset </a:t>
                      </a:r>
                      <a:r>
                        <a:rPr lang="en-US" sz="1200" kern="100" dirty="0" smtClean="0">
                          <a:effectLst/>
                          <a:latin typeface="Times New Roman" pitchFamily="18" charset="0"/>
                          <a:cs typeface="Times New Roman" pitchFamily="18" charset="0"/>
                        </a:rPr>
                        <a:t>reason: 0x5=receive </a:t>
                      </a:r>
                      <a:r>
                        <a:rPr lang="en-US" sz="1200" kern="100" dirty="0">
                          <a:effectLst/>
                          <a:latin typeface="Times New Roman" pitchFamily="18" charset="0"/>
                          <a:cs typeface="Times New Roman" pitchFamily="18" charset="0"/>
                        </a:rPr>
                        <a:t>CAN bus A reset </a:t>
                      </a:r>
                      <a:r>
                        <a:rPr lang="en-US" sz="1200" kern="100" dirty="0" smtClean="0">
                          <a:effectLst/>
                          <a:latin typeface="Times New Roman" pitchFamily="18" charset="0"/>
                          <a:cs typeface="Times New Roman" pitchFamily="18" charset="0"/>
                        </a:rPr>
                        <a:t>command </a:t>
                      </a:r>
                      <a:endParaRPr lang="zh-CN" sz="1200" kern="100" dirty="0">
                        <a:effectLst/>
                        <a:latin typeface="Times New Roman" pitchFamily="18" charset="0"/>
                        <a:ea typeface="宋体"/>
                        <a:cs typeface="Times New Roman" pitchFamily="18" charset="0"/>
                      </a:endParaRPr>
                    </a:p>
                  </a:txBody>
                  <a:tcPr marL="44450" marR="44450" marT="0" marB="0" anchor="ctr"/>
                </a:tc>
              </a:tr>
            </a:tbl>
          </a:graphicData>
        </a:graphic>
      </p:graphicFrame>
      <p:sp>
        <p:nvSpPr>
          <p:cNvPr id="8" name="矩形 7"/>
          <p:cNvSpPr/>
          <p:nvPr/>
        </p:nvSpPr>
        <p:spPr>
          <a:xfrm>
            <a:off x="1475656" y="2723379"/>
            <a:ext cx="6480720" cy="369332"/>
          </a:xfrm>
          <a:prstGeom prst="rect">
            <a:avLst/>
          </a:prstGeom>
        </p:spPr>
        <p:txBody>
          <a:bodyPr wrap="square">
            <a:spAutoFit/>
          </a:bodyPr>
          <a:lstStyle/>
          <a:p>
            <a:r>
              <a:rPr lang="x-none" altLang="zh-CN" b="1" dirty="0" smtClean="0">
                <a:latin typeface="Times New Roman" pitchFamily="18" charset="0"/>
                <a:cs typeface="Times New Roman" pitchFamily="18" charset="0"/>
              </a:rPr>
              <a:t>Table B‑6 Telecommands for reset CAN bus B of GPS receiver</a:t>
            </a:r>
            <a:endParaRPr lang="zh-CN" altLang="zh-CN" b="1" dirty="0">
              <a:latin typeface="Times New Roman" pitchFamily="18" charset="0"/>
              <a:cs typeface="Times New Roman" pitchFamily="18" charset="0"/>
            </a:endParaRPr>
          </a:p>
        </p:txBody>
      </p:sp>
      <p:sp>
        <p:nvSpPr>
          <p:cNvPr id="9" name="矩形 8"/>
          <p:cNvSpPr/>
          <p:nvPr/>
        </p:nvSpPr>
        <p:spPr>
          <a:xfrm>
            <a:off x="1475656" y="901710"/>
            <a:ext cx="6840760" cy="369332"/>
          </a:xfrm>
          <a:prstGeom prst="rect">
            <a:avLst/>
          </a:prstGeom>
        </p:spPr>
        <p:txBody>
          <a:bodyPr wrap="square">
            <a:spAutoFit/>
          </a:bodyPr>
          <a:lstStyle/>
          <a:p>
            <a:r>
              <a:rPr lang="x-none" altLang="zh-CN" b="1" dirty="0">
                <a:latin typeface="Times New Roman" pitchFamily="18" charset="0"/>
                <a:cs typeface="Times New Roman" pitchFamily="18" charset="0"/>
              </a:rPr>
              <a:t>Table B‑5 Telecommands for reset CAN bus A of GPS receiver</a:t>
            </a:r>
            <a:endParaRPr lang="zh-CN" altLang="zh-CN" b="1" dirty="0">
              <a:latin typeface="Times New Roman" pitchFamily="18" charset="0"/>
              <a:cs typeface="Times New Roman" pitchFamily="18" charset="0"/>
            </a:endParaRPr>
          </a:p>
        </p:txBody>
      </p:sp>
      <p:graphicFrame>
        <p:nvGraphicFramePr>
          <p:cNvPr id="10" name="表格 9"/>
          <p:cNvGraphicFramePr>
            <a:graphicFrameLocks noGrp="1"/>
          </p:cNvGraphicFramePr>
          <p:nvPr>
            <p:extLst>
              <p:ext uri="{D42A27DB-BD31-4B8C-83A1-F6EECF244321}">
                <p14:modId xmlns:p14="http://schemas.microsoft.com/office/powerpoint/2010/main" val="4235041372"/>
              </p:ext>
            </p:extLst>
          </p:nvPr>
        </p:nvGraphicFramePr>
        <p:xfrm>
          <a:off x="111779" y="3000379"/>
          <a:ext cx="8389313" cy="1660935"/>
        </p:xfrm>
        <a:graphic>
          <a:graphicData uri="http://schemas.openxmlformats.org/drawingml/2006/table">
            <a:tbl>
              <a:tblPr firstRow="1" firstCol="1" bandRow="1">
                <a:tableStyleId>{5C22544A-7EE6-4342-B048-85BDC9FD1C3A}</a:tableStyleId>
              </a:tblPr>
              <a:tblGrid>
                <a:gridCol w="330170"/>
                <a:gridCol w="2216505"/>
                <a:gridCol w="1271015"/>
                <a:gridCol w="1497601"/>
                <a:gridCol w="3074022"/>
              </a:tblGrid>
              <a:tr h="415234">
                <a:tc>
                  <a:txBody>
                    <a:bodyPr/>
                    <a:lstStyle/>
                    <a:p>
                      <a:pPr algn="ctr">
                        <a:spcAft>
                          <a:spcPts val="0"/>
                        </a:spcAft>
                      </a:pPr>
                      <a:r>
                        <a:rPr lang="en-US" sz="1200" kern="0" dirty="0">
                          <a:effectLst/>
                          <a:latin typeface="Times New Roman" pitchFamily="18" charset="0"/>
                          <a:cs typeface="Times New Roman" pitchFamily="18" charset="0"/>
                        </a:rPr>
                        <a:t>No</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TM before sending</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Number</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a:effectLst/>
                          <a:latin typeface="Times New Roman" pitchFamily="18" charset="0"/>
                          <a:cs typeface="Times New Roman" pitchFamily="18" charset="0"/>
                        </a:rPr>
                        <a:t>TC Name</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0" dirty="0">
                          <a:effectLst/>
                          <a:latin typeface="Times New Roman" pitchFamily="18" charset="0"/>
                          <a:cs typeface="Times New Roman" pitchFamily="18" charset="0"/>
                        </a:rPr>
                        <a:t>TM after sending</a:t>
                      </a:r>
                      <a:endParaRPr lang="zh-CN" sz="1200" kern="100" dirty="0">
                        <a:effectLst/>
                        <a:latin typeface="Times New Roman" pitchFamily="18" charset="0"/>
                        <a:ea typeface="宋体"/>
                        <a:cs typeface="Times New Roman" pitchFamily="18" charset="0"/>
                      </a:endParaRPr>
                    </a:p>
                  </a:txBody>
                  <a:tcPr marL="44450" marR="44450" marT="0" marB="0" anchor="ctr"/>
                </a:tc>
              </a:tr>
              <a:tr h="1245701">
                <a:tc>
                  <a:txBody>
                    <a:bodyPr/>
                    <a:lstStyle/>
                    <a:p>
                      <a:pPr algn="ctr">
                        <a:spcAft>
                          <a:spcPts val="0"/>
                        </a:spcAft>
                      </a:pPr>
                      <a:r>
                        <a:rPr lang="en-US" sz="1200" kern="0">
                          <a:effectLst/>
                          <a:latin typeface="Times New Roman" pitchFamily="18" charset="0"/>
                          <a:cs typeface="Times New Roman" pitchFamily="18" charset="0"/>
                        </a:rPr>
                        <a:t>1</a:t>
                      </a:r>
                      <a:endParaRPr lang="zh-CN" sz="1200" kern="100">
                        <a:effectLst/>
                        <a:latin typeface="Times New Roman" pitchFamily="18" charset="0"/>
                        <a:ea typeface="宋体"/>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GH132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t>
                      </a:r>
                      <a:r>
                        <a:rPr lang="en-US" sz="1200" kern="100" dirty="0" smtClean="0">
                          <a:effectLst/>
                          <a:latin typeface="Times New Roman" pitchFamily="18" charset="0"/>
                          <a:cs typeface="Times New Roman" pitchFamily="18" charset="0"/>
                        </a:rPr>
                        <a:t>B </a:t>
                      </a:r>
                      <a:r>
                        <a:rPr lang="en-US" sz="1200" kern="100" dirty="0">
                          <a:effectLst/>
                          <a:latin typeface="Times New Roman" pitchFamily="18" charset="0"/>
                          <a:cs typeface="Times New Roman" pitchFamily="18" charset="0"/>
                        </a:rPr>
                        <a:t>reset count </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GH131</a:t>
                      </a:r>
                    </a:p>
                    <a:p>
                      <a:pPr algn="l">
                        <a:spcAft>
                          <a:spcPts val="0"/>
                        </a:spcAft>
                      </a:pPr>
                      <a:r>
                        <a:rPr lang="en-US" sz="1200" kern="100" dirty="0" smtClean="0">
                          <a:effectLst/>
                          <a:latin typeface="Times New Roman" pitchFamily="18" charset="0"/>
                          <a:cs typeface="Times New Roman" pitchFamily="18" charset="0"/>
                        </a:rPr>
                        <a:t> CAN bus B last</a:t>
                      </a:r>
                      <a:r>
                        <a:rPr lang="en-US" sz="1200" kern="100" baseline="0" dirty="0" smtClean="0">
                          <a:effectLst/>
                          <a:latin typeface="Times New Roman" pitchFamily="18" charset="0"/>
                          <a:cs typeface="Times New Roman" pitchFamily="18" charset="0"/>
                        </a:rPr>
                        <a:t> </a:t>
                      </a:r>
                      <a:r>
                        <a:rPr lang="en-US" sz="1200" kern="100" dirty="0" smtClean="0">
                          <a:effectLst/>
                          <a:latin typeface="Times New Roman" pitchFamily="18" charset="0"/>
                          <a:cs typeface="Times New Roman" pitchFamily="18" charset="0"/>
                        </a:rPr>
                        <a:t>reset reason</a:t>
                      </a:r>
                      <a:endParaRPr lang="zh-CN" sz="1200" kern="100" dirty="0">
                        <a:effectLst/>
                        <a:latin typeface="Times New Roman" pitchFamily="18" charset="0"/>
                        <a:ea typeface="宋体"/>
                        <a:cs typeface="Times New Roman" pitchFamily="18" charset="0"/>
                      </a:endParaRPr>
                    </a:p>
                  </a:txBody>
                  <a:tcPr marL="44450" marR="44450" marT="0" marB="0" anchor="ctr"/>
                </a:tc>
                <a:tc>
                  <a:txBody>
                    <a:bodyPr/>
                    <a:lstStyle/>
                    <a:p>
                      <a:pPr algn="ctr">
                        <a:spcAft>
                          <a:spcPts val="0"/>
                        </a:spcAft>
                      </a:pPr>
                      <a:r>
                        <a:rPr lang="en-US" sz="1200" kern="100" dirty="0" smtClean="0">
                          <a:solidFill>
                            <a:schemeClr val="dk1"/>
                          </a:solidFill>
                          <a:effectLst/>
                          <a:latin typeface="Times New Roman" pitchFamily="18" charset="0"/>
                          <a:ea typeface="+mn-ea"/>
                          <a:cs typeface="Times New Roman" pitchFamily="18" charset="0"/>
                        </a:rPr>
                        <a:t>KGS016</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solidFill>
                            <a:schemeClr val="dk1"/>
                          </a:solidFill>
                          <a:effectLst/>
                          <a:latin typeface="Times New Roman" pitchFamily="18" charset="0"/>
                          <a:ea typeface="+mn-ea"/>
                          <a:cs typeface="Times New Roman" pitchFamily="18" charset="0"/>
                        </a:rPr>
                        <a:t>GPS receiver </a:t>
                      </a:r>
                      <a:r>
                        <a:rPr lang="en-US" sz="1200" kern="100" dirty="0">
                          <a:solidFill>
                            <a:schemeClr val="dk1"/>
                          </a:solidFill>
                          <a:effectLst/>
                          <a:latin typeface="Times New Roman" pitchFamily="18" charset="0"/>
                          <a:ea typeface="+mn-ea"/>
                          <a:cs typeface="Times New Roman" pitchFamily="18" charset="0"/>
                        </a:rPr>
                        <a:t>CAN bus </a:t>
                      </a:r>
                      <a:r>
                        <a:rPr lang="en-US" sz="1200" kern="100" dirty="0" smtClean="0">
                          <a:solidFill>
                            <a:schemeClr val="dk1"/>
                          </a:solidFill>
                          <a:effectLst/>
                          <a:latin typeface="Times New Roman" pitchFamily="18" charset="0"/>
                          <a:ea typeface="+mn-ea"/>
                          <a:cs typeface="Times New Roman" pitchFamily="18" charset="0"/>
                        </a:rPr>
                        <a:t>B </a:t>
                      </a:r>
                      <a:r>
                        <a:rPr lang="en-US" sz="1200" kern="100" dirty="0">
                          <a:solidFill>
                            <a:schemeClr val="dk1"/>
                          </a:solidFill>
                          <a:effectLst/>
                          <a:latin typeface="Times New Roman" pitchFamily="18" charset="0"/>
                          <a:ea typeface="+mn-ea"/>
                          <a:cs typeface="Times New Roman" pitchFamily="18" charset="0"/>
                        </a:rPr>
                        <a:t>reset </a:t>
                      </a:r>
                      <a:endParaRPr lang="zh-CN" sz="1200" kern="100" dirty="0">
                        <a:solidFill>
                          <a:schemeClr val="dk1"/>
                        </a:solidFill>
                        <a:effectLst/>
                        <a:latin typeface="Times New Roman" pitchFamily="18" charset="0"/>
                        <a:ea typeface="+mn-ea"/>
                        <a:cs typeface="Times New Roman" pitchFamily="18" charset="0"/>
                      </a:endParaRPr>
                    </a:p>
                  </a:txBody>
                  <a:tcPr marL="44450" marR="44450" marT="0" marB="0" anchor="ctr"/>
                </a:tc>
                <a:tc>
                  <a:txBody>
                    <a:bodyPr/>
                    <a:lstStyle/>
                    <a:p>
                      <a:pPr algn="l">
                        <a:spcAft>
                          <a:spcPts val="0"/>
                        </a:spcAft>
                      </a:pPr>
                      <a:r>
                        <a:rPr lang="en-US" sz="1200" kern="100" dirty="0" smtClean="0">
                          <a:effectLst/>
                          <a:latin typeface="Times New Roman" pitchFamily="18" charset="0"/>
                          <a:cs typeface="Times New Roman" pitchFamily="18" charset="0"/>
                        </a:rPr>
                        <a:t>GH132 </a:t>
                      </a:r>
                    </a:p>
                    <a:p>
                      <a:pPr algn="l">
                        <a:spcAft>
                          <a:spcPts val="0"/>
                        </a:spcAft>
                      </a:pPr>
                      <a:r>
                        <a:rPr lang="en-US" sz="1200" kern="100" dirty="0" smtClean="0">
                          <a:effectLst/>
                          <a:latin typeface="Times New Roman" pitchFamily="18" charset="0"/>
                          <a:cs typeface="Times New Roman" pitchFamily="18" charset="0"/>
                        </a:rPr>
                        <a:t>CAN </a:t>
                      </a:r>
                      <a:r>
                        <a:rPr lang="en-US" sz="1200" kern="100" dirty="0">
                          <a:effectLst/>
                          <a:latin typeface="Times New Roman" pitchFamily="18" charset="0"/>
                          <a:cs typeface="Times New Roman" pitchFamily="18" charset="0"/>
                        </a:rPr>
                        <a:t>bus </a:t>
                      </a:r>
                      <a:r>
                        <a:rPr lang="en-US" sz="1200" kern="100" dirty="0" smtClean="0">
                          <a:effectLst/>
                          <a:latin typeface="Times New Roman" pitchFamily="18" charset="0"/>
                          <a:cs typeface="Times New Roman" pitchFamily="18" charset="0"/>
                        </a:rPr>
                        <a:t>B </a:t>
                      </a:r>
                      <a:r>
                        <a:rPr lang="en-US" sz="1200" kern="100" dirty="0">
                          <a:effectLst/>
                          <a:latin typeface="Times New Roman" pitchFamily="18" charset="0"/>
                          <a:cs typeface="Times New Roman" pitchFamily="18" charset="0"/>
                        </a:rPr>
                        <a:t>reset count plus 1</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GH131</a:t>
                      </a:r>
                    </a:p>
                    <a:p>
                      <a:pPr algn="l">
                        <a:spcAft>
                          <a:spcPts val="0"/>
                        </a:spcAft>
                      </a:pPr>
                      <a:r>
                        <a:rPr lang="en-US" sz="1200" kern="100" dirty="0" smtClean="0">
                          <a:effectLst/>
                          <a:latin typeface="Times New Roman" pitchFamily="18" charset="0"/>
                          <a:cs typeface="Times New Roman" pitchFamily="18" charset="0"/>
                        </a:rPr>
                        <a:t> CAN bus B </a:t>
                      </a:r>
                      <a:r>
                        <a:rPr lang="en-US" sz="1200" kern="100" dirty="0">
                          <a:effectLst/>
                          <a:latin typeface="Times New Roman" pitchFamily="18" charset="0"/>
                          <a:cs typeface="Times New Roman" pitchFamily="18" charset="0"/>
                        </a:rPr>
                        <a:t>last reset </a:t>
                      </a:r>
                      <a:r>
                        <a:rPr lang="en-US" sz="1200" kern="100" dirty="0" smtClean="0">
                          <a:effectLst/>
                          <a:latin typeface="Times New Roman" pitchFamily="18" charset="0"/>
                          <a:cs typeface="Times New Roman" pitchFamily="18" charset="0"/>
                        </a:rPr>
                        <a:t>reason:</a:t>
                      </a:r>
                      <a:endParaRPr lang="zh-CN" sz="1200" kern="100" dirty="0">
                        <a:effectLst/>
                        <a:latin typeface="Times New Roman" pitchFamily="18" charset="0"/>
                        <a:cs typeface="Times New Roman" pitchFamily="18" charset="0"/>
                      </a:endParaRPr>
                    </a:p>
                    <a:p>
                      <a:pPr algn="l">
                        <a:spcAft>
                          <a:spcPts val="0"/>
                        </a:spcAft>
                      </a:pPr>
                      <a:r>
                        <a:rPr lang="en-US" sz="1200" kern="100" dirty="0" smtClean="0">
                          <a:effectLst/>
                          <a:latin typeface="Times New Roman" pitchFamily="18" charset="0"/>
                          <a:cs typeface="Times New Roman" pitchFamily="18" charset="0"/>
                        </a:rPr>
                        <a:t>0x5=receive </a:t>
                      </a:r>
                      <a:r>
                        <a:rPr lang="en-US" sz="1200" kern="100" dirty="0">
                          <a:effectLst/>
                          <a:latin typeface="Times New Roman" pitchFamily="18" charset="0"/>
                          <a:cs typeface="Times New Roman" pitchFamily="18" charset="0"/>
                        </a:rPr>
                        <a:t>CAN bus </a:t>
                      </a:r>
                      <a:r>
                        <a:rPr lang="en-US" sz="1200" kern="100" dirty="0" smtClean="0">
                          <a:effectLst/>
                          <a:latin typeface="Times New Roman" pitchFamily="18" charset="0"/>
                          <a:cs typeface="Times New Roman" pitchFamily="18" charset="0"/>
                        </a:rPr>
                        <a:t>B </a:t>
                      </a:r>
                      <a:r>
                        <a:rPr lang="en-US" sz="1200" kern="100" dirty="0">
                          <a:effectLst/>
                          <a:latin typeface="Times New Roman" pitchFamily="18" charset="0"/>
                          <a:cs typeface="Times New Roman" pitchFamily="18" charset="0"/>
                        </a:rPr>
                        <a:t>reset command </a:t>
                      </a:r>
                      <a:endParaRPr lang="zh-CN" sz="1200" kern="100" dirty="0">
                        <a:effectLst/>
                        <a:latin typeface="Times New Roman" pitchFamily="18" charset="0"/>
                        <a:ea typeface="宋体"/>
                        <a:cs typeface="Times New Roman" pitchFamily="18" charset="0"/>
                      </a:endParaRPr>
                    </a:p>
                  </a:txBody>
                  <a:tcPr marL="44450" marR="44450" marT="0" marB="0" anchor="ctr"/>
                </a:tc>
              </a:tr>
            </a:tbl>
          </a:graphicData>
        </a:graphic>
      </p:graphicFrame>
      <p:sp>
        <p:nvSpPr>
          <p:cNvPr id="11" name="标题 1"/>
          <p:cNvSpPr>
            <a:spLocks noGrp="1"/>
          </p:cNvSpPr>
          <p:nvPr>
            <p:ph type="title"/>
          </p:nvPr>
        </p:nvSpPr>
        <p:spPr>
          <a:xfrm>
            <a:off x="396555" y="107139"/>
            <a:ext cx="8229600" cy="637580"/>
          </a:xfrm>
        </p:spPr>
        <p:txBody>
          <a:bodyPr>
            <a:normAutofit fontScale="90000"/>
          </a:bodyPr>
          <a:lstStyle/>
          <a:p>
            <a:r>
              <a:rPr lang="en-US" altLang="zh-CN" dirty="0" smtClean="0"/>
              <a:t>Appendix B</a:t>
            </a:r>
            <a:endParaRPr lang="zh-CN" altLang="en-US" dirty="0"/>
          </a:p>
        </p:txBody>
      </p:sp>
    </p:spTree>
    <p:extLst>
      <p:ext uri="{BB962C8B-B14F-4D97-AF65-F5344CB8AC3E}">
        <p14:creationId xmlns:p14="http://schemas.microsoft.com/office/powerpoint/2010/main" val="6048488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637580"/>
          </a:xfrm>
        </p:spPr>
        <p:txBody>
          <a:bodyPr>
            <a:normAutofit fontScale="90000"/>
          </a:bodyPr>
          <a:lstStyle/>
          <a:p>
            <a:r>
              <a:rPr lang="en-US" altLang="zh-CN" dirty="0" smtClean="0"/>
              <a:t>Appendix C</a:t>
            </a:r>
            <a:endParaRPr lang="zh-CN" altLang="en-US" dirty="0"/>
          </a:p>
        </p:txBody>
      </p:sp>
      <p:sp>
        <p:nvSpPr>
          <p:cNvPr id="3"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AGC variation with </a:t>
            </a:r>
            <a:r>
              <a:rPr lang="en-US" altLang="zh-CN" sz="2000" dirty="0">
                <a:latin typeface="Times New Roman" pitchFamily="18" charset="0"/>
                <a:cs typeface="Times New Roman" pitchFamily="18" charset="0"/>
              </a:rPr>
              <a:t>temperature </a:t>
            </a:r>
            <a:r>
              <a:rPr lang="en-US" altLang="zh-CN" sz="2000" dirty="0" smtClean="0">
                <a:latin typeface="Times New Roman" pitchFamily="18" charset="0"/>
                <a:cs typeface="Times New Roman" pitchFamily="18" charset="0"/>
              </a:rPr>
              <a:t>of </a:t>
            </a:r>
            <a:r>
              <a:rPr lang="en-US" altLang="zh-CN" sz="2000" dirty="0">
                <a:latin typeface="Times New Roman" pitchFamily="18" charset="0"/>
                <a:cs typeface="Times New Roman" pitchFamily="18" charset="0"/>
              </a:rPr>
              <a:t>Transponder A</a:t>
            </a:r>
            <a:r>
              <a:rPr lang="en-US" altLang="zh-CN" sz="2000" dirty="0" smtClean="0">
                <a:latin typeface="Times New Roman" pitchFamily="18" charset="0"/>
                <a:cs typeface="Times New Roman" pitchFamily="18" charset="0"/>
              </a:rPr>
              <a:t>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pic>
        <p:nvPicPr>
          <p:cNvPr id="2051" name="Picture 3"/>
          <p:cNvPicPr>
            <a:picLocks noChangeAspect="1" noChangeArrowheads="1"/>
          </p:cNvPicPr>
          <p:nvPr/>
        </p:nvPicPr>
        <p:blipFill>
          <a:blip r:embed="rId2"/>
          <a:srcRect/>
          <a:stretch>
            <a:fillRect/>
          </a:stretch>
        </p:blipFill>
        <p:spPr bwMode="auto">
          <a:xfrm>
            <a:off x="1285852" y="1607337"/>
            <a:ext cx="6351984" cy="2786082"/>
          </a:xfrm>
          <a:prstGeom prst="rect">
            <a:avLst/>
          </a:prstGeom>
          <a:noFill/>
          <a:ln w="9525">
            <a:noFill/>
            <a:miter lim="800000"/>
            <a:headEnd/>
            <a:tailEnd/>
          </a:ln>
          <a:effectLst/>
        </p:spPr>
      </p:pic>
    </p:spTree>
    <p:extLst>
      <p:ext uri="{BB962C8B-B14F-4D97-AF65-F5344CB8AC3E}">
        <p14:creationId xmlns:p14="http://schemas.microsoft.com/office/powerpoint/2010/main" val="17178579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205978"/>
            <a:ext cx="7715200" cy="637580"/>
          </a:xfrm>
        </p:spPr>
        <p:txBody>
          <a:bodyPr>
            <a:normAutofit fontScale="90000"/>
          </a:bodyPr>
          <a:lstStyle/>
          <a:p>
            <a:r>
              <a:rPr lang="en-US" altLang="zh-CN" dirty="0" smtClean="0"/>
              <a:t>Appendix C</a:t>
            </a:r>
            <a:endParaRPr lang="zh-CN" altLang="en-US" dirty="0"/>
          </a:p>
        </p:txBody>
      </p:sp>
      <p:sp>
        <p:nvSpPr>
          <p:cNvPr id="10"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AGC variation with temperature of </a:t>
            </a:r>
            <a:r>
              <a:rPr lang="en-US" altLang="zh-CN" sz="2000" dirty="0">
                <a:latin typeface="Times New Roman" pitchFamily="18" charset="0"/>
                <a:cs typeface="Times New Roman" pitchFamily="18" charset="0"/>
              </a:rPr>
              <a:t>Transponder </a:t>
            </a:r>
            <a:r>
              <a:rPr lang="en-US" altLang="zh-CN" sz="2000" dirty="0" smtClean="0">
                <a:latin typeface="Times New Roman" pitchFamily="18" charset="0"/>
                <a:cs typeface="Times New Roman" pitchFamily="18" charset="0"/>
              </a:rPr>
              <a:t>B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45</a:t>
            </a:fld>
            <a:r>
              <a:rPr lang="zh-CN" altLang="en-US" smtClean="0"/>
              <a:t> </a:t>
            </a:r>
            <a:endParaRPr lang="zh-CN" altLang="en-US" dirty="0">
              <a:latin typeface="微软雅黑" pitchFamily="34" charset="-122"/>
              <a:ea typeface="微软雅黑" pitchFamily="34" charset="-122"/>
            </a:endParaRPr>
          </a:p>
        </p:txBody>
      </p:sp>
      <p:pic>
        <p:nvPicPr>
          <p:cNvPr id="3074" name="Picture 2"/>
          <p:cNvPicPr>
            <a:picLocks noChangeAspect="1" noChangeArrowheads="1"/>
          </p:cNvPicPr>
          <p:nvPr/>
        </p:nvPicPr>
        <p:blipFill>
          <a:blip r:embed="rId2"/>
          <a:srcRect/>
          <a:stretch>
            <a:fillRect/>
          </a:stretch>
        </p:blipFill>
        <p:spPr bwMode="auto">
          <a:xfrm>
            <a:off x="1357290" y="1607337"/>
            <a:ext cx="6429420" cy="2847931"/>
          </a:xfrm>
          <a:prstGeom prst="rect">
            <a:avLst/>
          </a:prstGeom>
          <a:noFill/>
          <a:ln w="9525">
            <a:noFill/>
            <a:miter lim="800000"/>
            <a:headEnd/>
            <a:tailEnd/>
          </a:ln>
          <a:effectLst/>
        </p:spPr>
      </p:pic>
    </p:spTree>
    <p:extLst>
      <p:ext uri="{BB962C8B-B14F-4D97-AF65-F5344CB8AC3E}">
        <p14:creationId xmlns:p14="http://schemas.microsoft.com/office/powerpoint/2010/main" val="2840644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205978"/>
            <a:ext cx="7715200" cy="637580"/>
          </a:xfrm>
        </p:spPr>
        <p:txBody>
          <a:bodyPr>
            <a:normAutofit fontScale="90000"/>
          </a:bodyPr>
          <a:lstStyle/>
          <a:p>
            <a:r>
              <a:rPr lang="en-US" altLang="zh-CN" dirty="0" smtClean="0"/>
              <a:t>Appendix C</a:t>
            </a:r>
            <a:endParaRPr lang="zh-CN" altLang="en-US" dirty="0"/>
          </a:p>
        </p:txBody>
      </p:sp>
      <p:sp>
        <p:nvSpPr>
          <p:cNvPr id="10"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SNR variation with temperature of </a:t>
            </a:r>
            <a:r>
              <a:rPr lang="en-US" altLang="zh-CN" sz="2000" dirty="0">
                <a:latin typeface="Times New Roman" pitchFamily="18" charset="0"/>
                <a:cs typeface="Times New Roman" pitchFamily="18" charset="0"/>
              </a:rPr>
              <a:t>Transponder </a:t>
            </a:r>
            <a:r>
              <a:rPr lang="en-US" altLang="zh-CN" sz="2000" dirty="0" smtClean="0">
                <a:latin typeface="Times New Roman" pitchFamily="18" charset="0"/>
                <a:cs typeface="Times New Roman" pitchFamily="18" charset="0"/>
              </a:rPr>
              <a:t>A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46</a:t>
            </a:fld>
            <a:r>
              <a:rPr lang="zh-CN" altLang="en-US" smtClean="0"/>
              <a:t> </a:t>
            </a:r>
            <a:endParaRPr lang="zh-CN" altLang="en-US" dirty="0">
              <a:latin typeface="微软雅黑" pitchFamily="34" charset="-122"/>
              <a:ea typeface="微软雅黑" pitchFamily="34" charset="-122"/>
            </a:endParaRPr>
          </a:p>
        </p:txBody>
      </p:sp>
      <p:pic>
        <p:nvPicPr>
          <p:cNvPr id="1027" name="Picture 3"/>
          <p:cNvPicPr>
            <a:picLocks noChangeAspect="1" noChangeArrowheads="1"/>
          </p:cNvPicPr>
          <p:nvPr/>
        </p:nvPicPr>
        <p:blipFill>
          <a:blip r:embed="rId2"/>
          <a:srcRect/>
          <a:stretch>
            <a:fillRect/>
          </a:stretch>
        </p:blipFill>
        <p:spPr bwMode="auto">
          <a:xfrm>
            <a:off x="928662" y="1500180"/>
            <a:ext cx="6811859" cy="3053975"/>
          </a:xfrm>
          <a:prstGeom prst="rect">
            <a:avLst/>
          </a:prstGeom>
          <a:noFill/>
          <a:ln w="9525">
            <a:noFill/>
            <a:miter lim="800000"/>
            <a:headEnd/>
            <a:tailEnd/>
          </a:ln>
          <a:effectLst/>
        </p:spPr>
      </p:pic>
    </p:spTree>
    <p:extLst>
      <p:ext uri="{BB962C8B-B14F-4D97-AF65-F5344CB8AC3E}">
        <p14:creationId xmlns:p14="http://schemas.microsoft.com/office/powerpoint/2010/main" val="2840644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457200" y="205978"/>
            <a:ext cx="7715200" cy="637580"/>
          </a:xfrm>
        </p:spPr>
        <p:txBody>
          <a:bodyPr>
            <a:normAutofit fontScale="90000"/>
          </a:bodyPr>
          <a:lstStyle/>
          <a:p>
            <a:r>
              <a:rPr lang="en-US" altLang="zh-CN" dirty="0" smtClean="0"/>
              <a:t>Appendix C</a:t>
            </a:r>
            <a:endParaRPr lang="zh-CN" altLang="en-US" dirty="0"/>
          </a:p>
        </p:txBody>
      </p:sp>
      <p:sp>
        <p:nvSpPr>
          <p:cNvPr id="10" name="内容占位符 2"/>
          <p:cNvSpPr>
            <a:spLocks noGrp="1"/>
          </p:cNvSpPr>
          <p:nvPr>
            <p:ph idx="1"/>
          </p:nvPr>
        </p:nvSpPr>
        <p:spPr/>
        <p:txBody>
          <a:bodyPr>
            <a:normAutofit/>
          </a:bodyPr>
          <a:lstStyle/>
          <a:p>
            <a:r>
              <a:rPr lang="en-US" altLang="zh-CN" sz="2000" dirty="0" smtClean="0">
                <a:latin typeface="Times New Roman" pitchFamily="18" charset="0"/>
                <a:cs typeface="Times New Roman" pitchFamily="18" charset="0"/>
              </a:rPr>
              <a:t>SNR variation with temperature of </a:t>
            </a:r>
            <a:r>
              <a:rPr lang="en-US" altLang="zh-CN" sz="2000" dirty="0">
                <a:latin typeface="Times New Roman" pitchFamily="18" charset="0"/>
                <a:cs typeface="Times New Roman" pitchFamily="18" charset="0"/>
              </a:rPr>
              <a:t>Transponder </a:t>
            </a:r>
            <a:r>
              <a:rPr lang="en-US" altLang="zh-CN" sz="2000" dirty="0" smtClean="0">
                <a:latin typeface="Times New Roman" pitchFamily="18" charset="0"/>
                <a:cs typeface="Times New Roman" pitchFamily="18" charset="0"/>
              </a:rPr>
              <a:t>B </a:t>
            </a:r>
            <a:endParaRPr lang="zh-CN" altLang="en-US" sz="2000" dirty="0">
              <a:latin typeface="Times New Roman" pitchFamily="18" charset="0"/>
              <a:cs typeface="Times New Roman" pitchFamily="18" charset="0"/>
            </a:endParaRPr>
          </a:p>
        </p:txBody>
      </p:sp>
      <p:sp>
        <p:nvSpPr>
          <p:cNvPr id="8"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47</a:t>
            </a:fld>
            <a:r>
              <a:rPr lang="zh-CN" altLang="en-US" smtClean="0"/>
              <a:t> </a:t>
            </a:r>
            <a:endParaRPr lang="zh-CN" altLang="en-US" dirty="0">
              <a:latin typeface="微软雅黑" pitchFamily="34" charset="-122"/>
              <a:ea typeface="微软雅黑" pitchFamily="34" charset="-122"/>
            </a:endParaRPr>
          </a:p>
        </p:txBody>
      </p:sp>
      <p:pic>
        <p:nvPicPr>
          <p:cNvPr id="2050" name="Picture 2"/>
          <p:cNvPicPr>
            <a:picLocks noChangeAspect="1" noChangeArrowheads="1"/>
          </p:cNvPicPr>
          <p:nvPr/>
        </p:nvPicPr>
        <p:blipFill>
          <a:blip r:embed="rId2"/>
          <a:srcRect/>
          <a:stretch>
            <a:fillRect/>
          </a:stretch>
        </p:blipFill>
        <p:spPr bwMode="auto">
          <a:xfrm>
            <a:off x="991616" y="1500180"/>
            <a:ext cx="6652218" cy="3053975"/>
          </a:xfrm>
          <a:prstGeom prst="rect">
            <a:avLst/>
          </a:prstGeom>
          <a:noFill/>
          <a:ln w="9525">
            <a:noFill/>
            <a:miter lim="800000"/>
            <a:headEnd/>
            <a:tailEnd/>
          </a:ln>
          <a:effectLst/>
        </p:spPr>
      </p:pic>
    </p:spTree>
    <p:extLst>
      <p:ext uri="{BB962C8B-B14F-4D97-AF65-F5344CB8AC3E}">
        <p14:creationId xmlns:p14="http://schemas.microsoft.com/office/powerpoint/2010/main" val="28406442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2"/>
          <p:cNvSpPr>
            <a:spLocks noGrp="1"/>
          </p:cNvSpPr>
          <p:nvPr>
            <p:ph type="title"/>
          </p:nvPr>
        </p:nvSpPr>
        <p:spPr>
          <a:xfrm>
            <a:off x="323528" y="195486"/>
            <a:ext cx="7128792" cy="583574"/>
          </a:xfrm>
        </p:spPr>
        <p:txBody>
          <a:bodyPr>
            <a:normAutofit/>
          </a:bodyPr>
          <a:lstStyle/>
          <a:p>
            <a:r>
              <a:rPr lang="en-US" altLang="zh-CN" dirty="0" smtClean="0"/>
              <a:t>Appendix C</a:t>
            </a:r>
            <a:endParaRPr lang="zh-CN" altLang="en-US" dirty="0">
              <a:latin typeface="Times New Roman" pitchFamily="18" charset="0"/>
              <a:cs typeface="Times New Roman" pitchFamily="18" charset="0"/>
            </a:endParaRPr>
          </a:p>
        </p:txBody>
      </p:sp>
      <p:sp>
        <p:nvSpPr>
          <p:cNvPr id="10" name="页脚占位符 3"/>
          <p:cNvSpPr>
            <a:spLocks noGrp="1"/>
          </p:cNvSpPr>
          <p:nvPr>
            <p:ph type="ftr" sz="quarter" idx="11"/>
          </p:nvPr>
        </p:nvSpPr>
        <p:spPr>
          <a:xfrm>
            <a:off x="971600" y="4769644"/>
            <a:ext cx="6480720" cy="272669"/>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灯片编号占位符 4"/>
          <p:cNvSpPr>
            <a:spLocks noGrp="1"/>
          </p:cNvSpPr>
          <p:nvPr>
            <p:ph type="sldNum" sz="quarter" idx="12"/>
          </p:nvPr>
        </p:nvSpPr>
        <p:spPr>
          <a:xfrm>
            <a:off x="7884368" y="4767263"/>
            <a:ext cx="802432" cy="273844"/>
          </a:xfrm>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48</a:t>
            </a:fld>
            <a:r>
              <a:rPr lang="zh-CN" altLang="en-US" smtClean="0"/>
              <a:t> </a:t>
            </a:r>
            <a:endParaRPr lang="zh-CN" altLang="en-US" dirty="0">
              <a:latin typeface="微软雅黑" pitchFamily="34" charset="-122"/>
              <a:ea typeface="微软雅黑" pitchFamily="34" charset="-122"/>
            </a:endParaRPr>
          </a:p>
        </p:txBody>
      </p:sp>
      <p:pic>
        <p:nvPicPr>
          <p:cNvPr id="3" name="Picture 2"/>
          <p:cNvPicPr>
            <a:picLocks noChangeAspect="1" noChangeArrowheads="1"/>
          </p:cNvPicPr>
          <p:nvPr/>
        </p:nvPicPr>
        <p:blipFill>
          <a:blip r:embed="rId2"/>
          <a:srcRect/>
          <a:stretch>
            <a:fillRect/>
          </a:stretch>
        </p:blipFill>
        <p:spPr bwMode="auto">
          <a:xfrm>
            <a:off x="1000100" y="1480811"/>
            <a:ext cx="7010376" cy="3073344"/>
          </a:xfrm>
          <a:prstGeom prst="rect">
            <a:avLst/>
          </a:prstGeom>
          <a:noFill/>
          <a:ln w="9525">
            <a:noFill/>
            <a:miter lim="800000"/>
            <a:headEnd/>
            <a:tailEnd/>
          </a:ln>
          <a:effectLst/>
        </p:spPr>
      </p:pic>
      <p:sp>
        <p:nvSpPr>
          <p:cNvPr id="15" name="矩形 14"/>
          <p:cNvSpPr/>
          <p:nvPr/>
        </p:nvSpPr>
        <p:spPr>
          <a:xfrm>
            <a:off x="375397" y="1017973"/>
            <a:ext cx="5551904" cy="400110"/>
          </a:xfrm>
          <a:prstGeom prst="rect">
            <a:avLst/>
          </a:prstGeom>
        </p:spPr>
        <p:txBody>
          <a:bodyPr wrap="none">
            <a:spAutoFit/>
          </a:bodyPr>
          <a:lstStyle/>
          <a:p>
            <a:pPr>
              <a:buFont typeface="Arial" pitchFamily="34" charset="0"/>
              <a:buChar char="•"/>
            </a:pPr>
            <a:r>
              <a:rPr lang="en-US" altLang="zh-CN" sz="2000" b="1" dirty="0" smtClean="0">
                <a:latin typeface="Times New Roman" pitchFamily="18" charset="0"/>
                <a:cs typeface="Times New Roman" pitchFamily="18" charset="0"/>
              </a:rPr>
              <a:t>      Power telemetry variation with temperature </a:t>
            </a:r>
            <a:endParaRPr lang="zh-CN" altLang="en-US" sz="2000" b="1" dirty="0"/>
          </a:p>
        </p:txBody>
      </p:sp>
    </p:spTree>
    <p:extLst>
      <p:ext uri="{BB962C8B-B14F-4D97-AF65-F5344CB8AC3E}">
        <p14:creationId xmlns:p14="http://schemas.microsoft.com/office/powerpoint/2010/main" val="34729346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786050" y="2250279"/>
            <a:ext cx="5429288" cy="923330"/>
          </a:xfrm>
          <a:prstGeom prst="rect">
            <a:avLst/>
          </a:prstGeom>
          <a:noFill/>
        </p:spPr>
        <p:txBody>
          <a:bodyPr wrap="square" lIns="91440" tIns="45720" rIns="91440" bIns="45720">
            <a:spAutoFit/>
            <a:scene3d>
              <a:camera prst="orthographicFront"/>
              <a:lightRig rig="threePt" dir="t"/>
            </a:scene3d>
            <a:sp3d extrusionH="57150">
              <a:bevelT w="69850" h="38100" prst="cross"/>
            </a:sp3d>
          </a:bodyPr>
          <a:lstStyle/>
          <a:p>
            <a:pPr algn="ctr"/>
            <a:r>
              <a:rPr lang="en-US" altLang="zh-CN" sz="5400" b="1" cap="all"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reflection blurRad="6350" stA="60000" endA="900" endPos="60000" dist="60007" dir="5400000" sy="-100000" algn="bl" rotWithShape="0"/>
                </a:effectLst>
              </a:rPr>
              <a:t>Thank you</a:t>
            </a:r>
            <a:endParaRPr lang="zh-CN" altLang="en-US" sz="5400" b="1" cap="all" spc="0"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reflection blurRad="6350" stA="60000" endA="900" endPos="60000" dist="60007" dir="5400000" sy="-100000" algn="bl" rotWithShape="0"/>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5366</TotalTime>
  <Words>6018</Words>
  <Application>Microsoft Office PowerPoint</Application>
  <PresentationFormat>全屏显示(16:9)</PresentationFormat>
  <Paragraphs>1114</Paragraphs>
  <Slides>49</Slides>
  <Notes>21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49</vt:i4>
      </vt:variant>
    </vt:vector>
  </HeadingPairs>
  <TitlesOfParts>
    <vt:vector size="51" baseType="lpstr">
      <vt:lpstr>Office 主题</vt:lpstr>
      <vt:lpstr>Visio</vt:lpstr>
      <vt:lpstr>TT&amp;C Subsystem In-Orbit Operation instructions</vt:lpstr>
      <vt:lpstr>Content</vt:lpstr>
      <vt:lpstr>1 Composition and function of TT&amp;C</vt:lpstr>
      <vt:lpstr>1 Composition and function of TT&amp;C</vt:lpstr>
      <vt:lpstr>Content</vt:lpstr>
      <vt:lpstr>2  Operation Overview</vt:lpstr>
      <vt:lpstr>Content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Content</vt:lpstr>
      <vt:lpstr>4  In-orbit configuration</vt:lpstr>
      <vt:lpstr>PowerPoint 演示文稿</vt:lpstr>
      <vt:lpstr>PowerPoint 演示文稿</vt:lpstr>
      <vt:lpstr>Content</vt:lpstr>
      <vt:lpstr>5 Constrains</vt:lpstr>
      <vt:lpstr>PowerPoint 演示文稿</vt:lpstr>
      <vt:lpstr>PowerPoint 演示文稿</vt:lpstr>
      <vt:lpstr>Content</vt:lpstr>
      <vt:lpstr>6 Manual Procedure</vt:lpstr>
      <vt:lpstr>PowerPoint 演示文稿</vt:lpstr>
      <vt:lpstr>PowerPoint 演示文稿</vt:lpstr>
      <vt:lpstr>GPS  Failure Mode Operations</vt:lpstr>
      <vt:lpstr>PowerPoint 演示文稿</vt:lpstr>
      <vt:lpstr>PowerPoint 演示文稿</vt:lpstr>
      <vt:lpstr>PowerPoint 演示文稿</vt:lpstr>
      <vt:lpstr>Appendix A</vt:lpstr>
      <vt:lpstr>Appendix A</vt:lpstr>
      <vt:lpstr>Appendix A</vt:lpstr>
      <vt:lpstr>Appendix B</vt:lpstr>
      <vt:lpstr>Appendix B</vt:lpstr>
      <vt:lpstr>Appendix B</vt:lpstr>
      <vt:lpstr>Appendix B</vt:lpstr>
      <vt:lpstr>Appendix B</vt:lpstr>
      <vt:lpstr>Appendix C</vt:lpstr>
      <vt:lpstr>Appendix C</vt:lpstr>
      <vt:lpstr>Appendix C</vt:lpstr>
      <vt:lpstr>Appendix C</vt:lpstr>
      <vt:lpstr>Appendix C</vt:lpstr>
      <vt:lpstr>PowerPoint 演示文稿</vt:lpstr>
    </vt:vector>
  </TitlesOfParts>
  <Company>dfh</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侯天宝</cp:lastModifiedBy>
  <cp:revision>607</cp:revision>
  <dcterms:created xsi:type="dcterms:W3CDTF">2013-04-18T01:59:38Z</dcterms:created>
  <dcterms:modified xsi:type="dcterms:W3CDTF">2019-09-30T06:21:34Z</dcterms:modified>
</cp:coreProperties>
</file>