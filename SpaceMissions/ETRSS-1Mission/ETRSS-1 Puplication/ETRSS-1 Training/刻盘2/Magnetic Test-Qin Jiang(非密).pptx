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3"/>
  </p:notesMasterIdLst>
  <p:handoutMasterIdLst>
    <p:handoutMasterId r:id="rId54"/>
  </p:handoutMasterIdLst>
  <p:sldIdLst>
    <p:sldId id="275" r:id="rId2"/>
    <p:sldId id="996" r:id="rId3"/>
    <p:sldId id="917" r:id="rId4"/>
    <p:sldId id="918" r:id="rId5"/>
    <p:sldId id="919" r:id="rId6"/>
    <p:sldId id="920" r:id="rId7"/>
    <p:sldId id="921" r:id="rId8"/>
    <p:sldId id="922" r:id="rId9"/>
    <p:sldId id="923" r:id="rId10"/>
    <p:sldId id="924" r:id="rId11"/>
    <p:sldId id="925" r:id="rId12"/>
    <p:sldId id="927" r:id="rId13"/>
    <p:sldId id="928" r:id="rId14"/>
    <p:sldId id="977" r:id="rId15"/>
    <p:sldId id="960" r:id="rId16"/>
    <p:sldId id="961" r:id="rId17"/>
    <p:sldId id="962" r:id="rId18"/>
    <p:sldId id="963" r:id="rId19"/>
    <p:sldId id="997" r:id="rId20"/>
    <p:sldId id="967" r:id="rId21"/>
    <p:sldId id="968" r:id="rId22"/>
    <p:sldId id="969" r:id="rId23"/>
    <p:sldId id="975" r:id="rId24"/>
    <p:sldId id="976" r:id="rId25"/>
    <p:sldId id="987" r:id="rId26"/>
    <p:sldId id="978" r:id="rId27"/>
    <p:sldId id="988" r:id="rId28"/>
    <p:sldId id="989" r:id="rId29"/>
    <p:sldId id="990" r:id="rId30"/>
    <p:sldId id="992" r:id="rId31"/>
    <p:sldId id="993" r:id="rId32"/>
    <p:sldId id="932" r:id="rId33"/>
    <p:sldId id="933" r:id="rId34"/>
    <p:sldId id="934" r:id="rId35"/>
    <p:sldId id="935" r:id="rId36"/>
    <p:sldId id="980" r:id="rId37"/>
    <p:sldId id="981" r:id="rId38"/>
    <p:sldId id="982" r:id="rId39"/>
    <p:sldId id="983" r:id="rId40"/>
    <p:sldId id="984" r:id="rId41"/>
    <p:sldId id="938" r:id="rId42"/>
    <p:sldId id="939" r:id="rId43"/>
    <p:sldId id="940" r:id="rId44"/>
    <p:sldId id="979" r:id="rId45"/>
    <p:sldId id="985" r:id="rId46"/>
    <p:sldId id="986" r:id="rId47"/>
    <p:sldId id="941" r:id="rId48"/>
    <p:sldId id="942" r:id="rId49"/>
    <p:sldId id="995" r:id="rId50"/>
    <p:sldId id="958" r:id="rId51"/>
    <p:sldId id="306" r:id="rId5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FF"/>
    <a:srgbClr val="0983F1"/>
    <a:srgbClr val="1656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04" autoAdjust="0"/>
    <p:restoredTop sz="93878" autoAdjust="0"/>
  </p:normalViewPr>
  <p:slideViewPr>
    <p:cSldViewPr>
      <p:cViewPr varScale="1">
        <p:scale>
          <a:sx n="104" d="100"/>
          <a:sy n="104" d="100"/>
        </p:scale>
        <p:origin x="-1104" y="-90"/>
      </p:cViewPr>
      <p:guideLst>
        <p:guide orient="horz" pos="2160"/>
        <p:guide pos="2880"/>
      </p:guideLst>
    </p:cSldViewPr>
  </p:slideViewPr>
  <p:notesTextViewPr>
    <p:cViewPr>
      <p:scale>
        <a:sx n="100" d="100"/>
        <a:sy n="100" d="100"/>
      </p:scale>
      <p:origin x="0" y="0"/>
    </p:cViewPr>
  </p:notesTextViewPr>
  <p:notesViewPr>
    <p:cSldViewPr>
      <p:cViewPr varScale="1">
        <p:scale>
          <a:sx n="99" d="100"/>
          <a:sy n="99" d="100"/>
        </p:scale>
        <p:origin x="-362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EFCE52-EAB8-4109-BB7C-98E9616F1403}" type="doc">
      <dgm:prSet loTypeId="urn:microsoft.com/office/officeart/2005/8/layout/hierarchy3" loCatId="list" qsTypeId="urn:microsoft.com/office/officeart/2005/8/quickstyle/simple1" qsCatId="simple" csTypeId="urn:microsoft.com/office/officeart/2005/8/colors/accent1_1" csCatId="accent1" phldr="1"/>
      <dgm:spPr/>
      <dgm:t>
        <a:bodyPr/>
        <a:lstStyle/>
        <a:p>
          <a:endParaRPr lang="zh-CN" altLang="en-US"/>
        </a:p>
      </dgm:t>
    </dgm:pt>
    <dgm:pt modelId="{1E1B518D-4D1C-45DE-A4E3-23515FF3D6C7}">
      <dgm:prSet phldrT="[文本]"/>
      <dgm:spPr/>
      <dgm:t>
        <a:bodyPr/>
        <a:lstStyle/>
        <a:p>
          <a:r>
            <a:rPr lang="en-US" altLang="zh-CN" dirty="0" smtClean="0">
              <a:latin typeface="微软雅黑" pitchFamily="34" charset="-122"/>
              <a:ea typeface="微软雅黑" pitchFamily="34" charset="-122"/>
            </a:rPr>
            <a:t>Control of Spacecraft Magnetic </a:t>
          </a:r>
          <a:endParaRPr lang="zh-CN" altLang="en-US" dirty="0">
            <a:latin typeface="微软雅黑" pitchFamily="34" charset="-122"/>
            <a:ea typeface="微软雅黑" pitchFamily="34" charset="-122"/>
          </a:endParaRPr>
        </a:p>
      </dgm:t>
    </dgm:pt>
    <dgm:pt modelId="{097D369E-764F-4AC9-B0F0-A4677646EEBF}" type="parTrans" cxnId="{CAF1A1A7-45CE-4F10-978F-9EF45B7EE0C3}">
      <dgm:prSet/>
      <dgm:spPr/>
      <dgm:t>
        <a:bodyPr/>
        <a:lstStyle/>
        <a:p>
          <a:endParaRPr lang="zh-CN" altLang="en-US"/>
        </a:p>
      </dgm:t>
    </dgm:pt>
    <dgm:pt modelId="{4B466B83-EBC7-4C3B-BB9C-38E43A37A761}" type="sibTrans" cxnId="{CAF1A1A7-45CE-4F10-978F-9EF45B7EE0C3}">
      <dgm:prSet/>
      <dgm:spPr/>
      <dgm:t>
        <a:bodyPr/>
        <a:lstStyle/>
        <a:p>
          <a:endParaRPr lang="zh-CN" altLang="en-US"/>
        </a:p>
      </dgm:t>
    </dgm:pt>
    <dgm:pt modelId="{4C0682F7-3E04-4489-831B-05704F73758D}">
      <dgm:prSet phldrT="[文本]" custT="1"/>
      <dgm:spPr/>
      <dgm:t>
        <a:bodyPr/>
        <a:lstStyle/>
        <a:p>
          <a:r>
            <a:rPr lang="en-US" altLang="zh-CN" sz="1600" dirty="0" smtClean="0">
              <a:latin typeface="微软雅黑" pitchFamily="34" charset="-122"/>
              <a:ea typeface="微软雅黑" pitchFamily="34" charset="-122"/>
            </a:rPr>
            <a:t>Control of magnetic moment</a:t>
          </a:r>
          <a:endParaRPr lang="zh-CN" altLang="en-US" sz="1600" dirty="0">
            <a:latin typeface="微软雅黑" pitchFamily="34" charset="-122"/>
            <a:ea typeface="微软雅黑" pitchFamily="34" charset="-122"/>
          </a:endParaRPr>
        </a:p>
      </dgm:t>
    </dgm:pt>
    <dgm:pt modelId="{479CA598-4692-498D-B05C-FE92838B0AA9}" type="parTrans" cxnId="{5F21A329-3AF7-4CE2-86AE-4707BDBB270F}">
      <dgm:prSet/>
      <dgm:spPr/>
      <dgm:t>
        <a:bodyPr/>
        <a:lstStyle/>
        <a:p>
          <a:endParaRPr lang="zh-CN" altLang="en-US"/>
        </a:p>
      </dgm:t>
    </dgm:pt>
    <dgm:pt modelId="{816A25E5-EAFC-45FD-888B-59811B1196CD}" type="sibTrans" cxnId="{5F21A329-3AF7-4CE2-86AE-4707BDBB270F}">
      <dgm:prSet/>
      <dgm:spPr/>
      <dgm:t>
        <a:bodyPr/>
        <a:lstStyle/>
        <a:p>
          <a:endParaRPr lang="zh-CN" altLang="en-US"/>
        </a:p>
      </dgm:t>
    </dgm:pt>
    <dgm:pt modelId="{A37EAAF6-A9B1-498E-9551-A10A0C7DA218}">
      <dgm:prSet phldrT="[文本]" custT="1"/>
      <dgm:spPr/>
      <dgm:t>
        <a:bodyPr/>
        <a:lstStyle/>
        <a:p>
          <a:r>
            <a:rPr lang="en-US" altLang="zh-CN" sz="1600" dirty="0" smtClean="0">
              <a:latin typeface="微软雅黑" pitchFamily="34" charset="-122"/>
              <a:ea typeface="微软雅黑" pitchFamily="34" charset="-122"/>
            </a:rPr>
            <a:t>Control of magnetic field</a:t>
          </a:r>
          <a:endParaRPr lang="zh-CN" altLang="en-US" sz="1600" dirty="0">
            <a:latin typeface="微软雅黑" pitchFamily="34" charset="-122"/>
            <a:ea typeface="微软雅黑" pitchFamily="34" charset="-122"/>
          </a:endParaRPr>
        </a:p>
      </dgm:t>
    </dgm:pt>
    <dgm:pt modelId="{D29E7E57-0573-46AB-88FC-664F439F8C84}" type="parTrans" cxnId="{B22C0D6B-3F54-4D5B-81F5-F11A669F6E9A}">
      <dgm:prSet/>
      <dgm:spPr/>
      <dgm:t>
        <a:bodyPr/>
        <a:lstStyle/>
        <a:p>
          <a:endParaRPr lang="zh-CN" altLang="en-US"/>
        </a:p>
      </dgm:t>
    </dgm:pt>
    <dgm:pt modelId="{D030AFAB-E888-43EA-9448-E4DF37154FAB}" type="sibTrans" cxnId="{B22C0D6B-3F54-4D5B-81F5-F11A669F6E9A}">
      <dgm:prSet/>
      <dgm:spPr/>
      <dgm:t>
        <a:bodyPr/>
        <a:lstStyle/>
        <a:p>
          <a:endParaRPr lang="zh-CN" altLang="en-US"/>
        </a:p>
      </dgm:t>
    </dgm:pt>
    <dgm:pt modelId="{323C72A4-DC44-42E9-9950-BFE861B27776}" type="pres">
      <dgm:prSet presAssocID="{29EFCE52-EAB8-4109-BB7C-98E9616F1403}" presName="diagram" presStyleCnt="0">
        <dgm:presLayoutVars>
          <dgm:chPref val="1"/>
          <dgm:dir/>
          <dgm:animOne val="branch"/>
          <dgm:animLvl val="lvl"/>
          <dgm:resizeHandles/>
        </dgm:presLayoutVars>
      </dgm:prSet>
      <dgm:spPr/>
      <dgm:t>
        <a:bodyPr/>
        <a:lstStyle/>
        <a:p>
          <a:endParaRPr lang="zh-CN" altLang="en-US"/>
        </a:p>
      </dgm:t>
    </dgm:pt>
    <dgm:pt modelId="{BE2F2F15-BBAC-4DDA-9020-EB6F88A92107}" type="pres">
      <dgm:prSet presAssocID="{1E1B518D-4D1C-45DE-A4E3-23515FF3D6C7}" presName="root" presStyleCnt="0"/>
      <dgm:spPr/>
    </dgm:pt>
    <dgm:pt modelId="{364642EA-E504-415B-9A0F-D250389E5849}" type="pres">
      <dgm:prSet presAssocID="{1E1B518D-4D1C-45DE-A4E3-23515FF3D6C7}" presName="rootComposite" presStyleCnt="0"/>
      <dgm:spPr/>
    </dgm:pt>
    <dgm:pt modelId="{42501383-8A8C-4553-AEB4-F31F9C9E2345}" type="pres">
      <dgm:prSet presAssocID="{1E1B518D-4D1C-45DE-A4E3-23515FF3D6C7}" presName="rootText" presStyleLbl="node1" presStyleIdx="0" presStyleCnt="1" custScaleX="139001"/>
      <dgm:spPr/>
      <dgm:t>
        <a:bodyPr/>
        <a:lstStyle/>
        <a:p>
          <a:endParaRPr lang="zh-CN" altLang="en-US"/>
        </a:p>
      </dgm:t>
    </dgm:pt>
    <dgm:pt modelId="{BC07C330-217B-4A3A-BC0D-8CF6EFDB1346}" type="pres">
      <dgm:prSet presAssocID="{1E1B518D-4D1C-45DE-A4E3-23515FF3D6C7}" presName="rootConnector" presStyleLbl="node1" presStyleIdx="0" presStyleCnt="1"/>
      <dgm:spPr/>
      <dgm:t>
        <a:bodyPr/>
        <a:lstStyle/>
        <a:p>
          <a:endParaRPr lang="zh-CN" altLang="en-US"/>
        </a:p>
      </dgm:t>
    </dgm:pt>
    <dgm:pt modelId="{179BDC24-A7C4-4CDA-B9E5-F893317FDE4F}" type="pres">
      <dgm:prSet presAssocID="{1E1B518D-4D1C-45DE-A4E3-23515FF3D6C7}" presName="childShape" presStyleCnt="0"/>
      <dgm:spPr/>
    </dgm:pt>
    <dgm:pt modelId="{B34623BE-1544-4E04-A45C-7C7956F325B6}" type="pres">
      <dgm:prSet presAssocID="{479CA598-4692-498D-B05C-FE92838B0AA9}" presName="Name13" presStyleLbl="parChTrans1D2" presStyleIdx="0" presStyleCnt="2"/>
      <dgm:spPr/>
      <dgm:t>
        <a:bodyPr/>
        <a:lstStyle/>
        <a:p>
          <a:endParaRPr lang="zh-CN" altLang="en-US"/>
        </a:p>
      </dgm:t>
    </dgm:pt>
    <dgm:pt modelId="{5BE5106B-C3AC-445E-B963-33193AFCB72B}" type="pres">
      <dgm:prSet presAssocID="{4C0682F7-3E04-4489-831B-05704F73758D}" presName="childText" presStyleLbl="bgAcc1" presStyleIdx="0" presStyleCnt="2">
        <dgm:presLayoutVars>
          <dgm:bulletEnabled val="1"/>
        </dgm:presLayoutVars>
      </dgm:prSet>
      <dgm:spPr/>
      <dgm:t>
        <a:bodyPr/>
        <a:lstStyle/>
        <a:p>
          <a:endParaRPr lang="zh-CN" altLang="en-US"/>
        </a:p>
      </dgm:t>
    </dgm:pt>
    <dgm:pt modelId="{C826D4FA-A8F1-4024-9FD9-A30589126D3C}" type="pres">
      <dgm:prSet presAssocID="{D29E7E57-0573-46AB-88FC-664F439F8C84}" presName="Name13" presStyleLbl="parChTrans1D2" presStyleIdx="1" presStyleCnt="2"/>
      <dgm:spPr/>
      <dgm:t>
        <a:bodyPr/>
        <a:lstStyle/>
        <a:p>
          <a:endParaRPr lang="zh-CN" altLang="en-US"/>
        </a:p>
      </dgm:t>
    </dgm:pt>
    <dgm:pt modelId="{DACC8610-BB2D-4897-A631-00AC63D1F078}" type="pres">
      <dgm:prSet presAssocID="{A37EAAF6-A9B1-498E-9551-A10A0C7DA218}" presName="childText" presStyleLbl="bgAcc1" presStyleIdx="1" presStyleCnt="2">
        <dgm:presLayoutVars>
          <dgm:bulletEnabled val="1"/>
        </dgm:presLayoutVars>
      </dgm:prSet>
      <dgm:spPr/>
      <dgm:t>
        <a:bodyPr/>
        <a:lstStyle/>
        <a:p>
          <a:endParaRPr lang="zh-CN" altLang="en-US"/>
        </a:p>
      </dgm:t>
    </dgm:pt>
  </dgm:ptLst>
  <dgm:cxnLst>
    <dgm:cxn modelId="{CAF1A1A7-45CE-4F10-978F-9EF45B7EE0C3}" srcId="{29EFCE52-EAB8-4109-BB7C-98E9616F1403}" destId="{1E1B518D-4D1C-45DE-A4E3-23515FF3D6C7}" srcOrd="0" destOrd="0" parTransId="{097D369E-764F-4AC9-B0F0-A4677646EEBF}" sibTransId="{4B466B83-EBC7-4C3B-BB9C-38E43A37A761}"/>
    <dgm:cxn modelId="{470F9310-81F3-4A44-8D63-330EAEC2224D}" type="presOf" srcId="{1E1B518D-4D1C-45DE-A4E3-23515FF3D6C7}" destId="{42501383-8A8C-4553-AEB4-F31F9C9E2345}" srcOrd="0" destOrd="0" presId="urn:microsoft.com/office/officeart/2005/8/layout/hierarchy3"/>
    <dgm:cxn modelId="{B22C0D6B-3F54-4D5B-81F5-F11A669F6E9A}" srcId="{1E1B518D-4D1C-45DE-A4E3-23515FF3D6C7}" destId="{A37EAAF6-A9B1-498E-9551-A10A0C7DA218}" srcOrd="1" destOrd="0" parTransId="{D29E7E57-0573-46AB-88FC-664F439F8C84}" sibTransId="{D030AFAB-E888-43EA-9448-E4DF37154FAB}"/>
    <dgm:cxn modelId="{5F21A329-3AF7-4CE2-86AE-4707BDBB270F}" srcId="{1E1B518D-4D1C-45DE-A4E3-23515FF3D6C7}" destId="{4C0682F7-3E04-4489-831B-05704F73758D}" srcOrd="0" destOrd="0" parTransId="{479CA598-4692-498D-B05C-FE92838B0AA9}" sibTransId="{816A25E5-EAFC-45FD-888B-59811B1196CD}"/>
    <dgm:cxn modelId="{0AE225AF-019C-48F9-91FE-35FA42570005}" type="presOf" srcId="{479CA598-4692-498D-B05C-FE92838B0AA9}" destId="{B34623BE-1544-4E04-A45C-7C7956F325B6}" srcOrd="0" destOrd="0" presId="urn:microsoft.com/office/officeart/2005/8/layout/hierarchy3"/>
    <dgm:cxn modelId="{79155100-1788-4813-BEB3-2E2A076FBE14}" type="presOf" srcId="{29EFCE52-EAB8-4109-BB7C-98E9616F1403}" destId="{323C72A4-DC44-42E9-9950-BFE861B27776}" srcOrd="0" destOrd="0" presId="urn:microsoft.com/office/officeart/2005/8/layout/hierarchy3"/>
    <dgm:cxn modelId="{000AE7E6-463B-4AFA-AAFF-FE1805BE59DB}" type="presOf" srcId="{A37EAAF6-A9B1-498E-9551-A10A0C7DA218}" destId="{DACC8610-BB2D-4897-A631-00AC63D1F078}" srcOrd="0" destOrd="0" presId="urn:microsoft.com/office/officeart/2005/8/layout/hierarchy3"/>
    <dgm:cxn modelId="{A5EEC825-6463-4232-9F15-C784E11BF652}" type="presOf" srcId="{4C0682F7-3E04-4489-831B-05704F73758D}" destId="{5BE5106B-C3AC-445E-B963-33193AFCB72B}" srcOrd="0" destOrd="0" presId="urn:microsoft.com/office/officeart/2005/8/layout/hierarchy3"/>
    <dgm:cxn modelId="{A5DE1A03-AC19-4A90-A7CA-1CBF95093E4B}" type="presOf" srcId="{1E1B518D-4D1C-45DE-A4E3-23515FF3D6C7}" destId="{BC07C330-217B-4A3A-BC0D-8CF6EFDB1346}" srcOrd="1" destOrd="0" presId="urn:microsoft.com/office/officeart/2005/8/layout/hierarchy3"/>
    <dgm:cxn modelId="{9C8A0334-656D-443B-ADE2-4867CD760EBB}" type="presOf" srcId="{D29E7E57-0573-46AB-88FC-664F439F8C84}" destId="{C826D4FA-A8F1-4024-9FD9-A30589126D3C}" srcOrd="0" destOrd="0" presId="urn:microsoft.com/office/officeart/2005/8/layout/hierarchy3"/>
    <dgm:cxn modelId="{391A2FA5-65BC-4FDA-BA79-2D38C49D5EFE}" type="presParOf" srcId="{323C72A4-DC44-42E9-9950-BFE861B27776}" destId="{BE2F2F15-BBAC-4DDA-9020-EB6F88A92107}" srcOrd="0" destOrd="0" presId="urn:microsoft.com/office/officeart/2005/8/layout/hierarchy3"/>
    <dgm:cxn modelId="{B56E0018-7011-4A1C-B68D-6B7555CC4C13}" type="presParOf" srcId="{BE2F2F15-BBAC-4DDA-9020-EB6F88A92107}" destId="{364642EA-E504-415B-9A0F-D250389E5849}" srcOrd="0" destOrd="0" presId="urn:microsoft.com/office/officeart/2005/8/layout/hierarchy3"/>
    <dgm:cxn modelId="{7436FD4F-0F76-4315-9CB7-19155DEF3E49}" type="presParOf" srcId="{364642EA-E504-415B-9A0F-D250389E5849}" destId="{42501383-8A8C-4553-AEB4-F31F9C9E2345}" srcOrd="0" destOrd="0" presId="urn:microsoft.com/office/officeart/2005/8/layout/hierarchy3"/>
    <dgm:cxn modelId="{917A94D3-A086-4F79-BF93-CA8A8190AC82}" type="presParOf" srcId="{364642EA-E504-415B-9A0F-D250389E5849}" destId="{BC07C330-217B-4A3A-BC0D-8CF6EFDB1346}" srcOrd="1" destOrd="0" presId="urn:microsoft.com/office/officeart/2005/8/layout/hierarchy3"/>
    <dgm:cxn modelId="{CD994420-C9F5-4121-AD7F-BED6EA1E79FE}" type="presParOf" srcId="{BE2F2F15-BBAC-4DDA-9020-EB6F88A92107}" destId="{179BDC24-A7C4-4CDA-B9E5-F893317FDE4F}" srcOrd="1" destOrd="0" presId="urn:microsoft.com/office/officeart/2005/8/layout/hierarchy3"/>
    <dgm:cxn modelId="{B11E1967-6249-42C3-AF9A-5E3DE8FA48E7}" type="presParOf" srcId="{179BDC24-A7C4-4CDA-B9E5-F893317FDE4F}" destId="{B34623BE-1544-4E04-A45C-7C7956F325B6}" srcOrd="0" destOrd="0" presId="urn:microsoft.com/office/officeart/2005/8/layout/hierarchy3"/>
    <dgm:cxn modelId="{7F503D9F-594A-4BF9-B341-5812986E8889}" type="presParOf" srcId="{179BDC24-A7C4-4CDA-B9E5-F893317FDE4F}" destId="{5BE5106B-C3AC-445E-B963-33193AFCB72B}" srcOrd="1" destOrd="0" presId="urn:microsoft.com/office/officeart/2005/8/layout/hierarchy3"/>
    <dgm:cxn modelId="{A9BAD770-97BB-4B15-90D3-F93475FDB6AC}" type="presParOf" srcId="{179BDC24-A7C4-4CDA-B9E5-F893317FDE4F}" destId="{C826D4FA-A8F1-4024-9FD9-A30589126D3C}" srcOrd="2" destOrd="0" presId="urn:microsoft.com/office/officeart/2005/8/layout/hierarchy3"/>
    <dgm:cxn modelId="{31FA6A7B-0943-4E61-9946-0077BCBBDBF4}" type="presParOf" srcId="{179BDC24-A7C4-4CDA-B9E5-F893317FDE4F}" destId="{DACC8610-BB2D-4897-A631-00AC63D1F078}"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EFCE52-EAB8-4109-BB7C-98E9616F1403}" type="doc">
      <dgm:prSet loTypeId="urn:microsoft.com/office/officeart/2005/8/layout/hierarchy3" loCatId="list" qsTypeId="urn:microsoft.com/office/officeart/2005/8/quickstyle/simple1" qsCatId="simple" csTypeId="urn:microsoft.com/office/officeart/2005/8/colors/accent1_1" csCatId="accent1" phldr="1"/>
      <dgm:spPr/>
      <dgm:t>
        <a:bodyPr/>
        <a:lstStyle/>
        <a:p>
          <a:endParaRPr lang="zh-CN" altLang="en-US"/>
        </a:p>
      </dgm:t>
    </dgm:pt>
    <dgm:pt modelId="{1E1B518D-4D1C-45DE-A4E3-23515FF3D6C7}">
      <dgm:prSet phldrT="[文本]"/>
      <dgm:spPr/>
      <dgm:t>
        <a:bodyPr/>
        <a:lstStyle/>
        <a:p>
          <a:r>
            <a:rPr lang="en-US" altLang="zh-CN" dirty="0" smtClean="0">
              <a:latin typeface="微软雅黑" pitchFamily="34" charset="-122"/>
              <a:ea typeface="微软雅黑" pitchFamily="34" charset="-122"/>
            </a:rPr>
            <a:t>Source of Spacecraft Magnetic </a:t>
          </a:r>
          <a:endParaRPr lang="zh-CN" altLang="en-US" dirty="0">
            <a:latin typeface="微软雅黑" pitchFamily="34" charset="-122"/>
            <a:ea typeface="微软雅黑" pitchFamily="34" charset="-122"/>
          </a:endParaRPr>
        </a:p>
      </dgm:t>
    </dgm:pt>
    <dgm:pt modelId="{097D369E-764F-4AC9-B0F0-A4677646EEBF}" type="parTrans" cxnId="{CAF1A1A7-45CE-4F10-978F-9EF45B7EE0C3}">
      <dgm:prSet/>
      <dgm:spPr/>
      <dgm:t>
        <a:bodyPr/>
        <a:lstStyle/>
        <a:p>
          <a:endParaRPr lang="zh-CN" altLang="en-US"/>
        </a:p>
      </dgm:t>
    </dgm:pt>
    <dgm:pt modelId="{4B466B83-EBC7-4C3B-BB9C-38E43A37A761}" type="sibTrans" cxnId="{CAF1A1A7-45CE-4F10-978F-9EF45B7EE0C3}">
      <dgm:prSet/>
      <dgm:spPr/>
      <dgm:t>
        <a:bodyPr/>
        <a:lstStyle/>
        <a:p>
          <a:endParaRPr lang="zh-CN" altLang="en-US"/>
        </a:p>
      </dgm:t>
    </dgm:pt>
    <dgm:pt modelId="{4C0682F7-3E04-4489-831B-05704F73758D}">
      <dgm:prSet phldrT="[文本]" custT="1"/>
      <dgm:spPr/>
      <dgm:t>
        <a:bodyPr/>
        <a:lstStyle/>
        <a:p>
          <a:r>
            <a:rPr lang="en-US" altLang="zh-CN" sz="2400" dirty="0" smtClean="0">
              <a:latin typeface="微软雅黑" pitchFamily="34" charset="-122"/>
              <a:ea typeface="微软雅黑" pitchFamily="34" charset="-122"/>
            </a:rPr>
            <a:t>Magnetic Material</a:t>
          </a:r>
          <a:endParaRPr lang="zh-CN" altLang="en-US" sz="2400" dirty="0">
            <a:latin typeface="微软雅黑" pitchFamily="34" charset="-122"/>
            <a:ea typeface="微软雅黑" pitchFamily="34" charset="-122"/>
          </a:endParaRPr>
        </a:p>
      </dgm:t>
    </dgm:pt>
    <dgm:pt modelId="{479CA598-4692-498D-B05C-FE92838B0AA9}" type="parTrans" cxnId="{5F21A329-3AF7-4CE2-86AE-4707BDBB270F}">
      <dgm:prSet/>
      <dgm:spPr/>
      <dgm:t>
        <a:bodyPr/>
        <a:lstStyle/>
        <a:p>
          <a:endParaRPr lang="zh-CN" altLang="en-US"/>
        </a:p>
      </dgm:t>
    </dgm:pt>
    <dgm:pt modelId="{816A25E5-EAFC-45FD-888B-59811B1196CD}" type="sibTrans" cxnId="{5F21A329-3AF7-4CE2-86AE-4707BDBB270F}">
      <dgm:prSet/>
      <dgm:spPr/>
      <dgm:t>
        <a:bodyPr/>
        <a:lstStyle/>
        <a:p>
          <a:endParaRPr lang="zh-CN" altLang="en-US"/>
        </a:p>
      </dgm:t>
    </dgm:pt>
    <dgm:pt modelId="{A37EAAF6-A9B1-498E-9551-A10A0C7DA218}">
      <dgm:prSet phldrT="[文本]" custT="1"/>
      <dgm:spPr/>
      <dgm:t>
        <a:bodyPr/>
        <a:lstStyle/>
        <a:p>
          <a:r>
            <a:rPr lang="en-US" altLang="zh-CN" sz="2400" dirty="0" smtClean="0">
              <a:latin typeface="微软雅黑" pitchFamily="34" charset="-122"/>
              <a:ea typeface="微软雅黑" pitchFamily="34" charset="-122"/>
            </a:rPr>
            <a:t>Current Loop</a:t>
          </a:r>
          <a:endParaRPr lang="zh-CN" altLang="en-US" sz="2400" dirty="0">
            <a:latin typeface="微软雅黑" pitchFamily="34" charset="-122"/>
            <a:ea typeface="微软雅黑" pitchFamily="34" charset="-122"/>
          </a:endParaRPr>
        </a:p>
      </dgm:t>
    </dgm:pt>
    <dgm:pt modelId="{D29E7E57-0573-46AB-88FC-664F439F8C84}" type="parTrans" cxnId="{B22C0D6B-3F54-4D5B-81F5-F11A669F6E9A}">
      <dgm:prSet/>
      <dgm:spPr/>
      <dgm:t>
        <a:bodyPr/>
        <a:lstStyle/>
        <a:p>
          <a:endParaRPr lang="zh-CN" altLang="en-US"/>
        </a:p>
      </dgm:t>
    </dgm:pt>
    <dgm:pt modelId="{D030AFAB-E888-43EA-9448-E4DF37154FAB}" type="sibTrans" cxnId="{B22C0D6B-3F54-4D5B-81F5-F11A669F6E9A}">
      <dgm:prSet/>
      <dgm:spPr/>
      <dgm:t>
        <a:bodyPr/>
        <a:lstStyle/>
        <a:p>
          <a:endParaRPr lang="zh-CN" altLang="en-US"/>
        </a:p>
      </dgm:t>
    </dgm:pt>
    <dgm:pt modelId="{323C72A4-DC44-42E9-9950-BFE861B27776}" type="pres">
      <dgm:prSet presAssocID="{29EFCE52-EAB8-4109-BB7C-98E9616F1403}" presName="diagram" presStyleCnt="0">
        <dgm:presLayoutVars>
          <dgm:chPref val="1"/>
          <dgm:dir/>
          <dgm:animOne val="branch"/>
          <dgm:animLvl val="lvl"/>
          <dgm:resizeHandles/>
        </dgm:presLayoutVars>
      </dgm:prSet>
      <dgm:spPr/>
      <dgm:t>
        <a:bodyPr/>
        <a:lstStyle/>
        <a:p>
          <a:endParaRPr lang="zh-CN" altLang="en-US"/>
        </a:p>
      </dgm:t>
    </dgm:pt>
    <dgm:pt modelId="{BE2F2F15-BBAC-4DDA-9020-EB6F88A92107}" type="pres">
      <dgm:prSet presAssocID="{1E1B518D-4D1C-45DE-A4E3-23515FF3D6C7}" presName="root" presStyleCnt="0"/>
      <dgm:spPr/>
    </dgm:pt>
    <dgm:pt modelId="{364642EA-E504-415B-9A0F-D250389E5849}" type="pres">
      <dgm:prSet presAssocID="{1E1B518D-4D1C-45DE-A4E3-23515FF3D6C7}" presName="rootComposite" presStyleCnt="0"/>
      <dgm:spPr/>
    </dgm:pt>
    <dgm:pt modelId="{42501383-8A8C-4553-AEB4-F31F9C9E2345}" type="pres">
      <dgm:prSet presAssocID="{1E1B518D-4D1C-45DE-A4E3-23515FF3D6C7}" presName="rootText" presStyleLbl="node1" presStyleIdx="0" presStyleCnt="1" custScaleX="139001"/>
      <dgm:spPr/>
      <dgm:t>
        <a:bodyPr/>
        <a:lstStyle/>
        <a:p>
          <a:endParaRPr lang="zh-CN" altLang="en-US"/>
        </a:p>
      </dgm:t>
    </dgm:pt>
    <dgm:pt modelId="{BC07C330-217B-4A3A-BC0D-8CF6EFDB1346}" type="pres">
      <dgm:prSet presAssocID="{1E1B518D-4D1C-45DE-A4E3-23515FF3D6C7}" presName="rootConnector" presStyleLbl="node1" presStyleIdx="0" presStyleCnt="1"/>
      <dgm:spPr/>
      <dgm:t>
        <a:bodyPr/>
        <a:lstStyle/>
        <a:p>
          <a:endParaRPr lang="zh-CN" altLang="en-US"/>
        </a:p>
      </dgm:t>
    </dgm:pt>
    <dgm:pt modelId="{179BDC24-A7C4-4CDA-B9E5-F893317FDE4F}" type="pres">
      <dgm:prSet presAssocID="{1E1B518D-4D1C-45DE-A4E3-23515FF3D6C7}" presName="childShape" presStyleCnt="0"/>
      <dgm:spPr/>
    </dgm:pt>
    <dgm:pt modelId="{B34623BE-1544-4E04-A45C-7C7956F325B6}" type="pres">
      <dgm:prSet presAssocID="{479CA598-4692-498D-B05C-FE92838B0AA9}" presName="Name13" presStyleLbl="parChTrans1D2" presStyleIdx="0" presStyleCnt="2"/>
      <dgm:spPr/>
      <dgm:t>
        <a:bodyPr/>
        <a:lstStyle/>
        <a:p>
          <a:endParaRPr lang="zh-CN" altLang="en-US"/>
        </a:p>
      </dgm:t>
    </dgm:pt>
    <dgm:pt modelId="{5BE5106B-C3AC-445E-B963-33193AFCB72B}" type="pres">
      <dgm:prSet presAssocID="{4C0682F7-3E04-4489-831B-05704F73758D}" presName="childText" presStyleLbl="bgAcc1" presStyleIdx="0" presStyleCnt="2">
        <dgm:presLayoutVars>
          <dgm:bulletEnabled val="1"/>
        </dgm:presLayoutVars>
      </dgm:prSet>
      <dgm:spPr/>
      <dgm:t>
        <a:bodyPr/>
        <a:lstStyle/>
        <a:p>
          <a:endParaRPr lang="zh-CN" altLang="en-US"/>
        </a:p>
      </dgm:t>
    </dgm:pt>
    <dgm:pt modelId="{C826D4FA-A8F1-4024-9FD9-A30589126D3C}" type="pres">
      <dgm:prSet presAssocID="{D29E7E57-0573-46AB-88FC-664F439F8C84}" presName="Name13" presStyleLbl="parChTrans1D2" presStyleIdx="1" presStyleCnt="2"/>
      <dgm:spPr/>
      <dgm:t>
        <a:bodyPr/>
        <a:lstStyle/>
        <a:p>
          <a:endParaRPr lang="zh-CN" altLang="en-US"/>
        </a:p>
      </dgm:t>
    </dgm:pt>
    <dgm:pt modelId="{DACC8610-BB2D-4897-A631-00AC63D1F078}" type="pres">
      <dgm:prSet presAssocID="{A37EAAF6-A9B1-498E-9551-A10A0C7DA218}" presName="childText" presStyleLbl="bgAcc1" presStyleIdx="1" presStyleCnt="2">
        <dgm:presLayoutVars>
          <dgm:bulletEnabled val="1"/>
        </dgm:presLayoutVars>
      </dgm:prSet>
      <dgm:spPr/>
      <dgm:t>
        <a:bodyPr/>
        <a:lstStyle/>
        <a:p>
          <a:endParaRPr lang="zh-CN" altLang="en-US"/>
        </a:p>
      </dgm:t>
    </dgm:pt>
  </dgm:ptLst>
  <dgm:cxnLst>
    <dgm:cxn modelId="{7A695502-5F51-47B6-A28D-40B358B8C75E}" type="presOf" srcId="{29EFCE52-EAB8-4109-BB7C-98E9616F1403}" destId="{323C72A4-DC44-42E9-9950-BFE861B27776}" srcOrd="0" destOrd="0" presId="urn:microsoft.com/office/officeart/2005/8/layout/hierarchy3"/>
    <dgm:cxn modelId="{1BD3A83D-69D5-439C-BF17-BC3E8FBE566A}" type="presOf" srcId="{A37EAAF6-A9B1-498E-9551-A10A0C7DA218}" destId="{DACC8610-BB2D-4897-A631-00AC63D1F078}" srcOrd="0" destOrd="0" presId="urn:microsoft.com/office/officeart/2005/8/layout/hierarchy3"/>
    <dgm:cxn modelId="{837C91A3-33C2-4202-9301-F713487363C6}" type="presOf" srcId="{4C0682F7-3E04-4489-831B-05704F73758D}" destId="{5BE5106B-C3AC-445E-B963-33193AFCB72B}" srcOrd="0" destOrd="0" presId="urn:microsoft.com/office/officeart/2005/8/layout/hierarchy3"/>
    <dgm:cxn modelId="{CAF1A1A7-45CE-4F10-978F-9EF45B7EE0C3}" srcId="{29EFCE52-EAB8-4109-BB7C-98E9616F1403}" destId="{1E1B518D-4D1C-45DE-A4E3-23515FF3D6C7}" srcOrd="0" destOrd="0" parTransId="{097D369E-764F-4AC9-B0F0-A4677646EEBF}" sibTransId="{4B466B83-EBC7-4C3B-BB9C-38E43A37A761}"/>
    <dgm:cxn modelId="{9A76262D-866B-4B74-87FA-D3F4CD89EF8D}" type="presOf" srcId="{479CA598-4692-498D-B05C-FE92838B0AA9}" destId="{B34623BE-1544-4E04-A45C-7C7956F325B6}" srcOrd="0" destOrd="0" presId="urn:microsoft.com/office/officeart/2005/8/layout/hierarchy3"/>
    <dgm:cxn modelId="{7A8E7168-CE4F-4288-9999-5CA29FB83F69}" type="presOf" srcId="{1E1B518D-4D1C-45DE-A4E3-23515FF3D6C7}" destId="{42501383-8A8C-4553-AEB4-F31F9C9E2345}" srcOrd="0" destOrd="0" presId="urn:microsoft.com/office/officeart/2005/8/layout/hierarchy3"/>
    <dgm:cxn modelId="{5F21A329-3AF7-4CE2-86AE-4707BDBB270F}" srcId="{1E1B518D-4D1C-45DE-A4E3-23515FF3D6C7}" destId="{4C0682F7-3E04-4489-831B-05704F73758D}" srcOrd="0" destOrd="0" parTransId="{479CA598-4692-498D-B05C-FE92838B0AA9}" sibTransId="{816A25E5-EAFC-45FD-888B-59811B1196CD}"/>
    <dgm:cxn modelId="{AA8B7C0C-1633-470F-8E4E-42EB18B5F971}" type="presOf" srcId="{1E1B518D-4D1C-45DE-A4E3-23515FF3D6C7}" destId="{BC07C330-217B-4A3A-BC0D-8CF6EFDB1346}" srcOrd="1" destOrd="0" presId="urn:microsoft.com/office/officeart/2005/8/layout/hierarchy3"/>
    <dgm:cxn modelId="{B22C0D6B-3F54-4D5B-81F5-F11A669F6E9A}" srcId="{1E1B518D-4D1C-45DE-A4E3-23515FF3D6C7}" destId="{A37EAAF6-A9B1-498E-9551-A10A0C7DA218}" srcOrd="1" destOrd="0" parTransId="{D29E7E57-0573-46AB-88FC-664F439F8C84}" sibTransId="{D030AFAB-E888-43EA-9448-E4DF37154FAB}"/>
    <dgm:cxn modelId="{1ACED71C-C285-40DD-ADEB-5780A34F9D9F}" type="presOf" srcId="{D29E7E57-0573-46AB-88FC-664F439F8C84}" destId="{C826D4FA-A8F1-4024-9FD9-A30589126D3C}" srcOrd="0" destOrd="0" presId="urn:microsoft.com/office/officeart/2005/8/layout/hierarchy3"/>
    <dgm:cxn modelId="{699DCE38-B247-4EF7-A778-F6D12568259A}" type="presParOf" srcId="{323C72A4-DC44-42E9-9950-BFE861B27776}" destId="{BE2F2F15-BBAC-4DDA-9020-EB6F88A92107}" srcOrd="0" destOrd="0" presId="urn:microsoft.com/office/officeart/2005/8/layout/hierarchy3"/>
    <dgm:cxn modelId="{D14C0507-2137-41C8-B4C2-3F0F239B1E9B}" type="presParOf" srcId="{BE2F2F15-BBAC-4DDA-9020-EB6F88A92107}" destId="{364642EA-E504-415B-9A0F-D250389E5849}" srcOrd="0" destOrd="0" presId="urn:microsoft.com/office/officeart/2005/8/layout/hierarchy3"/>
    <dgm:cxn modelId="{43D2D4CA-B1DA-4EA0-BE74-E3657D1D02C4}" type="presParOf" srcId="{364642EA-E504-415B-9A0F-D250389E5849}" destId="{42501383-8A8C-4553-AEB4-F31F9C9E2345}" srcOrd="0" destOrd="0" presId="urn:microsoft.com/office/officeart/2005/8/layout/hierarchy3"/>
    <dgm:cxn modelId="{AE8870CA-C440-4F47-8E50-0A2D5ECBFED8}" type="presParOf" srcId="{364642EA-E504-415B-9A0F-D250389E5849}" destId="{BC07C330-217B-4A3A-BC0D-8CF6EFDB1346}" srcOrd="1" destOrd="0" presId="urn:microsoft.com/office/officeart/2005/8/layout/hierarchy3"/>
    <dgm:cxn modelId="{1B7E330F-C686-4D26-BD86-C58EAAC7B6A5}" type="presParOf" srcId="{BE2F2F15-BBAC-4DDA-9020-EB6F88A92107}" destId="{179BDC24-A7C4-4CDA-B9E5-F893317FDE4F}" srcOrd="1" destOrd="0" presId="urn:microsoft.com/office/officeart/2005/8/layout/hierarchy3"/>
    <dgm:cxn modelId="{CCE311D4-89B9-4B57-B084-5B0CC231D0D4}" type="presParOf" srcId="{179BDC24-A7C4-4CDA-B9E5-F893317FDE4F}" destId="{B34623BE-1544-4E04-A45C-7C7956F325B6}" srcOrd="0" destOrd="0" presId="urn:microsoft.com/office/officeart/2005/8/layout/hierarchy3"/>
    <dgm:cxn modelId="{0746FDC4-1733-47F1-B6BF-6EB8264628FB}" type="presParOf" srcId="{179BDC24-A7C4-4CDA-B9E5-F893317FDE4F}" destId="{5BE5106B-C3AC-445E-B963-33193AFCB72B}" srcOrd="1" destOrd="0" presId="urn:microsoft.com/office/officeart/2005/8/layout/hierarchy3"/>
    <dgm:cxn modelId="{40BA6CD3-21A7-4B68-9F93-9B33B31DB942}" type="presParOf" srcId="{179BDC24-A7C4-4CDA-B9E5-F893317FDE4F}" destId="{C826D4FA-A8F1-4024-9FD9-A30589126D3C}" srcOrd="2" destOrd="0" presId="urn:microsoft.com/office/officeart/2005/8/layout/hierarchy3"/>
    <dgm:cxn modelId="{33132835-F949-401B-A6CE-F7577C090F4C}" type="presParOf" srcId="{179BDC24-A7C4-4CDA-B9E5-F893317FDE4F}" destId="{DACC8610-BB2D-4897-A631-00AC63D1F078}"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9EFCE52-EAB8-4109-BB7C-98E9616F1403}" type="doc">
      <dgm:prSet loTypeId="urn:microsoft.com/office/officeart/2005/8/layout/hierarchy3" loCatId="list" qsTypeId="urn:microsoft.com/office/officeart/2005/8/quickstyle/simple1" qsCatId="simple" csTypeId="urn:microsoft.com/office/officeart/2005/8/colors/accent1_1" csCatId="accent1" phldr="1"/>
      <dgm:spPr/>
      <dgm:t>
        <a:bodyPr/>
        <a:lstStyle/>
        <a:p>
          <a:endParaRPr lang="zh-CN" altLang="en-US"/>
        </a:p>
      </dgm:t>
    </dgm:pt>
    <dgm:pt modelId="{1E1B518D-4D1C-45DE-A4E3-23515FF3D6C7}">
      <dgm:prSet phldrT="[文本]"/>
      <dgm:spPr/>
      <dgm:t>
        <a:bodyPr/>
        <a:lstStyle/>
        <a:p>
          <a:r>
            <a:rPr lang="en-US" altLang="zh-CN" dirty="0" smtClean="0">
              <a:latin typeface="微软雅黑" pitchFamily="34" charset="-122"/>
              <a:ea typeface="微软雅黑" pitchFamily="34" charset="-122"/>
            </a:rPr>
            <a:t>Source of Spacecraft Magnetic </a:t>
          </a:r>
          <a:endParaRPr lang="zh-CN" altLang="en-US" dirty="0">
            <a:latin typeface="微软雅黑" pitchFamily="34" charset="-122"/>
            <a:ea typeface="微软雅黑" pitchFamily="34" charset="-122"/>
          </a:endParaRPr>
        </a:p>
      </dgm:t>
    </dgm:pt>
    <dgm:pt modelId="{097D369E-764F-4AC9-B0F0-A4677646EEBF}" type="parTrans" cxnId="{CAF1A1A7-45CE-4F10-978F-9EF45B7EE0C3}">
      <dgm:prSet/>
      <dgm:spPr/>
      <dgm:t>
        <a:bodyPr/>
        <a:lstStyle/>
        <a:p>
          <a:endParaRPr lang="zh-CN" altLang="en-US"/>
        </a:p>
      </dgm:t>
    </dgm:pt>
    <dgm:pt modelId="{4B466B83-EBC7-4C3B-BB9C-38E43A37A761}" type="sibTrans" cxnId="{CAF1A1A7-45CE-4F10-978F-9EF45B7EE0C3}">
      <dgm:prSet/>
      <dgm:spPr/>
      <dgm:t>
        <a:bodyPr/>
        <a:lstStyle/>
        <a:p>
          <a:endParaRPr lang="zh-CN" altLang="en-US"/>
        </a:p>
      </dgm:t>
    </dgm:pt>
    <dgm:pt modelId="{4C0682F7-3E04-4489-831B-05704F73758D}">
      <dgm:prSet phldrT="[文本]" custT="1"/>
      <dgm:spPr/>
      <dgm:t>
        <a:bodyPr/>
        <a:lstStyle/>
        <a:p>
          <a:r>
            <a:rPr lang="en-US" altLang="zh-CN" sz="2400" dirty="0" smtClean="0">
              <a:latin typeface="微软雅黑" pitchFamily="34" charset="-122"/>
              <a:ea typeface="微软雅黑" pitchFamily="34" charset="-122"/>
            </a:rPr>
            <a:t>Magnetic Material</a:t>
          </a:r>
          <a:endParaRPr lang="zh-CN" altLang="en-US" sz="2400" dirty="0">
            <a:latin typeface="微软雅黑" pitchFamily="34" charset="-122"/>
            <a:ea typeface="微软雅黑" pitchFamily="34" charset="-122"/>
          </a:endParaRPr>
        </a:p>
      </dgm:t>
    </dgm:pt>
    <dgm:pt modelId="{479CA598-4692-498D-B05C-FE92838B0AA9}" type="parTrans" cxnId="{5F21A329-3AF7-4CE2-86AE-4707BDBB270F}">
      <dgm:prSet/>
      <dgm:spPr/>
      <dgm:t>
        <a:bodyPr/>
        <a:lstStyle/>
        <a:p>
          <a:endParaRPr lang="zh-CN" altLang="en-US"/>
        </a:p>
      </dgm:t>
    </dgm:pt>
    <dgm:pt modelId="{816A25E5-EAFC-45FD-888B-59811B1196CD}" type="sibTrans" cxnId="{5F21A329-3AF7-4CE2-86AE-4707BDBB270F}">
      <dgm:prSet/>
      <dgm:spPr/>
      <dgm:t>
        <a:bodyPr/>
        <a:lstStyle/>
        <a:p>
          <a:endParaRPr lang="zh-CN" altLang="en-US"/>
        </a:p>
      </dgm:t>
    </dgm:pt>
    <dgm:pt modelId="{A37EAAF6-A9B1-498E-9551-A10A0C7DA218}">
      <dgm:prSet phldrT="[文本]" custT="1"/>
      <dgm:spPr/>
      <dgm:t>
        <a:bodyPr/>
        <a:lstStyle/>
        <a:p>
          <a:r>
            <a:rPr lang="en-US" altLang="zh-CN" sz="2400" dirty="0" smtClean="0">
              <a:latin typeface="微软雅黑" pitchFamily="34" charset="-122"/>
              <a:ea typeface="微软雅黑" pitchFamily="34" charset="-122"/>
            </a:rPr>
            <a:t>Current Loop</a:t>
          </a:r>
          <a:endParaRPr lang="zh-CN" altLang="en-US" sz="2400" dirty="0">
            <a:latin typeface="微软雅黑" pitchFamily="34" charset="-122"/>
            <a:ea typeface="微软雅黑" pitchFamily="34" charset="-122"/>
          </a:endParaRPr>
        </a:p>
      </dgm:t>
    </dgm:pt>
    <dgm:pt modelId="{D29E7E57-0573-46AB-88FC-664F439F8C84}" type="parTrans" cxnId="{B22C0D6B-3F54-4D5B-81F5-F11A669F6E9A}">
      <dgm:prSet/>
      <dgm:spPr/>
      <dgm:t>
        <a:bodyPr/>
        <a:lstStyle/>
        <a:p>
          <a:endParaRPr lang="zh-CN" altLang="en-US"/>
        </a:p>
      </dgm:t>
    </dgm:pt>
    <dgm:pt modelId="{D030AFAB-E888-43EA-9448-E4DF37154FAB}" type="sibTrans" cxnId="{B22C0D6B-3F54-4D5B-81F5-F11A669F6E9A}">
      <dgm:prSet/>
      <dgm:spPr/>
      <dgm:t>
        <a:bodyPr/>
        <a:lstStyle/>
        <a:p>
          <a:endParaRPr lang="zh-CN" altLang="en-US"/>
        </a:p>
      </dgm:t>
    </dgm:pt>
    <dgm:pt modelId="{323C72A4-DC44-42E9-9950-BFE861B27776}" type="pres">
      <dgm:prSet presAssocID="{29EFCE52-EAB8-4109-BB7C-98E9616F1403}" presName="diagram" presStyleCnt="0">
        <dgm:presLayoutVars>
          <dgm:chPref val="1"/>
          <dgm:dir/>
          <dgm:animOne val="branch"/>
          <dgm:animLvl val="lvl"/>
          <dgm:resizeHandles/>
        </dgm:presLayoutVars>
      </dgm:prSet>
      <dgm:spPr/>
      <dgm:t>
        <a:bodyPr/>
        <a:lstStyle/>
        <a:p>
          <a:endParaRPr lang="zh-CN" altLang="en-US"/>
        </a:p>
      </dgm:t>
    </dgm:pt>
    <dgm:pt modelId="{BE2F2F15-BBAC-4DDA-9020-EB6F88A92107}" type="pres">
      <dgm:prSet presAssocID="{1E1B518D-4D1C-45DE-A4E3-23515FF3D6C7}" presName="root" presStyleCnt="0"/>
      <dgm:spPr/>
    </dgm:pt>
    <dgm:pt modelId="{364642EA-E504-415B-9A0F-D250389E5849}" type="pres">
      <dgm:prSet presAssocID="{1E1B518D-4D1C-45DE-A4E3-23515FF3D6C7}" presName="rootComposite" presStyleCnt="0"/>
      <dgm:spPr/>
    </dgm:pt>
    <dgm:pt modelId="{42501383-8A8C-4553-AEB4-F31F9C9E2345}" type="pres">
      <dgm:prSet presAssocID="{1E1B518D-4D1C-45DE-A4E3-23515FF3D6C7}" presName="rootText" presStyleLbl="node1" presStyleIdx="0" presStyleCnt="1" custScaleX="139001"/>
      <dgm:spPr/>
      <dgm:t>
        <a:bodyPr/>
        <a:lstStyle/>
        <a:p>
          <a:endParaRPr lang="zh-CN" altLang="en-US"/>
        </a:p>
      </dgm:t>
    </dgm:pt>
    <dgm:pt modelId="{BC07C330-217B-4A3A-BC0D-8CF6EFDB1346}" type="pres">
      <dgm:prSet presAssocID="{1E1B518D-4D1C-45DE-A4E3-23515FF3D6C7}" presName="rootConnector" presStyleLbl="node1" presStyleIdx="0" presStyleCnt="1"/>
      <dgm:spPr/>
      <dgm:t>
        <a:bodyPr/>
        <a:lstStyle/>
        <a:p>
          <a:endParaRPr lang="zh-CN" altLang="en-US"/>
        </a:p>
      </dgm:t>
    </dgm:pt>
    <dgm:pt modelId="{179BDC24-A7C4-4CDA-B9E5-F893317FDE4F}" type="pres">
      <dgm:prSet presAssocID="{1E1B518D-4D1C-45DE-A4E3-23515FF3D6C7}" presName="childShape" presStyleCnt="0"/>
      <dgm:spPr/>
    </dgm:pt>
    <dgm:pt modelId="{B34623BE-1544-4E04-A45C-7C7956F325B6}" type="pres">
      <dgm:prSet presAssocID="{479CA598-4692-498D-B05C-FE92838B0AA9}" presName="Name13" presStyleLbl="parChTrans1D2" presStyleIdx="0" presStyleCnt="2"/>
      <dgm:spPr/>
      <dgm:t>
        <a:bodyPr/>
        <a:lstStyle/>
        <a:p>
          <a:endParaRPr lang="zh-CN" altLang="en-US"/>
        </a:p>
      </dgm:t>
    </dgm:pt>
    <dgm:pt modelId="{5BE5106B-C3AC-445E-B963-33193AFCB72B}" type="pres">
      <dgm:prSet presAssocID="{4C0682F7-3E04-4489-831B-05704F73758D}" presName="childText" presStyleLbl="bgAcc1" presStyleIdx="0" presStyleCnt="2">
        <dgm:presLayoutVars>
          <dgm:bulletEnabled val="1"/>
        </dgm:presLayoutVars>
      </dgm:prSet>
      <dgm:spPr/>
      <dgm:t>
        <a:bodyPr/>
        <a:lstStyle/>
        <a:p>
          <a:endParaRPr lang="zh-CN" altLang="en-US"/>
        </a:p>
      </dgm:t>
    </dgm:pt>
    <dgm:pt modelId="{C826D4FA-A8F1-4024-9FD9-A30589126D3C}" type="pres">
      <dgm:prSet presAssocID="{D29E7E57-0573-46AB-88FC-664F439F8C84}" presName="Name13" presStyleLbl="parChTrans1D2" presStyleIdx="1" presStyleCnt="2"/>
      <dgm:spPr/>
      <dgm:t>
        <a:bodyPr/>
        <a:lstStyle/>
        <a:p>
          <a:endParaRPr lang="zh-CN" altLang="en-US"/>
        </a:p>
      </dgm:t>
    </dgm:pt>
    <dgm:pt modelId="{DACC8610-BB2D-4897-A631-00AC63D1F078}" type="pres">
      <dgm:prSet presAssocID="{A37EAAF6-A9B1-498E-9551-A10A0C7DA218}" presName="childText" presStyleLbl="bgAcc1" presStyleIdx="1" presStyleCnt="2">
        <dgm:presLayoutVars>
          <dgm:bulletEnabled val="1"/>
        </dgm:presLayoutVars>
      </dgm:prSet>
      <dgm:spPr/>
      <dgm:t>
        <a:bodyPr/>
        <a:lstStyle/>
        <a:p>
          <a:endParaRPr lang="zh-CN" altLang="en-US"/>
        </a:p>
      </dgm:t>
    </dgm:pt>
  </dgm:ptLst>
  <dgm:cxnLst>
    <dgm:cxn modelId="{CAF1A1A7-45CE-4F10-978F-9EF45B7EE0C3}" srcId="{29EFCE52-EAB8-4109-BB7C-98E9616F1403}" destId="{1E1B518D-4D1C-45DE-A4E3-23515FF3D6C7}" srcOrd="0" destOrd="0" parTransId="{097D369E-764F-4AC9-B0F0-A4677646EEBF}" sibTransId="{4B466B83-EBC7-4C3B-BB9C-38E43A37A761}"/>
    <dgm:cxn modelId="{B22C0D6B-3F54-4D5B-81F5-F11A669F6E9A}" srcId="{1E1B518D-4D1C-45DE-A4E3-23515FF3D6C7}" destId="{A37EAAF6-A9B1-498E-9551-A10A0C7DA218}" srcOrd="1" destOrd="0" parTransId="{D29E7E57-0573-46AB-88FC-664F439F8C84}" sibTransId="{D030AFAB-E888-43EA-9448-E4DF37154FAB}"/>
    <dgm:cxn modelId="{5F21A329-3AF7-4CE2-86AE-4707BDBB270F}" srcId="{1E1B518D-4D1C-45DE-A4E3-23515FF3D6C7}" destId="{4C0682F7-3E04-4489-831B-05704F73758D}" srcOrd="0" destOrd="0" parTransId="{479CA598-4692-498D-B05C-FE92838B0AA9}" sibTransId="{816A25E5-EAFC-45FD-888B-59811B1196CD}"/>
    <dgm:cxn modelId="{E4EC4721-2DBE-40B0-A310-0064C581A35D}" type="presOf" srcId="{479CA598-4692-498D-B05C-FE92838B0AA9}" destId="{B34623BE-1544-4E04-A45C-7C7956F325B6}" srcOrd="0" destOrd="0" presId="urn:microsoft.com/office/officeart/2005/8/layout/hierarchy3"/>
    <dgm:cxn modelId="{DD771184-6E88-41D5-9009-6DEA7E0EFC9B}" type="presOf" srcId="{1E1B518D-4D1C-45DE-A4E3-23515FF3D6C7}" destId="{BC07C330-217B-4A3A-BC0D-8CF6EFDB1346}" srcOrd="1" destOrd="0" presId="urn:microsoft.com/office/officeart/2005/8/layout/hierarchy3"/>
    <dgm:cxn modelId="{24B951B6-F747-47AF-ADAC-F55182D9E4B4}" type="presOf" srcId="{A37EAAF6-A9B1-498E-9551-A10A0C7DA218}" destId="{DACC8610-BB2D-4897-A631-00AC63D1F078}" srcOrd="0" destOrd="0" presId="urn:microsoft.com/office/officeart/2005/8/layout/hierarchy3"/>
    <dgm:cxn modelId="{6486B9CF-C91F-4DA5-9070-1B1CA4FF8855}" type="presOf" srcId="{4C0682F7-3E04-4489-831B-05704F73758D}" destId="{5BE5106B-C3AC-445E-B963-33193AFCB72B}" srcOrd="0" destOrd="0" presId="urn:microsoft.com/office/officeart/2005/8/layout/hierarchy3"/>
    <dgm:cxn modelId="{65CEF73D-9E62-4C9A-B696-55F86726B1A8}" type="presOf" srcId="{29EFCE52-EAB8-4109-BB7C-98E9616F1403}" destId="{323C72A4-DC44-42E9-9950-BFE861B27776}" srcOrd="0" destOrd="0" presId="urn:microsoft.com/office/officeart/2005/8/layout/hierarchy3"/>
    <dgm:cxn modelId="{BD8012B8-7AF5-431F-8EEE-4E929D7B859B}" type="presOf" srcId="{D29E7E57-0573-46AB-88FC-664F439F8C84}" destId="{C826D4FA-A8F1-4024-9FD9-A30589126D3C}" srcOrd="0" destOrd="0" presId="urn:microsoft.com/office/officeart/2005/8/layout/hierarchy3"/>
    <dgm:cxn modelId="{C614F74F-B47D-4C71-8032-4D12006E44DE}" type="presOf" srcId="{1E1B518D-4D1C-45DE-A4E3-23515FF3D6C7}" destId="{42501383-8A8C-4553-AEB4-F31F9C9E2345}" srcOrd="0" destOrd="0" presId="urn:microsoft.com/office/officeart/2005/8/layout/hierarchy3"/>
    <dgm:cxn modelId="{B11E86FE-3690-470D-BF24-39B21B339CFF}" type="presParOf" srcId="{323C72A4-DC44-42E9-9950-BFE861B27776}" destId="{BE2F2F15-BBAC-4DDA-9020-EB6F88A92107}" srcOrd="0" destOrd="0" presId="urn:microsoft.com/office/officeart/2005/8/layout/hierarchy3"/>
    <dgm:cxn modelId="{A1BE18BD-5C1E-4CD3-9506-5766F793D8F7}" type="presParOf" srcId="{BE2F2F15-BBAC-4DDA-9020-EB6F88A92107}" destId="{364642EA-E504-415B-9A0F-D250389E5849}" srcOrd="0" destOrd="0" presId="urn:microsoft.com/office/officeart/2005/8/layout/hierarchy3"/>
    <dgm:cxn modelId="{2EF02B89-DC87-47AF-B864-4FA2F94E1995}" type="presParOf" srcId="{364642EA-E504-415B-9A0F-D250389E5849}" destId="{42501383-8A8C-4553-AEB4-F31F9C9E2345}" srcOrd="0" destOrd="0" presId="urn:microsoft.com/office/officeart/2005/8/layout/hierarchy3"/>
    <dgm:cxn modelId="{6CFB6976-B806-46D5-B0E0-1C2407714D01}" type="presParOf" srcId="{364642EA-E504-415B-9A0F-D250389E5849}" destId="{BC07C330-217B-4A3A-BC0D-8CF6EFDB1346}" srcOrd="1" destOrd="0" presId="urn:microsoft.com/office/officeart/2005/8/layout/hierarchy3"/>
    <dgm:cxn modelId="{175D2325-0C7B-4A64-A592-805A0B85ED64}" type="presParOf" srcId="{BE2F2F15-BBAC-4DDA-9020-EB6F88A92107}" destId="{179BDC24-A7C4-4CDA-B9E5-F893317FDE4F}" srcOrd="1" destOrd="0" presId="urn:microsoft.com/office/officeart/2005/8/layout/hierarchy3"/>
    <dgm:cxn modelId="{163BDA9B-BE4F-4D20-AB18-B0010D369295}" type="presParOf" srcId="{179BDC24-A7C4-4CDA-B9E5-F893317FDE4F}" destId="{B34623BE-1544-4E04-A45C-7C7956F325B6}" srcOrd="0" destOrd="0" presId="urn:microsoft.com/office/officeart/2005/8/layout/hierarchy3"/>
    <dgm:cxn modelId="{499C780D-FBED-4B1E-839A-64D36AA4D6DF}" type="presParOf" srcId="{179BDC24-A7C4-4CDA-B9E5-F893317FDE4F}" destId="{5BE5106B-C3AC-445E-B963-33193AFCB72B}" srcOrd="1" destOrd="0" presId="urn:microsoft.com/office/officeart/2005/8/layout/hierarchy3"/>
    <dgm:cxn modelId="{41BDF894-C82F-476F-A3BE-24C485EF3375}" type="presParOf" srcId="{179BDC24-A7C4-4CDA-B9E5-F893317FDE4F}" destId="{C826D4FA-A8F1-4024-9FD9-A30589126D3C}" srcOrd="2" destOrd="0" presId="urn:microsoft.com/office/officeart/2005/8/layout/hierarchy3"/>
    <dgm:cxn modelId="{6550DC09-F15F-4211-BD15-B8D9426A715C}" type="presParOf" srcId="{179BDC24-A7C4-4CDA-B9E5-F893317FDE4F}" destId="{DACC8610-BB2D-4897-A631-00AC63D1F078}"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2ACEFD0-9AF6-4F40-AEA5-0247AB731E72}"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zh-CN" altLang="en-US"/>
        </a:p>
      </dgm:t>
    </dgm:pt>
    <dgm:pt modelId="{96D06BA5-7CA2-43DF-ADDD-FA286FB7C6DE}">
      <dgm:prSet phldrT="[文本]" custT="1"/>
      <dgm:spPr/>
      <dgm:t>
        <a:bodyPr/>
        <a:lstStyle/>
        <a:p>
          <a:r>
            <a:rPr lang="en-US" sz="1800" b="1" i="0" dirty="0" smtClean="0">
              <a:solidFill>
                <a:schemeClr val="tx1"/>
              </a:solidFill>
              <a:latin typeface="Times New Roman" pitchFamily="18" charset="0"/>
              <a:cs typeface="Times New Roman" pitchFamily="18" charset="0"/>
            </a:rPr>
            <a:t>Preparation of test</a:t>
          </a:r>
          <a:endParaRPr lang="zh-CN" altLang="en-US" sz="1800" b="1" i="0" dirty="0">
            <a:solidFill>
              <a:schemeClr val="tx1"/>
            </a:solidFill>
            <a:latin typeface="Times New Roman" pitchFamily="18" charset="0"/>
            <a:cs typeface="Times New Roman" pitchFamily="18" charset="0"/>
          </a:endParaRPr>
        </a:p>
      </dgm:t>
    </dgm:pt>
    <dgm:pt modelId="{00175F70-71A7-4A88-8275-28DFC315814E}" type="parTrans" cxnId="{D20C8585-16F7-4E80-999E-F5755DC9877E}">
      <dgm:prSet/>
      <dgm:spPr/>
      <dgm:t>
        <a:bodyPr/>
        <a:lstStyle/>
        <a:p>
          <a:endParaRPr lang="zh-CN" altLang="en-US"/>
        </a:p>
      </dgm:t>
    </dgm:pt>
    <dgm:pt modelId="{8A7E0B4A-F3A5-41B1-B9E7-EA17C9EF97CB}" type="sibTrans" cxnId="{D20C8585-16F7-4E80-999E-F5755DC9877E}">
      <dgm:prSet/>
      <dgm:spPr/>
      <dgm:t>
        <a:bodyPr/>
        <a:lstStyle/>
        <a:p>
          <a:endParaRPr lang="zh-CN" altLang="en-US"/>
        </a:p>
      </dgm:t>
    </dgm:pt>
    <dgm:pt modelId="{E5402B7C-7C74-473D-96EA-B932E662A717}">
      <dgm:prSet phldrT="[文本]" custT="1"/>
      <dgm:spPr/>
      <dgm:t>
        <a:bodyPr/>
        <a:lstStyle/>
        <a:p>
          <a:r>
            <a:rPr lang="en-US" altLang="zh-CN" sz="1600" b="1" dirty="0" smtClean="0">
              <a:solidFill>
                <a:schemeClr val="tx1"/>
              </a:solidFill>
              <a:latin typeface="Times New Roman" pitchFamily="18" charset="0"/>
              <a:cs typeface="Times New Roman" pitchFamily="18" charset="0"/>
            </a:rPr>
            <a:t>1</a:t>
          </a:r>
          <a:r>
            <a:rPr lang="en-US" altLang="zh-CN" sz="1600" b="1" baseline="30000" dirty="0" smtClean="0">
              <a:solidFill>
                <a:schemeClr val="tx1"/>
              </a:solidFill>
              <a:latin typeface="Times New Roman" pitchFamily="18" charset="0"/>
              <a:cs typeface="Times New Roman" pitchFamily="18" charset="0"/>
            </a:rPr>
            <a:t>st</a:t>
          </a:r>
          <a:r>
            <a:rPr lang="en-US" altLang="zh-CN" sz="1600" b="1" dirty="0" smtClean="0">
              <a:solidFill>
                <a:schemeClr val="tx1"/>
              </a:solidFill>
              <a:latin typeface="Times New Roman" pitchFamily="18" charset="0"/>
              <a:cs typeface="Times New Roman" pitchFamily="18" charset="0"/>
            </a:rPr>
            <a:t> measurement of residual  magnetic moment</a:t>
          </a:r>
          <a:endParaRPr lang="zh-CN" altLang="en-US" sz="1600" b="1" dirty="0">
            <a:solidFill>
              <a:schemeClr val="tx1"/>
            </a:solidFill>
            <a:latin typeface="Times New Roman" pitchFamily="18" charset="0"/>
            <a:cs typeface="Times New Roman" pitchFamily="18" charset="0"/>
          </a:endParaRPr>
        </a:p>
      </dgm:t>
    </dgm:pt>
    <dgm:pt modelId="{5EE60CB8-F531-463E-85C7-BD3F08876459}" type="parTrans" cxnId="{31A53915-A241-4BB9-9986-E4C7B2DDE144}">
      <dgm:prSet/>
      <dgm:spPr/>
      <dgm:t>
        <a:bodyPr/>
        <a:lstStyle/>
        <a:p>
          <a:endParaRPr lang="zh-CN" altLang="en-US"/>
        </a:p>
      </dgm:t>
    </dgm:pt>
    <dgm:pt modelId="{013AFBC6-6C87-4916-80D4-BA135185A81C}" type="sibTrans" cxnId="{31A53915-A241-4BB9-9986-E4C7B2DDE144}">
      <dgm:prSet/>
      <dgm:spPr/>
      <dgm:t>
        <a:bodyPr/>
        <a:lstStyle/>
        <a:p>
          <a:endParaRPr lang="zh-CN" altLang="en-US"/>
        </a:p>
      </dgm:t>
    </dgm:pt>
    <dgm:pt modelId="{1EABCFB6-E128-4EE6-8C04-E8586DB15DE1}">
      <dgm:prSet phldrT="[文本]" custT="1"/>
      <dgm:spPr/>
      <dgm:t>
        <a:bodyPr/>
        <a:lstStyle/>
        <a:p>
          <a:r>
            <a:rPr lang="en-US" altLang="zh-CN" sz="1800" b="1" i="0" dirty="0" smtClean="0">
              <a:solidFill>
                <a:schemeClr val="tx1"/>
              </a:solidFill>
              <a:latin typeface="Times New Roman" pitchFamily="18" charset="0"/>
              <a:cs typeface="Times New Roman" pitchFamily="18" charset="0"/>
            </a:rPr>
            <a:t>Magnetizing test (if required)</a:t>
          </a:r>
          <a:endParaRPr lang="zh-CN" altLang="en-US" sz="1800" b="1" i="0" dirty="0">
            <a:solidFill>
              <a:schemeClr val="tx1"/>
            </a:solidFill>
            <a:latin typeface="Times New Roman" pitchFamily="18" charset="0"/>
            <a:cs typeface="Times New Roman" pitchFamily="18" charset="0"/>
          </a:endParaRPr>
        </a:p>
      </dgm:t>
    </dgm:pt>
    <dgm:pt modelId="{235FF646-79C5-48C8-B4A9-D3CB469FADAB}" type="parTrans" cxnId="{8D088AB3-50B1-48B8-AE7E-ADE86F90FBA4}">
      <dgm:prSet/>
      <dgm:spPr/>
      <dgm:t>
        <a:bodyPr/>
        <a:lstStyle/>
        <a:p>
          <a:endParaRPr lang="zh-CN" altLang="en-US"/>
        </a:p>
      </dgm:t>
    </dgm:pt>
    <dgm:pt modelId="{E0A1B1DC-6E38-4B5D-8326-DF6F8C234785}" type="sibTrans" cxnId="{8D088AB3-50B1-48B8-AE7E-ADE86F90FBA4}">
      <dgm:prSet/>
      <dgm:spPr/>
      <dgm:t>
        <a:bodyPr/>
        <a:lstStyle/>
        <a:p>
          <a:endParaRPr lang="zh-CN" altLang="en-US"/>
        </a:p>
      </dgm:t>
    </dgm:pt>
    <dgm:pt modelId="{9FC1E710-F43A-43E7-9411-7F5367B7BF59}">
      <dgm:prSet phldrT="[文本]" custT="1"/>
      <dgm:spPr/>
      <dgm:t>
        <a:bodyPr/>
        <a:lstStyle/>
        <a:p>
          <a:r>
            <a:rPr lang="en-US" altLang="zh-CN" sz="1600" b="1" dirty="0" smtClean="0">
              <a:solidFill>
                <a:schemeClr val="tx1"/>
              </a:solidFill>
              <a:latin typeface="Times New Roman" pitchFamily="18" charset="0"/>
              <a:cs typeface="Times New Roman" pitchFamily="18" charset="0"/>
            </a:rPr>
            <a:t>2nd measurement of residual  magnetic moment</a:t>
          </a:r>
          <a:endParaRPr lang="zh-CN" altLang="en-US" sz="1600" b="1" dirty="0">
            <a:solidFill>
              <a:schemeClr val="tx1"/>
            </a:solidFill>
            <a:latin typeface="Times New Roman" pitchFamily="18" charset="0"/>
            <a:cs typeface="Times New Roman" pitchFamily="18" charset="0"/>
          </a:endParaRPr>
        </a:p>
      </dgm:t>
    </dgm:pt>
    <dgm:pt modelId="{BF0DBE14-B28C-49B5-B9E5-63A528663E22}" type="parTrans" cxnId="{0D00ACE5-FAF5-487E-81B2-B388E3E337D8}">
      <dgm:prSet/>
      <dgm:spPr/>
      <dgm:t>
        <a:bodyPr/>
        <a:lstStyle/>
        <a:p>
          <a:endParaRPr lang="zh-CN" altLang="en-US"/>
        </a:p>
      </dgm:t>
    </dgm:pt>
    <dgm:pt modelId="{49218BF6-88F9-4495-97D8-942820CECB52}" type="sibTrans" cxnId="{0D00ACE5-FAF5-487E-81B2-B388E3E337D8}">
      <dgm:prSet/>
      <dgm:spPr/>
      <dgm:t>
        <a:bodyPr/>
        <a:lstStyle/>
        <a:p>
          <a:endParaRPr lang="zh-CN" altLang="en-US"/>
        </a:p>
      </dgm:t>
    </dgm:pt>
    <dgm:pt modelId="{CA51CE13-9B6B-4A52-A55E-E4534CC15EA8}">
      <dgm:prSet phldrT="[文本]" custT="1"/>
      <dgm:spPr/>
      <dgm:t>
        <a:bodyPr/>
        <a:lstStyle/>
        <a:p>
          <a:r>
            <a:rPr lang="en-US" altLang="zh-CN" sz="1800" b="1" i="0" dirty="0" smtClean="0">
              <a:solidFill>
                <a:schemeClr val="tx1"/>
              </a:solidFill>
              <a:latin typeface="Times New Roman" pitchFamily="18" charset="0"/>
              <a:cs typeface="Times New Roman" pitchFamily="18" charset="0"/>
            </a:rPr>
            <a:t>Demagnetizing test</a:t>
          </a:r>
          <a:endParaRPr lang="zh-CN" altLang="en-US" sz="1800" b="1" i="0" dirty="0">
            <a:solidFill>
              <a:schemeClr val="tx1"/>
            </a:solidFill>
            <a:latin typeface="Times New Roman" pitchFamily="18" charset="0"/>
            <a:cs typeface="Times New Roman" pitchFamily="18" charset="0"/>
          </a:endParaRPr>
        </a:p>
      </dgm:t>
    </dgm:pt>
    <dgm:pt modelId="{9D69A2B4-2781-4BEA-B764-23C14C546141}" type="parTrans" cxnId="{E2C7886E-D13B-4F8A-BF91-1C429375F3CF}">
      <dgm:prSet/>
      <dgm:spPr/>
      <dgm:t>
        <a:bodyPr/>
        <a:lstStyle/>
        <a:p>
          <a:endParaRPr lang="zh-CN" altLang="en-US"/>
        </a:p>
      </dgm:t>
    </dgm:pt>
    <dgm:pt modelId="{EF68B144-E3B4-4E59-B1D2-1738D663AF11}" type="sibTrans" cxnId="{E2C7886E-D13B-4F8A-BF91-1C429375F3CF}">
      <dgm:prSet/>
      <dgm:spPr/>
      <dgm:t>
        <a:bodyPr/>
        <a:lstStyle/>
        <a:p>
          <a:endParaRPr lang="zh-CN" altLang="en-US"/>
        </a:p>
      </dgm:t>
    </dgm:pt>
    <dgm:pt modelId="{0D4D10E0-5E0C-4D1E-9FC2-045D21544116}">
      <dgm:prSet phldrT="[文本]" custT="1"/>
      <dgm:spPr/>
      <dgm:t>
        <a:bodyPr/>
        <a:lstStyle/>
        <a:p>
          <a:r>
            <a:rPr lang="en-US" altLang="zh-CN" sz="1600" b="1" dirty="0" smtClean="0">
              <a:solidFill>
                <a:schemeClr val="tx1"/>
              </a:solidFill>
              <a:latin typeface="Times New Roman" pitchFamily="18" charset="0"/>
              <a:cs typeface="Times New Roman" pitchFamily="18" charset="0"/>
            </a:rPr>
            <a:t>3rd measurement of residual  magnetic moment</a:t>
          </a:r>
          <a:endParaRPr lang="zh-CN" altLang="en-US" sz="1600" b="1" dirty="0">
            <a:solidFill>
              <a:schemeClr val="tx1"/>
            </a:solidFill>
            <a:latin typeface="Times New Roman" pitchFamily="18" charset="0"/>
            <a:cs typeface="Times New Roman" pitchFamily="18" charset="0"/>
          </a:endParaRPr>
        </a:p>
      </dgm:t>
    </dgm:pt>
    <dgm:pt modelId="{BF5A5B7B-3DC8-4915-83E5-715804C631C9}" type="parTrans" cxnId="{CE00BF20-5646-4577-8A1E-F17A920CF9D2}">
      <dgm:prSet/>
      <dgm:spPr/>
      <dgm:t>
        <a:bodyPr/>
        <a:lstStyle/>
        <a:p>
          <a:endParaRPr lang="zh-CN" altLang="en-US"/>
        </a:p>
      </dgm:t>
    </dgm:pt>
    <dgm:pt modelId="{B8067579-E441-4127-A984-E0714E6AF7C0}" type="sibTrans" cxnId="{CE00BF20-5646-4577-8A1E-F17A920CF9D2}">
      <dgm:prSet/>
      <dgm:spPr/>
      <dgm:t>
        <a:bodyPr/>
        <a:lstStyle/>
        <a:p>
          <a:endParaRPr lang="zh-CN" altLang="en-US"/>
        </a:p>
      </dgm:t>
    </dgm:pt>
    <dgm:pt modelId="{721A33B7-5267-4BEA-A655-05AE9F68A4E8}">
      <dgm:prSet phldrT="[文本]" custT="1"/>
      <dgm:spPr/>
      <dgm:t>
        <a:bodyPr/>
        <a:lstStyle/>
        <a:p>
          <a:r>
            <a:rPr lang="en-US" sz="1800" b="1" i="0" dirty="0" smtClean="0">
              <a:solidFill>
                <a:schemeClr val="tx1"/>
              </a:solidFill>
              <a:latin typeface="Times New Roman" pitchFamily="18" charset="0"/>
              <a:cs typeface="Times New Roman" pitchFamily="18" charset="0"/>
            </a:rPr>
            <a:t>Compensation test (if necessary)</a:t>
          </a:r>
          <a:endParaRPr lang="zh-CN" altLang="en-US" sz="1800" b="1" i="0" dirty="0">
            <a:solidFill>
              <a:schemeClr val="tx1"/>
            </a:solidFill>
            <a:latin typeface="Times New Roman" pitchFamily="18" charset="0"/>
            <a:cs typeface="Times New Roman" pitchFamily="18" charset="0"/>
          </a:endParaRPr>
        </a:p>
      </dgm:t>
    </dgm:pt>
    <dgm:pt modelId="{B19B1F94-AD95-43EB-ACD1-CC5133DDA9E9}" type="parTrans" cxnId="{DEC35385-3046-4C7F-9B18-933EE1A4082C}">
      <dgm:prSet/>
      <dgm:spPr/>
      <dgm:t>
        <a:bodyPr/>
        <a:lstStyle/>
        <a:p>
          <a:endParaRPr lang="zh-CN" altLang="en-US"/>
        </a:p>
      </dgm:t>
    </dgm:pt>
    <dgm:pt modelId="{ADB55146-E7D4-4041-90BD-54D2A4A4922B}" type="sibTrans" cxnId="{DEC35385-3046-4C7F-9B18-933EE1A4082C}">
      <dgm:prSet/>
      <dgm:spPr/>
      <dgm:t>
        <a:bodyPr/>
        <a:lstStyle/>
        <a:p>
          <a:endParaRPr lang="zh-CN" altLang="en-US"/>
        </a:p>
      </dgm:t>
    </dgm:pt>
    <dgm:pt modelId="{998904F5-33ED-4381-9FF7-09C049CB8140}">
      <dgm:prSet phldrT="[文本]" custT="1"/>
      <dgm:spPr/>
      <dgm:t>
        <a:bodyPr/>
        <a:lstStyle/>
        <a:p>
          <a:r>
            <a:rPr lang="en-US" altLang="zh-CN" sz="1600" b="1" dirty="0" smtClean="0">
              <a:solidFill>
                <a:schemeClr val="tx1"/>
              </a:solidFill>
              <a:latin typeface="Times New Roman" pitchFamily="18" charset="0"/>
              <a:cs typeface="Times New Roman" pitchFamily="18" charset="0"/>
            </a:rPr>
            <a:t>4th measurement of residual  magnetic moment</a:t>
          </a:r>
          <a:endParaRPr lang="zh-CN" altLang="en-US" sz="1600" b="1" dirty="0">
            <a:solidFill>
              <a:schemeClr val="tx1"/>
            </a:solidFill>
            <a:latin typeface="Times New Roman" pitchFamily="18" charset="0"/>
            <a:cs typeface="Times New Roman" pitchFamily="18" charset="0"/>
          </a:endParaRPr>
        </a:p>
      </dgm:t>
    </dgm:pt>
    <dgm:pt modelId="{1957E425-7C27-49C3-BD05-0EC54E52D166}" type="parTrans" cxnId="{B1F2AD21-9D84-4CD2-B013-A9AA0A92A8FF}">
      <dgm:prSet/>
      <dgm:spPr/>
      <dgm:t>
        <a:bodyPr/>
        <a:lstStyle/>
        <a:p>
          <a:endParaRPr lang="zh-CN" altLang="en-US"/>
        </a:p>
      </dgm:t>
    </dgm:pt>
    <dgm:pt modelId="{11803A1B-067C-4816-A782-833C9CF49B7E}" type="sibTrans" cxnId="{B1F2AD21-9D84-4CD2-B013-A9AA0A92A8FF}">
      <dgm:prSet/>
      <dgm:spPr/>
      <dgm:t>
        <a:bodyPr/>
        <a:lstStyle/>
        <a:p>
          <a:endParaRPr lang="zh-CN" altLang="en-US"/>
        </a:p>
      </dgm:t>
    </dgm:pt>
    <dgm:pt modelId="{2358BF1B-0189-470E-B9D8-FE97F1DACAD4}">
      <dgm:prSet phldrT="[文本]" custT="1"/>
      <dgm:spPr/>
      <dgm:t>
        <a:bodyPr/>
        <a:lstStyle/>
        <a:p>
          <a:r>
            <a:rPr lang="en-US" altLang="zh-CN" sz="1800" b="1" i="0" dirty="0" smtClean="0">
              <a:solidFill>
                <a:schemeClr val="tx1"/>
              </a:solidFill>
              <a:latin typeface="Times New Roman" pitchFamily="18" charset="0"/>
              <a:cs typeface="Times New Roman" pitchFamily="18" charset="0"/>
            </a:rPr>
            <a:t>Withdraw the test items</a:t>
          </a:r>
          <a:endParaRPr lang="zh-CN" altLang="en-US" sz="1800" b="1" i="0" dirty="0">
            <a:solidFill>
              <a:schemeClr val="tx1"/>
            </a:solidFill>
            <a:latin typeface="Times New Roman" pitchFamily="18" charset="0"/>
            <a:cs typeface="Times New Roman" pitchFamily="18" charset="0"/>
          </a:endParaRPr>
        </a:p>
      </dgm:t>
    </dgm:pt>
    <dgm:pt modelId="{3F51BBEE-95FC-4185-8423-D2C3BF9CE11C}" type="parTrans" cxnId="{728610E9-79BE-4A82-AEA3-A61A829C8A91}">
      <dgm:prSet/>
      <dgm:spPr/>
      <dgm:t>
        <a:bodyPr/>
        <a:lstStyle/>
        <a:p>
          <a:endParaRPr lang="zh-CN" altLang="en-US"/>
        </a:p>
      </dgm:t>
    </dgm:pt>
    <dgm:pt modelId="{6DE85737-79FF-46C9-AB5F-4F1BC5241A9C}" type="sibTrans" cxnId="{728610E9-79BE-4A82-AEA3-A61A829C8A91}">
      <dgm:prSet/>
      <dgm:spPr/>
      <dgm:t>
        <a:bodyPr/>
        <a:lstStyle/>
        <a:p>
          <a:endParaRPr lang="zh-CN" altLang="en-US"/>
        </a:p>
      </dgm:t>
    </dgm:pt>
    <dgm:pt modelId="{919DE721-D503-4A65-B48F-8D8FF2680CB1}" type="pres">
      <dgm:prSet presAssocID="{92ACEFD0-9AF6-4F40-AEA5-0247AB731E72}" presName="Name0" presStyleCnt="0">
        <dgm:presLayoutVars>
          <dgm:dir/>
          <dgm:resizeHandles val="exact"/>
        </dgm:presLayoutVars>
      </dgm:prSet>
      <dgm:spPr/>
      <dgm:t>
        <a:bodyPr/>
        <a:lstStyle/>
        <a:p>
          <a:endParaRPr lang="zh-CN" altLang="en-US"/>
        </a:p>
      </dgm:t>
    </dgm:pt>
    <dgm:pt modelId="{5C0EBE6C-BA3C-4231-89A0-8049D9E1075D}" type="pres">
      <dgm:prSet presAssocID="{96D06BA5-7CA2-43DF-ADDD-FA286FB7C6DE}" presName="node" presStyleLbl="node1" presStyleIdx="0" presStyleCnt="9">
        <dgm:presLayoutVars>
          <dgm:bulletEnabled val="1"/>
        </dgm:presLayoutVars>
      </dgm:prSet>
      <dgm:spPr/>
      <dgm:t>
        <a:bodyPr/>
        <a:lstStyle/>
        <a:p>
          <a:endParaRPr lang="zh-CN" altLang="en-US"/>
        </a:p>
      </dgm:t>
    </dgm:pt>
    <dgm:pt modelId="{8FA74D2D-92DC-4E20-BD04-8DF16CA2E796}" type="pres">
      <dgm:prSet presAssocID="{8A7E0B4A-F3A5-41B1-B9E7-EA17C9EF97CB}" presName="sibTrans" presStyleLbl="sibTrans1D1" presStyleIdx="0" presStyleCnt="8"/>
      <dgm:spPr/>
      <dgm:t>
        <a:bodyPr/>
        <a:lstStyle/>
        <a:p>
          <a:endParaRPr lang="zh-CN" altLang="en-US"/>
        </a:p>
      </dgm:t>
    </dgm:pt>
    <dgm:pt modelId="{A4646C22-F073-4355-B7FA-78195F13F2B3}" type="pres">
      <dgm:prSet presAssocID="{8A7E0B4A-F3A5-41B1-B9E7-EA17C9EF97CB}" presName="connectorText" presStyleLbl="sibTrans1D1" presStyleIdx="0" presStyleCnt="8"/>
      <dgm:spPr/>
      <dgm:t>
        <a:bodyPr/>
        <a:lstStyle/>
        <a:p>
          <a:endParaRPr lang="zh-CN" altLang="en-US"/>
        </a:p>
      </dgm:t>
    </dgm:pt>
    <dgm:pt modelId="{C23AD2AE-1783-4BC0-9F7A-DB136AE8B896}" type="pres">
      <dgm:prSet presAssocID="{E5402B7C-7C74-473D-96EA-B932E662A717}" presName="node" presStyleLbl="node1" presStyleIdx="1" presStyleCnt="9">
        <dgm:presLayoutVars>
          <dgm:bulletEnabled val="1"/>
        </dgm:presLayoutVars>
      </dgm:prSet>
      <dgm:spPr/>
      <dgm:t>
        <a:bodyPr/>
        <a:lstStyle/>
        <a:p>
          <a:endParaRPr lang="zh-CN" altLang="en-US"/>
        </a:p>
      </dgm:t>
    </dgm:pt>
    <dgm:pt modelId="{2C1094E6-1B12-4264-9DE6-A9E62EEFDBFD}" type="pres">
      <dgm:prSet presAssocID="{013AFBC6-6C87-4916-80D4-BA135185A81C}" presName="sibTrans" presStyleLbl="sibTrans1D1" presStyleIdx="1" presStyleCnt="8"/>
      <dgm:spPr/>
      <dgm:t>
        <a:bodyPr/>
        <a:lstStyle/>
        <a:p>
          <a:endParaRPr lang="zh-CN" altLang="en-US"/>
        </a:p>
      </dgm:t>
    </dgm:pt>
    <dgm:pt modelId="{6B48945A-67BD-4C2D-ABCC-4DA58D853D68}" type="pres">
      <dgm:prSet presAssocID="{013AFBC6-6C87-4916-80D4-BA135185A81C}" presName="connectorText" presStyleLbl="sibTrans1D1" presStyleIdx="1" presStyleCnt="8"/>
      <dgm:spPr/>
      <dgm:t>
        <a:bodyPr/>
        <a:lstStyle/>
        <a:p>
          <a:endParaRPr lang="zh-CN" altLang="en-US"/>
        </a:p>
      </dgm:t>
    </dgm:pt>
    <dgm:pt modelId="{71783126-FF22-4274-AE7D-78CF6F5F9E59}" type="pres">
      <dgm:prSet presAssocID="{1EABCFB6-E128-4EE6-8C04-E8586DB15DE1}" presName="node" presStyleLbl="node1" presStyleIdx="2" presStyleCnt="9">
        <dgm:presLayoutVars>
          <dgm:bulletEnabled val="1"/>
        </dgm:presLayoutVars>
      </dgm:prSet>
      <dgm:spPr/>
      <dgm:t>
        <a:bodyPr/>
        <a:lstStyle/>
        <a:p>
          <a:endParaRPr lang="zh-CN" altLang="en-US"/>
        </a:p>
      </dgm:t>
    </dgm:pt>
    <dgm:pt modelId="{8B0CA4D0-FEA2-4A19-8E74-512FD6F3B774}" type="pres">
      <dgm:prSet presAssocID="{E0A1B1DC-6E38-4B5D-8326-DF6F8C234785}" presName="sibTrans" presStyleLbl="sibTrans1D1" presStyleIdx="2" presStyleCnt="8"/>
      <dgm:spPr/>
      <dgm:t>
        <a:bodyPr/>
        <a:lstStyle/>
        <a:p>
          <a:endParaRPr lang="zh-CN" altLang="en-US"/>
        </a:p>
      </dgm:t>
    </dgm:pt>
    <dgm:pt modelId="{DEE57DE0-BC8B-4094-BB7D-3D5319027726}" type="pres">
      <dgm:prSet presAssocID="{E0A1B1DC-6E38-4B5D-8326-DF6F8C234785}" presName="connectorText" presStyleLbl="sibTrans1D1" presStyleIdx="2" presStyleCnt="8"/>
      <dgm:spPr/>
      <dgm:t>
        <a:bodyPr/>
        <a:lstStyle/>
        <a:p>
          <a:endParaRPr lang="zh-CN" altLang="en-US"/>
        </a:p>
      </dgm:t>
    </dgm:pt>
    <dgm:pt modelId="{BCD637E4-C891-42E0-B7EB-2F3220986077}" type="pres">
      <dgm:prSet presAssocID="{9FC1E710-F43A-43E7-9411-7F5367B7BF59}" presName="node" presStyleLbl="node1" presStyleIdx="3" presStyleCnt="9">
        <dgm:presLayoutVars>
          <dgm:bulletEnabled val="1"/>
        </dgm:presLayoutVars>
      </dgm:prSet>
      <dgm:spPr/>
      <dgm:t>
        <a:bodyPr/>
        <a:lstStyle/>
        <a:p>
          <a:endParaRPr lang="zh-CN" altLang="en-US"/>
        </a:p>
      </dgm:t>
    </dgm:pt>
    <dgm:pt modelId="{DA9D3D73-D1FF-403F-B9C8-1E63C734CFA4}" type="pres">
      <dgm:prSet presAssocID="{49218BF6-88F9-4495-97D8-942820CECB52}" presName="sibTrans" presStyleLbl="sibTrans1D1" presStyleIdx="3" presStyleCnt="8"/>
      <dgm:spPr/>
      <dgm:t>
        <a:bodyPr/>
        <a:lstStyle/>
        <a:p>
          <a:endParaRPr lang="zh-CN" altLang="en-US"/>
        </a:p>
      </dgm:t>
    </dgm:pt>
    <dgm:pt modelId="{513C617D-5BC2-49EC-AF06-D69044F4D8A4}" type="pres">
      <dgm:prSet presAssocID="{49218BF6-88F9-4495-97D8-942820CECB52}" presName="connectorText" presStyleLbl="sibTrans1D1" presStyleIdx="3" presStyleCnt="8"/>
      <dgm:spPr/>
      <dgm:t>
        <a:bodyPr/>
        <a:lstStyle/>
        <a:p>
          <a:endParaRPr lang="zh-CN" altLang="en-US"/>
        </a:p>
      </dgm:t>
    </dgm:pt>
    <dgm:pt modelId="{7554761E-7897-4DB0-8E97-BEF0FF46A62B}" type="pres">
      <dgm:prSet presAssocID="{CA51CE13-9B6B-4A52-A55E-E4534CC15EA8}" presName="node" presStyleLbl="node1" presStyleIdx="4" presStyleCnt="9">
        <dgm:presLayoutVars>
          <dgm:bulletEnabled val="1"/>
        </dgm:presLayoutVars>
      </dgm:prSet>
      <dgm:spPr/>
      <dgm:t>
        <a:bodyPr/>
        <a:lstStyle/>
        <a:p>
          <a:endParaRPr lang="zh-CN" altLang="en-US"/>
        </a:p>
      </dgm:t>
    </dgm:pt>
    <dgm:pt modelId="{CB28116E-013C-4145-9FF2-DC422E69E441}" type="pres">
      <dgm:prSet presAssocID="{EF68B144-E3B4-4E59-B1D2-1738D663AF11}" presName="sibTrans" presStyleLbl="sibTrans1D1" presStyleIdx="4" presStyleCnt="8"/>
      <dgm:spPr/>
      <dgm:t>
        <a:bodyPr/>
        <a:lstStyle/>
        <a:p>
          <a:endParaRPr lang="zh-CN" altLang="en-US"/>
        </a:p>
      </dgm:t>
    </dgm:pt>
    <dgm:pt modelId="{2C47F8C7-052E-4901-A42B-05DAB393CB93}" type="pres">
      <dgm:prSet presAssocID="{EF68B144-E3B4-4E59-B1D2-1738D663AF11}" presName="connectorText" presStyleLbl="sibTrans1D1" presStyleIdx="4" presStyleCnt="8"/>
      <dgm:spPr/>
      <dgm:t>
        <a:bodyPr/>
        <a:lstStyle/>
        <a:p>
          <a:endParaRPr lang="zh-CN" altLang="en-US"/>
        </a:p>
      </dgm:t>
    </dgm:pt>
    <dgm:pt modelId="{1519EAC5-3715-4D05-8475-A1D40E4FA3C6}" type="pres">
      <dgm:prSet presAssocID="{0D4D10E0-5E0C-4D1E-9FC2-045D21544116}" presName="node" presStyleLbl="node1" presStyleIdx="5" presStyleCnt="9">
        <dgm:presLayoutVars>
          <dgm:bulletEnabled val="1"/>
        </dgm:presLayoutVars>
      </dgm:prSet>
      <dgm:spPr/>
      <dgm:t>
        <a:bodyPr/>
        <a:lstStyle/>
        <a:p>
          <a:endParaRPr lang="zh-CN" altLang="en-US"/>
        </a:p>
      </dgm:t>
    </dgm:pt>
    <dgm:pt modelId="{A7CA0883-EFFE-4545-ABCA-9E656BA60872}" type="pres">
      <dgm:prSet presAssocID="{B8067579-E441-4127-A984-E0714E6AF7C0}" presName="sibTrans" presStyleLbl="sibTrans1D1" presStyleIdx="5" presStyleCnt="8"/>
      <dgm:spPr/>
      <dgm:t>
        <a:bodyPr/>
        <a:lstStyle/>
        <a:p>
          <a:endParaRPr lang="zh-CN" altLang="en-US"/>
        </a:p>
      </dgm:t>
    </dgm:pt>
    <dgm:pt modelId="{51AD9BAD-C1BF-41DD-A7C7-5050C9317DB0}" type="pres">
      <dgm:prSet presAssocID="{B8067579-E441-4127-A984-E0714E6AF7C0}" presName="connectorText" presStyleLbl="sibTrans1D1" presStyleIdx="5" presStyleCnt="8"/>
      <dgm:spPr/>
      <dgm:t>
        <a:bodyPr/>
        <a:lstStyle/>
        <a:p>
          <a:endParaRPr lang="zh-CN" altLang="en-US"/>
        </a:p>
      </dgm:t>
    </dgm:pt>
    <dgm:pt modelId="{BA5CC973-2F83-46A1-9221-F4D12595F751}" type="pres">
      <dgm:prSet presAssocID="{721A33B7-5267-4BEA-A655-05AE9F68A4E8}" presName="node" presStyleLbl="node1" presStyleIdx="6" presStyleCnt="9">
        <dgm:presLayoutVars>
          <dgm:bulletEnabled val="1"/>
        </dgm:presLayoutVars>
      </dgm:prSet>
      <dgm:spPr/>
      <dgm:t>
        <a:bodyPr/>
        <a:lstStyle/>
        <a:p>
          <a:endParaRPr lang="zh-CN" altLang="en-US"/>
        </a:p>
      </dgm:t>
    </dgm:pt>
    <dgm:pt modelId="{D5A810F6-A863-41C6-BED8-39F159EAAF3F}" type="pres">
      <dgm:prSet presAssocID="{ADB55146-E7D4-4041-90BD-54D2A4A4922B}" presName="sibTrans" presStyleLbl="sibTrans1D1" presStyleIdx="6" presStyleCnt="8"/>
      <dgm:spPr/>
      <dgm:t>
        <a:bodyPr/>
        <a:lstStyle/>
        <a:p>
          <a:endParaRPr lang="zh-CN" altLang="en-US"/>
        </a:p>
      </dgm:t>
    </dgm:pt>
    <dgm:pt modelId="{AAEABCCE-1E26-4F10-A4A5-A52696D99B47}" type="pres">
      <dgm:prSet presAssocID="{ADB55146-E7D4-4041-90BD-54D2A4A4922B}" presName="connectorText" presStyleLbl="sibTrans1D1" presStyleIdx="6" presStyleCnt="8"/>
      <dgm:spPr/>
      <dgm:t>
        <a:bodyPr/>
        <a:lstStyle/>
        <a:p>
          <a:endParaRPr lang="zh-CN" altLang="en-US"/>
        </a:p>
      </dgm:t>
    </dgm:pt>
    <dgm:pt modelId="{B0DBDAFC-D11A-4128-ADF4-DE703BD7D32B}" type="pres">
      <dgm:prSet presAssocID="{998904F5-33ED-4381-9FF7-09C049CB8140}" presName="node" presStyleLbl="node1" presStyleIdx="7" presStyleCnt="9">
        <dgm:presLayoutVars>
          <dgm:bulletEnabled val="1"/>
        </dgm:presLayoutVars>
      </dgm:prSet>
      <dgm:spPr/>
      <dgm:t>
        <a:bodyPr/>
        <a:lstStyle/>
        <a:p>
          <a:endParaRPr lang="zh-CN" altLang="en-US"/>
        </a:p>
      </dgm:t>
    </dgm:pt>
    <dgm:pt modelId="{C7D34C8F-2E0F-4557-8FC0-F9218B9D670F}" type="pres">
      <dgm:prSet presAssocID="{11803A1B-067C-4816-A782-833C9CF49B7E}" presName="sibTrans" presStyleLbl="sibTrans1D1" presStyleIdx="7" presStyleCnt="8"/>
      <dgm:spPr/>
      <dgm:t>
        <a:bodyPr/>
        <a:lstStyle/>
        <a:p>
          <a:endParaRPr lang="zh-CN" altLang="en-US"/>
        </a:p>
      </dgm:t>
    </dgm:pt>
    <dgm:pt modelId="{48F965DA-3069-4089-B430-CD5474DA7BBC}" type="pres">
      <dgm:prSet presAssocID="{11803A1B-067C-4816-A782-833C9CF49B7E}" presName="connectorText" presStyleLbl="sibTrans1D1" presStyleIdx="7" presStyleCnt="8"/>
      <dgm:spPr/>
      <dgm:t>
        <a:bodyPr/>
        <a:lstStyle/>
        <a:p>
          <a:endParaRPr lang="zh-CN" altLang="en-US"/>
        </a:p>
      </dgm:t>
    </dgm:pt>
    <dgm:pt modelId="{63211D6F-83E2-4248-96B9-AEDF9D5D9BEB}" type="pres">
      <dgm:prSet presAssocID="{2358BF1B-0189-470E-B9D8-FE97F1DACAD4}" presName="node" presStyleLbl="node1" presStyleIdx="8" presStyleCnt="9">
        <dgm:presLayoutVars>
          <dgm:bulletEnabled val="1"/>
        </dgm:presLayoutVars>
      </dgm:prSet>
      <dgm:spPr/>
      <dgm:t>
        <a:bodyPr/>
        <a:lstStyle/>
        <a:p>
          <a:endParaRPr lang="zh-CN" altLang="en-US"/>
        </a:p>
      </dgm:t>
    </dgm:pt>
  </dgm:ptLst>
  <dgm:cxnLst>
    <dgm:cxn modelId="{F857064E-8937-41D7-B6D4-42E3F64171B1}" type="presOf" srcId="{721A33B7-5267-4BEA-A655-05AE9F68A4E8}" destId="{BA5CC973-2F83-46A1-9221-F4D12595F751}" srcOrd="0" destOrd="0" presId="urn:microsoft.com/office/officeart/2005/8/layout/bProcess3"/>
    <dgm:cxn modelId="{0D00ACE5-FAF5-487E-81B2-B388E3E337D8}" srcId="{92ACEFD0-9AF6-4F40-AEA5-0247AB731E72}" destId="{9FC1E710-F43A-43E7-9411-7F5367B7BF59}" srcOrd="3" destOrd="0" parTransId="{BF0DBE14-B28C-49B5-B9E5-63A528663E22}" sibTransId="{49218BF6-88F9-4495-97D8-942820CECB52}"/>
    <dgm:cxn modelId="{E86DEDEF-5F36-4951-BB43-14E8C72F4BA7}" type="presOf" srcId="{8A7E0B4A-F3A5-41B1-B9E7-EA17C9EF97CB}" destId="{8FA74D2D-92DC-4E20-BD04-8DF16CA2E796}" srcOrd="0" destOrd="0" presId="urn:microsoft.com/office/officeart/2005/8/layout/bProcess3"/>
    <dgm:cxn modelId="{B1F2AD21-9D84-4CD2-B013-A9AA0A92A8FF}" srcId="{92ACEFD0-9AF6-4F40-AEA5-0247AB731E72}" destId="{998904F5-33ED-4381-9FF7-09C049CB8140}" srcOrd="7" destOrd="0" parTransId="{1957E425-7C27-49C3-BD05-0EC54E52D166}" sibTransId="{11803A1B-067C-4816-A782-833C9CF49B7E}"/>
    <dgm:cxn modelId="{96F48B05-8A33-4F12-8CF9-DE6F4E42F230}" type="presOf" srcId="{9FC1E710-F43A-43E7-9411-7F5367B7BF59}" destId="{BCD637E4-C891-42E0-B7EB-2F3220986077}" srcOrd="0" destOrd="0" presId="urn:microsoft.com/office/officeart/2005/8/layout/bProcess3"/>
    <dgm:cxn modelId="{DC88A41A-690D-4153-ADB8-7A1062556704}" type="presOf" srcId="{E0A1B1DC-6E38-4B5D-8326-DF6F8C234785}" destId="{8B0CA4D0-FEA2-4A19-8E74-512FD6F3B774}" srcOrd="0" destOrd="0" presId="urn:microsoft.com/office/officeart/2005/8/layout/bProcess3"/>
    <dgm:cxn modelId="{16F430C9-9DEA-42C3-9984-AD0BE7AD1E0B}" type="presOf" srcId="{92ACEFD0-9AF6-4F40-AEA5-0247AB731E72}" destId="{919DE721-D503-4A65-B48F-8D8FF2680CB1}" srcOrd="0" destOrd="0" presId="urn:microsoft.com/office/officeart/2005/8/layout/bProcess3"/>
    <dgm:cxn modelId="{39A525E6-35BD-4E96-B996-F8B16519B81E}" type="presOf" srcId="{EF68B144-E3B4-4E59-B1D2-1738D663AF11}" destId="{CB28116E-013C-4145-9FF2-DC422E69E441}" srcOrd="0" destOrd="0" presId="urn:microsoft.com/office/officeart/2005/8/layout/bProcess3"/>
    <dgm:cxn modelId="{2E734090-5776-4FC5-B7DC-AC59EA4072A8}" type="presOf" srcId="{CA51CE13-9B6B-4A52-A55E-E4534CC15EA8}" destId="{7554761E-7897-4DB0-8E97-BEF0FF46A62B}" srcOrd="0" destOrd="0" presId="urn:microsoft.com/office/officeart/2005/8/layout/bProcess3"/>
    <dgm:cxn modelId="{C0CC593E-3CCF-4024-89B5-6D03997AABD1}" type="presOf" srcId="{ADB55146-E7D4-4041-90BD-54D2A4A4922B}" destId="{D5A810F6-A863-41C6-BED8-39F159EAAF3F}" srcOrd="0" destOrd="0" presId="urn:microsoft.com/office/officeart/2005/8/layout/bProcess3"/>
    <dgm:cxn modelId="{3FEEA7B8-2165-4655-8E3F-AF9CAB783BCA}" type="presOf" srcId="{8A7E0B4A-F3A5-41B1-B9E7-EA17C9EF97CB}" destId="{A4646C22-F073-4355-B7FA-78195F13F2B3}" srcOrd="1" destOrd="0" presId="urn:microsoft.com/office/officeart/2005/8/layout/bProcess3"/>
    <dgm:cxn modelId="{C3A734AF-6BA5-4F01-BAAC-9B9D3CBD0D18}" type="presOf" srcId="{2358BF1B-0189-470E-B9D8-FE97F1DACAD4}" destId="{63211D6F-83E2-4248-96B9-AEDF9D5D9BEB}" srcOrd="0" destOrd="0" presId="urn:microsoft.com/office/officeart/2005/8/layout/bProcess3"/>
    <dgm:cxn modelId="{7AF24C64-AC07-4114-A65F-212FC3B1D6AB}" type="presOf" srcId="{49218BF6-88F9-4495-97D8-942820CECB52}" destId="{513C617D-5BC2-49EC-AF06-D69044F4D8A4}" srcOrd="1" destOrd="0" presId="urn:microsoft.com/office/officeart/2005/8/layout/bProcess3"/>
    <dgm:cxn modelId="{3AE5826F-9C39-439B-85FF-DB168F5AE85A}" type="presOf" srcId="{EF68B144-E3B4-4E59-B1D2-1738D663AF11}" destId="{2C47F8C7-052E-4901-A42B-05DAB393CB93}" srcOrd="1" destOrd="0" presId="urn:microsoft.com/office/officeart/2005/8/layout/bProcess3"/>
    <dgm:cxn modelId="{CE00BF20-5646-4577-8A1E-F17A920CF9D2}" srcId="{92ACEFD0-9AF6-4F40-AEA5-0247AB731E72}" destId="{0D4D10E0-5E0C-4D1E-9FC2-045D21544116}" srcOrd="5" destOrd="0" parTransId="{BF5A5B7B-3DC8-4915-83E5-715804C631C9}" sibTransId="{B8067579-E441-4127-A984-E0714E6AF7C0}"/>
    <dgm:cxn modelId="{0CFAED6D-9212-4753-96F9-D3DBF20D83FB}" type="presOf" srcId="{11803A1B-067C-4816-A782-833C9CF49B7E}" destId="{C7D34C8F-2E0F-4557-8FC0-F9218B9D670F}" srcOrd="0" destOrd="0" presId="urn:microsoft.com/office/officeart/2005/8/layout/bProcess3"/>
    <dgm:cxn modelId="{D20C8585-16F7-4E80-999E-F5755DC9877E}" srcId="{92ACEFD0-9AF6-4F40-AEA5-0247AB731E72}" destId="{96D06BA5-7CA2-43DF-ADDD-FA286FB7C6DE}" srcOrd="0" destOrd="0" parTransId="{00175F70-71A7-4A88-8275-28DFC315814E}" sibTransId="{8A7E0B4A-F3A5-41B1-B9E7-EA17C9EF97CB}"/>
    <dgm:cxn modelId="{F377C9E5-75D1-4025-AA6A-8BA286700225}" type="presOf" srcId="{1EABCFB6-E128-4EE6-8C04-E8586DB15DE1}" destId="{71783126-FF22-4274-AE7D-78CF6F5F9E59}" srcOrd="0" destOrd="0" presId="urn:microsoft.com/office/officeart/2005/8/layout/bProcess3"/>
    <dgm:cxn modelId="{81A54751-6C0A-412E-822E-3668E2C4BB0C}" type="presOf" srcId="{B8067579-E441-4127-A984-E0714E6AF7C0}" destId="{A7CA0883-EFFE-4545-ABCA-9E656BA60872}" srcOrd="0" destOrd="0" presId="urn:microsoft.com/office/officeart/2005/8/layout/bProcess3"/>
    <dgm:cxn modelId="{1E529C0A-FD8A-4CDE-86EB-FCEBF4B963BC}" type="presOf" srcId="{013AFBC6-6C87-4916-80D4-BA135185A81C}" destId="{6B48945A-67BD-4C2D-ABCC-4DA58D853D68}" srcOrd="1" destOrd="0" presId="urn:microsoft.com/office/officeart/2005/8/layout/bProcess3"/>
    <dgm:cxn modelId="{698D867B-5A3B-4B89-A3C1-D8516F9F7C34}" type="presOf" srcId="{E5402B7C-7C74-473D-96EA-B932E662A717}" destId="{C23AD2AE-1783-4BC0-9F7A-DB136AE8B896}" srcOrd="0" destOrd="0" presId="urn:microsoft.com/office/officeart/2005/8/layout/bProcess3"/>
    <dgm:cxn modelId="{8D088AB3-50B1-48B8-AE7E-ADE86F90FBA4}" srcId="{92ACEFD0-9AF6-4F40-AEA5-0247AB731E72}" destId="{1EABCFB6-E128-4EE6-8C04-E8586DB15DE1}" srcOrd="2" destOrd="0" parTransId="{235FF646-79C5-48C8-B4A9-D3CB469FADAB}" sibTransId="{E0A1B1DC-6E38-4B5D-8326-DF6F8C234785}"/>
    <dgm:cxn modelId="{997C8892-6EB5-4C5C-95AE-965137117633}" type="presOf" srcId="{0D4D10E0-5E0C-4D1E-9FC2-045D21544116}" destId="{1519EAC5-3715-4D05-8475-A1D40E4FA3C6}" srcOrd="0" destOrd="0" presId="urn:microsoft.com/office/officeart/2005/8/layout/bProcess3"/>
    <dgm:cxn modelId="{093EA037-1B3B-4369-AA43-4E8B491BFE23}" type="presOf" srcId="{ADB55146-E7D4-4041-90BD-54D2A4A4922B}" destId="{AAEABCCE-1E26-4F10-A4A5-A52696D99B47}" srcOrd="1" destOrd="0" presId="urn:microsoft.com/office/officeart/2005/8/layout/bProcess3"/>
    <dgm:cxn modelId="{7241CC58-4A85-4AB8-AC01-B36E738BC045}" type="presOf" srcId="{E0A1B1DC-6E38-4B5D-8326-DF6F8C234785}" destId="{DEE57DE0-BC8B-4094-BB7D-3D5319027726}" srcOrd="1" destOrd="0" presId="urn:microsoft.com/office/officeart/2005/8/layout/bProcess3"/>
    <dgm:cxn modelId="{DEC35385-3046-4C7F-9B18-933EE1A4082C}" srcId="{92ACEFD0-9AF6-4F40-AEA5-0247AB731E72}" destId="{721A33B7-5267-4BEA-A655-05AE9F68A4E8}" srcOrd="6" destOrd="0" parTransId="{B19B1F94-AD95-43EB-ACD1-CC5133DDA9E9}" sibTransId="{ADB55146-E7D4-4041-90BD-54D2A4A4922B}"/>
    <dgm:cxn modelId="{728610E9-79BE-4A82-AEA3-A61A829C8A91}" srcId="{92ACEFD0-9AF6-4F40-AEA5-0247AB731E72}" destId="{2358BF1B-0189-470E-B9D8-FE97F1DACAD4}" srcOrd="8" destOrd="0" parTransId="{3F51BBEE-95FC-4185-8423-D2C3BF9CE11C}" sibTransId="{6DE85737-79FF-46C9-AB5F-4F1BC5241A9C}"/>
    <dgm:cxn modelId="{00DFECAC-734F-4587-B59D-C8BA1CF084C5}" type="presOf" srcId="{11803A1B-067C-4816-A782-833C9CF49B7E}" destId="{48F965DA-3069-4089-B430-CD5474DA7BBC}" srcOrd="1" destOrd="0" presId="urn:microsoft.com/office/officeart/2005/8/layout/bProcess3"/>
    <dgm:cxn modelId="{B5B8EF1C-6F8E-4FEA-BA73-AF29BF0FE7B1}" type="presOf" srcId="{013AFBC6-6C87-4916-80D4-BA135185A81C}" destId="{2C1094E6-1B12-4264-9DE6-A9E62EEFDBFD}" srcOrd="0" destOrd="0" presId="urn:microsoft.com/office/officeart/2005/8/layout/bProcess3"/>
    <dgm:cxn modelId="{31A53915-A241-4BB9-9986-E4C7B2DDE144}" srcId="{92ACEFD0-9AF6-4F40-AEA5-0247AB731E72}" destId="{E5402B7C-7C74-473D-96EA-B932E662A717}" srcOrd="1" destOrd="0" parTransId="{5EE60CB8-F531-463E-85C7-BD3F08876459}" sibTransId="{013AFBC6-6C87-4916-80D4-BA135185A81C}"/>
    <dgm:cxn modelId="{D491E391-9D25-4CFE-A03E-5DF644557361}" type="presOf" srcId="{96D06BA5-7CA2-43DF-ADDD-FA286FB7C6DE}" destId="{5C0EBE6C-BA3C-4231-89A0-8049D9E1075D}" srcOrd="0" destOrd="0" presId="urn:microsoft.com/office/officeart/2005/8/layout/bProcess3"/>
    <dgm:cxn modelId="{DBC9523A-690B-4916-B3EB-4F096F89E184}" type="presOf" srcId="{B8067579-E441-4127-A984-E0714E6AF7C0}" destId="{51AD9BAD-C1BF-41DD-A7C7-5050C9317DB0}" srcOrd="1" destOrd="0" presId="urn:microsoft.com/office/officeart/2005/8/layout/bProcess3"/>
    <dgm:cxn modelId="{AED7AA31-9F33-4750-82DD-D70708EF0156}" type="presOf" srcId="{998904F5-33ED-4381-9FF7-09C049CB8140}" destId="{B0DBDAFC-D11A-4128-ADF4-DE703BD7D32B}" srcOrd="0" destOrd="0" presId="urn:microsoft.com/office/officeart/2005/8/layout/bProcess3"/>
    <dgm:cxn modelId="{E290D056-945D-4E8F-9538-27A5576A3A9E}" type="presOf" srcId="{49218BF6-88F9-4495-97D8-942820CECB52}" destId="{DA9D3D73-D1FF-403F-B9C8-1E63C734CFA4}" srcOrd="0" destOrd="0" presId="urn:microsoft.com/office/officeart/2005/8/layout/bProcess3"/>
    <dgm:cxn modelId="{E2C7886E-D13B-4F8A-BF91-1C429375F3CF}" srcId="{92ACEFD0-9AF6-4F40-AEA5-0247AB731E72}" destId="{CA51CE13-9B6B-4A52-A55E-E4534CC15EA8}" srcOrd="4" destOrd="0" parTransId="{9D69A2B4-2781-4BEA-B764-23C14C546141}" sibTransId="{EF68B144-E3B4-4E59-B1D2-1738D663AF11}"/>
    <dgm:cxn modelId="{9829EE7C-5BA8-41F0-8C3F-12BA0110878D}" type="presParOf" srcId="{919DE721-D503-4A65-B48F-8D8FF2680CB1}" destId="{5C0EBE6C-BA3C-4231-89A0-8049D9E1075D}" srcOrd="0" destOrd="0" presId="urn:microsoft.com/office/officeart/2005/8/layout/bProcess3"/>
    <dgm:cxn modelId="{34BEF501-FA12-4CED-AD31-51192E4B5FC5}" type="presParOf" srcId="{919DE721-D503-4A65-B48F-8D8FF2680CB1}" destId="{8FA74D2D-92DC-4E20-BD04-8DF16CA2E796}" srcOrd="1" destOrd="0" presId="urn:microsoft.com/office/officeart/2005/8/layout/bProcess3"/>
    <dgm:cxn modelId="{F9B3423A-53B4-4841-86F2-2B88442B544A}" type="presParOf" srcId="{8FA74D2D-92DC-4E20-BD04-8DF16CA2E796}" destId="{A4646C22-F073-4355-B7FA-78195F13F2B3}" srcOrd="0" destOrd="0" presId="urn:microsoft.com/office/officeart/2005/8/layout/bProcess3"/>
    <dgm:cxn modelId="{9C056A19-C356-4CFA-8F49-8F362F821CF3}" type="presParOf" srcId="{919DE721-D503-4A65-B48F-8D8FF2680CB1}" destId="{C23AD2AE-1783-4BC0-9F7A-DB136AE8B896}" srcOrd="2" destOrd="0" presId="urn:microsoft.com/office/officeart/2005/8/layout/bProcess3"/>
    <dgm:cxn modelId="{A0E194EC-823B-4AD8-BDA7-840653766D84}" type="presParOf" srcId="{919DE721-D503-4A65-B48F-8D8FF2680CB1}" destId="{2C1094E6-1B12-4264-9DE6-A9E62EEFDBFD}" srcOrd="3" destOrd="0" presId="urn:microsoft.com/office/officeart/2005/8/layout/bProcess3"/>
    <dgm:cxn modelId="{5D74EB4D-6FB6-4BA1-899E-D471098EE011}" type="presParOf" srcId="{2C1094E6-1B12-4264-9DE6-A9E62EEFDBFD}" destId="{6B48945A-67BD-4C2D-ABCC-4DA58D853D68}" srcOrd="0" destOrd="0" presId="urn:microsoft.com/office/officeart/2005/8/layout/bProcess3"/>
    <dgm:cxn modelId="{F91CB77F-FADF-4022-8C03-8E2906925BAE}" type="presParOf" srcId="{919DE721-D503-4A65-B48F-8D8FF2680CB1}" destId="{71783126-FF22-4274-AE7D-78CF6F5F9E59}" srcOrd="4" destOrd="0" presId="urn:microsoft.com/office/officeart/2005/8/layout/bProcess3"/>
    <dgm:cxn modelId="{7BFC29A4-B866-4B73-8755-D49982AFB70E}" type="presParOf" srcId="{919DE721-D503-4A65-B48F-8D8FF2680CB1}" destId="{8B0CA4D0-FEA2-4A19-8E74-512FD6F3B774}" srcOrd="5" destOrd="0" presId="urn:microsoft.com/office/officeart/2005/8/layout/bProcess3"/>
    <dgm:cxn modelId="{592EC09E-4380-40A1-B183-CEA03F97ADB0}" type="presParOf" srcId="{8B0CA4D0-FEA2-4A19-8E74-512FD6F3B774}" destId="{DEE57DE0-BC8B-4094-BB7D-3D5319027726}" srcOrd="0" destOrd="0" presId="urn:microsoft.com/office/officeart/2005/8/layout/bProcess3"/>
    <dgm:cxn modelId="{4861FBA3-8402-4783-968D-21767A21C9E0}" type="presParOf" srcId="{919DE721-D503-4A65-B48F-8D8FF2680CB1}" destId="{BCD637E4-C891-42E0-B7EB-2F3220986077}" srcOrd="6" destOrd="0" presId="urn:microsoft.com/office/officeart/2005/8/layout/bProcess3"/>
    <dgm:cxn modelId="{34D6AEEA-E0AF-4EA1-A716-32819B8D0027}" type="presParOf" srcId="{919DE721-D503-4A65-B48F-8D8FF2680CB1}" destId="{DA9D3D73-D1FF-403F-B9C8-1E63C734CFA4}" srcOrd="7" destOrd="0" presId="urn:microsoft.com/office/officeart/2005/8/layout/bProcess3"/>
    <dgm:cxn modelId="{B5E6B0D3-F4D6-4050-BAA7-C956B002BD33}" type="presParOf" srcId="{DA9D3D73-D1FF-403F-B9C8-1E63C734CFA4}" destId="{513C617D-5BC2-49EC-AF06-D69044F4D8A4}" srcOrd="0" destOrd="0" presId="urn:microsoft.com/office/officeart/2005/8/layout/bProcess3"/>
    <dgm:cxn modelId="{651261AB-97D0-477C-B76E-5CB94031B566}" type="presParOf" srcId="{919DE721-D503-4A65-B48F-8D8FF2680CB1}" destId="{7554761E-7897-4DB0-8E97-BEF0FF46A62B}" srcOrd="8" destOrd="0" presId="urn:microsoft.com/office/officeart/2005/8/layout/bProcess3"/>
    <dgm:cxn modelId="{0DA241E2-DD53-403D-ADF0-4F0A3597FE85}" type="presParOf" srcId="{919DE721-D503-4A65-B48F-8D8FF2680CB1}" destId="{CB28116E-013C-4145-9FF2-DC422E69E441}" srcOrd="9" destOrd="0" presId="urn:microsoft.com/office/officeart/2005/8/layout/bProcess3"/>
    <dgm:cxn modelId="{851F5CEA-C00B-4D73-B7D0-A97CB6207561}" type="presParOf" srcId="{CB28116E-013C-4145-9FF2-DC422E69E441}" destId="{2C47F8C7-052E-4901-A42B-05DAB393CB93}" srcOrd="0" destOrd="0" presId="urn:microsoft.com/office/officeart/2005/8/layout/bProcess3"/>
    <dgm:cxn modelId="{CF352DC7-51CC-475C-AA8F-C068C0814EDD}" type="presParOf" srcId="{919DE721-D503-4A65-B48F-8D8FF2680CB1}" destId="{1519EAC5-3715-4D05-8475-A1D40E4FA3C6}" srcOrd="10" destOrd="0" presId="urn:microsoft.com/office/officeart/2005/8/layout/bProcess3"/>
    <dgm:cxn modelId="{D1FE4497-4FB3-4878-9350-01FE0B5592EB}" type="presParOf" srcId="{919DE721-D503-4A65-B48F-8D8FF2680CB1}" destId="{A7CA0883-EFFE-4545-ABCA-9E656BA60872}" srcOrd="11" destOrd="0" presId="urn:microsoft.com/office/officeart/2005/8/layout/bProcess3"/>
    <dgm:cxn modelId="{746DD370-398D-4948-B84D-DE9291BA64FF}" type="presParOf" srcId="{A7CA0883-EFFE-4545-ABCA-9E656BA60872}" destId="{51AD9BAD-C1BF-41DD-A7C7-5050C9317DB0}" srcOrd="0" destOrd="0" presId="urn:microsoft.com/office/officeart/2005/8/layout/bProcess3"/>
    <dgm:cxn modelId="{42203F17-ACF1-4F3C-9AF7-E764E4B2D88E}" type="presParOf" srcId="{919DE721-D503-4A65-B48F-8D8FF2680CB1}" destId="{BA5CC973-2F83-46A1-9221-F4D12595F751}" srcOrd="12" destOrd="0" presId="urn:microsoft.com/office/officeart/2005/8/layout/bProcess3"/>
    <dgm:cxn modelId="{F16D62CE-496C-4690-B79F-7E29AF14E51A}" type="presParOf" srcId="{919DE721-D503-4A65-B48F-8D8FF2680CB1}" destId="{D5A810F6-A863-41C6-BED8-39F159EAAF3F}" srcOrd="13" destOrd="0" presId="urn:microsoft.com/office/officeart/2005/8/layout/bProcess3"/>
    <dgm:cxn modelId="{E58DFD29-FD14-4A11-AB62-8BAB690FD455}" type="presParOf" srcId="{D5A810F6-A863-41C6-BED8-39F159EAAF3F}" destId="{AAEABCCE-1E26-4F10-A4A5-A52696D99B47}" srcOrd="0" destOrd="0" presId="urn:microsoft.com/office/officeart/2005/8/layout/bProcess3"/>
    <dgm:cxn modelId="{298D9C9F-5F4E-4458-9297-9EBAFB7BFE47}" type="presParOf" srcId="{919DE721-D503-4A65-B48F-8D8FF2680CB1}" destId="{B0DBDAFC-D11A-4128-ADF4-DE703BD7D32B}" srcOrd="14" destOrd="0" presId="urn:microsoft.com/office/officeart/2005/8/layout/bProcess3"/>
    <dgm:cxn modelId="{38BB229F-EEB6-4519-B91F-5D9BF3885C86}" type="presParOf" srcId="{919DE721-D503-4A65-B48F-8D8FF2680CB1}" destId="{C7D34C8F-2E0F-4557-8FC0-F9218B9D670F}" srcOrd="15" destOrd="0" presId="urn:microsoft.com/office/officeart/2005/8/layout/bProcess3"/>
    <dgm:cxn modelId="{0F3A085B-3FB1-4BB1-B965-F101B51AC9C0}" type="presParOf" srcId="{C7D34C8F-2E0F-4557-8FC0-F9218B9D670F}" destId="{48F965DA-3069-4089-B430-CD5474DA7BBC}" srcOrd="0" destOrd="0" presId="urn:microsoft.com/office/officeart/2005/8/layout/bProcess3"/>
    <dgm:cxn modelId="{550BB4DC-274A-4F01-996C-2CA277397F97}" type="presParOf" srcId="{919DE721-D503-4A65-B48F-8D8FF2680CB1}" destId="{63211D6F-83E2-4248-96B9-AEDF9D5D9BEB}" srcOrd="1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pPr/>
              <a:t>2019-2-27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pPr/>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2019-2-27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10</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11</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Samarium-cobalt alloy ,</a:t>
            </a:r>
            <a:r>
              <a:rPr lang="en-US" altLang="zh-CN" smtClean="0"/>
              <a:t>Neodymium-iron-boron alloy</a:t>
            </a:r>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cstate="print"/>
          <a:srcRect b="4167"/>
          <a:stretch>
            <a:fillRect/>
          </a:stretch>
        </p:blipFill>
        <p:spPr>
          <a:xfrm>
            <a:off x="0" y="0"/>
            <a:ext cx="9144000" cy="6858000"/>
          </a:xfrm>
          <a:prstGeom prst="rect">
            <a:avLst/>
          </a:prstGeom>
        </p:spPr>
      </p:pic>
      <p:sp>
        <p:nvSpPr>
          <p:cNvPr id="3" name="副标题 2"/>
          <p:cNvSpPr>
            <a:spLocks noGrp="1"/>
          </p:cNvSpPr>
          <p:nvPr>
            <p:ph type="subTitle" idx="1" hasCustomPrompt="1"/>
          </p:nvPr>
        </p:nvSpPr>
        <p:spPr>
          <a:xfrm>
            <a:off x="2195736" y="5085184"/>
            <a:ext cx="4914912" cy="685808"/>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2409248"/>
            <a:ext cx="7586658" cy="1082660"/>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8" name="Picture 3"/>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backgroundRemoval t="3196" b="99696" l="321" r="100000">
                        <a14:foregroundMark x1="7066" y1="8828" x2="16809" y2="9132"/>
                        <a14:foregroundMark x1="8565" y1="10046" x2="11242" y2="8828"/>
                        <a14:foregroundMark x1="12527" y1="7915" x2="12527" y2="7915"/>
                      </a14:backgroundRemoval>
                    </a14:imgEffect>
                  </a14:imgLayer>
                </a14:imgProps>
              </a:ext>
              <a:ext uri="{28A0092B-C50C-407E-A947-70E740481C1C}">
                <a14:useLocalDpi xmlns:a14="http://schemas.microsoft.com/office/drawing/2010/main" val="0"/>
              </a:ext>
            </a:extLst>
          </a:blip>
          <a:srcRect/>
          <a:stretch>
            <a:fillRect/>
          </a:stretch>
        </p:blipFill>
        <p:spPr bwMode="auto">
          <a:xfrm>
            <a:off x="7092280" y="188640"/>
            <a:ext cx="1843743" cy="129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cstate="print"/>
          <a:srcRect b="4167"/>
          <a:stretch>
            <a:fillRect/>
          </a:stretch>
        </p:blipFill>
        <p:spPr>
          <a:xfrm>
            <a:off x="0" y="0"/>
            <a:ext cx="9144000" cy="6858000"/>
          </a:xfrm>
          <a:prstGeom prst="rect">
            <a:avLst/>
          </a:prstGeom>
        </p:spPr>
      </p:pic>
      <p:pic>
        <p:nvPicPr>
          <p:cNvPr id="13" name="图片 12" descr="小卫星.gif"/>
          <p:cNvPicPr>
            <a:picLocks noChangeAspect="1"/>
          </p:cNvPicPr>
          <p:nvPr userDrawn="1"/>
        </p:nvPicPr>
        <p:blipFill>
          <a:blip r:embed="rId3" cstate="print"/>
          <a:stretch>
            <a:fillRect/>
          </a:stretch>
        </p:blipFill>
        <p:spPr>
          <a:xfrm rot="2940000">
            <a:off x="6494849" y="540860"/>
            <a:ext cx="1961498" cy="1231277"/>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p:nvPicPr>
        <p:blipFill>
          <a:blip r:embed="rId7" cstate="print"/>
          <a:srcRect t="10773" b="69020"/>
          <a:stretch>
            <a:fillRect/>
          </a:stretch>
        </p:blipFill>
        <p:spPr>
          <a:xfrm>
            <a:off x="0" y="0"/>
            <a:ext cx="9144000" cy="1214422"/>
          </a:xfrm>
          <a:prstGeom prst="rect">
            <a:avLst/>
          </a:prstGeom>
        </p:spPr>
      </p:pic>
      <p:sp>
        <p:nvSpPr>
          <p:cNvPr id="2" name="标题占位符 1"/>
          <p:cNvSpPr>
            <a:spLocks noGrp="1"/>
          </p:cNvSpPr>
          <p:nvPr>
            <p:ph type="title"/>
          </p:nvPr>
        </p:nvSpPr>
        <p:spPr>
          <a:xfrm>
            <a:off x="457200" y="274638"/>
            <a:ext cx="8229600" cy="108266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357298"/>
            <a:ext cx="8229600" cy="4768865"/>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p:nvPicPr>
        <p:blipFill>
          <a:blip r:embed="rId7" cstate="print"/>
          <a:srcRect t="52304" b="41753"/>
          <a:stretch>
            <a:fillRect/>
          </a:stretch>
        </p:blipFill>
        <p:spPr>
          <a:xfrm>
            <a:off x="0" y="6715149"/>
            <a:ext cx="9144000" cy="321458"/>
          </a:xfrm>
          <a:prstGeom prst="rect">
            <a:avLst/>
          </a:prstGeom>
        </p:spPr>
      </p:pic>
      <p:pic>
        <p:nvPicPr>
          <p:cNvPr id="16" name="图片 15"/>
          <p:cNvPicPr>
            <a:picLocks noChangeAspect="1"/>
          </p:cNvPicPr>
          <p:nvPr/>
        </p:nvPicPr>
        <p:blipFill rotWithShape="1">
          <a:blip r:embed="rId8" cstate="print">
            <a:extLst>
              <a:ext uri="{28A0092B-C50C-407E-A947-70E740481C1C}">
                <a14:useLocalDpi xmlns:a14="http://schemas.microsoft.com/office/drawing/2010/main" val="0"/>
              </a:ext>
            </a:extLst>
          </a:blip>
          <a:srcRect b="34726"/>
          <a:stretch/>
        </p:blipFill>
        <p:spPr>
          <a:xfrm>
            <a:off x="171892" y="6339800"/>
            <a:ext cx="432048" cy="345317"/>
          </a:xfrm>
          <a:prstGeom prst="rect">
            <a:avLst/>
          </a:prstGeom>
        </p:spPr>
      </p:pic>
      <p:pic>
        <p:nvPicPr>
          <p:cNvPr id="10" name="Picture 2"/>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7884368" y="213488"/>
            <a:ext cx="1115549" cy="787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en.wikipedia.org/wiki/Magnetic_field" TargetMode="External"/><Relationship Id="rId7"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hyperlink" Target="//upload.wikimedia.org/wikipedia/commons/d/d1/Magnetic_field_near_pole.svg" TargetMode="External"/><Relationship Id="rId5" Type="http://schemas.openxmlformats.org/officeDocument/2006/relationships/hyperlink" Target="https://en.wikipedia.org/wiki/Magnetic_moment" TargetMode="External"/><Relationship Id="rId4" Type="http://schemas.openxmlformats.org/officeDocument/2006/relationships/hyperlink" Target="https://en.wikipedia.org/wiki/Electric_current"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hyperlink" Target="https://en.wikipedia.org/wiki/Electric_current" TargetMode="External"/><Relationship Id="rId7" Type="http://schemas.openxmlformats.org/officeDocument/2006/relationships/hyperlink" Target="https://en.wikipedia.org/wiki/Magnetic_resonance_imaging" TargetMode="Externa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hyperlink" Target="https://en.wikipedia.org/wiki/Nuclear_magnetic_resonance" TargetMode="External"/><Relationship Id="rId5" Type="http://schemas.openxmlformats.org/officeDocument/2006/relationships/hyperlink" Target="https://en.wikipedia.org/wiki/Elementary_particles" TargetMode="External"/><Relationship Id="rId10" Type="http://schemas.openxmlformats.org/officeDocument/2006/relationships/image" Target="../media/image9.wmf"/><Relationship Id="rId4" Type="http://schemas.openxmlformats.org/officeDocument/2006/relationships/hyperlink" Target="https://en.wikipedia.org/wiki/Spin_magnetic_moment" TargetMode="External"/><Relationship Id="rId9"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Magnetic_field" TargetMode="Externa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hyperlink" Target="https://en.wikipedia.org/wiki/Induced_magnetic_field"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baike.baidu.com/subview/35170/5032725.htm" TargetMode="External"/><Relationship Id="rId3" Type="http://schemas.openxmlformats.org/officeDocument/2006/relationships/image" Target="../media/image15.png"/><Relationship Id="rId7" Type="http://schemas.openxmlformats.org/officeDocument/2006/relationships/hyperlink" Target="http://baike.baidu.com/subview/58865/5114463.ht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en.wikipedia.org/wiki/Magnetization" TargetMode="External"/><Relationship Id="rId11" Type="http://schemas.openxmlformats.org/officeDocument/2006/relationships/hyperlink" Target="http://baike.baidu.com/view/402019.htm" TargetMode="External"/><Relationship Id="rId5" Type="http://schemas.openxmlformats.org/officeDocument/2006/relationships/hyperlink" Target="https://en.wikipedia.org/wiki/Magnetic_field" TargetMode="External"/><Relationship Id="rId10" Type="http://schemas.openxmlformats.org/officeDocument/2006/relationships/hyperlink" Target="http://baike.baidu.com/subview/152156/5096988.htm" TargetMode="External"/><Relationship Id="rId4" Type="http://schemas.openxmlformats.org/officeDocument/2006/relationships/hyperlink" Target="https://en.wikipedia.org/wiki/Magnetism" TargetMode="External"/><Relationship Id="rId9" Type="http://schemas.openxmlformats.org/officeDocument/2006/relationships/hyperlink" Target="http://baike.baidu.com/view/23691.htm"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en.wikipedia.org/wiki/Paramagnetism" TargetMode="External"/><Relationship Id="rId13" Type="http://schemas.openxmlformats.org/officeDocument/2006/relationships/hyperlink" Target="https://en.wikipedia.org/wiki/Cobalt" TargetMode="External"/><Relationship Id="rId3" Type="http://schemas.openxmlformats.org/officeDocument/2006/relationships/hyperlink" Target="https://en.wikipedia.org/wiki/Iron" TargetMode="External"/><Relationship Id="rId7" Type="http://schemas.openxmlformats.org/officeDocument/2006/relationships/hyperlink" Target="https://en.wikipedia.org/wiki/Magnetism" TargetMode="External"/><Relationship Id="rId12" Type="http://schemas.openxmlformats.org/officeDocument/2006/relationships/hyperlink" Target="https://en.wikipedia.org/wiki/Nicke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en.wikipedia.org/wiki/Physics" TargetMode="External"/><Relationship Id="rId11" Type="http://schemas.openxmlformats.org/officeDocument/2006/relationships/hyperlink" Target="https://en.wikipedia.org/wiki/Magnetic_field" TargetMode="External"/><Relationship Id="rId5" Type="http://schemas.openxmlformats.org/officeDocument/2006/relationships/hyperlink" Target="https://en.wikipedia.org/wiki/Magnet" TargetMode="External"/><Relationship Id="rId10" Type="http://schemas.openxmlformats.org/officeDocument/2006/relationships/hyperlink" Target="https://en.wikipedia.org/wiki/Magnetization" TargetMode="External"/><Relationship Id="rId4" Type="http://schemas.openxmlformats.org/officeDocument/2006/relationships/hyperlink" Target="https://en.wikipedia.org/wiki/Permanent_magnet" TargetMode="External"/><Relationship Id="rId9" Type="http://schemas.openxmlformats.org/officeDocument/2006/relationships/hyperlink" Target="https://en.wikipedia.org/wiki/Diamagnetism" TargetMode="External"/><Relationship Id="rId14" Type="http://schemas.openxmlformats.org/officeDocument/2006/relationships/hyperlink" Target="https://en.wikipedia.org/wiki/Rare-earth_magnet" TargetMode="Externa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hyperlink" Target="http://hyperphysics.phy-astr.gsu.edu/hbase/Solids/hyst.html" TargetMode="External"/><Relationship Id="rId5" Type="http://schemas.openxmlformats.org/officeDocument/2006/relationships/hyperlink" Target="http://hyperphysics.phy-astr.gsu.edu/hbase/Solids/ferro.html" TargetMode="Externa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Charged_particle" TargetMode="External"/><Relationship Id="rId2" Type="http://schemas.openxmlformats.org/officeDocument/2006/relationships/hyperlink" Target="https://en.wikipedia.org/wiki/Solar_wind" TargetMode="Externa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hyperlink" Target="https://en.wikipedia.org/wiki/Sun"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en.wikipedia.org/wiki/Outer_core" TargetMode="External"/><Relationship Id="rId3" Type="http://schemas.openxmlformats.org/officeDocument/2006/relationships/hyperlink" Target="https://en.wikipedia.org/wiki/Earth's_rotation" TargetMode="External"/><Relationship Id="rId7" Type="http://schemas.openxmlformats.org/officeDocument/2006/relationships/hyperlink" Target="https://en.wikipedia.org/wiki/List_of_alloys" TargetMode="External"/><Relationship Id="rId2" Type="http://schemas.openxmlformats.org/officeDocument/2006/relationships/hyperlink" Target="https://en.wikipedia.org/wiki/Magnetic_dipole" TargetMode="External"/><Relationship Id="rId1" Type="http://schemas.openxmlformats.org/officeDocument/2006/relationships/slideLayout" Target="../slideLayouts/slideLayout2.xml"/><Relationship Id="rId6" Type="http://schemas.openxmlformats.org/officeDocument/2006/relationships/hyperlink" Target="https://en.wikipedia.org/wiki/Dynamo_theory" TargetMode="External"/><Relationship Id="rId5" Type="http://schemas.openxmlformats.org/officeDocument/2006/relationships/hyperlink" Target="https://en.wikipedia.org/wiki/North_geomagnetic_pole" TargetMode="External"/><Relationship Id="rId4" Type="http://schemas.openxmlformats.org/officeDocument/2006/relationships/hyperlink" Target="https://en.wikipedia.org/wiki/Bar_magnet" TargetMode="External"/><Relationship Id="rId9" Type="http://schemas.openxmlformats.org/officeDocument/2006/relationships/image" Target="../media/image20.gif"/></Relationships>
</file>

<file path=ppt/slides/_rels/slide17.xml.rels><?xml version="1.0" encoding="UTF-8" standalone="yes"?>
<Relationships xmlns="http://schemas.openxmlformats.org/package/2006/relationships"><Relationship Id="rId8" Type="http://schemas.openxmlformats.org/officeDocument/2006/relationships/hyperlink" Target="https://en.wikipedia.org/wiki/Plate_tectonics" TargetMode="External"/><Relationship Id="rId3" Type="http://schemas.openxmlformats.org/officeDocument/2006/relationships/hyperlink" Target="https://en.wikipedia.org/wiki/Compass" TargetMode="External"/><Relationship Id="rId7" Type="http://schemas.openxmlformats.org/officeDocument/2006/relationships/hyperlink" Target="https://en.wikipedia.org/wiki/Paleomagnetism" TargetMode="External"/><Relationship Id="rId2" Type="http://schemas.openxmlformats.org/officeDocument/2006/relationships/hyperlink" Target="https://en.wikipedia.org/wiki/Poles_of_astronomical_bodies" TargetMode="External"/><Relationship Id="rId1" Type="http://schemas.openxmlformats.org/officeDocument/2006/relationships/slideLayout" Target="../slideLayouts/slideLayout2.xml"/><Relationship Id="rId6" Type="http://schemas.openxmlformats.org/officeDocument/2006/relationships/hyperlink" Target="https://en.wikipedia.org/wiki/Geomagnetic_pole" TargetMode="External"/><Relationship Id="rId5" Type="http://schemas.openxmlformats.org/officeDocument/2006/relationships/hyperlink" Target="https://en.wikipedia.org/wiki/South_Magnetic_Pole" TargetMode="External"/><Relationship Id="rId4" Type="http://schemas.openxmlformats.org/officeDocument/2006/relationships/hyperlink" Target="https://en.wikipedia.org/wiki/Geomagnetic_reversal"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hyperlink" Target="https://en.wikipedia.org/wiki/Ionosphere" TargetMode="External"/><Relationship Id="rId7" Type="http://schemas.openxmlformats.org/officeDocument/2006/relationships/hyperlink" Target="https://en.wikipedia.org/wiki/Ultraviolet" TargetMode="External"/><Relationship Id="rId2" Type="http://schemas.openxmlformats.org/officeDocument/2006/relationships/hyperlink" Target="https://en.wikipedia.org/wiki/Magnetosphere" TargetMode="External"/><Relationship Id="rId1" Type="http://schemas.openxmlformats.org/officeDocument/2006/relationships/slideLayout" Target="../slideLayouts/slideLayout2.xml"/><Relationship Id="rId6" Type="http://schemas.openxmlformats.org/officeDocument/2006/relationships/hyperlink" Target="https://en.wikipedia.org/wiki/Ozone_layer" TargetMode="External"/><Relationship Id="rId5" Type="http://schemas.openxmlformats.org/officeDocument/2006/relationships/hyperlink" Target="https://en.wikipedia.org/wiki/Cosmic_rays" TargetMode="External"/><Relationship Id="rId4" Type="http://schemas.openxmlformats.org/officeDocument/2006/relationships/hyperlink" Target="https://en.wikipedia.org/wiki/Outer_space" TargetMode="External"/><Relationship Id="rId9" Type="http://schemas.openxmlformats.org/officeDocument/2006/relationships/image" Target="../media/image22.png"/></Relationships>
</file>

<file path=ppt/slides/_rels/slide19.xml.rels><?xml version="1.0" encoding="UTF-8" standalone="yes"?>
<Relationships xmlns="http://schemas.openxmlformats.org/package/2006/relationships"><Relationship Id="rId8" Type="http://schemas.openxmlformats.org/officeDocument/2006/relationships/image" Target="../media/image23.gif"/><Relationship Id="rId3" Type="http://schemas.openxmlformats.org/officeDocument/2006/relationships/hyperlink" Target="https://en.wikipedia.org/wiki/Ionosphere" TargetMode="External"/><Relationship Id="rId7" Type="http://schemas.openxmlformats.org/officeDocument/2006/relationships/hyperlink" Target="https://en.wikipedia.org/wiki/Ultraviolet" TargetMode="External"/><Relationship Id="rId2" Type="http://schemas.openxmlformats.org/officeDocument/2006/relationships/hyperlink" Target="https://en.wikipedia.org/wiki/Magnetosphere" TargetMode="External"/><Relationship Id="rId1" Type="http://schemas.openxmlformats.org/officeDocument/2006/relationships/slideLayout" Target="../slideLayouts/slideLayout2.xml"/><Relationship Id="rId6" Type="http://schemas.openxmlformats.org/officeDocument/2006/relationships/hyperlink" Target="https://en.wikipedia.org/wiki/Ozone_layer" TargetMode="External"/><Relationship Id="rId5" Type="http://schemas.openxmlformats.org/officeDocument/2006/relationships/hyperlink" Target="https://en.wikipedia.org/wiki/Cosmic_rays" TargetMode="External"/><Relationship Id="rId10" Type="http://schemas.openxmlformats.org/officeDocument/2006/relationships/hyperlink" Target="https://en.wikipedia.org/wiki/Normal_polarity" TargetMode="External"/><Relationship Id="rId4" Type="http://schemas.openxmlformats.org/officeDocument/2006/relationships/hyperlink" Target="https://en.wikipedia.org/wiki/Outer_space" TargetMode="External"/><Relationship Id="rId9" Type="http://schemas.openxmlformats.org/officeDocument/2006/relationships/hyperlink" Target="https://en.wikipedia.org/wiki/Earth"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hyperphysics.phy-astr.gsu.edu/hbase/magnetic/elemag.html" TargetMode="External"/><Relationship Id="rId2" Type="http://schemas.openxmlformats.org/officeDocument/2006/relationships/hyperlink" Target="http://hyperphysics.phy-astr.gsu.edu/hbase/magnetic/magfie.html" TargetMode="External"/><Relationship Id="rId1" Type="http://schemas.openxmlformats.org/officeDocument/2006/relationships/slideLayout" Target="../slideLayouts/slideLayout2.xml"/><Relationship Id="rId6" Type="http://schemas.openxmlformats.org/officeDocument/2006/relationships/hyperlink" Target="http://hyperphysics.phy-astr.gsu.edu/hbase/magnetic/curloo.html" TargetMode="External"/><Relationship Id="rId5" Type="http://schemas.openxmlformats.org/officeDocument/2006/relationships/hyperlink" Target="http://hyperphysics.phy-astr.gsu.edu/hbase/magnetic/magcur.html" TargetMode="External"/><Relationship Id="rId4" Type="http://schemas.openxmlformats.org/officeDocument/2006/relationships/hyperlink" Target="http://hyperphysics.phy-astr.gsu.edu/hbase/solids/ferro.html"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en.wikipedia.org/wiki/Electrical_conductor" TargetMode="External"/><Relationship Id="rId2" Type="http://schemas.openxmlformats.org/officeDocument/2006/relationships/hyperlink" Target="https://en.wikipedia.org/wiki/Convection_current" TargetMode="External"/><Relationship Id="rId1" Type="http://schemas.openxmlformats.org/officeDocument/2006/relationships/slideLayout" Target="../slideLayouts/slideLayout2.xml"/><Relationship Id="rId5" Type="http://schemas.openxmlformats.org/officeDocument/2006/relationships/hyperlink" Target="https://en.wikipedia.org/wiki/Outer_core" TargetMode="External"/><Relationship Id="rId4" Type="http://schemas.openxmlformats.org/officeDocument/2006/relationships/hyperlink" Target="https://en.wikipedia.org/wiki/Inner_core"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hyperlink" Target="https://en.wikipedia.org/wiki/Core-mantle_boundary"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Aurora_(astronomy)" TargetMode="External"/><Relationship Id="rId2" Type="http://schemas.openxmlformats.org/officeDocument/2006/relationships/hyperlink" Target="https://en.wikipedia.org/wiki/Ring_current" TargetMode="Externa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5.png"/><Relationship Id="rId4" Type="http://schemas.openxmlformats.org/officeDocument/2006/relationships/hyperlink" Target="https://en.wikipedia.org/wiki/X-rays"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en.wikipedia.org/wiki/Geomagnetic_storm" TargetMode="External"/><Relationship Id="rId2" Type="http://schemas.openxmlformats.org/officeDocument/2006/relationships/hyperlink" Target="https://en.wikipedia.org/wiki/Space_weather" TargetMode="External"/><Relationship Id="rId1" Type="http://schemas.openxmlformats.org/officeDocument/2006/relationships/slideLayout" Target="../slideLayouts/slideLayout2.xml"/><Relationship Id="rId5" Type="http://schemas.openxmlformats.org/officeDocument/2006/relationships/hyperlink" Target="https://en.wikipedia.org/wiki/Halloween_solar_storms,_2003" TargetMode="External"/><Relationship Id="rId4" Type="http://schemas.openxmlformats.org/officeDocument/2006/relationships/hyperlink" Target="https://en.wikipedia.org/wiki/Coronal_mass_ejection"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4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195736" y="4797152"/>
            <a:ext cx="4914912" cy="1512168"/>
          </a:xfrm>
        </p:spPr>
        <p:txBody>
          <a:bodyPr/>
          <a:lstStyle/>
          <a:p>
            <a:r>
              <a:rPr lang="en-US" altLang="zh-CN" sz="2400" dirty="0" smtClean="0">
                <a:solidFill>
                  <a:schemeClr val="bg1"/>
                </a:solidFill>
                <a:effectLst>
                  <a:outerShdw blurRad="38100" dist="38100" dir="2700000" algn="tl">
                    <a:srgbClr val="000000">
                      <a:alpha val="43137"/>
                    </a:srgbClr>
                  </a:outerShdw>
                </a:effectLst>
              </a:rPr>
              <a:t>DFH SATELLITE </a:t>
            </a:r>
            <a:r>
              <a:rPr lang="en-US" altLang="zh-CN" sz="2400" dirty="0" smtClean="0">
                <a:solidFill>
                  <a:schemeClr val="bg1"/>
                </a:solidFill>
                <a:effectLst>
                  <a:outerShdw blurRad="38100" dist="38100" dir="2700000" algn="tl">
                    <a:srgbClr val="000000">
                      <a:alpha val="43137"/>
                    </a:srgbClr>
                  </a:outerShdw>
                </a:effectLst>
              </a:rPr>
              <a:t>CO.,LTD</a:t>
            </a:r>
            <a:endParaRPr lang="en-US" altLang="zh-CN" sz="2400" dirty="0" smtClean="0">
              <a:solidFill>
                <a:schemeClr val="bg1"/>
              </a:solidFill>
              <a:effectLst>
                <a:outerShdw blurRad="38100" dist="38100" dir="2700000" algn="tl">
                  <a:srgbClr val="000000">
                    <a:alpha val="43137"/>
                  </a:srgbClr>
                </a:outerShdw>
              </a:effectLst>
            </a:endParaRPr>
          </a:p>
          <a:p>
            <a:r>
              <a:rPr lang="en-US" altLang="zh-CN" sz="2400" dirty="0" smtClean="0"/>
              <a:t>February. </a:t>
            </a:r>
            <a:r>
              <a:rPr lang="en-US" altLang="zh-CN" sz="2400" dirty="0" smtClean="0">
                <a:solidFill>
                  <a:schemeClr val="bg1"/>
                </a:solidFill>
                <a:effectLst>
                  <a:outerShdw blurRad="38100" dist="38100" dir="2700000" algn="tl">
                    <a:srgbClr val="000000">
                      <a:alpha val="43137"/>
                    </a:srgbClr>
                  </a:outerShdw>
                </a:effectLst>
              </a:rPr>
              <a:t>2019</a:t>
            </a:r>
            <a:endParaRPr lang="en-US" altLang="zh-CN" sz="2400" dirty="0" smtClean="0">
              <a:solidFill>
                <a:schemeClr val="bg1"/>
              </a:solidFill>
              <a:effectLst>
                <a:outerShdw blurRad="38100" dist="38100" dir="2700000" algn="tl">
                  <a:srgbClr val="000000">
                    <a:alpha val="43137"/>
                  </a:srgbClr>
                </a:outerShdw>
              </a:effectLst>
            </a:endParaRPr>
          </a:p>
          <a:p>
            <a:endParaRPr lang="zh-CN" altLang="en-US" dirty="0"/>
          </a:p>
          <a:p>
            <a:endParaRPr lang="zh-CN" altLang="en-US" dirty="0"/>
          </a:p>
        </p:txBody>
      </p:sp>
      <p:sp>
        <p:nvSpPr>
          <p:cNvPr id="3" name="标题 2"/>
          <p:cNvSpPr>
            <a:spLocks noGrp="1"/>
          </p:cNvSpPr>
          <p:nvPr>
            <p:ph type="title"/>
          </p:nvPr>
        </p:nvSpPr>
        <p:spPr>
          <a:xfrm>
            <a:off x="714348" y="1772816"/>
            <a:ext cx="7586658" cy="2088232"/>
          </a:xfrm>
        </p:spPr>
        <p:txBody>
          <a:bodyPr>
            <a:normAutofit/>
          </a:bodyPr>
          <a:lstStyle/>
          <a:p>
            <a:r>
              <a:rPr lang="en-US" altLang="zh-CN" dirty="0" smtClean="0">
                <a:latin typeface="Times New Roman" pitchFamily="18" charset="0"/>
                <a:cs typeface="Times New Roman" pitchFamily="18" charset="0"/>
              </a:rPr>
              <a:t>Magnetic </a:t>
            </a:r>
            <a:r>
              <a:rPr lang="en-US" altLang="zh-CN" dirty="0" smtClean="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Test</a:t>
            </a:r>
            <a:endParaRPr lang="zh-CN" altLang="en-US"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34529731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sz="3100" dirty="0" smtClean="0">
                <a:latin typeface="Times New Roman" pitchFamily="18" charset="0"/>
                <a:cs typeface="Times New Roman" pitchFamily="18" charset="0"/>
              </a:rPr>
              <a:t>What is Magnetic</a:t>
            </a:r>
          </a:p>
          <a:p>
            <a:pPr marL="514350" indent="-514350">
              <a:buFont typeface="+mj-lt"/>
              <a:buAutoNum type="arabicPeriod"/>
            </a:pPr>
            <a:r>
              <a:rPr lang="en-US" altLang="zh-CN" sz="3100" dirty="0" smtClean="0">
                <a:latin typeface="Times New Roman" pitchFamily="18" charset="0"/>
                <a:cs typeface="Times New Roman" pitchFamily="18" charset="0"/>
              </a:rPr>
              <a:t>Earth's magnetic field</a:t>
            </a:r>
          </a:p>
          <a:p>
            <a:pPr marL="514350" indent="-514350">
              <a:buFont typeface="+mj-lt"/>
              <a:buAutoNum type="arabicPeriod"/>
            </a:pPr>
            <a:r>
              <a:rPr lang="en-US" altLang="zh-CN" sz="3100" dirty="0" smtClean="0">
                <a:latin typeface="Times New Roman" pitchFamily="18" charset="0"/>
                <a:cs typeface="Times New Roman" pitchFamily="18" charset="0"/>
              </a:rPr>
              <a:t>Magnetic Test Detail</a:t>
            </a:r>
          </a:p>
          <a:p>
            <a:pPr marL="514350" indent="-514350">
              <a:buFont typeface="+mj-lt"/>
              <a:buAutoNum type="arabicPeriod"/>
            </a:pPr>
            <a:r>
              <a:rPr lang="en-US" altLang="zh-CN" sz="3100" dirty="0" smtClean="0">
                <a:latin typeface="Times New Roman" pitchFamily="18" charset="0"/>
                <a:cs typeface="Times New Roman" pitchFamily="18" charset="0"/>
              </a:rPr>
              <a:t>Magnetic Test Example</a:t>
            </a:r>
          </a:p>
          <a:p>
            <a:pPr marL="514350" indent="-514350">
              <a:buFont typeface="+mj-lt"/>
              <a:buAutoNum type="arabicPeriod"/>
            </a:pPr>
            <a:r>
              <a:rPr lang="en-US" altLang="zh-CN" sz="3100" dirty="0" smtClean="0">
                <a:latin typeface="Times New Roman" pitchFamily="18" charset="0"/>
                <a:cs typeface="Times New Roman" pitchFamily="18" charset="0"/>
              </a:rPr>
              <a:t>Exercise</a:t>
            </a:r>
            <a:endParaRPr lang="zh-CN" altLang="en-US" sz="31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dirty="0" smtClean="0">
                <a:latin typeface="Times New Roman" pitchFamily="18" charset="0"/>
                <a:cs typeface="Times New Roman" pitchFamily="18" charset="0"/>
                <a:hlinkClick r:id="" action="ppaction://hlinkfile"/>
              </a:rPr>
              <a:t>What's Magnetic</a:t>
            </a:r>
          </a:p>
          <a:p>
            <a:pPr marL="514350" indent="-514350">
              <a:buFont typeface="+mj-lt"/>
              <a:buAutoNum type="arabicPeriod"/>
            </a:pPr>
            <a:r>
              <a:rPr lang="en-US" altLang="zh-CN" sz="3100" dirty="0" smtClean="0">
                <a:latin typeface="Times New Roman" pitchFamily="18" charset="0"/>
                <a:cs typeface="Times New Roman" pitchFamily="18" charset="0"/>
              </a:rPr>
              <a:t>Earth's magnetic field</a:t>
            </a:r>
          </a:p>
          <a:p>
            <a:pPr marL="514350" indent="-514350">
              <a:buFont typeface="+mj-lt"/>
              <a:buAutoNum type="arabicPeriod"/>
            </a:pPr>
            <a:r>
              <a:rPr lang="en-US" altLang="zh-CN" sz="3100" dirty="0" smtClean="0">
                <a:latin typeface="Times New Roman" pitchFamily="18" charset="0"/>
                <a:cs typeface="Times New Roman" pitchFamily="18" charset="0"/>
              </a:rPr>
              <a:t>Magnetic Test Detail</a:t>
            </a:r>
          </a:p>
          <a:p>
            <a:pPr marL="514350" indent="-514350">
              <a:buFont typeface="+mj-lt"/>
              <a:buAutoNum type="arabicPeriod"/>
            </a:pPr>
            <a:r>
              <a:rPr lang="en-US" altLang="zh-CN" sz="3100" dirty="0" smtClean="0">
                <a:latin typeface="Times New Roman" pitchFamily="18" charset="0"/>
                <a:cs typeface="Times New Roman" pitchFamily="18" charset="0"/>
              </a:rPr>
              <a:t>Magnetic Test Example</a:t>
            </a:r>
          </a:p>
          <a:p>
            <a:pPr marL="514350" indent="-514350">
              <a:buFont typeface="+mj-lt"/>
              <a:buAutoNum type="arabicPeriod"/>
            </a:pPr>
            <a:r>
              <a:rPr lang="en-US" altLang="zh-CN" sz="3100" dirty="0" smtClean="0">
                <a:latin typeface="Times New Roman" pitchFamily="18" charset="0"/>
                <a:cs typeface="Times New Roman" pitchFamily="18" charset="0"/>
              </a:rPr>
              <a:t>Exercise</a:t>
            </a:r>
            <a:endParaRPr lang="zh-CN" altLang="en-US" sz="31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http://sz4.photo.store.qq.com/http_imgload.cgi?/rurl4_b=9ac3d2f6caa3dcc76689ec64dedcb7a520e23b95ce12f312e69ef337a186546bbf259d4d7c39d578eec4e40e974961f6e945b6121d26fe831b7ef32a900de59fbbef2ec927b60d318bd9ea82eb1a0d395deb679b"/>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792088" y="4077072"/>
            <a:ext cx="3419872" cy="2579492"/>
          </a:xfrm>
          <a:prstGeom prst="rect">
            <a:avLst/>
          </a:prstGeom>
          <a:noFill/>
        </p:spPr>
      </p:pic>
      <p:grpSp>
        <p:nvGrpSpPr>
          <p:cNvPr id="2" name="组合 50"/>
          <p:cNvGrpSpPr/>
          <p:nvPr/>
        </p:nvGrpSpPr>
        <p:grpSpPr>
          <a:xfrm rot="1207951">
            <a:off x="7690827" y="332500"/>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8"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9"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50" name="TextBox 49"/>
            <p:cNvSpPr txBox="1"/>
            <p:nvPr/>
          </p:nvSpPr>
          <p:spPr>
            <a:xfrm>
              <a:off x="7719711" y="834339"/>
              <a:ext cx="1259952" cy="584775"/>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Fundamental Knowledge</a:t>
              </a:r>
              <a:endParaRPr lang="zh-CN" altLang="en-US" sz="1600" b="1" dirty="0">
                <a:solidFill>
                  <a:schemeClr val="bg1"/>
                </a:solidFill>
                <a:latin typeface="Times New Roman" pitchFamily="18" charset="0"/>
                <a:cs typeface="Times New Roman" pitchFamily="18" charset="0"/>
              </a:endParaRPr>
            </a:p>
          </p:txBody>
        </p:sp>
      </p:grpSp>
      <p:sp>
        <p:nvSpPr>
          <p:cNvPr id="51" name="内容占位符 1"/>
          <p:cNvSpPr>
            <a:spLocks noGrp="1"/>
          </p:cNvSpPr>
          <p:nvPr>
            <p:ph idx="1"/>
          </p:nvPr>
        </p:nvSpPr>
        <p:spPr>
          <a:xfrm>
            <a:off x="35496" y="1916832"/>
            <a:ext cx="6264696" cy="1944216"/>
          </a:xfrm>
          <a:prstGeom prst="roundRect">
            <a:avLst/>
          </a:prstGeom>
        </p:spPr>
        <p:style>
          <a:lnRef idx="3">
            <a:schemeClr val="lt1"/>
          </a:lnRef>
          <a:fillRef idx="1">
            <a:schemeClr val="accent1"/>
          </a:fillRef>
          <a:effectRef idx="1">
            <a:schemeClr val="accent1"/>
          </a:effectRef>
          <a:fontRef idx="minor">
            <a:schemeClr val="lt1"/>
          </a:fontRef>
        </p:style>
        <p:txBody>
          <a:bodyPr>
            <a:normAutofit/>
          </a:bodyPr>
          <a:lstStyle/>
          <a:p>
            <a:pPr marL="0" indent="0">
              <a:buNone/>
            </a:pPr>
            <a:r>
              <a:rPr lang="en-US" altLang="zh-CN" sz="1800" dirty="0" smtClean="0"/>
              <a:t>Magnetism</a:t>
            </a:r>
            <a:r>
              <a:rPr lang="en-US" altLang="zh-CN" sz="1800" b="0" dirty="0" smtClean="0"/>
              <a:t> is a class of physical phenomena that are mediated by </a:t>
            </a:r>
            <a:r>
              <a:rPr lang="en-US" altLang="zh-CN" sz="1800" b="0" dirty="0" smtClean="0">
                <a:hlinkClick r:id="rId3" tooltip="Magnetic field"/>
              </a:rPr>
              <a:t>magnetic fields</a:t>
            </a:r>
            <a:r>
              <a:rPr lang="en-US" altLang="zh-CN" sz="1800" b="0" dirty="0" smtClean="0"/>
              <a:t>. </a:t>
            </a:r>
            <a:r>
              <a:rPr lang="en-US" altLang="zh-CN" sz="1800" b="0" dirty="0" smtClean="0">
                <a:hlinkClick r:id="rId4" tooltip="Electric current"/>
              </a:rPr>
              <a:t>Electric currents</a:t>
            </a:r>
            <a:r>
              <a:rPr lang="en-US" altLang="zh-CN" sz="1800" b="0" dirty="0" smtClean="0"/>
              <a:t> and the </a:t>
            </a:r>
            <a:r>
              <a:rPr lang="en-US" altLang="zh-CN" sz="1800" b="0" dirty="0" smtClean="0">
                <a:hlinkClick r:id="rId5" tooltip="Magnetic moment"/>
              </a:rPr>
              <a:t>magnetic moments</a:t>
            </a:r>
            <a:r>
              <a:rPr lang="en-US" altLang="zh-CN" sz="1800" b="0" dirty="0" smtClean="0"/>
              <a:t> of elementary particles give rise to a magnetic field, which acts on other currents and magnetic moments.</a:t>
            </a:r>
            <a:endParaRPr lang="zh-CN" altLang="en-US" sz="1800" dirty="0">
              <a:solidFill>
                <a:schemeClr val="bg1"/>
              </a:solidFill>
            </a:endParaRPr>
          </a:p>
        </p:txBody>
      </p:sp>
      <p:sp>
        <p:nvSpPr>
          <p:cNvPr id="52" name="矩形 51"/>
          <p:cNvSpPr/>
          <p:nvPr/>
        </p:nvSpPr>
        <p:spPr>
          <a:xfrm>
            <a:off x="259551" y="1157843"/>
            <a:ext cx="5248553" cy="830997"/>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4800" b="1"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华文行楷" pitchFamily="2" charset="-122"/>
                <a:ea typeface="华文行楷" pitchFamily="2" charset="-122"/>
              </a:rPr>
              <a:t>What is magnetism</a:t>
            </a:r>
            <a:r>
              <a:rPr lang="zh-CN" altLang="en-US" sz="4800" b="1"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华文行楷" pitchFamily="2" charset="-122"/>
                <a:ea typeface="华文行楷" pitchFamily="2" charset="-122"/>
              </a:rPr>
              <a:t>？</a:t>
            </a:r>
            <a:endParaRPr lang="zh-CN" alt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华文行楷" pitchFamily="2" charset="-122"/>
              <a:ea typeface="华文行楷" pitchFamily="2" charset="-122"/>
            </a:endParaRPr>
          </a:p>
        </p:txBody>
      </p:sp>
      <p:pic>
        <p:nvPicPr>
          <p:cNvPr id="53" name="Picture 4" descr="File:Magnetic field near pole.svg">
            <a:hlinkClick r:id="rId6"/>
          </p:cNvPr>
          <p:cNvPicPr>
            <a:picLocks noChangeAspect="1" noChangeArrowheads="1"/>
          </p:cNvPicPr>
          <p:nvPr/>
        </p:nvPicPr>
        <p:blipFill>
          <a:blip r:embed="rId7" cstate="print"/>
          <a:srcRect/>
          <a:stretch>
            <a:fillRect/>
          </a:stretch>
        </p:blipFill>
        <p:spPr bwMode="auto">
          <a:xfrm>
            <a:off x="6034980" y="1340768"/>
            <a:ext cx="2857500" cy="4762500"/>
          </a:xfrm>
          <a:prstGeom prst="rect">
            <a:avLst/>
          </a:prstGeom>
          <a:noFill/>
        </p:spPr>
      </p:pic>
      <p:sp>
        <p:nvSpPr>
          <p:cNvPr id="54" name="TextBox 53"/>
          <p:cNvSpPr txBox="1"/>
          <p:nvPr/>
        </p:nvSpPr>
        <p:spPr>
          <a:xfrm>
            <a:off x="5508104" y="6237312"/>
            <a:ext cx="3637419" cy="442674"/>
          </a:xfrm>
          <a:prstGeom prst="round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000" dirty="0" smtClean="0">
                <a:latin typeface="微软雅黑" pitchFamily="34" charset="-122"/>
                <a:ea typeface="微软雅黑" pitchFamily="34" charset="-122"/>
              </a:rPr>
              <a:t>All matters are magnetic</a:t>
            </a:r>
            <a:endParaRPr lang="zh-CN" altLang="en-US" sz="2000" dirty="0">
              <a:latin typeface="微软雅黑" pitchFamily="34" charset="-122"/>
              <a:ea typeface="微软雅黑" pitchFamily="34" charset="-122"/>
            </a:endParaRPr>
          </a:p>
        </p:txBody>
      </p:sp>
      <p:sp>
        <p:nvSpPr>
          <p:cNvPr id="12"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What is Magnetism</a:t>
            </a:r>
            <a:endParaRPr lang="zh-CN" altLang="en-US" dirty="0">
              <a:latin typeface="Times New Roman" pitchFamily="18" charset="0"/>
              <a:cs typeface="Times New Roman" pitchFamily="18" charset="0"/>
            </a:endParaRPr>
          </a:p>
        </p:txBody>
      </p:sp>
      <p:pic>
        <p:nvPicPr>
          <p:cNvPr id="200706" name="Picture 2" descr="https://upload.wikimedia.org/wikipedia/commons/thumb/9/93/Magnetic_quadrupole_moment.svg/220px-Magnetic_quadrupole_moment.svg.png"/>
          <p:cNvPicPr>
            <a:picLocks noChangeAspect="1" noChangeArrowheads="1"/>
          </p:cNvPicPr>
          <p:nvPr/>
        </p:nvPicPr>
        <p:blipFill>
          <a:blip r:embed="rId8" cstate="print"/>
          <a:srcRect/>
          <a:stretch>
            <a:fillRect/>
          </a:stretch>
        </p:blipFill>
        <p:spPr bwMode="auto">
          <a:xfrm>
            <a:off x="4067944" y="4221088"/>
            <a:ext cx="2095500" cy="2076450"/>
          </a:xfrm>
          <a:prstGeom prst="rect">
            <a:avLst/>
          </a:prstGeom>
          <a:noFill/>
        </p:spPr>
      </p:pic>
      <p:sp>
        <p:nvSpPr>
          <p:cNvPr id="14" name="TextBox 13"/>
          <p:cNvSpPr txBox="1"/>
          <p:nvPr/>
        </p:nvSpPr>
        <p:spPr>
          <a:xfrm>
            <a:off x="1331640" y="6567735"/>
            <a:ext cx="2088232" cy="461665"/>
          </a:xfrm>
          <a:prstGeom prst="rect">
            <a:avLst/>
          </a:prstGeom>
          <a:noFill/>
        </p:spPr>
        <p:txBody>
          <a:bodyPr wrap="square" rtlCol="0">
            <a:spAutoFit/>
          </a:bodyPr>
          <a:lstStyle/>
          <a:p>
            <a:pPr algn="ctr"/>
            <a:r>
              <a:rPr lang="en-US" altLang="zh-CN" sz="2400" dirty="0" smtClean="0"/>
              <a:t>Compass </a:t>
            </a:r>
            <a:r>
              <a:rPr lang="zh-CN" altLang="en-US" sz="2400" dirty="0" smtClean="0"/>
              <a:t>司南</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
                                            <p:bg/>
                                          </p:spTgt>
                                        </p:tgtEl>
                                        <p:attrNameLst>
                                          <p:attrName>style.visibility</p:attrName>
                                        </p:attrNameLst>
                                      </p:cBhvr>
                                      <p:to>
                                        <p:strVal val="visible"/>
                                      </p:to>
                                    </p:set>
                                    <p:anim calcmode="lin" valueType="num">
                                      <p:cBhvr additive="base">
                                        <p:cTn id="7" dur="500" fill="hold"/>
                                        <p:tgtEl>
                                          <p:spTgt spid="51">
                                            <p:bg/>
                                          </p:spTgt>
                                        </p:tgtEl>
                                        <p:attrNameLst>
                                          <p:attrName>ppt_x</p:attrName>
                                        </p:attrNameLst>
                                      </p:cBhvr>
                                      <p:tavLst>
                                        <p:tav tm="0">
                                          <p:val>
                                            <p:strVal val="#ppt_x"/>
                                          </p:val>
                                        </p:tav>
                                        <p:tav tm="100000">
                                          <p:val>
                                            <p:strVal val="#ppt_x"/>
                                          </p:val>
                                        </p:tav>
                                      </p:tavLst>
                                    </p:anim>
                                    <p:anim calcmode="lin" valueType="num">
                                      <p:cBhvr additive="base">
                                        <p:cTn id="8" dur="500" fill="hold"/>
                                        <p:tgtEl>
                                          <p:spTgt spid="51">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
                                            <p:txEl>
                                              <p:pRg st="0" end="0"/>
                                            </p:txEl>
                                          </p:spTgt>
                                        </p:tgtEl>
                                        <p:attrNameLst>
                                          <p:attrName>style.visibility</p:attrName>
                                        </p:attrNameLst>
                                      </p:cBhvr>
                                      <p:to>
                                        <p:strVal val="visible"/>
                                      </p:to>
                                    </p:set>
                                    <p:anim calcmode="lin" valueType="num">
                                      <p:cBhvr additive="base">
                                        <p:cTn id="11"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cBhvr additive="base">
                                        <p:cTn id="15" dur="500" fill="hold"/>
                                        <p:tgtEl>
                                          <p:spTgt spid="53"/>
                                        </p:tgtEl>
                                        <p:attrNameLst>
                                          <p:attrName>ppt_x</p:attrName>
                                        </p:attrNameLst>
                                      </p:cBhvr>
                                      <p:tavLst>
                                        <p:tav tm="0">
                                          <p:val>
                                            <p:strVal val="#ppt_x"/>
                                          </p:val>
                                        </p:tav>
                                        <p:tav tm="100000">
                                          <p:val>
                                            <p:strVal val="#ppt_x"/>
                                          </p:val>
                                        </p:tav>
                                      </p:tavLst>
                                    </p:anim>
                                    <p:anim calcmode="lin" valueType="num">
                                      <p:cBhvr additive="base">
                                        <p:cTn id="16"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anim calcmode="lin" valueType="num">
                                      <p:cBhvr additive="base">
                                        <p:cTn id="21" dur="500" fill="hold"/>
                                        <p:tgtEl>
                                          <p:spTgt spid="54"/>
                                        </p:tgtEl>
                                        <p:attrNameLst>
                                          <p:attrName>ppt_x</p:attrName>
                                        </p:attrNameLst>
                                      </p:cBhvr>
                                      <p:tavLst>
                                        <p:tav tm="0">
                                          <p:val>
                                            <p:strVal val="#ppt_x"/>
                                          </p:val>
                                        </p:tav>
                                        <p:tav tm="100000">
                                          <p:val>
                                            <p:strVal val="#ppt_x"/>
                                          </p:val>
                                        </p:tav>
                                      </p:tavLst>
                                    </p:anim>
                                    <p:anim calcmode="lin" valueType="num">
                                      <p:cBhvr additive="base">
                                        <p:cTn id="2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animBg="1"/>
      <p:bldP spid="5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1"/>
          <p:cNvSpPr>
            <a:spLocks noGrp="1"/>
          </p:cNvSpPr>
          <p:nvPr>
            <p:ph idx="1"/>
          </p:nvPr>
        </p:nvSpPr>
        <p:spPr>
          <a:xfrm>
            <a:off x="0" y="1268760"/>
            <a:ext cx="9144000" cy="2880320"/>
          </a:xfrm>
          <a:prstGeom prst="roundRect">
            <a:avLst/>
          </a:prstGeom>
        </p:spPr>
        <p:style>
          <a:lnRef idx="3">
            <a:schemeClr val="lt1"/>
          </a:lnRef>
          <a:fillRef idx="1">
            <a:schemeClr val="accent1"/>
          </a:fillRef>
          <a:effectRef idx="1">
            <a:schemeClr val="accent1"/>
          </a:effectRef>
          <a:fontRef idx="minor">
            <a:schemeClr val="lt1"/>
          </a:fontRef>
        </p:style>
        <p:txBody>
          <a:bodyPr>
            <a:noAutofit/>
          </a:bodyPr>
          <a:lstStyle/>
          <a:p>
            <a:r>
              <a:rPr lang="en-US" altLang="zh-CN" sz="2000" b="0" dirty="0" smtClean="0"/>
              <a:t>Magnetism, at its root, arises from two sources:</a:t>
            </a:r>
          </a:p>
          <a:p>
            <a:r>
              <a:rPr lang="en-US" altLang="zh-CN" sz="1600" b="0" dirty="0" smtClean="0">
                <a:hlinkClick r:id="rId3" tooltip="Electric current"/>
              </a:rPr>
              <a:t>1. Electric current</a:t>
            </a:r>
            <a:r>
              <a:rPr lang="en-US" altLang="zh-CN" sz="1600" b="0" dirty="0" smtClean="0"/>
              <a:t> , </a:t>
            </a:r>
            <a:r>
              <a:rPr lang="en-US" altLang="zh-CN" sz="1600" dirty="0" smtClean="0">
                <a:solidFill>
                  <a:srgbClr val="FFC000"/>
                </a:solidFill>
                <a:latin typeface="微软雅黑" pitchFamily="34" charset="-122"/>
                <a:ea typeface="微软雅黑" pitchFamily="34" charset="-122"/>
              </a:rPr>
              <a:t>Movement of electric charge</a:t>
            </a:r>
            <a:endParaRPr lang="en-US" altLang="zh-CN" sz="1600" b="0" dirty="0" smtClean="0"/>
          </a:p>
          <a:p>
            <a:r>
              <a:rPr lang="en-US" altLang="zh-CN" sz="1600" b="0" dirty="0" smtClean="0">
                <a:hlinkClick r:id="rId4" tooltip="Spin magnetic moment"/>
              </a:rPr>
              <a:t>2. </a:t>
            </a:r>
            <a:r>
              <a:rPr lang="en-US" altLang="zh-CN" sz="1600" dirty="0" smtClean="0">
                <a:solidFill>
                  <a:srgbClr val="FFC000"/>
                </a:solidFill>
                <a:latin typeface="微软雅黑" pitchFamily="34" charset="-122"/>
                <a:ea typeface="微软雅黑" pitchFamily="34" charset="-122"/>
              </a:rPr>
              <a:t>Matter Magnetism:</a:t>
            </a:r>
            <a:r>
              <a:rPr lang="en-US" altLang="zh-CN" sz="1600" b="0" dirty="0" smtClean="0">
                <a:hlinkClick r:id="rId4" tooltip="Spin magnetic moment"/>
              </a:rPr>
              <a:t> Spin magnetic moments</a:t>
            </a:r>
            <a:r>
              <a:rPr lang="en-US" altLang="zh-CN" sz="1600" b="0" dirty="0" smtClean="0"/>
              <a:t> of </a:t>
            </a:r>
            <a:r>
              <a:rPr lang="en-US" altLang="zh-CN" sz="1600" b="0" dirty="0" smtClean="0">
                <a:hlinkClick r:id="rId5" tooltip="Elementary particles"/>
              </a:rPr>
              <a:t>elementary particles</a:t>
            </a:r>
            <a:r>
              <a:rPr lang="en-US" altLang="zh-CN" sz="1600" b="0" dirty="0" smtClean="0"/>
              <a:t>. The magnetic moments of the nuclei of atoms are typically thousands of times smaller than the electrons' magnetic moments, so they are negligible in the context of the magnetization of materials. Nuclear magnetic moments are nevertheless very important in other contexts, particularly in </a:t>
            </a:r>
            <a:r>
              <a:rPr lang="en-US" altLang="zh-CN" sz="1600" b="0" dirty="0" smtClean="0">
                <a:hlinkClick r:id="rId6" tooltip="Nuclear magnetic resonance"/>
              </a:rPr>
              <a:t>nuclear magnetic resonance</a:t>
            </a:r>
            <a:r>
              <a:rPr lang="en-US" altLang="zh-CN" sz="1600" b="0" dirty="0" smtClean="0"/>
              <a:t> (NMR) and </a:t>
            </a:r>
            <a:r>
              <a:rPr lang="en-US" altLang="zh-CN" sz="1600" b="0" dirty="0" smtClean="0">
                <a:hlinkClick r:id="rId7" tooltip="Magnetic resonance imaging"/>
              </a:rPr>
              <a:t>magnetic resonance imaging</a:t>
            </a:r>
            <a:r>
              <a:rPr lang="en-US" altLang="zh-CN" sz="1600" b="0" dirty="0" smtClean="0"/>
              <a:t> (MRI).</a:t>
            </a:r>
          </a:p>
        </p:txBody>
      </p:sp>
      <p:pic>
        <p:nvPicPr>
          <p:cNvPr id="11" name="Picture 7" descr="瓦"/>
          <p:cNvPicPr>
            <a:picLocks noChangeAspect="1" noChangeArrowheads="1" noCrop="1"/>
          </p:cNvPicPr>
          <p:nvPr/>
        </p:nvPicPr>
        <p:blipFill>
          <a:blip r:embed="rId8" cstate="print"/>
          <a:srcRect/>
          <a:stretch>
            <a:fillRect/>
          </a:stretch>
        </p:blipFill>
        <p:spPr bwMode="auto">
          <a:xfrm>
            <a:off x="323528" y="4149080"/>
            <a:ext cx="2916237" cy="2916238"/>
          </a:xfrm>
          <a:prstGeom prst="rect">
            <a:avLst/>
          </a:prstGeom>
          <a:noFill/>
          <a:ln w="9525">
            <a:noFill/>
            <a:miter lim="800000"/>
            <a:headEnd/>
            <a:tailEnd/>
          </a:ln>
        </p:spPr>
      </p:pic>
      <p:sp>
        <p:nvSpPr>
          <p:cNvPr id="12" name="Text Box 3"/>
          <p:cNvSpPr txBox="1">
            <a:spLocks noChangeArrowheads="1"/>
          </p:cNvSpPr>
          <p:nvPr/>
        </p:nvSpPr>
        <p:spPr bwMode="auto">
          <a:xfrm>
            <a:off x="2915816" y="4422591"/>
            <a:ext cx="6228184" cy="2246769"/>
          </a:xfrm>
          <a:prstGeom prst="rect">
            <a:avLst/>
          </a:prstGeom>
          <a:noFill/>
          <a:ln w="9525">
            <a:noFill/>
            <a:miter lim="800000"/>
            <a:headEnd/>
            <a:tailEnd/>
          </a:ln>
        </p:spPr>
        <p:txBody>
          <a:bodyPr wrap="square">
            <a:spAutoFit/>
          </a:bodyPr>
          <a:lstStyle/>
          <a:p>
            <a:r>
              <a:rPr kumimoji="1" lang="en-US" altLang="zh-CN" sz="2000" dirty="0" smtClean="0">
                <a:solidFill>
                  <a:srgbClr val="000000"/>
                </a:solidFill>
                <a:latin typeface="Times New Roman" pitchFamily="18" charset="0"/>
                <a:cs typeface="Times New Roman" pitchFamily="18" charset="0"/>
              </a:rPr>
              <a:t>Movement of electric charge:</a:t>
            </a:r>
          </a:p>
          <a:p>
            <a:r>
              <a:rPr kumimoji="1" lang="en-US" altLang="zh-CN" sz="2000" dirty="0" smtClean="0">
                <a:solidFill>
                  <a:srgbClr val="000000"/>
                </a:solidFill>
                <a:latin typeface="Times New Roman" pitchFamily="18" charset="0"/>
                <a:cs typeface="Times New Roman" pitchFamily="18" charset="0"/>
              </a:rPr>
              <a:t>Magnetic moment:</a:t>
            </a:r>
            <a:r>
              <a:rPr kumimoji="1" lang="zh-CN" altLang="en-US" sz="2000" dirty="0" smtClean="0">
                <a:solidFill>
                  <a:srgbClr val="000000"/>
                </a:solidFill>
                <a:latin typeface="Times New Roman" pitchFamily="18" charset="0"/>
                <a:cs typeface="Times New Roman" pitchFamily="18" charset="0"/>
              </a:rPr>
              <a:t>                       </a:t>
            </a:r>
            <a:r>
              <a:rPr kumimoji="1" lang="en-US" altLang="zh-CN" sz="2000" dirty="0" smtClean="0">
                <a:solidFill>
                  <a:srgbClr val="000000"/>
                </a:solidFill>
                <a:latin typeface="Times New Roman" pitchFamily="18" charset="0"/>
                <a:cs typeface="Times New Roman" pitchFamily="18" charset="0"/>
              </a:rPr>
              <a:t>unit</a:t>
            </a:r>
            <a:r>
              <a:rPr kumimoji="1" lang="en-US" altLang="zh-CN" sz="2400" dirty="0" smtClean="0">
                <a:solidFill>
                  <a:srgbClr val="000000"/>
                </a:solidFill>
                <a:latin typeface="Times New Roman" pitchFamily="18" charset="0"/>
                <a:cs typeface="Times New Roman" pitchFamily="18" charset="0"/>
              </a:rPr>
              <a:t>: </a:t>
            </a:r>
            <a:r>
              <a:rPr kumimoji="1" lang="en-US" altLang="zh-CN" sz="2000" dirty="0" smtClean="0">
                <a:solidFill>
                  <a:srgbClr val="000000"/>
                </a:solidFill>
                <a:latin typeface="Times New Roman" pitchFamily="18" charset="0"/>
                <a:cs typeface="Times New Roman" pitchFamily="18" charset="0"/>
              </a:rPr>
              <a:t>A </a:t>
            </a:r>
            <a:r>
              <a:rPr kumimoji="1" lang="en-US" altLang="zh-CN" sz="2000" dirty="0">
                <a:latin typeface="Times New Roman" pitchFamily="18" charset="0"/>
                <a:cs typeface="Times New Roman" pitchFamily="18" charset="0"/>
              </a:rPr>
              <a:t>∙</a:t>
            </a:r>
            <a:r>
              <a:rPr kumimoji="1" lang="en-US" altLang="zh-CN" sz="2000" dirty="0" smtClean="0">
                <a:latin typeface="Times New Roman" pitchFamily="18" charset="0"/>
                <a:cs typeface="Times New Roman" pitchFamily="18" charset="0"/>
              </a:rPr>
              <a:t>m</a:t>
            </a:r>
            <a:r>
              <a:rPr kumimoji="1" lang="en-US" altLang="zh-CN" sz="2000" baseline="30000" dirty="0" smtClean="0">
                <a:latin typeface="Times New Roman" pitchFamily="18" charset="0"/>
                <a:cs typeface="Times New Roman" pitchFamily="18" charset="0"/>
              </a:rPr>
              <a:t>2</a:t>
            </a:r>
          </a:p>
          <a:p>
            <a:pPr lvl="1"/>
            <a:r>
              <a:rPr kumimoji="1" lang="en-US" altLang="zh-CN" sz="2400" dirty="0" smtClean="0">
                <a:solidFill>
                  <a:srgbClr val="FF3300"/>
                </a:solidFill>
                <a:latin typeface="Times New Roman" pitchFamily="18" charset="0"/>
                <a:cs typeface="Times New Roman" pitchFamily="18" charset="0"/>
              </a:rPr>
              <a:t>The magnetic moment represent the magnitude of the magnetic field produced by current carrying coil, and it can be introduced to microscopic system of matter.</a:t>
            </a:r>
            <a:endParaRPr kumimoji="1" lang="en-US" altLang="zh-CN" sz="2400" dirty="0">
              <a:solidFill>
                <a:srgbClr val="FF3300"/>
              </a:solidFill>
              <a:latin typeface="宋体" pitchFamily="2" charset="-122"/>
            </a:endParaRPr>
          </a:p>
        </p:txBody>
      </p:sp>
      <p:graphicFrame>
        <p:nvGraphicFramePr>
          <p:cNvPr id="13" name="Object 0"/>
          <p:cNvGraphicFramePr>
            <a:graphicFrameLocks noChangeAspect="1"/>
          </p:cNvGraphicFramePr>
          <p:nvPr/>
        </p:nvGraphicFramePr>
        <p:xfrm>
          <a:off x="5004048" y="4770215"/>
          <a:ext cx="1190228" cy="386977"/>
        </p:xfrm>
        <a:graphic>
          <a:graphicData uri="http://schemas.openxmlformats.org/presentationml/2006/ole">
            <mc:AlternateContent xmlns:mc="http://schemas.openxmlformats.org/markup-compatibility/2006">
              <mc:Choice xmlns:v="urn:schemas-microsoft-com:vml" Requires="v">
                <p:oleObj spid="_x0000_s202755" name="公式" r:id="rId9" imgW="533160" imgH="241200" progId="Equation.3">
                  <p:embed/>
                </p:oleObj>
              </mc:Choice>
              <mc:Fallback>
                <p:oleObj name="公式" r:id="rId9" imgW="533160" imgH="241200" progId="Equation.3">
                  <p:embed/>
                  <p:pic>
                    <p:nvPicPr>
                      <p:cNvPr id="0"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04048" y="4770215"/>
                        <a:ext cx="1190228" cy="3869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What is Magnetism</a:t>
            </a:r>
            <a:endParaRPr lang="zh-CN" altLang="en-US" dirty="0">
              <a:latin typeface="Times New Roman" pitchFamily="18" charset="0"/>
              <a:cs typeface="Times New Roman" pitchFamily="18" charset="0"/>
            </a:endParaRPr>
          </a:p>
        </p:txBody>
      </p:sp>
      <p:grpSp>
        <p:nvGrpSpPr>
          <p:cNvPr id="2" name="组合 50"/>
          <p:cNvGrpSpPr/>
          <p:nvPr/>
        </p:nvGrpSpPr>
        <p:grpSpPr>
          <a:xfrm rot="1207951">
            <a:off x="7690827" y="332500"/>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23"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24"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22" name="TextBox 21"/>
            <p:cNvSpPr txBox="1"/>
            <p:nvPr/>
          </p:nvSpPr>
          <p:spPr>
            <a:xfrm>
              <a:off x="7719711" y="834339"/>
              <a:ext cx="1259952" cy="584775"/>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Fundamental Knowledge</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additive="base">
                                        <p:cTn id="7"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0">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 calcmode="lin" valueType="num">
                                      <p:cBhvr additive="base">
                                        <p:cTn id="11"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 calcmode="lin" valueType="num">
                                      <p:cBhvr additive="base">
                                        <p:cTn id="15"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500034" y="1772816"/>
            <a:ext cx="8643966" cy="2860358"/>
          </a:xfrm>
          <a:prstGeom prst="roundRect">
            <a:avLst/>
          </a:prstGeom>
          <a:noFill/>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spcBef>
                <a:spcPct val="50000"/>
              </a:spcBef>
            </a:pPr>
            <a:r>
              <a:rPr lang="en-US" altLang="zh-CN" dirty="0" smtClean="0">
                <a:latin typeface="微软雅黑" pitchFamily="34" charset="-122"/>
                <a:ea typeface="微软雅黑" pitchFamily="34" charset="-122"/>
              </a:rPr>
              <a:t>It is believed that the magnetism of matter is coming from the magnetism of atom.</a:t>
            </a:r>
            <a:endParaRPr lang="zh-CN" altLang="en-US" dirty="0">
              <a:latin typeface="微软雅黑" pitchFamily="34" charset="-122"/>
              <a:ea typeface="微软雅黑" pitchFamily="34" charset="-122"/>
            </a:endParaRPr>
          </a:p>
          <a:p>
            <a:pPr marL="457200" indent="-457200">
              <a:spcBef>
                <a:spcPct val="50000"/>
              </a:spcBef>
              <a:buFontTx/>
              <a:buAutoNum type="arabicPlain"/>
            </a:pPr>
            <a:r>
              <a:rPr lang="en-US" altLang="zh-CN" dirty="0" smtClean="0">
                <a:latin typeface="微软雅黑" pitchFamily="34" charset="-122"/>
                <a:ea typeface="微软雅黑" pitchFamily="34" charset="-122"/>
              </a:rPr>
              <a:t>The orbital magnetic moment of outer electron in atom</a:t>
            </a:r>
            <a:endParaRPr lang="zh-CN" altLang="en-US" dirty="0" smtClean="0">
              <a:latin typeface="微软雅黑" pitchFamily="34" charset="-122"/>
              <a:ea typeface="微软雅黑" pitchFamily="34" charset="-122"/>
            </a:endParaRPr>
          </a:p>
          <a:p>
            <a:pPr marL="457200" indent="-457200">
              <a:spcBef>
                <a:spcPct val="50000"/>
              </a:spcBef>
              <a:buFontTx/>
              <a:buAutoNum type="arabicPlain"/>
            </a:pPr>
            <a:r>
              <a:rPr lang="en-US" altLang="zh-CN" dirty="0" smtClean="0">
                <a:latin typeface="微软雅黑" pitchFamily="34" charset="-122"/>
                <a:ea typeface="微软雅黑" pitchFamily="34" charset="-122"/>
              </a:rPr>
              <a:t>The spin magnetic moment of electron</a:t>
            </a:r>
            <a:endParaRPr lang="zh-CN" altLang="en-US" dirty="0" smtClean="0">
              <a:latin typeface="微软雅黑" pitchFamily="34" charset="-122"/>
              <a:ea typeface="微软雅黑" pitchFamily="34" charset="-122"/>
            </a:endParaRPr>
          </a:p>
          <a:p>
            <a:pPr marL="457200" indent="-457200">
              <a:spcBef>
                <a:spcPct val="50000"/>
              </a:spcBef>
              <a:buFontTx/>
              <a:buAutoNum type="arabicPlain"/>
            </a:pPr>
            <a:r>
              <a:rPr lang="en-US" altLang="zh-CN" dirty="0" smtClean="0">
                <a:latin typeface="微软雅黑" pitchFamily="34" charset="-122"/>
                <a:ea typeface="微软雅黑" pitchFamily="34" charset="-122"/>
              </a:rPr>
              <a:t>The spin magnetic moment of atomic nucleus</a:t>
            </a:r>
          </a:p>
          <a:p>
            <a:pPr marL="457200" indent="-457200">
              <a:spcBef>
                <a:spcPct val="50000"/>
              </a:spcBef>
            </a:pPr>
            <a:r>
              <a:rPr lang="en-US" altLang="zh-CN" dirty="0" smtClean="0">
                <a:latin typeface="微软雅黑" pitchFamily="34" charset="-122"/>
                <a:ea typeface="微软雅黑" pitchFamily="34" charset="-122"/>
              </a:rPr>
              <a:t>Note: The atomic nucleus' spin magnetic moment is 1/1836.5 of the electron's magnetic moment which means it is negligible.</a:t>
            </a:r>
            <a:endParaRPr lang="zh-CN" altLang="en-US" dirty="0">
              <a:latin typeface="微软雅黑" pitchFamily="34" charset="-122"/>
              <a:ea typeface="微软雅黑" pitchFamily="34" charset="-122"/>
            </a:endParaRPr>
          </a:p>
        </p:txBody>
      </p:sp>
      <p:sp>
        <p:nvSpPr>
          <p:cNvPr id="10" name="内容占位符 1"/>
          <p:cNvSpPr>
            <a:spLocks noGrp="1"/>
          </p:cNvSpPr>
          <p:nvPr>
            <p:ph idx="1"/>
          </p:nvPr>
        </p:nvSpPr>
        <p:spPr>
          <a:xfrm>
            <a:off x="500034" y="1000108"/>
            <a:ext cx="3927950" cy="711912"/>
          </a:xfrm>
          <a:prstGeom prst="roundRect">
            <a:avLst/>
          </a:prstGeom>
        </p:spPr>
        <p:style>
          <a:lnRef idx="3">
            <a:schemeClr val="lt1"/>
          </a:lnRef>
          <a:fillRef idx="1">
            <a:schemeClr val="accent1"/>
          </a:fillRef>
          <a:effectRef idx="1">
            <a:schemeClr val="accent1"/>
          </a:effectRef>
          <a:fontRef idx="minor">
            <a:schemeClr val="lt1"/>
          </a:fontRef>
        </p:style>
        <p:txBody>
          <a:bodyPr>
            <a:normAutofit fontScale="85000" lnSpcReduction="20000"/>
          </a:bodyPr>
          <a:lstStyle/>
          <a:p>
            <a:r>
              <a:rPr lang="en-US" altLang="zh-CN" dirty="0" smtClean="0">
                <a:solidFill>
                  <a:srgbClr val="FFC000"/>
                </a:solidFill>
                <a:latin typeface="微软雅黑" pitchFamily="34" charset="-122"/>
                <a:ea typeface="微软雅黑" pitchFamily="34" charset="-122"/>
              </a:rPr>
              <a:t>Matter magnetism</a:t>
            </a:r>
            <a:endParaRPr lang="zh-CN" altLang="en-US" dirty="0">
              <a:solidFill>
                <a:srgbClr val="FFC000"/>
              </a:solidFill>
              <a:latin typeface="微软雅黑" pitchFamily="34" charset="-122"/>
              <a:ea typeface="微软雅黑" pitchFamily="34" charset="-122"/>
            </a:endParaRPr>
          </a:p>
        </p:txBody>
      </p:sp>
      <p:pic>
        <p:nvPicPr>
          <p:cNvPr id="11"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l="2153" b="3413"/>
          <a:stretch>
            <a:fillRect/>
          </a:stretch>
        </p:blipFill>
        <p:spPr bwMode="auto">
          <a:xfrm>
            <a:off x="1691680" y="4736488"/>
            <a:ext cx="3071834" cy="2163367"/>
          </a:xfrm>
          <a:prstGeom prst="rect">
            <a:avLst/>
          </a:prstGeom>
          <a:noFill/>
          <a:ln w="9525">
            <a:noFill/>
            <a:miter lim="800000"/>
            <a:headEnd/>
            <a:tailEnd/>
          </a:ln>
        </p:spPr>
      </p:pic>
      <p:pic>
        <p:nvPicPr>
          <p:cNvPr id="12" name="Picture 8" descr="http://jpkc.bjmu.cn/jpkc-sb/yixuejichuhuaxue/Web%20Page/GeneralChem/kechengneirong/08/08-031.gif"/>
          <p:cNvPicPr>
            <a:picLocks noChangeAspect="1" noChangeArrowheads="1"/>
          </p:cNvPicPr>
          <p:nvPr/>
        </p:nvPicPr>
        <p:blipFill>
          <a:blip r:embed="rId3" cstate="print"/>
          <a:srcRect/>
          <a:stretch>
            <a:fillRect/>
          </a:stretch>
        </p:blipFill>
        <p:spPr bwMode="auto">
          <a:xfrm>
            <a:off x="4906390" y="4725144"/>
            <a:ext cx="2857520" cy="2102703"/>
          </a:xfrm>
          <a:prstGeom prst="rect">
            <a:avLst/>
          </a:prstGeom>
          <a:noFill/>
          <a:ln w="9525">
            <a:noFill/>
            <a:miter lim="800000"/>
            <a:headEnd/>
            <a:tailEnd/>
          </a:ln>
        </p:spPr>
      </p:pic>
      <p:sp>
        <p:nvSpPr>
          <p:cNvPr id="13"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What is Magnetism</a:t>
            </a:r>
            <a:endParaRPr lang="zh-CN" altLang="en-US" dirty="0">
              <a:latin typeface="Times New Roman" pitchFamily="18" charset="0"/>
              <a:cs typeface="Times New Roman" pitchFamily="18" charset="0"/>
            </a:endParaRPr>
          </a:p>
        </p:txBody>
      </p:sp>
      <p:grpSp>
        <p:nvGrpSpPr>
          <p:cNvPr id="2" name="组合 50"/>
          <p:cNvGrpSpPr/>
          <p:nvPr/>
        </p:nvGrpSpPr>
        <p:grpSpPr>
          <a:xfrm rot="1207951">
            <a:off x="7690827" y="332500"/>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17"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18"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16" name="TextBox 15"/>
            <p:cNvSpPr txBox="1"/>
            <p:nvPr/>
          </p:nvSpPr>
          <p:spPr>
            <a:xfrm>
              <a:off x="7719711" y="834339"/>
              <a:ext cx="1259952" cy="584775"/>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Fundamental Knowledge</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14282" y="1412776"/>
            <a:ext cx="8738631" cy="525657"/>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342900" indent="-342900">
              <a:lnSpc>
                <a:spcPct val="130000"/>
              </a:lnSpc>
              <a:buFont typeface="Arial" pitchFamily="34" charset="0"/>
              <a:buChar char="•"/>
            </a:pPr>
            <a:r>
              <a:rPr lang="en-US" altLang="zh-CN" sz="2400" b="1" dirty="0" smtClean="0">
                <a:solidFill>
                  <a:srgbClr val="FFC000"/>
                </a:solidFill>
                <a:latin typeface="微软雅黑" pitchFamily="34" charset="-122"/>
                <a:ea typeface="微软雅黑" pitchFamily="34" charset="-122"/>
              </a:rPr>
              <a:t>Why the matter is nonmagnetic in common state?</a:t>
            </a:r>
            <a:endParaRPr lang="zh-CN" altLang="en-US" sz="2400" b="1" dirty="0">
              <a:solidFill>
                <a:srgbClr val="FFC000"/>
              </a:solidFill>
              <a:latin typeface="微软雅黑" pitchFamily="34" charset="-122"/>
              <a:ea typeface="微软雅黑" pitchFamily="34" charset="-122"/>
            </a:endParaRPr>
          </a:p>
        </p:txBody>
      </p:sp>
      <p:sp>
        <p:nvSpPr>
          <p:cNvPr id="10" name="Rectangle 3"/>
          <p:cNvSpPr txBox="1">
            <a:spLocks noChangeArrowheads="1"/>
          </p:cNvSpPr>
          <p:nvPr/>
        </p:nvSpPr>
        <p:spPr>
          <a:xfrm>
            <a:off x="236907" y="1975160"/>
            <a:ext cx="8439549" cy="4334160"/>
          </a:xfrm>
          <a:prstGeom prst="rect">
            <a:avLst/>
          </a:prstGeom>
        </p:spPr>
        <p:txBody>
          <a:bodyPr/>
          <a:lstStyle/>
          <a:p>
            <a:pPr marL="342900" lvl="0" indent="-342900">
              <a:spcBef>
                <a:spcPct val="20000"/>
              </a:spcBef>
              <a:buFont typeface="Wingdings" pitchFamily="2" charset="2"/>
              <a:buChar char="u"/>
            </a:pPr>
            <a:r>
              <a:rPr lang="en-US" altLang="zh-CN" sz="2000" dirty="0" smtClean="0">
                <a:solidFill>
                  <a:schemeClr val="dk1"/>
                </a:solidFill>
                <a:latin typeface="微软雅黑" pitchFamily="34" charset="-122"/>
                <a:ea typeface="微软雅黑" pitchFamily="34" charset="-122"/>
              </a:rPr>
              <a:t>The atom</a:t>
            </a:r>
            <a:r>
              <a:rPr lang="en-US" altLang="zh-CN" sz="2000" dirty="0" smtClean="0">
                <a:latin typeface="微软雅黑" pitchFamily="34" charset="-122"/>
                <a:ea typeface="微软雅黑" pitchFamily="34" charset="-122"/>
              </a:rPr>
              <a:t>ic</a:t>
            </a:r>
            <a:r>
              <a:rPr lang="en-US" altLang="zh-CN" sz="2000" dirty="0" smtClean="0">
                <a:solidFill>
                  <a:schemeClr val="dk1"/>
                </a:solidFill>
                <a:latin typeface="微软雅黑" pitchFamily="34" charset="-122"/>
                <a:ea typeface="微软雅黑" pitchFamily="34" charset="-122"/>
              </a:rPr>
              <a:t> inherent magnetic moment is exist for the atoms of most element which is the composite magnetic moment of the summation of orbital and spin magnetic moment for every electrons following the atom structure and quantum-mechanics laws.</a:t>
            </a:r>
          </a:p>
          <a:p>
            <a:pPr marL="342900" indent="-342900">
              <a:spcBef>
                <a:spcPct val="20000"/>
              </a:spcBef>
              <a:buFont typeface="Wingdings" pitchFamily="2" charset="2"/>
              <a:buChar char="u"/>
              <a:defRPr/>
            </a:pPr>
            <a:r>
              <a:rPr lang="en-US" altLang="zh-CN" sz="2000" dirty="0" smtClean="0">
                <a:solidFill>
                  <a:schemeClr val="dk1"/>
                </a:solidFill>
                <a:latin typeface="微软雅黑" pitchFamily="34" charset="-122"/>
                <a:ea typeface="微软雅黑" pitchFamily="34" charset="-122"/>
              </a:rPr>
              <a:t>The matter</a:t>
            </a:r>
            <a:r>
              <a:rPr lang="en-US" altLang="zh-CN" sz="2000" dirty="0" smtClean="0">
                <a:latin typeface="微软雅黑" pitchFamily="34" charset="-122"/>
                <a:ea typeface="微软雅黑" pitchFamily="34" charset="-122"/>
              </a:rPr>
              <a:t>'</a:t>
            </a:r>
            <a:r>
              <a:rPr lang="en-US" altLang="zh-CN" sz="2000" dirty="0" smtClean="0">
                <a:solidFill>
                  <a:schemeClr val="dk1"/>
                </a:solidFill>
                <a:latin typeface="微软雅黑" pitchFamily="34" charset="-122"/>
                <a:ea typeface="微软雅黑" pitchFamily="34" charset="-122"/>
              </a:rPr>
              <a:t>s magnetism is depend on the orientation of atomic magnetic moment. </a:t>
            </a:r>
          </a:p>
          <a:p>
            <a:pPr marL="342900" indent="-342900">
              <a:spcBef>
                <a:spcPct val="20000"/>
              </a:spcBef>
              <a:buFont typeface="Wingdings" pitchFamily="2" charset="2"/>
              <a:buChar char="u"/>
              <a:defRPr/>
            </a:pPr>
            <a:r>
              <a:rPr lang="en-US" altLang="zh-CN" sz="2000" dirty="0" smtClean="0">
                <a:solidFill>
                  <a:schemeClr val="dk1"/>
                </a:solidFill>
                <a:latin typeface="微软雅黑" pitchFamily="34" charset="-122"/>
                <a:ea typeface="微软雅黑" pitchFamily="34" charset="-122"/>
              </a:rPr>
              <a:t>The magnetic moment orientation of every atoms is disarranged when there is no external magnetic field effect existing and the matter is </a:t>
            </a:r>
            <a:r>
              <a:rPr lang="en-US" altLang="zh-CN" sz="2000" dirty="0" err="1" smtClean="0">
                <a:solidFill>
                  <a:schemeClr val="dk1"/>
                </a:solidFill>
                <a:latin typeface="微软雅黑" pitchFamily="34" charset="-122"/>
                <a:ea typeface="微软雅黑" pitchFamily="34" charset="-122"/>
              </a:rPr>
              <a:t>macroscopy</a:t>
            </a:r>
            <a:r>
              <a:rPr lang="en-US" altLang="zh-CN" sz="2000" dirty="0" smtClean="0">
                <a:solidFill>
                  <a:schemeClr val="dk1"/>
                </a:solidFill>
                <a:latin typeface="微软雅黑" pitchFamily="34" charset="-122"/>
                <a:ea typeface="微软雅黑" pitchFamily="34" charset="-122"/>
              </a:rPr>
              <a:t> nonmagnetic. </a:t>
            </a:r>
          </a:p>
          <a:p>
            <a:pPr marL="342900" indent="-342900">
              <a:spcBef>
                <a:spcPct val="20000"/>
              </a:spcBef>
              <a:buFont typeface="Wingdings" pitchFamily="2" charset="2"/>
              <a:buChar char="u"/>
              <a:defRPr/>
            </a:pPr>
            <a:r>
              <a:rPr lang="en-US" altLang="zh-CN" sz="2000" dirty="0" smtClean="0">
                <a:solidFill>
                  <a:schemeClr val="dk1"/>
                </a:solidFill>
                <a:latin typeface="微软雅黑" pitchFamily="34" charset="-122"/>
                <a:ea typeface="微软雅黑" pitchFamily="34" charset="-122"/>
              </a:rPr>
              <a:t>The atomic magnetic moment orientation shall be arranged when the matter is effected by external magnetic field and the matter is </a:t>
            </a:r>
            <a:r>
              <a:rPr lang="en-US" altLang="zh-CN" sz="2000" dirty="0" err="1" smtClean="0">
                <a:solidFill>
                  <a:schemeClr val="dk1"/>
                </a:solidFill>
                <a:latin typeface="微软雅黑" pitchFamily="34" charset="-122"/>
                <a:ea typeface="微软雅黑" pitchFamily="34" charset="-122"/>
              </a:rPr>
              <a:t>macroscopy</a:t>
            </a:r>
            <a:r>
              <a:rPr lang="en-US" altLang="zh-CN" sz="2000" dirty="0" smtClean="0">
                <a:solidFill>
                  <a:schemeClr val="dk1"/>
                </a:solidFill>
                <a:latin typeface="微软雅黑" pitchFamily="34" charset="-122"/>
                <a:ea typeface="微软雅黑" pitchFamily="34" charset="-122"/>
              </a:rPr>
              <a:t> magnetic.</a:t>
            </a:r>
          </a:p>
        </p:txBody>
      </p:sp>
      <p:sp>
        <p:nvSpPr>
          <p:cNvPr id="11"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What is Magnetism</a:t>
            </a:r>
            <a:endParaRPr lang="zh-CN" altLang="en-US" dirty="0">
              <a:latin typeface="Times New Roman" pitchFamily="18" charset="0"/>
              <a:cs typeface="Times New Roman" pitchFamily="18" charset="0"/>
            </a:endParaRPr>
          </a:p>
        </p:txBody>
      </p:sp>
      <p:grpSp>
        <p:nvGrpSpPr>
          <p:cNvPr id="2" name="组合 50"/>
          <p:cNvGrpSpPr/>
          <p:nvPr/>
        </p:nvGrpSpPr>
        <p:grpSpPr>
          <a:xfrm rot="1207951">
            <a:off x="7690827" y="332500"/>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15"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16"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14" name="TextBox 13"/>
            <p:cNvSpPr txBox="1"/>
            <p:nvPr/>
          </p:nvSpPr>
          <p:spPr>
            <a:xfrm>
              <a:off x="7719711" y="834339"/>
              <a:ext cx="1259952" cy="584775"/>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Fundamental Knowledge</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 calcmode="lin" valueType="num">
                                      <p:cBhvr additive="base">
                                        <p:cTn id="1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 calcmode="lin" valueType="num">
                                      <p:cBhvr additive="base">
                                        <p:cTn id="1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 calcmode="lin" valueType="num">
                                      <p:cBhvr additive="base">
                                        <p:cTn id="1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1486525"/>
            <a:ext cx="6476645" cy="646331"/>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3600" b="1" dirty="0" smtClean="0"/>
              <a:t>Classification of magnetic matter</a:t>
            </a:r>
            <a:endParaRPr lang="zh-CN" altLang="en-US" sz="3600" b="1" dirty="0"/>
          </a:p>
        </p:txBody>
      </p:sp>
      <p:graphicFrame>
        <p:nvGraphicFramePr>
          <p:cNvPr id="10" name="Object 5"/>
          <p:cNvGraphicFramePr>
            <a:graphicFrameLocks noChangeAspect="1"/>
          </p:cNvGraphicFramePr>
          <p:nvPr/>
        </p:nvGraphicFramePr>
        <p:xfrm>
          <a:off x="2786050" y="2214554"/>
          <a:ext cx="2667000" cy="935037"/>
        </p:xfrm>
        <a:graphic>
          <a:graphicData uri="http://schemas.openxmlformats.org/presentationml/2006/ole">
            <mc:AlternateContent xmlns:mc="http://schemas.openxmlformats.org/markup-compatibility/2006">
              <mc:Choice xmlns:v="urn:schemas-microsoft-com:vml" Requires="v">
                <p:oleObj spid="_x0000_s203779" name="Equation" r:id="rId3" imgW="16407000" imgH="5751000" progId="Equation.3">
                  <p:embed/>
                </p:oleObj>
              </mc:Choice>
              <mc:Fallback>
                <p:oleObj name="Equation" r:id="rId3" imgW="16407000" imgH="57510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6050" y="2214554"/>
                        <a:ext cx="2667000" cy="935037"/>
                      </a:xfrm>
                      <a:prstGeom prst="rect">
                        <a:avLst/>
                      </a:prstGeom>
                      <a:noFill/>
                      <a:extLst>
                        <a:ext uri="{909E8E84-426E-40DD-AFC4-6F175D3DCCD1}">
                          <a14:hiddenFill xmlns:a14="http://schemas.microsoft.com/office/drawing/2010/main">
                            <a:solidFill>
                              <a:srgbClr val="FF0000"/>
                            </a:solidFill>
                          </a14:hiddenFill>
                        </a:ext>
                      </a:extLst>
                    </p:spPr>
                  </p:pic>
                </p:oleObj>
              </mc:Fallback>
            </mc:AlternateContent>
          </a:graphicData>
        </a:graphic>
      </p:graphicFrame>
      <p:sp>
        <p:nvSpPr>
          <p:cNvPr id="11" name="AutoShape 6"/>
          <p:cNvSpPr>
            <a:spLocks noChangeArrowheads="1"/>
          </p:cNvSpPr>
          <p:nvPr/>
        </p:nvSpPr>
        <p:spPr bwMode="auto">
          <a:xfrm>
            <a:off x="1000125" y="3571871"/>
            <a:ext cx="2000250" cy="1643063"/>
          </a:xfrm>
          <a:prstGeom prst="cloudCallout">
            <a:avLst>
              <a:gd name="adj1" fmla="val 44833"/>
              <a:gd name="adj2" fmla="val -108171"/>
            </a:avLst>
          </a:prstGeom>
          <a:solidFill>
            <a:schemeClr val="bg1"/>
          </a:solidFill>
          <a:ln w="9525">
            <a:solidFill>
              <a:schemeClr val="tx1"/>
            </a:solidFill>
            <a:round/>
            <a:headEnd/>
            <a:tailEnd/>
          </a:ln>
        </p:spPr>
        <p:txBody>
          <a:bodyPr/>
          <a:lstStyle/>
          <a:p>
            <a:pPr algn="ctr"/>
            <a:r>
              <a:rPr kumimoji="1" lang="en-US" altLang="zh-CN" b="1" dirty="0" smtClean="0">
                <a:solidFill>
                  <a:schemeClr val="accent2"/>
                </a:solidFill>
                <a:latin typeface="Times New Roman" pitchFamily="18" charset="0"/>
                <a:ea typeface="华文行楷" pitchFamily="2" charset="-122"/>
              </a:rPr>
              <a:t>Total magnetic induction intensity</a:t>
            </a:r>
            <a:endParaRPr kumimoji="1" lang="zh-CN" altLang="en-US" b="1" dirty="0">
              <a:solidFill>
                <a:schemeClr val="accent2"/>
              </a:solidFill>
              <a:latin typeface="Times New Roman" pitchFamily="18" charset="0"/>
              <a:ea typeface="华文行楷" pitchFamily="2" charset="-122"/>
            </a:endParaRPr>
          </a:p>
        </p:txBody>
      </p:sp>
      <p:sp>
        <p:nvSpPr>
          <p:cNvPr id="12" name="AutoShape 7"/>
          <p:cNvSpPr>
            <a:spLocks noChangeArrowheads="1"/>
          </p:cNvSpPr>
          <p:nvPr/>
        </p:nvSpPr>
        <p:spPr bwMode="auto">
          <a:xfrm>
            <a:off x="5286375" y="3235701"/>
            <a:ext cx="1981200" cy="1489443"/>
          </a:xfrm>
          <a:prstGeom prst="cloudCallout">
            <a:avLst>
              <a:gd name="adj1" fmla="val -43347"/>
              <a:gd name="adj2" fmla="val -79935"/>
            </a:avLst>
          </a:prstGeom>
          <a:solidFill>
            <a:schemeClr val="bg1"/>
          </a:solidFill>
          <a:ln w="9525">
            <a:solidFill>
              <a:schemeClr val="tx1"/>
            </a:solidFill>
            <a:round/>
            <a:headEnd/>
            <a:tailEnd/>
          </a:ln>
        </p:spPr>
        <p:txBody>
          <a:bodyPr/>
          <a:lstStyle/>
          <a:p>
            <a:pPr algn="ctr"/>
            <a:r>
              <a:rPr kumimoji="1" lang="en-US" altLang="zh-CN" sz="1600" b="1" dirty="0" smtClean="0">
                <a:solidFill>
                  <a:schemeClr val="accent2"/>
                </a:solidFill>
                <a:latin typeface="Times New Roman" pitchFamily="18" charset="0"/>
                <a:ea typeface="华文行楷" pitchFamily="2" charset="-122"/>
              </a:rPr>
              <a:t>Append magnetic induction intensity</a:t>
            </a:r>
            <a:endParaRPr kumimoji="1" lang="zh-CN" altLang="en-US" sz="1600" b="1" dirty="0">
              <a:solidFill>
                <a:schemeClr val="accent2"/>
              </a:solidFill>
              <a:latin typeface="Times New Roman" pitchFamily="18" charset="0"/>
              <a:ea typeface="华文行楷" pitchFamily="2" charset="-122"/>
            </a:endParaRPr>
          </a:p>
        </p:txBody>
      </p:sp>
      <p:sp>
        <p:nvSpPr>
          <p:cNvPr id="13" name="AutoShape 8"/>
          <p:cNvSpPr>
            <a:spLocks noChangeArrowheads="1"/>
          </p:cNvSpPr>
          <p:nvPr/>
        </p:nvSpPr>
        <p:spPr bwMode="auto">
          <a:xfrm>
            <a:off x="3214687" y="3645024"/>
            <a:ext cx="1785938" cy="1498472"/>
          </a:xfrm>
          <a:prstGeom prst="cloudCallout">
            <a:avLst>
              <a:gd name="adj1" fmla="val -1611"/>
              <a:gd name="adj2" fmla="val -85736"/>
            </a:avLst>
          </a:prstGeom>
          <a:solidFill>
            <a:schemeClr val="bg1"/>
          </a:solidFill>
          <a:ln w="9525">
            <a:solidFill>
              <a:schemeClr val="tx1"/>
            </a:solidFill>
            <a:round/>
            <a:headEnd/>
            <a:tailEnd/>
          </a:ln>
        </p:spPr>
        <p:txBody>
          <a:bodyPr/>
          <a:lstStyle/>
          <a:p>
            <a:pPr algn="ctr"/>
            <a:r>
              <a:rPr kumimoji="1" lang="en-US" altLang="zh-CN" sz="1600" b="1" dirty="0" smtClean="0">
                <a:solidFill>
                  <a:schemeClr val="accent2"/>
                </a:solidFill>
                <a:latin typeface="Times New Roman" pitchFamily="18" charset="0"/>
                <a:ea typeface="华文行楷" pitchFamily="2" charset="-122"/>
              </a:rPr>
              <a:t>External   magnetic induction intensity</a:t>
            </a:r>
            <a:endParaRPr kumimoji="1" lang="zh-CN" altLang="en-US" sz="1600" b="1" dirty="0">
              <a:solidFill>
                <a:schemeClr val="accent2"/>
              </a:solidFill>
              <a:latin typeface="Times New Roman" pitchFamily="18" charset="0"/>
              <a:ea typeface="华文行楷" pitchFamily="2" charset="-122"/>
            </a:endParaRPr>
          </a:p>
        </p:txBody>
      </p:sp>
      <p:sp>
        <p:nvSpPr>
          <p:cNvPr id="14" name="圆角矩形 13"/>
          <p:cNvSpPr/>
          <p:nvPr/>
        </p:nvSpPr>
        <p:spPr>
          <a:xfrm>
            <a:off x="539552" y="5500702"/>
            <a:ext cx="7992888" cy="408623"/>
          </a:xfrm>
          <a:prstGeom prst="roundRect">
            <a:avLst/>
          </a:prstGeom>
          <a:noFill/>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spcBef>
                <a:spcPct val="50000"/>
              </a:spcBef>
            </a:pPr>
            <a:r>
              <a:rPr lang="en-US" altLang="zh-CN" dirty="0" smtClean="0">
                <a:latin typeface="微软雅黑" pitchFamily="34" charset="-122"/>
                <a:ea typeface="微软雅黑" pitchFamily="34" charset="-122"/>
              </a:rPr>
              <a:t>The Unit of magnetic induction intensity: 1T=1000mT=10</a:t>
            </a:r>
            <a:r>
              <a:rPr lang="en-US" altLang="zh-CN" baseline="30000" dirty="0" smtClean="0">
                <a:latin typeface="微软雅黑" pitchFamily="34" charset="-122"/>
                <a:ea typeface="微软雅黑" pitchFamily="34" charset="-122"/>
              </a:rPr>
              <a:t>9</a:t>
            </a:r>
            <a:r>
              <a:rPr lang="en-US" altLang="zh-CN" dirty="0" smtClean="0">
                <a:latin typeface="微软雅黑" pitchFamily="34" charset="-122"/>
                <a:ea typeface="微软雅黑" pitchFamily="34" charset="-122"/>
              </a:rPr>
              <a:t>nT=10</a:t>
            </a:r>
            <a:r>
              <a:rPr lang="en-US" altLang="zh-CN" baseline="30000" dirty="0" smtClean="0">
                <a:latin typeface="微软雅黑" pitchFamily="34" charset="-122"/>
                <a:ea typeface="微软雅黑" pitchFamily="34" charset="-122"/>
              </a:rPr>
              <a:t>4</a:t>
            </a:r>
            <a:r>
              <a:rPr lang="en-US" altLang="zh-CN" dirty="0" smtClean="0">
                <a:latin typeface="微软雅黑" pitchFamily="34" charset="-122"/>
                <a:ea typeface="微软雅黑" pitchFamily="34" charset="-122"/>
              </a:rPr>
              <a:t>Gs</a:t>
            </a:r>
            <a:endParaRPr lang="zh-CN" altLang="en-US" dirty="0">
              <a:latin typeface="微软雅黑" pitchFamily="34" charset="-122"/>
              <a:ea typeface="微软雅黑" pitchFamily="34" charset="-122"/>
            </a:endParaRPr>
          </a:p>
        </p:txBody>
      </p:sp>
      <p:sp>
        <p:nvSpPr>
          <p:cNvPr id="15"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What is Magnetism</a:t>
            </a:r>
            <a:endParaRPr lang="zh-CN" altLang="en-US" dirty="0">
              <a:latin typeface="Times New Roman" pitchFamily="18" charset="0"/>
              <a:cs typeface="Times New Roman" pitchFamily="18" charset="0"/>
            </a:endParaRPr>
          </a:p>
        </p:txBody>
      </p:sp>
      <p:grpSp>
        <p:nvGrpSpPr>
          <p:cNvPr id="2" name="组合 50"/>
          <p:cNvGrpSpPr/>
          <p:nvPr/>
        </p:nvGrpSpPr>
        <p:grpSpPr>
          <a:xfrm rot="1207951">
            <a:off x="7690827" y="332500"/>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19"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20"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18" name="TextBox 17"/>
            <p:cNvSpPr txBox="1"/>
            <p:nvPr/>
          </p:nvSpPr>
          <p:spPr>
            <a:xfrm>
              <a:off x="7719711" y="834339"/>
              <a:ext cx="1259952" cy="584775"/>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Fundamental Knowledge</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bg/>
                                          </p:spTgt>
                                        </p:tgtEl>
                                        <p:attrNameLst>
                                          <p:attrName>style.visibility</p:attrName>
                                        </p:attrNameLst>
                                      </p:cBhvr>
                                      <p:to>
                                        <p:strVal val="visible"/>
                                      </p:to>
                                    </p:set>
                                    <p:anim calcmode="lin" valueType="num">
                                      <p:cBhvr additive="base">
                                        <p:cTn id="25" dur="500" fill="hold"/>
                                        <p:tgtEl>
                                          <p:spTgt spid="14">
                                            <p:bg/>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bg/>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4">
                                            <p:txEl>
                                              <p:pRg st="0" end="0"/>
                                            </p:txEl>
                                          </p:spTgt>
                                        </p:tgtEl>
                                        <p:attrNameLst>
                                          <p:attrName>style.visibility</p:attrName>
                                        </p:attrNameLst>
                                      </p:cBhvr>
                                      <p:to>
                                        <p:strVal val="visible"/>
                                      </p:to>
                                    </p:set>
                                    <p:anim calcmode="lin" valueType="num">
                                      <p:cBhvr additive="base">
                                        <p:cTn id="29"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build="allAtOnce"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http://spe.sysu.edu.cn/course/course/4/ImageS/img4/Snap204.gif"/>
          <p:cNvPicPr>
            <a:picLocks noChangeAspect="1" noChangeArrowheads="1"/>
          </p:cNvPicPr>
          <p:nvPr/>
        </p:nvPicPr>
        <p:blipFill>
          <a:blip r:embed="rId2" cstate="print"/>
          <a:srcRect/>
          <a:stretch>
            <a:fillRect/>
          </a:stretch>
        </p:blipFill>
        <p:spPr bwMode="auto">
          <a:xfrm>
            <a:off x="2160240" y="4107541"/>
            <a:ext cx="4211960" cy="2993867"/>
          </a:xfrm>
          <a:prstGeom prst="rect">
            <a:avLst/>
          </a:prstGeom>
          <a:noFill/>
          <a:ln w="9525">
            <a:noFill/>
            <a:miter lim="800000"/>
            <a:headEnd/>
            <a:tailEnd/>
          </a:ln>
        </p:spPr>
      </p:pic>
      <p:sp>
        <p:nvSpPr>
          <p:cNvPr id="11" name="矩形 10"/>
          <p:cNvSpPr/>
          <p:nvPr/>
        </p:nvSpPr>
        <p:spPr>
          <a:xfrm>
            <a:off x="179512" y="1196752"/>
            <a:ext cx="8785132" cy="3262432"/>
          </a:xfrm>
          <a:prstGeom prst="rect">
            <a:avLst/>
          </a:prstGeom>
        </p:spPr>
        <p:txBody>
          <a:bodyPr wrap="square">
            <a:spAutoFit/>
          </a:bodyPr>
          <a:lstStyle/>
          <a:p>
            <a:r>
              <a:rPr kumimoji="1" lang="en-US" altLang="zh-CN" sz="2000" b="1" dirty="0" err="1" smtClean="0">
                <a:latin typeface="Times New Roman" pitchFamily="18" charset="0"/>
                <a:cs typeface="Times New Roman" pitchFamily="18" charset="0"/>
              </a:rPr>
              <a:t>Diamagnet</a:t>
            </a:r>
            <a:r>
              <a:rPr kumimoji="1" lang="en-US" altLang="zh-CN" sz="2000" b="1" dirty="0" smtClean="0">
                <a:latin typeface="Times New Roman" pitchFamily="18" charset="0"/>
                <a:cs typeface="Times New Roman" pitchFamily="18" charset="0"/>
              </a:rPr>
              <a:t>: </a:t>
            </a:r>
            <a:r>
              <a:rPr kumimoji="1" lang="en-US" altLang="zh-CN" sz="2000" dirty="0" smtClean="0">
                <a:latin typeface="Times New Roman" pitchFamily="18" charset="0"/>
                <a:cs typeface="Times New Roman" pitchFamily="18" charset="0"/>
              </a:rPr>
              <a:t>The Append magnetic induction intensity is opposite to the external magnetic field</a:t>
            </a:r>
            <a:r>
              <a:rPr kumimoji="1" lang="en-US" altLang="zh-CN" sz="2000" b="1" dirty="0" smtClean="0">
                <a:latin typeface="Times New Roman" pitchFamily="18" charset="0"/>
                <a:cs typeface="Times New Roman" pitchFamily="18" charset="0"/>
              </a:rPr>
              <a:t>. </a:t>
            </a:r>
            <a:r>
              <a:rPr lang="en-US" altLang="zh-CN" sz="2000" dirty="0" smtClean="0">
                <a:latin typeface="Times New Roman" pitchFamily="18" charset="0"/>
                <a:cs typeface="Times New Roman" pitchFamily="18" charset="0"/>
              </a:rPr>
              <a:t>Diamagnetic materials are repelled by a </a:t>
            </a:r>
            <a:r>
              <a:rPr lang="en-US" altLang="zh-CN" sz="2000" dirty="0" smtClean="0">
                <a:latin typeface="Times New Roman" pitchFamily="18" charset="0"/>
                <a:cs typeface="Times New Roman" pitchFamily="18" charset="0"/>
                <a:hlinkClick r:id="rId3" tooltip="Magnetic field"/>
              </a:rPr>
              <a:t>magnetic field</a:t>
            </a:r>
            <a:r>
              <a:rPr lang="en-US" altLang="zh-CN" sz="2000" dirty="0" smtClean="0">
                <a:latin typeface="Times New Roman" pitchFamily="18" charset="0"/>
                <a:cs typeface="Times New Roman" pitchFamily="18" charset="0"/>
              </a:rPr>
              <a:t>; an applied magnetic field creates an </a:t>
            </a:r>
            <a:r>
              <a:rPr lang="en-US" altLang="zh-CN" sz="2000" dirty="0" smtClean="0">
                <a:latin typeface="Times New Roman" pitchFamily="18" charset="0"/>
                <a:cs typeface="Times New Roman" pitchFamily="18" charset="0"/>
                <a:hlinkClick r:id="rId4" tooltip="Induced magnetic field"/>
              </a:rPr>
              <a:t>induced magnetic field</a:t>
            </a:r>
            <a:r>
              <a:rPr lang="en-US" altLang="zh-CN" sz="2000" dirty="0" smtClean="0">
                <a:latin typeface="Times New Roman" pitchFamily="18" charset="0"/>
                <a:cs typeface="Times New Roman" pitchFamily="18" charset="0"/>
              </a:rPr>
              <a:t> in them in the opposite direction, causing a repulsive force. </a:t>
            </a:r>
            <a:r>
              <a:rPr lang="en-US" altLang="zh-CN" sz="2000" dirty="0" smtClean="0"/>
              <a:t>Magnetic susceptibility </a:t>
            </a:r>
            <a:r>
              <a:rPr lang="zh-CN" altLang="en-US" sz="2000" dirty="0" smtClean="0">
                <a:solidFill>
                  <a:srgbClr val="FF0000"/>
                </a:solidFill>
                <a:sym typeface="Symbol" pitchFamily="18" charset="2"/>
              </a:rPr>
              <a:t></a:t>
            </a:r>
            <a:r>
              <a:rPr lang="en-US" altLang="zh-CN" sz="2000" dirty="0" smtClean="0">
                <a:solidFill>
                  <a:srgbClr val="FF0000"/>
                </a:solidFill>
                <a:sym typeface="Symbol" pitchFamily="18" charset="2"/>
              </a:rPr>
              <a:t>: </a:t>
            </a:r>
            <a:r>
              <a:rPr lang="zh-CN" altLang="en-US" sz="2000" dirty="0" smtClean="0">
                <a:solidFill>
                  <a:srgbClr val="FF0000"/>
                </a:solidFill>
                <a:sym typeface="Symbol" pitchFamily="18" charset="2"/>
              </a:rPr>
              <a:t></a:t>
            </a:r>
            <a:r>
              <a:rPr lang="en-US" altLang="zh-CN" sz="2000" dirty="0" smtClean="0">
                <a:solidFill>
                  <a:srgbClr val="FF0000"/>
                </a:solidFill>
                <a:sym typeface="Symbol" pitchFamily="18" charset="2"/>
              </a:rPr>
              <a:t>&lt;0</a:t>
            </a:r>
            <a:r>
              <a:rPr lang="zh-CN" altLang="en-US" sz="2000" dirty="0" smtClean="0">
                <a:solidFill>
                  <a:srgbClr val="FF0000"/>
                </a:solidFill>
                <a:sym typeface="Symbol" pitchFamily="18" charset="2"/>
              </a:rPr>
              <a:t>，｜｜&lt;&lt;1</a:t>
            </a:r>
            <a:endParaRPr kumimoji="1" lang="zh-CN" altLang="en-US" sz="2000" dirty="0" smtClean="0">
              <a:latin typeface="Times New Roman" pitchFamily="18" charset="0"/>
              <a:cs typeface="Times New Roman" pitchFamily="18" charset="0"/>
            </a:endParaRPr>
          </a:p>
          <a:p>
            <a:pPr>
              <a:lnSpc>
                <a:spcPct val="120000"/>
              </a:lnSpc>
              <a:buFont typeface="Arial" pitchFamily="34" charset="0"/>
              <a:buChar char="•"/>
            </a:pPr>
            <a:r>
              <a:rPr lang="en-US" altLang="zh-CN" b="1" dirty="0" smtClean="0">
                <a:latin typeface="Times New Roman" pitchFamily="18" charset="0"/>
                <a:cs typeface="Times New Roman" pitchFamily="18" charset="0"/>
              </a:rPr>
              <a:t>Inert Gases(Noble Gases): He, Ne, </a:t>
            </a:r>
            <a:r>
              <a:rPr lang="en-US" altLang="zh-CN" b="1" dirty="0" err="1" smtClean="0">
                <a:latin typeface="Times New Roman" pitchFamily="18" charset="0"/>
                <a:cs typeface="Times New Roman" pitchFamily="18" charset="0"/>
              </a:rPr>
              <a:t>Ar</a:t>
            </a:r>
            <a:r>
              <a:rPr lang="en-US" altLang="zh-CN" b="1" dirty="0" smtClean="0">
                <a:latin typeface="Times New Roman" pitchFamily="18" charset="0"/>
                <a:cs typeface="Times New Roman" pitchFamily="18" charset="0"/>
              </a:rPr>
              <a:t>, Kr, </a:t>
            </a:r>
            <a:r>
              <a:rPr lang="en-US" altLang="zh-CN" b="1" dirty="0" err="1" smtClean="0">
                <a:latin typeface="Times New Roman" pitchFamily="18" charset="0"/>
                <a:cs typeface="Times New Roman" pitchFamily="18" charset="0"/>
              </a:rPr>
              <a:t>Xe</a:t>
            </a:r>
            <a:endParaRPr lang="en-US" altLang="zh-CN" b="1" dirty="0" smtClean="0">
              <a:latin typeface="Times New Roman" pitchFamily="18" charset="0"/>
              <a:cs typeface="Times New Roman" pitchFamily="18" charset="0"/>
            </a:endParaRPr>
          </a:p>
          <a:p>
            <a:pPr>
              <a:lnSpc>
                <a:spcPct val="120000"/>
              </a:lnSpc>
              <a:buFont typeface="Arial" pitchFamily="34" charset="0"/>
              <a:buChar char="•"/>
            </a:pPr>
            <a:r>
              <a:rPr lang="en-US" altLang="zh-CN" b="1" dirty="0" smtClean="0">
                <a:latin typeface="Times New Roman" pitchFamily="18" charset="0"/>
                <a:cs typeface="Times New Roman" pitchFamily="18" charset="0"/>
              </a:rPr>
              <a:t>Majority Nonmetal and minority Metal: Si,</a:t>
            </a:r>
            <a:r>
              <a:rPr lang="zh-CN" altLang="en-US" b="1" dirty="0" smtClean="0">
                <a:latin typeface="Times New Roman" pitchFamily="18" charset="0"/>
                <a:cs typeface="Times New Roman" pitchFamily="18" charset="0"/>
              </a:rPr>
              <a:t> </a:t>
            </a:r>
            <a:r>
              <a:rPr lang="en-US" altLang="zh-CN" b="1" dirty="0" err="1" smtClean="0">
                <a:latin typeface="Times New Roman" pitchFamily="18" charset="0"/>
                <a:cs typeface="Times New Roman" pitchFamily="18" charset="0"/>
              </a:rPr>
              <a:t>Ge</a:t>
            </a:r>
            <a:r>
              <a:rPr lang="en-US" altLang="zh-CN" b="1" dirty="0" smtClean="0">
                <a:latin typeface="Times New Roman" pitchFamily="18" charset="0"/>
                <a:cs typeface="Times New Roman" pitchFamily="18" charset="0"/>
              </a:rPr>
              <a:t>,</a:t>
            </a:r>
            <a:r>
              <a:rPr lang="zh-CN" altLang="en-US" b="1" dirty="0" smtClean="0">
                <a:latin typeface="Times New Roman" pitchFamily="18" charset="0"/>
                <a:cs typeface="Times New Roman" pitchFamily="18" charset="0"/>
              </a:rPr>
              <a:t> </a:t>
            </a:r>
            <a:r>
              <a:rPr lang="en-US" altLang="zh-CN" b="1" dirty="0" smtClean="0">
                <a:latin typeface="Times New Roman" pitchFamily="18" charset="0"/>
                <a:cs typeface="Times New Roman" pitchFamily="18" charset="0"/>
              </a:rPr>
              <a:t>S,</a:t>
            </a:r>
            <a:r>
              <a:rPr lang="zh-CN" altLang="en-US" b="1" dirty="0" smtClean="0">
                <a:latin typeface="Times New Roman" pitchFamily="18" charset="0"/>
                <a:cs typeface="Times New Roman" pitchFamily="18" charset="0"/>
              </a:rPr>
              <a:t> </a:t>
            </a:r>
            <a:r>
              <a:rPr lang="en-US" altLang="zh-CN" b="1" dirty="0" smtClean="0">
                <a:latin typeface="Times New Roman" pitchFamily="18" charset="0"/>
                <a:cs typeface="Times New Roman" pitchFamily="18" charset="0"/>
              </a:rPr>
              <a:t>P,  Cu,</a:t>
            </a:r>
            <a:r>
              <a:rPr lang="zh-CN" altLang="en-US" b="1" dirty="0" smtClean="0">
                <a:latin typeface="Times New Roman" pitchFamily="18" charset="0"/>
                <a:cs typeface="Times New Roman" pitchFamily="18" charset="0"/>
              </a:rPr>
              <a:t> </a:t>
            </a:r>
            <a:r>
              <a:rPr lang="en-US" altLang="zh-CN" b="1" dirty="0" smtClean="0">
                <a:latin typeface="Times New Roman" pitchFamily="18" charset="0"/>
                <a:cs typeface="Times New Roman" pitchFamily="18" charset="0"/>
              </a:rPr>
              <a:t>Ag,</a:t>
            </a:r>
            <a:r>
              <a:rPr lang="zh-CN" altLang="en-US" b="1" dirty="0" smtClean="0">
                <a:latin typeface="Times New Roman" pitchFamily="18" charset="0"/>
                <a:cs typeface="Times New Roman" pitchFamily="18" charset="0"/>
              </a:rPr>
              <a:t> </a:t>
            </a:r>
            <a:r>
              <a:rPr lang="en-US" altLang="zh-CN" b="1" dirty="0" smtClean="0">
                <a:latin typeface="Times New Roman" pitchFamily="18" charset="0"/>
                <a:cs typeface="Times New Roman" pitchFamily="18" charset="0"/>
              </a:rPr>
              <a:t>Au</a:t>
            </a:r>
          </a:p>
          <a:p>
            <a:pPr>
              <a:lnSpc>
                <a:spcPct val="120000"/>
              </a:lnSpc>
              <a:buFont typeface="Arial" pitchFamily="34" charset="0"/>
              <a:buChar char="•"/>
            </a:pPr>
            <a:r>
              <a:rPr lang="en-US" altLang="zh-CN" b="1" dirty="0" smtClean="0">
                <a:latin typeface="Times New Roman" pitchFamily="18" charset="0"/>
                <a:cs typeface="Times New Roman" pitchFamily="18" charset="0"/>
              </a:rPr>
              <a:t>Ionic Crystal without Transition Elements: </a:t>
            </a:r>
            <a:r>
              <a:rPr lang="en-US" altLang="zh-CN" b="1" dirty="0" err="1" smtClean="0">
                <a:latin typeface="Times New Roman" pitchFamily="18" charset="0"/>
                <a:cs typeface="Times New Roman" pitchFamily="18" charset="0"/>
              </a:rPr>
              <a:t>NaCl</a:t>
            </a:r>
            <a:r>
              <a:rPr lang="en-US" altLang="zh-CN" b="1" dirty="0" smtClean="0">
                <a:latin typeface="Times New Roman" pitchFamily="18" charset="0"/>
                <a:cs typeface="Times New Roman" pitchFamily="18" charset="0"/>
              </a:rPr>
              <a:t>,</a:t>
            </a:r>
            <a:r>
              <a:rPr lang="zh-CN" altLang="en-US" b="1" dirty="0" smtClean="0">
                <a:latin typeface="Times New Roman" pitchFamily="18" charset="0"/>
                <a:cs typeface="Times New Roman" pitchFamily="18" charset="0"/>
              </a:rPr>
              <a:t> </a:t>
            </a:r>
            <a:r>
              <a:rPr lang="en-US" altLang="zh-CN" b="1" dirty="0" err="1" smtClean="0">
                <a:latin typeface="Times New Roman" pitchFamily="18" charset="0"/>
                <a:cs typeface="Times New Roman" pitchFamily="18" charset="0"/>
              </a:rPr>
              <a:t>KBr</a:t>
            </a:r>
            <a:endParaRPr lang="en-US" altLang="zh-CN" b="1" dirty="0" smtClean="0">
              <a:latin typeface="Times New Roman" pitchFamily="18" charset="0"/>
              <a:cs typeface="Times New Roman" pitchFamily="18" charset="0"/>
            </a:endParaRPr>
          </a:p>
          <a:p>
            <a:pPr>
              <a:lnSpc>
                <a:spcPct val="120000"/>
              </a:lnSpc>
              <a:buFont typeface="Arial" pitchFamily="34" charset="0"/>
              <a:buChar char="•"/>
            </a:pPr>
            <a:r>
              <a:rPr lang="en-US" altLang="zh-CN" b="1" dirty="0" smtClean="0">
                <a:latin typeface="Times New Roman" pitchFamily="18" charset="0"/>
                <a:cs typeface="Times New Roman" pitchFamily="18" charset="0"/>
              </a:rPr>
              <a:t>covalent bond compound without Transition Elements: H</a:t>
            </a:r>
            <a:r>
              <a:rPr lang="en-US" altLang="zh-CN" b="1" baseline="-25000" dirty="0" smtClean="0">
                <a:latin typeface="Times New Roman" pitchFamily="18" charset="0"/>
                <a:cs typeface="Times New Roman" pitchFamily="18" charset="0"/>
              </a:rPr>
              <a:t>2</a:t>
            </a:r>
            <a:r>
              <a:rPr lang="en-US" altLang="zh-CN" b="1" dirty="0" smtClean="0">
                <a:latin typeface="Times New Roman" pitchFamily="18" charset="0"/>
                <a:cs typeface="Times New Roman" pitchFamily="18" charset="0"/>
              </a:rPr>
              <a:t>,</a:t>
            </a:r>
            <a:r>
              <a:rPr lang="zh-CN" altLang="en-US" b="1" dirty="0" smtClean="0">
                <a:latin typeface="Times New Roman" pitchFamily="18" charset="0"/>
                <a:cs typeface="Times New Roman" pitchFamily="18" charset="0"/>
              </a:rPr>
              <a:t> </a:t>
            </a:r>
            <a:r>
              <a:rPr lang="en-US" altLang="zh-CN" b="1" dirty="0" smtClean="0">
                <a:latin typeface="Times New Roman" pitchFamily="18" charset="0"/>
                <a:cs typeface="Times New Roman" pitchFamily="18" charset="0"/>
              </a:rPr>
              <a:t>CO</a:t>
            </a:r>
            <a:r>
              <a:rPr lang="en-US" altLang="zh-CN" b="1" baseline="-25000" dirty="0" smtClean="0">
                <a:latin typeface="Times New Roman" pitchFamily="18" charset="0"/>
                <a:cs typeface="Times New Roman" pitchFamily="18" charset="0"/>
              </a:rPr>
              <a:t>2</a:t>
            </a:r>
            <a:r>
              <a:rPr lang="en-US" altLang="zh-CN" b="1" dirty="0" smtClean="0">
                <a:latin typeface="Times New Roman" pitchFamily="18" charset="0"/>
                <a:cs typeface="Times New Roman" pitchFamily="18" charset="0"/>
              </a:rPr>
              <a:t>,</a:t>
            </a:r>
            <a:r>
              <a:rPr lang="zh-CN" altLang="en-US" b="1" dirty="0" smtClean="0">
                <a:latin typeface="Times New Roman" pitchFamily="18" charset="0"/>
                <a:cs typeface="Times New Roman" pitchFamily="18" charset="0"/>
              </a:rPr>
              <a:t> </a:t>
            </a:r>
            <a:r>
              <a:rPr lang="en-US" altLang="zh-CN" b="1" dirty="0" smtClean="0">
                <a:latin typeface="Times New Roman" pitchFamily="18" charset="0"/>
                <a:cs typeface="Times New Roman" pitchFamily="18" charset="0"/>
              </a:rPr>
              <a:t>CH</a:t>
            </a:r>
            <a:r>
              <a:rPr lang="en-US" altLang="zh-CN" b="1" baseline="-25000" dirty="0" smtClean="0">
                <a:latin typeface="Times New Roman" pitchFamily="18" charset="0"/>
                <a:cs typeface="Times New Roman" pitchFamily="18" charset="0"/>
              </a:rPr>
              <a:t>4</a:t>
            </a:r>
            <a:r>
              <a:rPr lang="en-US" altLang="zh-CN" b="1" dirty="0" smtClean="0">
                <a:latin typeface="Times New Roman" pitchFamily="18" charset="0"/>
                <a:cs typeface="Times New Roman" pitchFamily="18" charset="0"/>
              </a:rPr>
              <a:t> </a:t>
            </a:r>
            <a:endParaRPr lang="zh-CN" altLang="en-US" b="1" dirty="0" smtClean="0">
              <a:latin typeface="Times New Roman" pitchFamily="18" charset="0"/>
              <a:cs typeface="Times New Roman" pitchFamily="18" charset="0"/>
            </a:endParaRPr>
          </a:p>
          <a:p>
            <a:pPr>
              <a:lnSpc>
                <a:spcPct val="120000"/>
              </a:lnSpc>
              <a:buFont typeface="Arial" pitchFamily="34" charset="0"/>
              <a:buChar char="•"/>
            </a:pPr>
            <a:r>
              <a:rPr lang="en-US" altLang="zh-CN" b="1" dirty="0" smtClean="0">
                <a:latin typeface="Times New Roman" pitchFamily="18" charset="0"/>
                <a:cs typeface="Times New Roman" pitchFamily="18" charset="0"/>
              </a:rPr>
              <a:t>Nearly all organic compounds and biological tissue: H</a:t>
            </a:r>
            <a:r>
              <a:rPr lang="en-US" altLang="zh-CN" b="1" baseline="-25000" dirty="0" smtClean="0">
                <a:latin typeface="Times New Roman" pitchFamily="18" charset="0"/>
                <a:cs typeface="Times New Roman" pitchFamily="18" charset="0"/>
              </a:rPr>
              <a:t>2</a:t>
            </a:r>
            <a:r>
              <a:rPr lang="en-US" altLang="zh-CN" b="1" dirty="0" smtClean="0">
                <a:latin typeface="Times New Roman" pitchFamily="18" charset="0"/>
                <a:cs typeface="Times New Roman" pitchFamily="18" charset="0"/>
              </a:rPr>
              <a:t>O</a:t>
            </a:r>
            <a:endParaRPr lang="zh-CN" altLang="en-US" b="1" dirty="0" smtClean="0">
              <a:latin typeface="Times New Roman" pitchFamily="18" charset="0"/>
              <a:cs typeface="Times New Roman" pitchFamily="18" charset="0"/>
            </a:endParaRPr>
          </a:p>
          <a:p>
            <a:endParaRPr lang="zh-CN" altLang="en-US" dirty="0"/>
          </a:p>
        </p:txBody>
      </p:sp>
      <p:sp>
        <p:nvSpPr>
          <p:cNvPr id="12"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What is Magnetism</a:t>
            </a:r>
            <a:endParaRPr lang="zh-CN" altLang="en-US" dirty="0">
              <a:latin typeface="Times New Roman" pitchFamily="18" charset="0"/>
              <a:cs typeface="Times New Roman" pitchFamily="18" charset="0"/>
            </a:endParaRPr>
          </a:p>
        </p:txBody>
      </p:sp>
      <p:grpSp>
        <p:nvGrpSpPr>
          <p:cNvPr id="2" name="组合 50"/>
          <p:cNvGrpSpPr/>
          <p:nvPr/>
        </p:nvGrpSpPr>
        <p:grpSpPr>
          <a:xfrm rot="1207951">
            <a:off x="7690827" y="44455"/>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16"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17"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15" name="TextBox 14"/>
            <p:cNvSpPr txBox="1"/>
            <p:nvPr/>
          </p:nvSpPr>
          <p:spPr>
            <a:xfrm>
              <a:off x="7719711" y="834339"/>
              <a:ext cx="1259952" cy="584775"/>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Fundamental Knowledge</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 calcmode="lin" valueType="num">
                                      <p:cBhvr additive="base">
                                        <p:cTn id="13"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 calcmode="lin" valueType="num">
                                      <p:cBhvr additive="base">
                                        <p:cTn id="17"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
                                            <p:txEl>
                                              <p:pRg st="2" end="2"/>
                                            </p:txEl>
                                          </p:spTgt>
                                        </p:tgtEl>
                                        <p:attrNameLst>
                                          <p:attrName>style.visibility</p:attrName>
                                        </p:attrNameLst>
                                      </p:cBhvr>
                                      <p:to>
                                        <p:strVal val="visible"/>
                                      </p:to>
                                    </p:set>
                                    <p:anim calcmode="lin" valueType="num">
                                      <p:cBhvr additive="base">
                                        <p:cTn id="21"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xEl>
                                              <p:pRg st="3" end="3"/>
                                            </p:txEl>
                                          </p:spTgt>
                                        </p:tgtEl>
                                        <p:attrNameLst>
                                          <p:attrName>style.visibility</p:attrName>
                                        </p:attrNameLst>
                                      </p:cBhvr>
                                      <p:to>
                                        <p:strVal val="visible"/>
                                      </p:to>
                                    </p:set>
                                    <p:anim calcmode="lin" valueType="num">
                                      <p:cBhvr additive="base">
                                        <p:cTn id="25"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1">
                                            <p:txEl>
                                              <p:pRg st="4" end="4"/>
                                            </p:txEl>
                                          </p:spTgt>
                                        </p:tgtEl>
                                        <p:attrNameLst>
                                          <p:attrName>style.visibility</p:attrName>
                                        </p:attrNameLst>
                                      </p:cBhvr>
                                      <p:to>
                                        <p:strVal val="visible"/>
                                      </p:to>
                                    </p:set>
                                    <p:anim calcmode="lin" valueType="num">
                                      <p:cBhvr additive="base">
                                        <p:cTn id="29"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
                                            <p:txEl>
                                              <p:pRg st="5" end="5"/>
                                            </p:txEl>
                                          </p:spTgt>
                                        </p:tgtEl>
                                        <p:attrNameLst>
                                          <p:attrName>style.visibility</p:attrName>
                                        </p:attrNameLst>
                                      </p:cBhvr>
                                      <p:to>
                                        <p:strVal val="visible"/>
                                      </p:to>
                                    </p:set>
                                    <p:anim calcmode="lin" valueType="num">
                                      <p:cBhvr additive="base">
                                        <p:cTn id="33"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http://spe.sysu.edu.cn/course/course/4/ImageS/img4/Snap205.gif"/>
          <p:cNvPicPr>
            <a:picLocks noChangeAspect="1" noChangeArrowheads="1"/>
          </p:cNvPicPr>
          <p:nvPr/>
        </p:nvPicPr>
        <p:blipFill>
          <a:blip r:embed="rId3" cstate="print"/>
          <a:srcRect/>
          <a:stretch>
            <a:fillRect/>
          </a:stretch>
        </p:blipFill>
        <p:spPr bwMode="auto">
          <a:xfrm>
            <a:off x="1593835" y="4746882"/>
            <a:ext cx="5786477" cy="2210510"/>
          </a:xfrm>
          <a:prstGeom prst="rect">
            <a:avLst/>
          </a:prstGeom>
          <a:noFill/>
          <a:ln w="9525">
            <a:noFill/>
            <a:miter lim="800000"/>
            <a:headEnd/>
            <a:tailEnd/>
          </a:ln>
        </p:spPr>
      </p:pic>
      <p:sp>
        <p:nvSpPr>
          <p:cNvPr id="72"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What is Magnetism</a:t>
            </a:r>
            <a:endParaRPr lang="zh-CN" altLang="en-US" dirty="0">
              <a:latin typeface="Times New Roman" pitchFamily="18" charset="0"/>
              <a:cs typeface="Times New Roman" pitchFamily="18" charset="0"/>
            </a:endParaRPr>
          </a:p>
        </p:txBody>
      </p:sp>
      <p:grpSp>
        <p:nvGrpSpPr>
          <p:cNvPr id="2" name="组合 50"/>
          <p:cNvGrpSpPr/>
          <p:nvPr/>
        </p:nvGrpSpPr>
        <p:grpSpPr>
          <a:xfrm rot="1207951">
            <a:off x="7690827" y="332500"/>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76"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77"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75" name="TextBox 74"/>
            <p:cNvSpPr txBox="1"/>
            <p:nvPr/>
          </p:nvSpPr>
          <p:spPr>
            <a:xfrm>
              <a:off x="7719711" y="834339"/>
              <a:ext cx="1259952" cy="584775"/>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Fundamental Knowledge</a:t>
              </a:r>
              <a:endParaRPr lang="zh-CN" altLang="en-US" sz="1600" b="1" dirty="0">
                <a:solidFill>
                  <a:schemeClr val="bg1"/>
                </a:solidFill>
                <a:latin typeface="Times New Roman" pitchFamily="18" charset="0"/>
                <a:cs typeface="Times New Roman" pitchFamily="18" charset="0"/>
              </a:endParaRPr>
            </a:p>
          </p:txBody>
        </p:sp>
      </p:grpSp>
      <p:sp>
        <p:nvSpPr>
          <p:cNvPr id="78" name="矩形 77"/>
          <p:cNvSpPr/>
          <p:nvPr/>
        </p:nvSpPr>
        <p:spPr>
          <a:xfrm>
            <a:off x="251364" y="1196752"/>
            <a:ext cx="8785132" cy="3933384"/>
          </a:xfrm>
          <a:prstGeom prst="rect">
            <a:avLst/>
          </a:prstGeom>
        </p:spPr>
        <p:txBody>
          <a:bodyPr wrap="square">
            <a:spAutoFit/>
          </a:bodyPr>
          <a:lstStyle/>
          <a:p>
            <a:r>
              <a:rPr lang="en-US" altLang="zh-CN" sz="2000" b="1" dirty="0" smtClean="0">
                <a:latin typeface="Times New Roman" pitchFamily="18" charset="0"/>
                <a:cs typeface="Times New Roman" pitchFamily="18" charset="0"/>
              </a:rPr>
              <a:t>Paramagnet: </a:t>
            </a:r>
            <a:r>
              <a:rPr kumimoji="1" lang="en-US" altLang="zh-CN" sz="2000" dirty="0" err="1" smtClean="0">
                <a:latin typeface="Times New Roman" pitchFamily="18" charset="0"/>
                <a:cs typeface="Times New Roman" pitchFamily="18" charset="0"/>
              </a:rPr>
              <a:t>Paramagnetism</a:t>
            </a:r>
            <a:r>
              <a:rPr kumimoji="1" lang="en-US" altLang="zh-CN" sz="2000" dirty="0" smtClean="0">
                <a:latin typeface="Times New Roman" pitchFamily="18" charset="0"/>
                <a:cs typeface="Times New Roman" pitchFamily="18" charset="0"/>
              </a:rPr>
              <a:t> is a form of </a:t>
            </a:r>
            <a:r>
              <a:rPr kumimoji="1" lang="en-US" altLang="zh-CN" sz="2000" dirty="0" smtClean="0">
                <a:latin typeface="Times New Roman" pitchFamily="18" charset="0"/>
                <a:cs typeface="Times New Roman" pitchFamily="18" charset="0"/>
                <a:hlinkClick r:id="rId4" tooltip="Magnetism"/>
              </a:rPr>
              <a:t>magnetism</a:t>
            </a:r>
            <a:r>
              <a:rPr kumimoji="1" lang="en-US" altLang="zh-CN" sz="2000" dirty="0" smtClean="0">
                <a:latin typeface="Times New Roman" pitchFamily="18" charset="0"/>
                <a:cs typeface="Times New Roman" pitchFamily="18" charset="0"/>
              </a:rPr>
              <a:t> whereby certain materials are attracted by an externally applied </a:t>
            </a:r>
            <a:r>
              <a:rPr kumimoji="1" lang="en-US" altLang="zh-CN" sz="2000" dirty="0" smtClean="0">
                <a:latin typeface="Times New Roman" pitchFamily="18" charset="0"/>
                <a:cs typeface="Times New Roman" pitchFamily="18" charset="0"/>
                <a:hlinkClick r:id="rId5" tooltip="Magnetic field"/>
              </a:rPr>
              <a:t>magnetic field</a:t>
            </a:r>
            <a:r>
              <a:rPr kumimoji="1" lang="en-US" altLang="zh-CN" sz="2000" dirty="0" smtClean="0">
                <a:latin typeface="Times New Roman" pitchFamily="18" charset="0"/>
                <a:cs typeface="Times New Roman" pitchFamily="18" charset="0"/>
              </a:rPr>
              <a:t>, and form internal, </a:t>
            </a:r>
            <a:r>
              <a:rPr kumimoji="1" lang="en-US" altLang="zh-CN" sz="2000" dirty="0" smtClean="0">
                <a:latin typeface="Times New Roman" pitchFamily="18" charset="0"/>
                <a:cs typeface="Times New Roman" pitchFamily="18" charset="0"/>
                <a:hlinkClick r:id="rId6" tooltip="Magnetization"/>
              </a:rPr>
              <a:t>induced magnetic fields</a:t>
            </a:r>
            <a:r>
              <a:rPr kumimoji="1" lang="en-US" altLang="zh-CN" sz="2000" dirty="0" smtClean="0">
                <a:latin typeface="Times New Roman" pitchFamily="18" charset="0"/>
                <a:cs typeface="Times New Roman" pitchFamily="18" charset="0"/>
              </a:rPr>
              <a:t> in the direction of the applied magnetic field. Paramagnetic materials have a small, positive susceptibility to magnetic fields. These materials are slightly attracted by a magnetic field and the material does not retain the magnetic properties when the external field is removed. </a:t>
            </a:r>
            <a:r>
              <a:rPr lang="en-US" altLang="zh-CN" sz="2000" dirty="0" smtClean="0"/>
              <a:t>Magnetic susceptibility </a:t>
            </a:r>
            <a:r>
              <a:rPr lang="zh-CN" altLang="en-US" sz="2000" dirty="0" smtClean="0">
                <a:solidFill>
                  <a:srgbClr val="FF0000"/>
                </a:solidFill>
                <a:sym typeface="Symbol" pitchFamily="18" charset="2"/>
              </a:rPr>
              <a:t> </a:t>
            </a:r>
            <a:r>
              <a:rPr lang="en-US" altLang="zh-CN" sz="2000" dirty="0" smtClean="0">
                <a:solidFill>
                  <a:srgbClr val="FF0000"/>
                </a:solidFill>
                <a:sym typeface="Symbol" pitchFamily="18" charset="2"/>
              </a:rPr>
              <a:t>:</a:t>
            </a:r>
            <a:r>
              <a:rPr lang="zh-CN" altLang="en-US" sz="2000" dirty="0" smtClean="0">
                <a:solidFill>
                  <a:srgbClr val="FF0000"/>
                </a:solidFill>
                <a:sym typeface="Symbol" pitchFamily="18" charset="2"/>
              </a:rPr>
              <a:t> 0&lt;&lt;&lt;1</a:t>
            </a:r>
            <a:endParaRPr kumimoji="1" lang="en-US" altLang="zh-CN" sz="2000" dirty="0" smtClean="0">
              <a:latin typeface="Times New Roman" pitchFamily="18" charset="0"/>
              <a:cs typeface="Times New Roman" pitchFamily="18" charset="0"/>
            </a:endParaRPr>
          </a:p>
          <a:p>
            <a:pPr>
              <a:lnSpc>
                <a:spcPct val="120000"/>
              </a:lnSpc>
              <a:buFont typeface="Arial" pitchFamily="34" charset="0"/>
              <a:buChar char="•"/>
            </a:pPr>
            <a:r>
              <a:rPr lang="en-US" altLang="zh-CN" b="1" dirty="0" smtClean="0">
                <a:latin typeface="Times New Roman" pitchFamily="18" charset="0"/>
                <a:cs typeface="Times New Roman" pitchFamily="18" charset="0"/>
              </a:rPr>
              <a:t>Transition Elements: Sc, </a:t>
            </a:r>
            <a:r>
              <a:rPr lang="en-US" altLang="zh-CN" b="1" dirty="0" err="1" smtClean="0">
                <a:latin typeface="Times New Roman" pitchFamily="18" charset="0"/>
                <a:cs typeface="Times New Roman" pitchFamily="18" charset="0"/>
              </a:rPr>
              <a:t>Zr</a:t>
            </a:r>
            <a:r>
              <a:rPr lang="en-US" altLang="zh-CN" b="1" dirty="0" smtClean="0">
                <a:latin typeface="Times New Roman" pitchFamily="18" charset="0"/>
                <a:cs typeface="Times New Roman" pitchFamily="18" charset="0"/>
              </a:rPr>
              <a:t>, Mo</a:t>
            </a:r>
          </a:p>
          <a:p>
            <a:pPr>
              <a:lnSpc>
                <a:spcPct val="120000"/>
              </a:lnSpc>
              <a:buFont typeface="Arial" pitchFamily="34" charset="0"/>
              <a:buChar char="•"/>
            </a:pPr>
            <a:r>
              <a:rPr lang="en-US" altLang="zh-CN" b="1" dirty="0" smtClean="0">
                <a:latin typeface="Times New Roman" pitchFamily="18" charset="0"/>
                <a:cs typeface="Times New Roman" pitchFamily="18" charset="0"/>
              </a:rPr>
              <a:t>Rare Earth elements:</a:t>
            </a:r>
            <a:r>
              <a:rPr lang="zh-CN" altLang="en-US" b="1" dirty="0" smtClean="0">
                <a:latin typeface="Times New Roman" pitchFamily="18" charset="0"/>
                <a:cs typeface="Times New Roman" pitchFamily="18" charset="0"/>
              </a:rPr>
              <a:t> </a:t>
            </a:r>
            <a:r>
              <a:rPr lang="en-US" altLang="zh-CN" b="1" dirty="0" smtClean="0">
                <a:latin typeface="Times New Roman" pitchFamily="18" charset="0"/>
                <a:cs typeface="Times New Roman" pitchFamily="18" charset="0"/>
              </a:rPr>
              <a:t>La, </a:t>
            </a:r>
            <a:r>
              <a:rPr lang="en-US" altLang="zh-CN" b="1" dirty="0" err="1" smtClean="0">
                <a:latin typeface="Times New Roman" pitchFamily="18" charset="0"/>
                <a:cs typeface="Times New Roman" pitchFamily="18" charset="0"/>
              </a:rPr>
              <a:t>Ce</a:t>
            </a:r>
            <a:r>
              <a:rPr lang="en-US" altLang="zh-CN" b="1" dirty="0" smtClean="0">
                <a:latin typeface="Times New Roman" pitchFamily="18" charset="0"/>
                <a:cs typeface="Times New Roman" pitchFamily="18" charset="0"/>
              </a:rPr>
              <a:t>, Pr, </a:t>
            </a:r>
            <a:r>
              <a:rPr lang="en-US" altLang="zh-CN" b="1" dirty="0" err="1" smtClean="0">
                <a:latin typeface="Times New Roman" pitchFamily="18" charset="0"/>
                <a:cs typeface="Times New Roman" pitchFamily="18" charset="0"/>
              </a:rPr>
              <a:t>Nd</a:t>
            </a:r>
            <a:r>
              <a:rPr lang="en-US" altLang="zh-CN" b="1" dirty="0" smtClean="0">
                <a:latin typeface="Times New Roman" pitchFamily="18" charset="0"/>
                <a:cs typeface="Times New Roman" pitchFamily="18" charset="0"/>
              </a:rPr>
              <a:t>, Pm, </a:t>
            </a:r>
            <a:r>
              <a:rPr lang="en-US" altLang="zh-CN" b="1" dirty="0" err="1" smtClean="0">
                <a:latin typeface="Times New Roman" pitchFamily="18" charset="0"/>
                <a:cs typeface="Times New Roman" pitchFamily="18" charset="0"/>
              </a:rPr>
              <a:t>Sm</a:t>
            </a:r>
            <a:r>
              <a:rPr lang="en-US" altLang="zh-CN" b="1" dirty="0" smtClean="0">
                <a:latin typeface="Times New Roman" pitchFamily="18" charset="0"/>
                <a:cs typeface="Times New Roman" pitchFamily="18" charset="0"/>
              </a:rPr>
              <a:t>, </a:t>
            </a:r>
            <a:r>
              <a:rPr lang="en-US" altLang="zh-CN" b="1" dirty="0" err="1" smtClean="0">
                <a:latin typeface="Times New Roman" pitchFamily="18" charset="0"/>
                <a:cs typeface="Times New Roman" pitchFamily="18" charset="0"/>
              </a:rPr>
              <a:t>Eu</a:t>
            </a:r>
            <a:r>
              <a:rPr lang="en-US" altLang="zh-CN" b="1" dirty="0" smtClean="0">
                <a:latin typeface="Times New Roman" pitchFamily="18" charset="0"/>
                <a:cs typeface="Times New Roman" pitchFamily="18" charset="0"/>
              </a:rPr>
              <a:t>, </a:t>
            </a:r>
            <a:r>
              <a:rPr lang="en-US" altLang="zh-CN" b="1" dirty="0" err="1" smtClean="0">
                <a:latin typeface="Times New Roman" pitchFamily="18" charset="0"/>
                <a:cs typeface="Times New Roman" pitchFamily="18" charset="0"/>
              </a:rPr>
              <a:t>Gd</a:t>
            </a:r>
            <a:r>
              <a:rPr lang="en-US" altLang="zh-CN" b="1" dirty="0" smtClean="0">
                <a:latin typeface="Times New Roman" pitchFamily="18" charset="0"/>
                <a:cs typeface="Times New Roman" pitchFamily="18" charset="0"/>
              </a:rPr>
              <a:t>, Tb, </a:t>
            </a:r>
            <a:r>
              <a:rPr lang="en-US" altLang="zh-CN" b="1" dirty="0" err="1" smtClean="0">
                <a:latin typeface="Times New Roman" pitchFamily="18" charset="0"/>
                <a:cs typeface="Times New Roman" pitchFamily="18" charset="0"/>
              </a:rPr>
              <a:t>Dy</a:t>
            </a:r>
            <a:r>
              <a:rPr lang="en-US" altLang="zh-CN" b="1" dirty="0" smtClean="0">
                <a:latin typeface="Times New Roman" pitchFamily="18" charset="0"/>
                <a:cs typeface="Times New Roman" pitchFamily="18" charset="0"/>
              </a:rPr>
              <a:t>, Ho, </a:t>
            </a:r>
            <a:r>
              <a:rPr lang="en-US" altLang="zh-CN" b="1" dirty="0" err="1" smtClean="0">
                <a:latin typeface="Times New Roman" pitchFamily="18" charset="0"/>
                <a:cs typeface="Times New Roman" pitchFamily="18" charset="0"/>
              </a:rPr>
              <a:t>Er</a:t>
            </a:r>
            <a:r>
              <a:rPr lang="en-US" altLang="zh-CN" b="1" dirty="0" smtClean="0">
                <a:latin typeface="Times New Roman" pitchFamily="18" charset="0"/>
                <a:cs typeface="Times New Roman" pitchFamily="18" charset="0"/>
              </a:rPr>
              <a:t>, Tm, </a:t>
            </a:r>
            <a:r>
              <a:rPr lang="en-US" altLang="zh-CN" b="1" dirty="0" err="1" smtClean="0">
                <a:latin typeface="Times New Roman" pitchFamily="18" charset="0"/>
                <a:cs typeface="Times New Roman" pitchFamily="18" charset="0"/>
              </a:rPr>
              <a:t>Yb</a:t>
            </a:r>
            <a:r>
              <a:rPr lang="en-US" altLang="zh-CN" b="1" dirty="0" smtClean="0">
                <a:latin typeface="Times New Roman" pitchFamily="18" charset="0"/>
                <a:cs typeface="Times New Roman" pitchFamily="18" charset="0"/>
              </a:rPr>
              <a:t>, Lu</a:t>
            </a:r>
          </a:p>
          <a:p>
            <a:pPr>
              <a:lnSpc>
                <a:spcPct val="120000"/>
              </a:lnSpc>
              <a:buFont typeface="Arial" pitchFamily="34" charset="0"/>
              <a:buChar char="•"/>
            </a:pPr>
            <a:r>
              <a:rPr lang="en-US" altLang="zh-CN" b="1" dirty="0" smtClean="0">
                <a:latin typeface="Times New Roman" pitchFamily="18" charset="0"/>
                <a:cs typeface="Times New Roman" pitchFamily="18" charset="0"/>
              </a:rPr>
              <a:t>Actinide elements metal: Ac, </a:t>
            </a:r>
            <a:r>
              <a:rPr lang="en-US" altLang="zh-CN" b="1" dirty="0" err="1" smtClean="0">
                <a:latin typeface="Times New Roman" pitchFamily="18" charset="0"/>
                <a:cs typeface="Times New Roman" pitchFamily="18" charset="0"/>
              </a:rPr>
              <a:t>Th</a:t>
            </a:r>
            <a:r>
              <a:rPr lang="en-US" altLang="zh-CN" b="1" dirty="0" smtClean="0">
                <a:latin typeface="Times New Roman" pitchFamily="18" charset="0"/>
                <a:cs typeface="Times New Roman" pitchFamily="18" charset="0"/>
              </a:rPr>
              <a:t>, Pa, U, </a:t>
            </a:r>
            <a:r>
              <a:rPr lang="en-US" altLang="zh-CN" b="1" dirty="0" err="1" smtClean="0">
                <a:latin typeface="Times New Roman" pitchFamily="18" charset="0"/>
                <a:cs typeface="Times New Roman" pitchFamily="18" charset="0"/>
              </a:rPr>
              <a:t>Np</a:t>
            </a:r>
            <a:r>
              <a:rPr lang="en-US" altLang="zh-CN" b="1" dirty="0" smtClean="0">
                <a:latin typeface="Times New Roman" pitchFamily="18" charset="0"/>
                <a:cs typeface="Times New Roman" pitchFamily="18" charset="0"/>
              </a:rPr>
              <a:t>, </a:t>
            </a:r>
            <a:r>
              <a:rPr lang="en-US" altLang="zh-CN" b="1" dirty="0" err="1" smtClean="0">
                <a:latin typeface="Times New Roman" pitchFamily="18" charset="0"/>
                <a:cs typeface="Times New Roman" pitchFamily="18" charset="0"/>
              </a:rPr>
              <a:t>Pu</a:t>
            </a:r>
            <a:r>
              <a:rPr lang="en-US" altLang="zh-CN" b="1" dirty="0" smtClean="0">
                <a:latin typeface="Times New Roman" pitchFamily="18" charset="0"/>
                <a:cs typeface="Times New Roman" pitchFamily="18" charset="0"/>
              </a:rPr>
              <a:t>, Am, Cm, </a:t>
            </a:r>
            <a:r>
              <a:rPr lang="en-US" altLang="zh-CN" b="1" dirty="0" err="1" smtClean="0">
                <a:latin typeface="Times New Roman" pitchFamily="18" charset="0"/>
                <a:cs typeface="Times New Roman" pitchFamily="18" charset="0"/>
              </a:rPr>
              <a:t>Bk</a:t>
            </a:r>
            <a:r>
              <a:rPr lang="en-US" altLang="zh-CN" b="1" dirty="0" smtClean="0">
                <a:latin typeface="Times New Roman" pitchFamily="18" charset="0"/>
                <a:cs typeface="Times New Roman" pitchFamily="18" charset="0"/>
              </a:rPr>
              <a:t>, </a:t>
            </a:r>
            <a:r>
              <a:rPr lang="en-US" altLang="zh-CN" b="1" dirty="0" err="1" smtClean="0">
                <a:latin typeface="Times New Roman" pitchFamily="18" charset="0"/>
                <a:cs typeface="Times New Roman" pitchFamily="18" charset="0"/>
              </a:rPr>
              <a:t>Cf</a:t>
            </a:r>
            <a:r>
              <a:rPr lang="en-US" altLang="zh-CN" b="1" dirty="0" smtClean="0">
                <a:latin typeface="Times New Roman" pitchFamily="18" charset="0"/>
                <a:cs typeface="Times New Roman" pitchFamily="18" charset="0"/>
              </a:rPr>
              <a:t>, Es, Fm, </a:t>
            </a:r>
            <a:r>
              <a:rPr lang="en-US" altLang="zh-CN" b="1" dirty="0" err="1" smtClean="0">
                <a:latin typeface="Times New Roman" pitchFamily="18" charset="0"/>
                <a:cs typeface="Times New Roman" pitchFamily="18" charset="0"/>
              </a:rPr>
              <a:t>Md</a:t>
            </a:r>
            <a:r>
              <a:rPr lang="en-US" altLang="zh-CN" b="1" dirty="0" smtClean="0">
                <a:latin typeface="Times New Roman" pitchFamily="18" charset="0"/>
                <a:cs typeface="Times New Roman" pitchFamily="18" charset="0"/>
              </a:rPr>
              <a:t>, No, </a:t>
            </a:r>
            <a:r>
              <a:rPr lang="en-US" altLang="zh-CN" b="1" dirty="0" err="1" smtClean="0">
                <a:latin typeface="Times New Roman" pitchFamily="18" charset="0"/>
                <a:cs typeface="Times New Roman" pitchFamily="18" charset="0"/>
              </a:rPr>
              <a:t>Lr</a:t>
            </a:r>
            <a:endParaRPr lang="en-US" altLang="zh-CN" b="1" dirty="0" smtClean="0">
              <a:latin typeface="Times New Roman" pitchFamily="18" charset="0"/>
              <a:cs typeface="Times New Roman" pitchFamily="18" charset="0"/>
            </a:endParaRPr>
          </a:p>
          <a:p>
            <a:pPr>
              <a:lnSpc>
                <a:spcPct val="120000"/>
              </a:lnSpc>
              <a:buFont typeface="Arial" pitchFamily="34" charset="0"/>
              <a:buChar char="•"/>
            </a:pPr>
            <a:r>
              <a:rPr lang="en-US" altLang="zh-CN" b="1" dirty="0" smtClean="0">
                <a:latin typeface="Times New Roman" pitchFamily="18" charset="0"/>
                <a:cs typeface="Times New Roman" pitchFamily="18" charset="0"/>
              </a:rPr>
              <a:t>Alkali metal: Li, Na, K, </a:t>
            </a:r>
            <a:r>
              <a:rPr lang="en-US" altLang="zh-CN" b="1" dirty="0" err="1" smtClean="0">
                <a:latin typeface="Times New Roman" pitchFamily="18" charset="0"/>
                <a:cs typeface="Times New Roman" pitchFamily="18" charset="0"/>
              </a:rPr>
              <a:t>Rb</a:t>
            </a:r>
            <a:r>
              <a:rPr lang="en-US" altLang="zh-CN" b="1" dirty="0" smtClean="0">
                <a:latin typeface="Times New Roman" pitchFamily="18" charset="0"/>
                <a:cs typeface="Times New Roman" pitchFamily="18" charset="0"/>
              </a:rPr>
              <a:t>, Cs, </a:t>
            </a:r>
            <a:r>
              <a:rPr lang="en-US" altLang="zh-CN" b="1" dirty="0" err="1" smtClean="0">
                <a:latin typeface="Times New Roman" pitchFamily="18" charset="0"/>
                <a:cs typeface="Times New Roman" pitchFamily="18" charset="0"/>
              </a:rPr>
              <a:t>Sr</a:t>
            </a:r>
            <a:endParaRPr lang="en-US" altLang="zh-CN" b="1" dirty="0" smtClean="0">
              <a:latin typeface="Times New Roman" pitchFamily="18" charset="0"/>
              <a:cs typeface="Times New Roman" pitchFamily="18" charset="0"/>
            </a:endParaRPr>
          </a:p>
          <a:p>
            <a:pPr>
              <a:lnSpc>
                <a:spcPct val="120000"/>
              </a:lnSpc>
              <a:buFont typeface="Arial" pitchFamily="34" charset="0"/>
              <a:buChar char="•"/>
            </a:pPr>
            <a:r>
              <a:rPr lang="en-US" altLang="zh-CN" b="1" dirty="0" smtClean="0">
                <a:latin typeface="Times New Roman" pitchFamily="18" charset="0"/>
                <a:cs typeface="Times New Roman" pitchFamily="18" charset="0"/>
              </a:rPr>
              <a:t>Alkaline-earth metals: </a:t>
            </a:r>
            <a:r>
              <a:rPr lang="en-US" altLang="zh-CN" b="1" dirty="0" smtClean="0">
                <a:latin typeface="Times New Roman" pitchFamily="18" charset="0"/>
                <a:cs typeface="Times New Roman" pitchFamily="18" charset="0"/>
                <a:hlinkClick r:id="rId7"/>
              </a:rPr>
              <a:t>Be</a:t>
            </a:r>
            <a:r>
              <a:rPr lang="en-US" altLang="zh-CN" b="1" dirty="0" smtClean="0">
                <a:latin typeface="Times New Roman" pitchFamily="18" charset="0"/>
                <a:cs typeface="Times New Roman" pitchFamily="18" charset="0"/>
              </a:rPr>
              <a:t>, </a:t>
            </a:r>
            <a:r>
              <a:rPr lang="en-US" altLang="zh-CN" b="1" dirty="0" smtClean="0">
                <a:latin typeface="Times New Roman" pitchFamily="18" charset="0"/>
                <a:cs typeface="Times New Roman" pitchFamily="18" charset="0"/>
                <a:hlinkClick r:id="rId8"/>
              </a:rPr>
              <a:t>Mg</a:t>
            </a:r>
            <a:r>
              <a:rPr lang="en-US" altLang="zh-CN" b="1" dirty="0" smtClean="0">
                <a:latin typeface="Times New Roman" pitchFamily="18" charset="0"/>
                <a:cs typeface="Times New Roman" pitchFamily="18" charset="0"/>
              </a:rPr>
              <a:t>, </a:t>
            </a:r>
            <a:r>
              <a:rPr lang="en-US" altLang="zh-CN" b="1" dirty="0" smtClean="0">
                <a:latin typeface="Times New Roman" pitchFamily="18" charset="0"/>
                <a:cs typeface="Times New Roman" pitchFamily="18" charset="0"/>
                <a:hlinkClick r:id="rId9"/>
              </a:rPr>
              <a:t>Ca</a:t>
            </a:r>
            <a:r>
              <a:rPr lang="en-US" altLang="zh-CN" b="1" dirty="0" smtClean="0">
                <a:latin typeface="Times New Roman" pitchFamily="18" charset="0"/>
                <a:cs typeface="Times New Roman" pitchFamily="18" charset="0"/>
              </a:rPr>
              <a:t>, </a:t>
            </a:r>
            <a:r>
              <a:rPr lang="en-US" altLang="zh-CN" b="1" dirty="0" err="1" smtClean="0">
                <a:latin typeface="Times New Roman" pitchFamily="18" charset="0"/>
                <a:cs typeface="Times New Roman" pitchFamily="18" charset="0"/>
                <a:hlinkClick r:id="rId10"/>
              </a:rPr>
              <a:t>Sr</a:t>
            </a:r>
            <a:r>
              <a:rPr lang="en-US" altLang="zh-CN" b="1" dirty="0" smtClean="0"/>
              <a:t>, </a:t>
            </a:r>
            <a:r>
              <a:rPr lang="en-US" altLang="zh-CN" b="1" dirty="0" err="1" smtClean="0">
                <a:hlinkClick r:id="rId11"/>
              </a:rPr>
              <a:t>Ba</a:t>
            </a:r>
            <a:r>
              <a:rPr lang="en-US" altLang="zh-CN" b="1" dirty="0" smtClean="0"/>
              <a:t>, Ra, </a:t>
            </a:r>
            <a:r>
              <a:rPr lang="en-US" altLang="zh-CN" b="1" dirty="0" err="1" smtClean="0"/>
              <a:t>Ubn</a:t>
            </a:r>
            <a:endParaRPr lang="en-US" altLang="zh-CN" b="1" dirty="0" smtClean="0"/>
          </a:p>
          <a:p>
            <a:pPr>
              <a:lnSpc>
                <a:spcPct val="120000"/>
              </a:lnSpc>
              <a:buFont typeface="Arial" pitchFamily="34" charset="0"/>
              <a:buChar char="•"/>
            </a:pPr>
            <a:r>
              <a:rPr lang="en-US" altLang="zh-CN" b="1" dirty="0" err="1" smtClean="0">
                <a:solidFill>
                  <a:srgbClr val="FF0000"/>
                </a:solidFill>
                <a:latin typeface="Times New Roman" pitchFamily="18" charset="0"/>
                <a:cs typeface="Times New Roman" pitchFamily="18" charset="0"/>
              </a:rPr>
              <a:t>Aluminium</a:t>
            </a:r>
            <a:endParaRPr lang="zh-CN" altLang="en-US" b="1"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8">
                                            <p:txEl>
                                              <p:pRg st="0" end="0"/>
                                            </p:txEl>
                                          </p:spTgt>
                                        </p:tgtEl>
                                        <p:attrNameLst>
                                          <p:attrName>style.visibility</p:attrName>
                                        </p:attrNameLst>
                                      </p:cBhvr>
                                      <p:to>
                                        <p:strVal val="visible"/>
                                      </p:to>
                                    </p:set>
                                    <p:anim calcmode="lin" valueType="num">
                                      <p:cBhvr additive="base">
                                        <p:cTn id="13" dur="500" fill="hold"/>
                                        <p:tgtEl>
                                          <p:spTgt spid="7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8">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8">
                                            <p:txEl>
                                              <p:pRg st="1" end="1"/>
                                            </p:txEl>
                                          </p:spTgt>
                                        </p:tgtEl>
                                        <p:attrNameLst>
                                          <p:attrName>style.visibility</p:attrName>
                                        </p:attrNameLst>
                                      </p:cBhvr>
                                      <p:to>
                                        <p:strVal val="visible"/>
                                      </p:to>
                                    </p:set>
                                    <p:anim calcmode="lin" valueType="num">
                                      <p:cBhvr additive="base">
                                        <p:cTn id="17" dur="500" fill="hold"/>
                                        <p:tgtEl>
                                          <p:spTgt spid="7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8">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8">
                                            <p:txEl>
                                              <p:pRg st="2" end="2"/>
                                            </p:txEl>
                                          </p:spTgt>
                                        </p:tgtEl>
                                        <p:attrNameLst>
                                          <p:attrName>style.visibility</p:attrName>
                                        </p:attrNameLst>
                                      </p:cBhvr>
                                      <p:to>
                                        <p:strVal val="visible"/>
                                      </p:to>
                                    </p:set>
                                    <p:anim calcmode="lin" valueType="num">
                                      <p:cBhvr additive="base">
                                        <p:cTn id="21" dur="500" fill="hold"/>
                                        <p:tgtEl>
                                          <p:spTgt spid="78">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8">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78">
                                            <p:txEl>
                                              <p:pRg st="3" end="3"/>
                                            </p:txEl>
                                          </p:spTgt>
                                        </p:tgtEl>
                                        <p:attrNameLst>
                                          <p:attrName>style.visibility</p:attrName>
                                        </p:attrNameLst>
                                      </p:cBhvr>
                                      <p:to>
                                        <p:strVal val="visible"/>
                                      </p:to>
                                    </p:set>
                                    <p:anim calcmode="lin" valueType="num">
                                      <p:cBhvr additive="base">
                                        <p:cTn id="25" dur="500" fill="hold"/>
                                        <p:tgtEl>
                                          <p:spTgt spid="7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8">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78">
                                            <p:txEl>
                                              <p:pRg st="4" end="4"/>
                                            </p:txEl>
                                          </p:spTgt>
                                        </p:tgtEl>
                                        <p:attrNameLst>
                                          <p:attrName>style.visibility</p:attrName>
                                        </p:attrNameLst>
                                      </p:cBhvr>
                                      <p:to>
                                        <p:strVal val="visible"/>
                                      </p:to>
                                    </p:set>
                                    <p:anim calcmode="lin" valueType="num">
                                      <p:cBhvr additive="base">
                                        <p:cTn id="29" dur="500" fill="hold"/>
                                        <p:tgtEl>
                                          <p:spTgt spid="78">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8">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78">
                                            <p:txEl>
                                              <p:pRg st="5" end="5"/>
                                            </p:txEl>
                                          </p:spTgt>
                                        </p:tgtEl>
                                        <p:attrNameLst>
                                          <p:attrName>style.visibility</p:attrName>
                                        </p:attrNameLst>
                                      </p:cBhvr>
                                      <p:to>
                                        <p:strVal val="visible"/>
                                      </p:to>
                                    </p:set>
                                    <p:anim calcmode="lin" valueType="num">
                                      <p:cBhvr additive="base">
                                        <p:cTn id="33" dur="500" fill="hold"/>
                                        <p:tgtEl>
                                          <p:spTgt spid="78">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8">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78">
                                            <p:txEl>
                                              <p:pRg st="6" end="6"/>
                                            </p:txEl>
                                          </p:spTgt>
                                        </p:tgtEl>
                                        <p:attrNameLst>
                                          <p:attrName>style.visibility</p:attrName>
                                        </p:attrNameLst>
                                      </p:cBhvr>
                                      <p:to>
                                        <p:strVal val="visible"/>
                                      </p:to>
                                    </p:set>
                                    <p:anim calcmode="lin" valueType="num">
                                      <p:cBhvr additive="base">
                                        <p:cTn id="37" dur="500" fill="hold"/>
                                        <p:tgtEl>
                                          <p:spTgt spid="7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a:grpSpLocks/>
          </p:cNvGrpSpPr>
          <p:nvPr/>
        </p:nvGrpSpPr>
        <p:grpSpPr bwMode="auto">
          <a:xfrm>
            <a:off x="1115616" y="5733256"/>
            <a:ext cx="2599127" cy="1044772"/>
            <a:chOff x="431" y="1752"/>
            <a:chExt cx="4627" cy="1081"/>
          </a:xfrm>
        </p:grpSpPr>
        <p:grpSp>
          <p:nvGrpSpPr>
            <p:cNvPr id="3" name="Group 6"/>
            <p:cNvGrpSpPr>
              <a:grpSpLocks/>
            </p:cNvGrpSpPr>
            <p:nvPr/>
          </p:nvGrpSpPr>
          <p:grpSpPr bwMode="auto">
            <a:xfrm>
              <a:off x="431" y="1752"/>
              <a:ext cx="4627" cy="1081"/>
              <a:chOff x="1383" y="1752"/>
              <a:chExt cx="3493" cy="816"/>
            </a:xfrm>
          </p:grpSpPr>
          <p:sp>
            <p:nvSpPr>
              <p:cNvPr id="28" name="AutoShape 7"/>
              <p:cNvSpPr>
                <a:spLocks noChangeArrowheads="1"/>
              </p:cNvSpPr>
              <p:nvPr/>
            </p:nvSpPr>
            <p:spPr bwMode="auto">
              <a:xfrm rot="-5400000">
                <a:off x="2722" y="413"/>
                <a:ext cx="816" cy="3493"/>
              </a:xfrm>
              <a:prstGeom prst="can">
                <a:avLst>
                  <a:gd name="adj" fmla="val 82065"/>
                </a:avLst>
              </a:prstGeom>
              <a:noFill/>
              <a:ln w="28575">
                <a:solidFill>
                  <a:srgbClr val="00CC00"/>
                </a:solidFill>
                <a:round/>
                <a:headEnd/>
                <a:tailEnd/>
              </a:ln>
            </p:spPr>
            <p:txBody>
              <a:bodyPr wrap="none" anchor="ctr"/>
              <a:lstStyle/>
              <a:p>
                <a:endParaRPr lang="zh-CN" altLang="en-US"/>
              </a:p>
            </p:txBody>
          </p:sp>
          <p:sp>
            <p:nvSpPr>
              <p:cNvPr id="29" name="Oval 8"/>
              <p:cNvSpPr>
                <a:spLocks noChangeArrowheads="1"/>
              </p:cNvSpPr>
              <p:nvPr/>
            </p:nvSpPr>
            <p:spPr bwMode="auto">
              <a:xfrm>
                <a:off x="2109" y="1842"/>
                <a:ext cx="227" cy="227"/>
              </a:xfrm>
              <a:prstGeom prst="ellipse">
                <a:avLst/>
              </a:prstGeom>
              <a:noFill/>
              <a:ln w="9525">
                <a:solidFill>
                  <a:schemeClr val="accent2"/>
                </a:solidFill>
                <a:round/>
                <a:headEnd/>
                <a:tailEnd/>
              </a:ln>
            </p:spPr>
            <p:txBody>
              <a:bodyPr wrap="none" anchor="ctr"/>
              <a:lstStyle/>
              <a:p>
                <a:endParaRPr lang="zh-CN" altLang="en-US"/>
              </a:p>
            </p:txBody>
          </p:sp>
          <p:sp>
            <p:nvSpPr>
              <p:cNvPr id="30" name="Oval 9"/>
              <p:cNvSpPr>
                <a:spLocks noChangeArrowheads="1"/>
              </p:cNvSpPr>
              <p:nvPr/>
            </p:nvSpPr>
            <p:spPr bwMode="auto">
              <a:xfrm>
                <a:off x="2109" y="2205"/>
                <a:ext cx="227" cy="227"/>
              </a:xfrm>
              <a:prstGeom prst="ellipse">
                <a:avLst/>
              </a:prstGeom>
              <a:noFill/>
              <a:ln w="9525">
                <a:solidFill>
                  <a:schemeClr val="accent2"/>
                </a:solidFill>
                <a:round/>
                <a:headEnd/>
                <a:tailEnd/>
              </a:ln>
            </p:spPr>
            <p:txBody>
              <a:bodyPr wrap="none" anchor="ctr"/>
              <a:lstStyle/>
              <a:p>
                <a:endParaRPr lang="zh-CN" altLang="en-US"/>
              </a:p>
            </p:txBody>
          </p:sp>
          <p:sp>
            <p:nvSpPr>
              <p:cNvPr id="31" name="Oval 10"/>
              <p:cNvSpPr>
                <a:spLocks noChangeArrowheads="1"/>
              </p:cNvSpPr>
              <p:nvPr/>
            </p:nvSpPr>
            <p:spPr bwMode="auto">
              <a:xfrm>
                <a:off x="2381" y="2024"/>
                <a:ext cx="227" cy="227"/>
              </a:xfrm>
              <a:prstGeom prst="ellipse">
                <a:avLst/>
              </a:prstGeom>
              <a:noFill/>
              <a:ln w="9525">
                <a:solidFill>
                  <a:schemeClr val="accent2"/>
                </a:solidFill>
                <a:round/>
                <a:headEnd/>
                <a:tailEnd/>
              </a:ln>
            </p:spPr>
            <p:txBody>
              <a:bodyPr wrap="none" anchor="ctr"/>
              <a:lstStyle/>
              <a:p>
                <a:endParaRPr lang="zh-CN" altLang="en-US"/>
              </a:p>
            </p:txBody>
          </p:sp>
          <p:sp>
            <p:nvSpPr>
              <p:cNvPr id="32" name="Oval 11"/>
              <p:cNvSpPr>
                <a:spLocks noChangeArrowheads="1"/>
              </p:cNvSpPr>
              <p:nvPr/>
            </p:nvSpPr>
            <p:spPr bwMode="auto">
              <a:xfrm>
                <a:off x="2789" y="1842"/>
                <a:ext cx="227" cy="227"/>
              </a:xfrm>
              <a:prstGeom prst="ellipse">
                <a:avLst/>
              </a:prstGeom>
              <a:noFill/>
              <a:ln w="9525">
                <a:solidFill>
                  <a:schemeClr val="accent2"/>
                </a:solidFill>
                <a:round/>
                <a:headEnd/>
                <a:tailEnd/>
              </a:ln>
            </p:spPr>
            <p:txBody>
              <a:bodyPr wrap="none" anchor="ctr"/>
              <a:lstStyle/>
              <a:p>
                <a:endParaRPr lang="zh-CN" altLang="en-US"/>
              </a:p>
            </p:txBody>
          </p:sp>
          <p:sp>
            <p:nvSpPr>
              <p:cNvPr id="33" name="Oval 12"/>
              <p:cNvSpPr>
                <a:spLocks noChangeArrowheads="1"/>
              </p:cNvSpPr>
              <p:nvPr/>
            </p:nvSpPr>
            <p:spPr bwMode="auto">
              <a:xfrm>
                <a:off x="2789" y="2251"/>
                <a:ext cx="227" cy="227"/>
              </a:xfrm>
              <a:prstGeom prst="ellipse">
                <a:avLst/>
              </a:prstGeom>
              <a:noFill/>
              <a:ln w="9525">
                <a:solidFill>
                  <a:schemeClr val="accent2"/>
                </a:solidFill>
                <a:round/>
                <a:headEnd/>
                <a:tailEnd/>
              </a:ln>
            </p:spPr>
            <p:txBody>
              <a:bodyPr wrap="none" anchor="ctr"/>
              <a:lstStyle/>
              <a:p>
                <a:endParaRPr lang="zh-CN" altLang="en-US"/>
              </a:p>
            </p:txBody>
          </p:sp>
          <p:sp>
            <p:nvSpPr>
              <p:cNvPr id="34" name="Oval 13"/>
              <p:cNvSpPr>
                <a:spLocks noChangeArrowheads="1"/>
              </p:cNvSpPr>
              <p:nvPr/>
            </p:nvSpPr>
            <p:spPr bwMode="auto">
              <a:xfrm>
                <a:off x="3198" y="1842"/>
                <a:ext cx="227" cy="227"/>
              </a:xfrm>
              <a:prstGeom prst="ellipse">
                <a:avLst/>
              </a:prstGeom>
              <a:noFill/>
              <a:ln w="9525">
                <a:solidFill>
                  <a:schemeClr val="accent2"/>
                </a:solidFill>
                <a:round/>
                <a:headEnd/>
                <a:tailEnd/>
              </a:ln>
            </p:spPr>
            <p:txBody>
              <a:bodyPr wrap="none" anchor="ctr"/>
              <a:lstStyle/>
              <a:p>
                <a:endParaRPr lang="zh-CN" altLang="en-US"/>
              </a:p>
            </p:txBody>
          </p:sp>
          <p:sp>
            <p:nvSpPr>
              <p:cNvPr id="35" name="Oval 14"/>
              <p:cNvSpPr>
                <a:spLocks noChangeArrowheads="1"/>
              </p:cNvSpPr>
              <p:nvPr/>
            </p:nvSpPr>
            <p:spPr bwMode="auto">
              <a:xfrm>
                <a:off x="3152" y="2251"/>
                <a:ext cx="227" cy="227"/>
              </a:xfrm>
              <a:prstGeom prst="ellipse">
                <a:avLst/>
              </a:prstGeom>
              <a:noFill/>
              <a:ln w="9525">
                <a:solidFill>
                  <a:schemeClr val="accent2"/>
                </a:solidFill>
                <a:round/>
                <a:headEnd/>
                <a:tailEnd/>
              </a:ln>
            </p:spPr>
            <p:txBody>
              <a:bodyPr wrap="none" anchor="ctr"/>
              <a:lstStyle/>
              <a:p>
                <a:endParaRPr lang="zh-CN" altLang="en-US"/>
              </a:p>
            </p:txBody>
          </p:sp>
          <p:sp>
            <p:nvSpPr>
              <p:cNvPr id="36" name="Oval 15"/>
              <p:cNvSpPr>
                <a:spLocks noChangeArrowheads="1"/>
              </p:cNvSpPr>
              <p:nvPr/>
            </p:nvSpPr>
            <p:spPr bwMode="auto">
              <a:xfrm>
                <a:off x="3470" y="2069"/>
                <a:ext cx="227" cy="227"/>
              </a:xfrm>
              <a:prstGeom prst="ellipse">
                <a:avLst/>
              </a:prstGeom>
              <a:noFill/>
              <a:ln w="9525">
                <a:solidFill>
                  <a:schemeClr val="accent2"/>
                </a:solidFill>
                <a:round/>
                <a:headEnd/>
                <a:tailEnd/>
              </a:ln>
            </p:spPr>
            <p:txBody>
              <a:bodyPr wrap="none" anchor="ctr"/>
              <a:lstStyle/>
              <a:p>
                <a:endParaRPr lang="zh-CN" altLang="en-US"/>
              </a:p>
            </p:txBody>
          </p:sp>
          <p:sp>
            <p:nvSpPr>
              <p:cNvPr id="37" name="Oval 16"/>
              <p:cNvSpPr>
                <a:spLocks noChangeArrowheads="1"/>
              </p:cNvSpPr>
              <p:nvPr/>
            </p:nvSpPr>
            <p:spPr bwMode="auto">
              <a:xfrm>
                <a:off x="3833" y="1842"/>
                <a:ext cx="227" cy="227"/>
              </a:xfrm>
              <a:prstGeom prst="ellipse">
                <a:avLst/>
              </a:prstGeom>
              <a:noFill/>
              <a:ln w="9525">
                <a:solidFill>
                  <a:schemeClr val="accent2"/>
                </a:solidFill>
                <a:round/>
                <a:headEnd/>
                <a:tailEnd/>
              </a:ln>
            </p:spPr>
            <p:txBody>
              <a:bodyPr wrap="none" anchor="ctr"/>
              <a:lstStyle/>
              <a:p>
                <a:endParaRPr lang="zh-CN" altLang="en-US"/>
              </a:p>
            </p:txBody>
          </p:sp>
          <p:sp>
            <p:nvSpPr>
              <p:cNvPr id="38" name="Oval 17"/>
              <p:cNvSpPr>
                <a:spLocks noChangeArrowheads="1"/>
              </p:cNvSpPr>
              <p:nvPr/>
            </p:nvSpPr>
            <p:spPr bwMode="auto">
              <a:xfrm>
                <a:off x="3787" y="2251"/>
                <a:ext cx="227" cy="227"/>
              </a:xfrm>
              <a:prstGeom prst="ellipse">
                <a:avLst/>
              </a:prstGeom>
              <a:noFill/>
              <a:ln w="9525">
                <a:solidFill>
                  <a:schemeClr val="accent2"/>
                </a:solidFill>
                <a:round/>
                <a:headEnd/>
                <a:tailEnd/>
              </a:ln>
            </p:spPr>
            <p:txBody>
              <a:bodyPr wrap="none" anchor="ctr"/>
              <a:lstStyle/>
              <a:p>
                <a:endParaRPr lang="zh-CN" altLang="en-US"/>
              </a:p>
            </p:txBody>
          </p:sp>
          <p:sp>
            <p:nvSpPr>
              <p:cNvPr id="39" name="Oval 18"/>
              <p:cNvSpPr>
                <a:spLocks noChangeArrowheads="1"/>
              </p:cNvSpPr>
              <p:nvPr/>
            </p:nvSpPr>
            <p:spPr bwMode="auto">
              <a:xfrm>
                <a:off x="4195" y="2069"/>
                <a:ext cx="227" cy="227"/>
              </a:xfrm>
              <a:prstGeom prst="ellipse">
                <a:avLst/>
              </a:prstGeom>
              <a:noFill/>
              <a:ln w="9525">
                <a:solidFill>
                  <a:schemeClr val="accent2"/>
                </a:solidFill>
                <a:round/>
                <a:headEnd/>
                <a:tailEnd/>
              </a:ln>
            </p:spPr>
            <p:txBody>
              <a:bodyPr wrap="none" anchor="ctr"/>
              <a:lstStyle/>
              <a:p>
                <a:endParaRPr lang="zh-CN" altLang="en-US"/>
              </a:p>
            </p:txBody>
          </p:sp>
          <p:sp>
            <p:nvSpPr>
              <p:cNvPr id="40" name="Oval 19"/>
              <p:cNvSpPr>
                <a:spLocks noChangeArrowheads="1"/>
              </p:cNvSpPr>
              <p:nvPr/>
            </p:nvSpPr>
            <p:spPr bwMode="auto">
              <a:xfrm>
                <a:off x="4514" y="1842"/>
                <a:ext cx="227" cy="227"/>
              </a:xfrm>
              <a:prstGeom prst="ellipse">
                <a:avLst/>
              </a:prstGeom>
              <a:noFill/>
              <a:ln w="9525">
                <a:solidFill>
                  <a:schemeClr val="accent2"/>
                </a:solidFill>
                <a:round/>
                <a:headEnd/>
                <a:tailEnd/>
              </a:ln>
            </p:spPr>
            <p:txBody>
              <a:bodyPr wrap="none" anchor="ctr"/>
              <a:lstStyle/>
              <a:p>
                <a:endParaRPr lang="zh-CN" altLang="en-US"/>
              </a:p>
            </p:txBody>
          </p:sp>
          <p:sp>
            <p:nvSpPr>
              <p:cNvPr id="41" name="Oval 20"/>
              <p:cNvSpPr>
                <a:spLocks noChangeArrowheads="1"/>
              </p:cNvSpPr>
              <p:nvPr/>
            </p:nvSpPr>
            <p:spPr bwMode="auto">
              <a:xfrm>
                <a:off x="4468" y="2251"/>
                <a:ext cx="227" cy="227"/>
              </a:xfrm>
              <a:prstGeom prst="ellipse">
                <a:avLst/>
              </a:prstGeom>
              <a:noFill/>
              <a:ln w="9525">
                <a:solidFill>
                  <a:schemeClr val="accent2"/>
                </a:solidFill>
                <a:round/>
                <a:headEnd/>
                <a:tailEnd/>
              </a:ln>
            </p:spPr>
            <p:txBody>
              <a:bodyPr wrap="none" anchor="ctr"/>
              <a:lstStyle/>
              <a:p>
                <a:endParaRPr lang="zh-CN" altLang="en-US"/>
              </a:p>
            </p:txBody>
          </p:sp>
        </p:grpSp>
        <p:sp>
          <p:nvSpPr>
            <p:cNvPr id="15" name="Line 21"/>
            <p:cNvSpPr>
              <a:spLocks noChangeShapeType="1"/>
            </p:cNvSpPr>
            <p:nvPr/>
          </p:nvSpPr>
          <p:spPr bwMode="auto">
            <a:xfrm flipH="1">
              <a:off x="1292" y="2523"/>
              <a:ext cx="227" cy="0"/>
            </a:xfrm>
            <a:prstGeom prst="line">
              <a:avLst/>
            </a:prstGeom>
            <a:noFill/>
            <a:ln w="9525">
              <a:solidFill>
                <a:schemeClr val="accent2"/>
              </a:solidFill>
              <a:round/>
              <a:headEnd/>
              <a:tailEnd type="triangle" w="med" len="med"/>
            </a:ln>
          </p:spPr>
          <p:txBody>
            <a:bodyPr/>
            <a:lstStyle/>
            <a:p>
              <a:endParaRPr lang="zh-CN" altLang="en-US"/>
            </a:p>
          </p:txBody>
        </p:sp>
        <p:sp>
          <p:nvSpPr>
            <p:cNvPr id="16" name="Line 22"/>
            <p:cNvSpPr>
              <a:spLocks noChangeShapeType="1"/>
            </p:cNvSpPr>
            <p:nvPr/>
          </p:nvSpPr>
          <p:spPr bwMode="auto">
            <a:xfrm>
              <a:off x="1519" y="2024"/>
              <a:ext cx="227" cy="136"/>
            </a:xfrm>
            <a:prstGeom prst="line">
              <a:avLst/>
            </a:prstGeom>
            <a:noFill/>
            <a:ln w="9525">
              <a:solidFill>
                <a:schemeClr val="accent2"/>
              </a:solidFill>
              <a:round/>
              <a:headEnd/>
              <a:tailEnd type="triangle" w="med" len="med"/>
            </a:ln>
          </p:spPr>
          <p:txBody>
            <a:bodyPr/>
            <a:lstStyle/>
            <a:p>
              <a:endParaRPr lang="zh-CN" altLang="en-US"/>
            </a:p>
          </p:txBody>
        </p:sp>
        <p:sp>
          <p:nvSpPr>
            <p:cNvPr id="17" name="Line 23"/>
            <p:cNvSpPr>
              <a:spLocks noChangeShapeType="1"/>
            </p:cNvSpPr>
            <p:nvPr/>
          </p:nvSpPr>
          <p:spPr bwMode="auto">
            <a:xfrm>
              <a:off x="1882" y="2251"/>
              <a:ext cx="0" cy="272"/>
            </a:xfrm>
            <a:prstGeom prst="line">
              <a:avLst/>
            </a:prstGeom>
            <a:noFill/>
            <a:ln w="9525">
              <a:solidFill>
                <a:schemeClr val="accent2"/>
              </a:solidFill>
              <a:round/>
              <a:headEnd/>
              <a:tailEnd type="triangle" w="med" len="med"/>
            </a:ln>
          </p:spPr>
          <p:txBody>
            <a:bodyPr/>
            <a:lstStyle/>
            <a:p>
              <a:endParaRPr lang="zh-CN" altLang="en-US"/>
            </a:p>
          </p:txBody>
        </p:sp>
        <p:sp>
          <p:nvSpPr>
            <p:cNvPr id="18" name="Line 24"/>
            <p:cNvSpPr>
              <a:spLocks noChangeShapeType="1"/>
            </p:cNvSpPr>
            <p:nvPr/>
          </p:nvSpPr>
          <p:spPr bwMode="auto">
            <a:xfrm flipH="1" flipV="1">
              <a:off x="2200" y="2387"/>
              <a:ext cx="226" cy="181"/>
            </a:xfrm>
            <a:prstGeom prst="line">
              <a:avLst/>
            </a:prstGeom>
            <a:noFill/>
            <a:ln w="9525">
              <a:solidFill>
                <a:schemeClr val="accent2"/>
              </a:solidFill>
              <a:round/>
              <a:headEnd/>
              <a:tailEnd type="triangle" w="med" len="med"/>
            </a:ln>
          </p:spPr>
          <p:txBody>
            <a:bodyPr/>
            <a:lstStyle/>
            <a:p>
              <a:endParaRPr lang="zh-CN" altLang="en-US"/>
            </a:p>
          </p:txBody>
        </p:sp>
        <p:sp>
          <p:nvSpPr>
            <p:cNvPr id="19" name="Line 25"/>
            <p:cNvSpPr>
              <a:spLocks noChangeShapeType="1"/>
            </p:cNvSpPr>
            <p:nvPr/>
          </p:nvSpPr>
          <p:spPr bwMode="auto">
            <a:xfrm flipH="1">
              <a:off x="2336" y="2024"/>
              <a:ext cx="90" cy="272"/>
            </a:xfrm>
            <a:prstGeom prst="line">
              <a:avLst/>
            </a:prstGeom>
            <a:noFill/>
            <a:ln w="9525">
              <a:solidFill>
                <a:schemeClr val="accent2"/>
              </a:solidFill>
              <a:round/>
              <a:headEnd/>
              <a:tailEnd type="triangle" w="med" len="med"/>
            </a:ln>
          </p:spPr>
          <p:txBody>
            <a:bodyPr/>
            <a:lstStyle/>
            <a:p>
              <a:endParaRPr lang="zh-CN" altLang="en-US"/>
            </a:p>
          </p:txBody>
        </p:sp>
        <p:sp>
          <p:nvSpPr>
            <p:cNvPr id="20" name="Line 26"/>
            <p:cNvSpPr>
              <a:spLocks noChangeShapeType="1"/>
            </p:cNvSpPr>
            <p:nvPr/>
          </p:nvSpPr>
          <p:spPr bwMode="auto">
            <a:xfrm flipH="1">
              <a:off x="2744" y="2024"/>
              <a:ext cx="227" cy="181"/>
            </a:xfrm>
            <a:prstGeom prst="line">
              <a:avLst/>
            </a:prstGeom>
            <a:noFill/>
            <a:ln w="9525">
              <a:solidFill>
                <a:schemeClr val="accent2"/>
              </a:solidFill>
              <a:round/>
              <a:headEnd/>
              <a:tailEnd type="triangle" w="med" len="med"/>
            </a:ln>
          </p:spPr>
          <p:txBody>
            <a:bodyPr/>
            <a:lstStyle/>
            <a:p>
              <a:endParaRPr lang="zh-CN" altLang="en-US"/>
            </a:p>
          </p:txBody>
        </p:sp>
        <p:sp>
          <p:nvSpPr>
            <p:cNvPr id="21" name="Line 27"/>
            <p:cNvSpPr>
              <a:spLocks noChangeShapeType="1"/>
            </p:cNvSpPr>
            <p:nvPr/>
          </p:nvSpPr>
          <p:spPr bwMode="auto">
            <a:xfrm flipH="1" flipV="1">
              <a:off x="2653" y="2432"/>
              <a:ext cx="272" cy="136"/>
            </a:xfrm>
            <a:prstGeom prst="line">
              <a:avLst/>
            </a:prstGeom>
            <a:noFill/>
            <a:ln w="9525">
              <a:solidFill>
                <a:schemeClr val="accent2"/>
              </a:solidFill>
              <a:round/>
              <a:headEnd/>
              <a:tailEnd type="triangle" w="med" len="med"/>
            </a:ln>
          </p:spPr>
          <p:txBody>
            <a:bodyPr/>
            <a:lstStyle/>
            <a:p>
              <a:endParaRPr lang="zh-CN" altLang="en-US"/>
            </a:p>
          </p:txBody>
        </p:sp>
        <p:sp>
          <p:nvSpPr>
            <p:cNvPr id="22" name="Line 28"/>
            <p:cNvSpPr>
              <a:spLocks noChangeShapeType="1"/>
            </p:cNvSpPr>
            <p:nvPr/>
          </p:nvSpPr>
          <p:spPr bwMode="auto">
            <a:xfrm>
              <a:off x="3334" y="2341"/>
              <a:ext cx="272" cy="0"/>
            </a:xfrm>
            <a:prstGeom prst="line">
              <a:avLst/>
            </a:prstGeom>
            <a:noFill/>
            <a:ln w="9525">
              <a:solidFill>
                <a:schemeClr val="accent2"/>
              </a:solidFill>
              <a:round/>
              <a:headEnd/>
              <a:tailEnd type="triangle" w="med" len="med"/>
            </a:ln>
          </p:spPr>
          <p:txBody>
            <a:bodyPr/>
            <a:lstStyle/>
            <a:p>
              <a:endParaRPr lang="zh-CN" altLang="en-US"/>
            </a:p>
          </p:txBody>
        </p:sp>
        <p:sp>
          <p:nvSpPr>
            <p:cNvPr id="23" name="Line 29"/>
            <p:cNvSpPr>
              <a:spLocks noChangeShapeType="1"/>
            </p:cNvSpPr>
            <p:nvPr/>
          </p:nvSpPr>
          <p:spPr bwMode="auto">
            <a:xfrm flipH="1">
              <a:off x="3560" y="2024"/>
              <a:ext cx="273" cy="91"/>
            </a:xfrm>
            <a:prstGeom prst="line">
              <a:avLst/>
            </a:prstGeom>
            <a:noFill/>
            <a:ln w="9525">
              <a:solidFill>
                <a:schemeClr val="accent2"/>
              </a:solidFill>
              <a:round/>
              <a:headEnd/>
              <a:tailEnd type="triangle" w="med" len="med"/>
            </a:ln>
          </p:spPr>
          <p:txBody>
            <a:bodyPr/>
            <a:lstStyle/>
            <a:p>
              <a:endParaRPr lang="zh-CN" altLang="en-US"/>
            </a:p>
          </p:txBody>
        </p:sp>
        <p:sp>
          <p:nvSpPr>
            <p:cNvPr id="24" name="Line 30"/>
            <p:cNvSpPr>
              <a:spLocks noChangeShapeType="1"/>
            </p:cNvSpPr>
            <p:nvPr/>
          </p:nvSpPr>
          <p:spPr bwMode="auto">
            <a:xfrm>
              <a:off x="3742" y="2568"/>
              <a:ext cx="272" cy="136"/>
            </a:xfrm>
            <a:prstGeom prst="line">
              <a:avLst/>
            </a:prstGeom>
            <a:noFill/>
            <a:ln w="9525">
              <a:solidFill>
                <a:schemeClr val="accent2"/>
              </a:solidFill>
              <a:round/>
              <a:headEnd/>
              <a:tailEnd type="triangle" w="med" len="med"/>
            </a:ln>
          </p:spPr>
          <p:txBody>
            <a:bodyPr/>
            <a:lstStyle/>
            <a:p>
              <a:endParaRPr lang="zh-CN" altLang="en-US"/>
            </a:p>
          </p:txBody>
        </p:sp>
        <p:sp>
          <p:nvSpPr>
            <p:cNvPr id="25" name="Line 31"/>
            <p:cNvSpPr>
              <a:spLocks noChangeShapeType="1"/>
            </p:cNvSpPr>
            <p:nvPr/>
          </p:nvSpPr>
          <p:spPr bwMode="auto">
            <a:xfrm flipH="1" flipV="1">
              <a:off x="4059" y="2160"/>
              <a:ext cx="227" cy="181"/>
            </a:xfrm>
            <a:prstGeom prst="line">
              <a:avLst/>
            </a:prstGeom>
            <a:noFill/>
            <a:ln w="9525">
              <a:solidFill>
                <a:schemeClr val="accent2"/>
              </a:solidFill>
              <a:round/>
              <a:headEnd/>
              <a:tailEnd type="triangle" w="med" len="med"/>
            </a:ln>
          </p:spPr>
          <p:txBody>
            <a:bodyPr/>
            <a:lstStyle/>
            <a:p>
              <a:endParaRPr lang="zh-CN" altLang="en-US"/>
            </a:p>
          </p:txBody>
        </p:sp>
        <p:sp>
          <p:nvSpPr>
            <p:cNvPr id="26" name="Line 32"/>
            <p:cNvSpPr>
              <a:spLocks noChangeShapeType="1"/>
            </p:cNvSpPr>
            <p:nvPr/>
          </p:nvSpPr>
          <p:spPr bwMode="auto">
            <a:xfrm>
              <a:off x="4740" y="2024"/>
              <a:ext cx="181" cy="227"/>
            </a:xfrm>
            <a:prstGeom prst="line">
              <a:avLst/>
            </a:prstGeom>
            <a:noFill/>
            <a:ln w="9525">
              <a:solidFill>
                <a:schemeClr val="accent2"/>
              </a:solidFill>
              <a:round/>
              <a:headEnd/>
              <a:tailEnd type="triangle" w="med" len="med"/>
            </a:ln>
          </p:spPr>
          <p:txBody>
            <a:bodyPr/>
            <a:lstStyle/>
            <a:p>
              <a:endParaRPr lang="zh-CN" altLang="en-US"/>
            </a:p>
          </p:txBody>
        </p:sp>
        <p:sp>
          <p:nvSpPr>
            <p:cNvPr id="27" name="Line 33"/>
            <p:cNvSpPr>
              <a:spLocks noChangeShapeType="1"/>
            </p:cNvSpPr>
            <p:nvPr/>
          </p:nvSpPr>
          <p:spPr bwMode="auto">
            <a:xfrm flipH="1">
              <a:off x="4377" y="2568"/>
              <a:ext cx="272" cy="0"/>
            </a:xfrm>
            <a:prstGeom prst="line">
              <a:avLst/>
            </a:prstGeom>
            <a:noFill/>
            <a:ln w="9525">
              <a:solidFill>
                <a:schemeClr val="accent2"/>
              </a:solidFill>
              <a:round/>
              <a:headEnd/>
              <a:tailEnd type="triangle" w="med" len="med"/>
            </a:ln>
          </p:spPr>
          <p:txBody>
            <a:bodyPr/>
            <a:lstStyle/>
            <a:p>
              <a:endParaRPr lang="zh-CN" altLang="en-US"/>
            </a:p>
          </p:txBody>
        </p:sp>
      </p:grpSp>
      <p:grpSp>
        <p:nvGrpSpPr>
          <p:cNvPr id="4" name="Group 35"/>
          <p:cNvGrpSpPr>
            <a:grpSpLocks/>
          </p:cNvGrpSpPr>
          <p:nvPr/>
        </p:nvGrpSpPr>
        <p:grpSpPr bwMode="auto">
          <a:xfrm flipV="1">
            <a:off x="4572000" y="5821958"/>
            <a:ext cx="2714644" cy="928686"/>
            <a:chOff x="567" y="2341"/>
            <a:chExt cx="4627" cy="1081"/>
          </a:xfrm>
        </p:grpSpPr>
        <p:grpSp>
          <p:nvGrpSpPr>
            <p:cNvPr id="5" name="Group 36"/>
            <p:cNvGrpSpPr>
              <a:grpSpLocks/>
            </p:cNvGrpSpPr>
            <p:nvPr/>
          </p:nvGrpSpPr>
          <p:grpSpPr bwMode="auto">
            <a:xfrm>
              <a:off x="567" y="2341"/>
              <a:ext cx="4627" cy="1081"/>
              <a:chOff x="1383" y="1752"/>
              <a:chExt cx="3493" cy="816"/>
            </a:xfrm>
          </p:grpSpPr>
          <p:sp>
            <p:nvSpPr>
              <p:cNvPr id="58" name="AutoShape 37"/>
              <p:cNvSpPr>
                <a:spLocks noChangeArrowheads="1"/>
              </p:cNvSpPr>
              <p:nvPr/>
            </p:nvSpPr>
            <p:spPr bwMode="auto">
              <a:xfrm rot="-5400000">
                <a:off x="2722" y="413"/>
                <a:ext cx="816" cy="3493"/>
              </a:xfrm>
              <a:prstGeom prst="can">
                <a:avLst>
                  <a:gd name="adj" fmla="val 82065"/>
                </a:avLst>
              </a:prstGeom>
              <a:noFill/>
              <a:ln w="28575">
                <a:solidFill>
                  <a:srgbClr val="00CC00"/>
                </a:solidFill>
                <a:round/>
                <a:headEnd/>
                <a:tailEnd/>
              </a:ln>
            </p:spPr>
            <p:txBody>
              <a:bodyPr wrap="none" anchor="ctr"/>
              <a:lstStyle/>
              <a:p>
                <a:endParaRPr lang="zh-CN" altLang="en-US"/>
              </a:p>
            </p:txBody>
          </p:sp>
          <p:sp>
            <p:nvSpPr>
              <p:cNvPr id="59" name="Oval 38"/>
              <p:cNvSpPr>
                <a:spLocks noChangeArrowheads="1"/>
              </p:cNvSpPr>
              <p:nvPr/>
            </p:nvSpPr>
            <p:spPr bwMode="auto">
              <a:xfrm>
                <a:off x="2109" y="1842"/>
                <a:ext cx="227" cy="227"/>
              </a:xfrm>
              <a:prstGeom prst="ellipse">
                <a:avLst/>
              </a:prstGeom>
              <a:noFill/>
              <a:ln w="9525">
                <a:solidFill>
                  <a:schemeClr val="accent2"/>
                </a:solidFill>
                <a:round/>
                <a:headEnd/>
                <a:tailEnd/>
              </a:ln>
            </p:spPr>
            <p:txBody>
              <a:bodyPr wrap="none" anchor="ctr"/>
              <a:lstStyle/>
              <a:p>
                <a:endParaRPr lang="zh-CN" altLang="en-US"/>
              </a:p>
            </p:txBody>
          </p:sp>
          <p:sp>
            <p:nvSpPr>
              <p:cNvPr id="60" name="Oval 39"/>
              <p:cNvSpPr>
                <a:spLocks noChangeArrowheads="1"/>
              </p:cNvSpPr>
              <p:nvPr/>
            </p:nvSpPr>
            <p:spPr bwMode="auto">
              <a:xfrm>
                <a:off x="2109" y="2205"/>
                <a:ext cx="227" cy="227"/>
              </a:xfrm>
              <a:prstGeom prst="ellipse">
                <a:avLst/>
              </a:prstGeom>
              <a:noFill/>
              <a:ln w="9525">
                <a:solidFill>
                  <a:schemeClr val="accent2"/>
                </a:solidFill>
                <a:round/>
                <a:headEnd/>
                <a:tailEnd/>
              </a:ln>
            </p:spPr>
            <p:txBody>
              <a:bodyPr wrap="none" anchor="ctr"/>
              <a:lstStyle/>
              <a:p>
                <a:endParaRPr lang="zh-CN" altLang="en-US"/>
              </a:p>
            </p:txBody>
          </p:sp>
          <p:sp>
            <p:nvSpPr>
              <p:cNvPr id="61" name="Oval 40"/>
              <p:cNvSpPr>
                <a:spLocks noChangeArrowheads="1"/>
              </p:cNvSpPr>
              <p:nvPr/>
            </p:nvSpPr>
            <p:spPr bwMode="auto">
              <a:xfrm>
                <a:off x="2381" y="2024"/>
                <a:ext cx="227" cy="227"/>
              </a:xfrm>
              <a:prstGeom prst="ellipse">
                <a:avLst/>
              </a:prstGeom>
              <a:noFill/>
              <a:ln w="9525">
                <a:solidFill>
                  <a:schemeClr val="accent2"/>
                </a:solidFill>
                <a:round/>
                <a:headEnd/>
                <a:tailEnd/>
              </a:ln>
            </p:spPr>
            <p:txBody>
              <a:bodyPr wrap="none" anchor="ctr"/>
              <a:lstStyle/>
              <a:p>
                <a:endParaRPr lang="zh-CN" altLang="en-US"/>
              </a:p>
            </p:txBody>
          </p:sp>
          <p:sp>
            <p:nvSpPr>
              <p:cNvPr id="62" name="Oval 41"/>
              <p:cNvSpPr>
                <a:spLocks noChangeArrowheads="1"/>
              </p:cNvSpPr>
              <p:nvPr/>
            </p:nvSpPr>
            <p:spPr bwMode="auto">
              <a:xfrm>
                <a:off x="2789" y="1842"/>
                <a:ext cx="227" cy="227"/>
              </a:xfrm>
              <a:prstGeom prst="ellipse">
                <a:avLst/>
              </a:prstGeom>
              <a:noFill/>
              <a:ln w="9525">
                <a:solidFill>
                  <a:schemeClr val="accent2"/>
                </a:solidFill>
                <a:round/>
                <a:headEnd/>
                <a:tailEnd/>
              </a:ln>
            </p:spPr>
            <p:txBody>
              <a:bodyPr wrap="none" anchor="ctr"/>
              <a:lstStyle/>
              <a:p>
                <a:endParaRPr lang="zh-CN" altLang="en-US"/>
              </a:p>
            </p:txBody>
          </p:sp>
          <p:sp>
            <p:nvSpPr>
              <p:cNvPr id="63" name="Oval 42"/>
              <p:cNvSpPr>
                <a:spLocks noChangeArrowheads="1"/>
              </p:cNvSpPr>
              <p:nvPr/>
            </p:nvSpPr>
            <p:spPr bwMode="auto">
              <a:xfrm>
                <a:off x="2789" y="2251"/>
                <a:ext cx="227" cy="227"/>
              </a:xfrm>
              <a:prstGeom prst="ellipse">
                <a:avLst/>
              </a:prstGeom>
              <a:noFill/>
              <a:ln w="9525">
                <a:solidFill>
                  <a:schemeClr val="accent2"/>
                </a:solidFill>
                <a:round/>
                <a:headEnd/>
                <a:tailEnd/>
              </a:ln>
            </p:spPr>
            <p:txBody>
              <a:bodyPr wrap="none" anchor="ctr"/>
              <a:lstStyle/>
              <a:p>
                <a:endParaRPr lang="zh-CN" altLang="en-US"/>
              </a:p>
            </p:txBody>
          </p:sp>
          <p:sp>
            <p:nvSpPr>
              <p:cNvPr id="64" name="Oval 43"/>
              <p:cNvSpPr>
                <a:spLocks noChangeArrowheads="1"/>
              </p:cNvSpPr>
              <p:nvPr/>
            </p:nvSpPr>
            <p:spPr bwMode="auto">
              <a:xfrm>
                <a:off x="3198" y="1842"/>
                <a:ext cx="227" cy="227"/>
              </a:xfrm>
              <a:prstGeom prst="ellipse">
                <a:avLst/>
              </a:prstGeom>
              <a:noFill/>
              <a:ln w="9525">
                <a:solidFill>
                  <a:schemeClr val="accent2"/>
                </a:solidFill>
                <a:round/>
                <a:headEnd/>
                <a:tailEnd/>
              </a:ln>
            </p:spPr>
            <p:txBody>
              <a:bodyPr wrap="none" anchor="ctr"/>
              <a:lstStyle/>
              <a:p>
                <a:endParaRPr lang="zh-CN" altLang="en-US"/>
              </a:p>
            </p:txBody>
          </p:sp>
          <p:sp>
            <p:nvSpPr>
              <p:cNvPr id="65" name="Oval 44"/>
              <p:cNvSpPr>
                <a:spLocks noChangeArrowheads="1"/>
              </p:cNvSpPr>
              <p:nvPr/>
            </p:nvSpPr>
            <p:spPr bwMode="auto">
              <a:xfrm>
                <a:off x="3152" y="2251"/>
                <a:ext cx="227" cy="227"/>
              </a:xfrm>
              <a:prstGeom prst="ellipse">
                <a:avLst/>
              </a:prstGeom>
              <a:noFill/>
              <a:ln w="9525">
                <a:solidFill>
                  <a:schemeClr val="accent2"/>
                </a:solidFill>
                <a:round/>
                <a:headEnd/>
                <a:tailEnd/>
              </a:ln>
            </p:spPr>
            <p:txBody>
              <a:bodyPr wrap="none" anchor="ctr"/>
              <a:lstStyle/>
              <a:p>
                <a:endParaRPr lang="zh-CN" altLang="en-US"/>
              </a:p>
            </p:txBody>
          </p:sp>
          <p:sp>
            <p:nvSpPr>
              <p:cNvPr id="66" name="Oval 45"/>
              <p:cNvSpPr>
                <a:spLocks noChangeArrowheads="1"/>
              </p:cNvSpPr>
              <p:nvPr/>
            </p:nvSpPr>
            <p:spPr bwMode="auto">
              <a:xfrm>
                <a:off x="3470" y="2069"/>
                <a:ext cx="227" cy="227"/>
              </a:xfrm>
              <a:prstGeom prst="ellipse">
                <a:avLst/>
              </a:prstGeom>
              <a:noFill/>
              <a:ln w="9525">
                <a:solidFill>
                  <a:schemeClr val="accent2"/>
                </a:solidFill>
                <a:round/>
                <a:headEnd/>
                <a:tailEnd/>
              </a:ln>
            </p:spPr>
            <p:txBody>
              <a:bodyPr wrap="none" anchor="ctr"/>
              <a:lstStyle/>
              <a:p>
                <a:endParaRPr lang="zh-CN" altLang="en-US"/>
              </a:p>
            </p:txBody>
          </p:sp>
          <p:sp>
            <p:nvSpPr>
              <p:cNvPr id="67" name="Oval 46"/>
              <p:cNvSpPr>
                <a:spLocks noChangeArrowheads="1"/>
              </p:cNvSpPr>
              <p:nvPr/>
            </p:nvSpPr>
            <p:spPr bwMode="auto">
              <a:xfrm>
                <a:off x="3833" y="1842"/>
                <a:ext cx="227" cy="227"/>
              </a:xfrm>
              <a:prstGeom prst="ellipse">
                <a:avLst/>
              </a:prstGeom>
              <a:noFill/>
              <a:ln w="9525">
                <a:solidFill>
                  <a:schemeClr val="accent2"/>
                </a:solidFill>
                <a:round/>
                <a:headEnd/>
                <a:tailEnd/>
              </a:ln>
            </p:spPr>
            <p:txBody>
              <a:bodyPr wrap="none" anchor="ctr"/>
              <a:lstStyle/>
              <a:p>
                <a:endParaRPr lang="zh-CN" altLang="en-US"/>
              </a:p>
            </p:txBody>
          </p:sp>
          <p:sp>
            <p:nvSpPr>
              <p:cNvPr id="68" name="Oval 47"/>
              <p:cNvSpPr>
                <a:spLocks noChangeArrowheads="1"/>
              </p:cNvSpPr>
              <p:nvPr/>
            </p:nvSpPr>
            <p:spPr bwMode="auto">
              <a:xfrm>
                <a:off x="3787" y="2251"/>
                <a:ext cx="227" cy="227"/>
              </a:xfrm>
              <a:prstGeom prst="ellipse">
                <a:avLst/>
              </a:prstGeom>
              <a:noFill/>
              <a:ln w="9525">
                <a:solidFill>
                  <a:schemeClr val="accent2"/>
                </a:solidFill>
                <a:round/>
                <a:headEnd/>
                <a:tailEnd/>
              </a:ln>
            </p:spPr>
            <p:txBody>
              <a:bodyPr wrap="none" anchor="ctr"/>
              <a:lstStyle/>
              <a:p>
                <a:endParaRPr lang="zh-CN" altLang="en-US"/>
              </a:p>
            </p:txBody>
          </p:sp>
          <p:sp>
            <p:nvSpPr>
              <p:cNvPr id="69" name="Oval 48"/>
              <p:cNvSpPr>
                <a:spLocks noChangeArrowheads="1"/>
              </p:cNvSpPr>
              <p:nvPr/>
            </p:nvSpPr>
            <p:spPr bwMode="auto">
              <a:xfrm>
                <a:off x="4195" y="2069"/>
                <a:ext cx="227" cy="227"/>
              </a:xfrm>
              <a:prstGeom prst="ellipse">
                <a:avLst/>
              </a:prstGeom>
              <a:noFill/>
              <a:ln w="9525">
                <a:solidFill>
                  <a:schemeClr val="accent2"/>
                </a:solidFill>
                <a:round/>
                <a:headEnd/>
                <a:tailEnd/>
              </a:ln>
            </p:spPr>
            <p:txBody>
              <a:bodyPr wrap="none" anchor="ctr"/>
              <a:lstStyle/>
              <a:p>
                <a:endParaRPr lang="zh-CN" altLang="en-US"/>
              </a:p>
            </p:txBody>
          </p:sp>
          <p:sp>
            <p:nvSpPr>
              <p:cNvPr id="70" name="Oval 49"/>
              <p:cNvSpPr>
                <a:spLocks noChangeArrowheads="1"/>
              </p:cNvSpPr>
              <p:nvPr/>
            </p:nvSpPr>
            <p:spPr bwMode="auto">
              <a:xfrm>
                <a:off x="4514" y="1842"/>
                <a:ext cx="227" cy="227"/>
              </a:xfrm>
              <a:prstGeom prst="ellipse">
                <a:avLst/>
              </a:prstGeom>
              <a:noFill/>
              <a:ln w="9525">
                <a:solidFill>
                  <a:schemeClr val="accent2"/>
                </a:solidFill>
                <a:round/>
                <a:headEnd/>
                <a:tailEnd/>
              </a:ln>
            </p:spPr>
            <p:txBody>
              <a:bodyPr wrap="none" anchor="ctr"/>
              <a:lstStyle/>
              <a:p>
                <a:endParaRPr lang="zh-CN" altLang="en-US"/>
              </a:p>
            </p:txBody>
          </p:sp>
          <p:sp>
            <p:nvSpPr>
              <p:cNvPr id="71" name="Oval 50"/>
              <p:cNvSpPr>
                <a:spLocks noChangeArrowheads="1"/>
              </p:cNvSpPr>
              <p:nvPr/>
            </p:nvSpPr>
            <p:spPr bwMode="auto">
              <a:xfrm>
                <a:off x="4468" y="2251"/>
                <a:ext cx="227" cy="227"/>
              </a:xfrm>
              <a:prstGeom prst="ellipse">
                <a:avLst/>
              </a:prstGeom>
              <a:noFill/>
              <a:ln w="9525">
                <a:solidFill>
                  <a:schemeClr val="accent2"/>
                </a:solidFill>
                <a:round/>
                <a:headEnd/>
                <a:tailEnd/>
              </a:ln>
            </p:spPr>
            <p:txBody>
              <a:bodyPr wrap="none" anchor="ctr"/>
              <a:lstStyle/>
              <a:p>
                <a:endParaRPr lang="zh-CN" altLang="en-US"/>
              </a:p>
            </p:txBody>
          </p:sp>
        </p:grpSp>
        <p:sp>
          <p:nvSpPr>
            <p:cNvPr id="44" name="Line 51"/>
            <p:cNvSpPr>
              <a:spLocks noChangeShapeType="1"/>
            </p:cNvSpPr>
            <p:nvPr/>
          </p:nvSpPr>
          <p:spPr bwMode="auto">
            <a:xfrm flipV="1">
              <a:off x="1655" y="2478"/>
              <a:ext cx="409" cy="136"/>
            </a:xfrm>
            <a:prstGeom prst="line">
              <a:avLst/>
            </a:prstGeom>
            <a:noFill/>
            <a:ln w="9525">
              <a:solidFill>
                <a:schemeClr val="accent2"/>
              </a:solidFill>
              <a:round/>
              <a:headEnd/>
              <a:tailEnd type="triangle" w="med" len="med"/>
            </a:ln>
          </p:spPr>
          <p:txBody>
            <a:bodyPr/>
            <a:lstStyle/>
            <a:p>
              <a:endParaRPr lang="zh-CN" altLang="en-US"/>
            </a:p>
          </p:txBody>
        </p:sp>
        <p:sp>
          <p:nvSpPr>
            <p:cNvPr id="45" name="Line 52"/>
            <p:cNvSpPr>
              <a:spLocks noChangeShapeType="1"/>
            </p:cNvSpPr>
            <p:nvPr/>
          </p:nvSpPr>
          <p:spPr bwMode="auto">
            <a:xfrm>
              <a:off x="1655" y="3113"/>
              <a:ext cx="409" cy="136"/>
            </a:xfrm>
            <a:prstGeom prst="line">
              <a:avLst/>
            </a:prstGeom>
            <a:noFill/>
            <a:ln w="9525">
              <a:solidFill>
                <a:schemeClr val="accent2"/>
              </a:solidFill>
              <a:round/>
              <a:headEnd/>
              <a:tailEnd type="triangle" w="med" len="med"/>
            </a:ln>
          </p:spPr>
          <p:txBody>
            <a:bodyPr/>
            <a:lstStyle/>
            <a:p>
              <a:endParaRPr lang="zh-CN" altLang="en-US"/>
            </a:p>
          </p:txBody>
        </p:sp>
        <p:sp>
          <p:nvSpPr>
            <p:cNvPr id="46" name="Line 53"/>
            <p:cNvSpPr>
              <a:spLocks noChangeShapeType="1"/>
            </p:cNvSpPr>
            <p:nvPr/>
          </p:nvSpPr>
          <p:spPr bwMode="auto">
            <a:xfrm>
              <a:off x="2018" y="2840"/>
              <a:ext cx="408" cy="0"/>
            </a:xfrm>
            <a:prstGeom prst="line">
              <a:avLst/>
            </a:prstGeom>
            <a:noFill/>
            <a:ln w="9525">
              <a:solidFill>
                <a:schemeClr val="accent2"/>
              </a:solidFill>
              <a:round/>
              <a:headEnd/>
              <a:tailEnd type="triangle" w="med" len="med"/>
            </a:ln>
          </p:spPr>
          <p:txBody>
            <a:bodyPr/>
            <a:lstStyle/>
            <a:p>
              <a:endParaRPr lang="zh-CN" altLang="en-US"/>
            </a:p>
          </p:txBody>
        </p:sp>
        <p:sp>
          <p:nvSpPr>
            <p:cNvPr id="47" name="Line 54"/>
            <p:cNvSpPr>
              <a:spLocks noChangeShapeType="1"/>
            </p:cNvSpPr>
            <p:nvPr/>
          </p:nvSpPr>
          <p:spPr bwMode="auto">
            <a:xfrm>
              <a:off x="2562" y="2614"/>
              <a:ext cx="318" cy="181"/>
            </a:xfrm>
            <a:prstGeom prst="line">
              <a:avLst/>
            </a:prstGeom>
            <a:noFill/>
            <a:ln w="9525">
              <a:solidFill>
                <a:schemeClr val="accent2"/>
              </a:solidFill>
              <a:round/>
              <a:headEnd/>
              <a:tailEnd type="triangle" w="med" len="med"/>
            </a:ln>
          </p:spPr>
          <p:txBody>
            <a:bodyPr/>
            <a:lstStyle/>
            <a:p>
              <a:endParaRPr lang="zh-CN" altLang="en-US"/>
            </a:p>
          </p:txBody>
        </p:sp>
        <p:sp>
          <p:nvSpPr>
            <p:cNvPr id="48" name="Line 55"/>
            <p:cNvSpPr>
              <a:spLocks noChangeShapeType="1"/>
            </p:cNvSpPr>
            <p:nvPr/>
          </p:nvSpPr>
          <p:spPr bwMode="auto">
            <a:xfrm flipV="1">
              <a:off x="2562" y="2976"/>
              <a:ext cx="273" cy="182"/>
            </a:xfrm>
            <a:prstGeom prst="line">
              <a:avLst/>
            </a:prstGeom>
            <a:noFill/>
            <a:ln w="9525">
              <a:solidFill>
                <a:schemeClr val="accent2"/>
              </a:solidFill>
              <a:round/>
              <a:headEnd/>
              <a:tailEnd type="triangle" w="med" len="med"/>
            </a:ln>
          </p:spPr>
          <p:txBody>
            <a:bodyPr/>
            <a:lstStyle/>
            <a:p>
              <a:endParaRPr lang="zh-CN" altLang="en-US"/>
            </a:p>
          </p:txBody>
        </p:sp>
        <p:sp>
          <p:nvSpPr>
            <p:cNvPr id="49" name="Line 56"/>
            <p:cNvSpPr>
              <a:spLocks noChangeShapeType="1"/>
            </p:cNvSpPr>
            <p:nvPr/>
          </p:nvSpPr>
          <p:spPr bwMode="auto">
            <a:xfrm flipV="1">
              <a:off x="3107" y="2478"/>
              <a:ext cx="453" cy="136"/>
            </a:xfrm>
            <a:prstGeom prst="line">
              <a:avLst/>
            </a:prstGeom>
            <a:noFill/>
            <a:ln w="9525">
              <a:solidFill>
                <a:schemeClr val="accent2"/>
              </a:solidFill>
              <a:round/>
              <a:headEnd/>
              <a:tailEnd type="triangle" w="med" len="med"/>
            </a:ln>
          </p:spPr>
          <p:txBody>
            <a:bodyPr/>
            <a:lstStyle/>
            <a:p>
              <a:endParaRPr lang="zh-CN" altLang="en-US"/>
            </a:p>
          </p:txBody>
        </p:sp>
        <p:sp>
          <p:nvSpPr>
            <p:cNvPr id="51" name="Line 57"/>
            <p:cNvSpPr>
              <a:spLocks noChangeShapeType="1"/>
            </p:cNvSpPr>
            <p:nvPr/>
          </p:nvSpPr>
          <p:spPr bwMode="auto">
            <a:xfrm>
              <a:off x="3061" y="3158"/>
              <a:ext cx="363" cy="91"/>
            </a:xfrm>
            <a:prstGeom prst="line">
              <a:avLst/>
            </a:prstGeom>
            <a:noFill/>
            <a:ln w="9525">
              <a:solidFill>
                <a:schemeClr val="accent2"/>
              </a:solidFill>
              <a:round/>
              <a:headEnd/>
              <a:tailEnd type="triangle" w="med" len="med"/>
            </a:ln>
          </p:spPr>
          <p:txBody>
            <a:bodyPr/>
            <a:lstStyle/>
            <a:p>
              <a:endParaRPr lang="zh-CN" altLang="en-US"/>
            </a:p>
          </p:txBody>
        </p:sp>
        <p:sp>
          <p:nvSpPr>
            <p:cNvPr id="52" name="Line 58"/>
            <p:cNvSpPr>
              <a:spLocks noChangeShapeType="1"/>
            </p:cNvSpPr>
            <p:nvPr/>
          </p:nvSpPr>
          <p:spPr bwMode="auto">
            <a:xfrm>
              <a:off x="3470" y="2931"/>
              <a:ext cx="363" cy="0"/>
            </a:xfrm>
            <a:prstGeom prst="line">
              <a:avLst/>
            </a:prstGeom>
            <a:noFill/>
            <a:ln w="9525">
              <a:solidFill>
                <a:schemeClr val="accent2"/>
              </a:solidFill>
              <a:round/>
              <a:headEnd/>
              <a:tailEnd type="triangle" w="med" len="med"/>
            </a:ln>
          </p:spPr>
          <p:txBody>
            <a:bodyPr/>
            <a:lstStyle/>
            <a:p>
              <a:endParaRPr lang="zh-CN" altLang="en-US"/>
            </a:p>
          </p:txBody>
        </p:sp>
        <p:sp>
          <p:nvSpPr>
            <p:cNvPr id="53" name="Line 59"/>
            <p:cNvSpPr>
              <a:spLocks noChangeShapeType="1"/>
            </p:cNvSpPr>
            <p:nvPr/>
          </p:nvSpPr>
          <p:spPr bwMode="auto">
            <a:xfrm flipV="1">
              <a:off x="3969" y="2568"/>
              <a:ext cx="317" cy="46"/>
            </a:xfrm>
            <a:prstGeom prst="line">
              <a:avLst/>
            </a:prstGeom>
            <a:noFill/>
            <a:ln w="9525">
              <a:solidFill>
                <a:schemeClr val="accent2"/>
              </a:solidFill>
              <a:round/>
              <a:headEnd/>
              <a:tailEnd type="triangle" w="med" len="med"/>
            </a:ln>
          </p:spPr>
          <p:txBody>
            <a:bodyPr/>
            <a:lstStyle/>
            <a:p>
              <a:endParaRPr lang="zh-CN" altLang="en-US"/>
            </a:p>
          </p:txBody>
        </p:sp>
        <p:sp>
          <p:nvSpPr>
            <p:cNvPr id="54" name="Line 60"/>
            <p:cNvSpPr>
              <a:spLocks noChangeShapeType="1"/>
            </p:cNvSpPr>
            <p:nvPr/>
          </p:nvSpPr>
          <p:spPr bwMode="auto">
            <a:xfrm>
              <a:off x="3923" y="3158"/>
              <a:ext cx="363" cy="45"/>
            </a:xfrm>
            <a:prstGeom prst="line">
              <a:avLst/>
            </a:prstGeom>
            <a:noFill/>
            <a:ln w="9525">
              <a:solidFill>
                <a:schemeClr val="accent2"/>
              </a:solidFill>
              <a:round/>
              <a:headEnd/>
              <a:tailEnd type="triangle" w="med" len="med"/>
            </a:ln>
          </p:spPr>
          <p:txBody>
            <a:bodyPr/>
            <a:lstStyle/>
            <a:p>
              <a:endParaRPr lang="zh-CN" altLang="en-US"/>
            </a:p>
          </p:txBody>
        </p:sp>
        <p:sp>
          <p:nvSpPr>
            <p:cNvPr id="55" name="Line 61"/>
            <p:cNvSpPr>
              <a:spLocks noChangeShapeType="1"/>
            </p:cNvSpPr>
            <p:nvPr/>
          </p:nvSpPr>
          <p:spPr bwMode="auto">
            <a:xfrm flipV="1">
              <a:off x="4422" y="2886"/>
              <a:ext cx="408" cy="45"/>
            </a:xfrm>
            <a:prstGeom prst="line">
              <a:avLst/>
            </a:prstGeom>
            <a:noFill/>
            <a:ln w="9525">
              <a:solidFill>
                <a:schemeClr val="accent2"/>
              </a:solidFill>
              <a:round/>
              <a:headEnd/>
              <a:tailEnd type="triangle" w="med" len="med"/>
            </a:ln>
          </p:spPr>
          <p:txBody>
            <a:bodyPr/>
            <a:lstStyle/>
            <a:p>
              <a:endParaRPr lang="zh-CN" altLang="en-US"/>
            </a:p>
          </p:txBody>
        </p:sp>
        <p:sp>
          <p:nvSpPr>
            <p:cNvPr id="56" name="Line 62"/>
            <p:cNvSpPr>
              <a:spLocks noChangeShapeType="1"/>
            </p:cNvSpPr>
            <p:nvPr/>
          </p:nvSpPr>
          <p:spPr bwMode="auto">
            <a:xfrm>
              <a:off x="4876" y="2614"/>
              <a:ext cx="227" cy="136"/>
            </a:xfrm>
            <a:prstGeom prst="line">
              <a:avLst/>
            </a:prstGeom>
            <a:noFill/>
            <a:ln w="9525">
              <a:solidFill>
                <a:schemeClr val="accent2"/>
              </a:solidFill>
              <a:round/>
              <a:headEnd/>
              <a:tailEnd type="triangle" w="med" len="med"/>
            </a:ln>
          </p:spPr>
          <p:txBody>
            <a:bodyPr/>
            <a:lstStyle/>
            <a:p>
              <a:endParaRPr lang="zh-CN" altLang="en-US"/>
            </a:p>
          </p:txBody>
        </p:sp>
        <p:sp>
          <p:nvSpPr>
            <p:cNvPr id="57" name="Line 63"/>
            <p:cNvSpPr>
              <a:spLocks noChangeShapeType="1"/>
            </p:cNvSpPr>
            <p:nvPr/>
          </p:nvSpPr>
          <p:spPr bwMode="auto">
            <a:xfrm flipV="1">
              <a:off x="4785" y="3067"/>
              <a:ext cx="363" cy="91"/>
            </a:xfrm>
            <a:prstGeom prst="line">
              <a:avLst/>
            </a:prstGeom>
            <a:noFill/>
            <a:ln w="9525">
              <a:solidFill>
                <a:schemeClr val="accent2"/>
              </a:solidFill>
              <a:round/>
              <a:headEnd/>
              <a:tailEnd type="triangle" w="med" len="med"/>
            </a:ln>
          </p:spPr>
          <p:txBody>
            <a:bodyPr/>
            <a:lstStyle/>
            <a:p>
              <a:endParaRPr lang="zh-CN" altLang="en-US"/>
            </a:p>
          </p:txBody>
        </p:sp>
      </p:grpSp>
      <p:sp>
        <p:nvSpPr>
          <p:cNvPr id="72"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What is Magnetism</a:t>
            </a:r>
            <a:endParaRPr lang="zh-CN" altLang="en-US" dirty="0">
              <a:latin typeface="Times New Roman" pitchFamily="18" charset="0"/>
              <a:cs typeface="Times New Roman" pitchFamily="18" charset="0"/>
            </a:endParaRPr>
          </a:p>
        </p:txBody>
      </p:sp>
      <p:grpSp>
        <p:nvGrpSpPr>
          <p:cNvPr id="6" name="组合 50"/>
          <p:cNvGrpSpPr/>
          <p:nvPr/>
        </p:nvGrpSpPr>
        <p:grpSpPr>
          <a:xfrm rot="1207951">
            <a:off x="7690827" y="332500"/>
            <a:ext cx="1476645" cy="1252716"/>
            <a:chOff x="7719711" y="500042"/>
            <a:chExt cx="1259952" cy="1252716"/>
          </a:xfrm>
        </p:grpSpPr>
        <p:grpSp>
          <p:nvGrpSpPr>
            <p:cNvPr id="7" name="Group 11"/>
            <p:cNvGrpSpPr>
              <a:grpSpLocks/>
            </p:cNvGrpSpPr>
            <p:nvPr/>
          </p:nvGrpSpPr>
          <p:grpSpPr bwMode="auto">
            <a:xfrm>
              <a:off x="7786710" y="500042"/>
              <a:ext cx="1150939" cy="1252716"/>
              <a:chOff x="2010" y="1920"/>
              <a:chExt cx="1680" cy="1680"/>
            </a:xfrm>
          </p:grpSpPr>
          <p:sp>
            <p:nvSpPr>
              <p:cNvPr id="76"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77"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75" name="TextBox 74"/>
            <p:cNvSpPr txBox="1"/>
            <p:nvPr/>
          </p:nvSpPr>
          <p:spPr>
            <a:xfrm>
              <a:off x="7719711" y="834339"/>
              <a:ext cx="1259952" cy="584775"/>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Fundamental Knowledge</a:t>
              </a:r>
              <a:endParaRPr lang="zh-CN" altLang="en-US" sz="1600" b="1" dirty="0">
                <a:solidFill>
                  <a:schemeClr val="bg1"/>
                </a:solidFill>
                <a:latin typeface="Times New Roman" pitchFamily="18" charset="0"/>
                <a:cs typeface="Times New Roman" pitchFamily="18" charset="0"/>
              </a:endParaRPr>
            </a:p>
          </p:txBody>
        </p:sp>
      </p:grpSp>
      <p:sp>
        <p:nvSpPr>
          <p:cNvPr id="73" name="矩形 72"/>
          <p:cNvSpPr/>
          <p:nvPr/>
        </p:nvSpPr>
        <p:spPr>
          <a:xfrm>
            <a:off x="358868" y="1196752"/>
            <a:ext cx="8785132" cy="4401205"/>
          </a:xfrm>
          <a:prstGeom prst="rect">
            <a:avLst/>
          </a:prstGeom>
        </p:spPr>
        <p:txBody>
          <a:bodyPr wrap="square">
            <a:spAutoFit/>
          </a:bodyPr>
          <a:lstStyle/>
          <a:p>
            <a:pPr>
              <a:buFont typeface="Arial" pitchFamily="34" charset="0"/>
              <a:buChar char="•"/>
            </a:pPr>
            <a:r>
              <a:rPr lang="en-US" altLang="zh-CN" sz="2000" b="1" dirty="0" err="1" smtClean="0">
                <a:latin typeface="Times New Roman" pitchFamily="18" charset="0"/>
                <a:cs typeface="Times New Roman" pitchFamily="18" charset="0"/>
              </a:rPr>
              <a:t>Ferromagnet</a:t>
            </a:r>
            <a:r>
              <a:rPr lang="en-US" altLang="zh-CN" sz="2000" b="1" dirty="0" smtClean="0">
                <a:latin typeface="Times New Roman" pitchFamily="18" charset="0"/>
                <a:cs typeface="Times New Roman" pitchFamily="18" charset="0"/>
              </a:rPr>
              <a:t>: </a:t>
            </a:r>
            <a:r>
              <a:rPr lang="en-US" altLang="zh-CN" sz="2000" dirty="0" smtClean="0">
                <a:latin typeface="Times New Roman" pitchFamily="18" charset="0"/>
                <a:cs typeface="Times New Roman" pitchFamily="18" charset="0"/>
              </a:rPr>
              <a:t>Ferromagnetism is the basic mechanism by which certain materials (such as </a:t>
            </a:r>
            <a:r>
              <a:rPr lang="en-US" altLang="zh-CN" sz="2000" dirty="0" smtClean="0">
                <a:latin typeface="Times New Roman" pitchFamily="18" charset="0"/>
                <a:cs typeface="Times New Roman" pitchFamily="18" charset="0"/>
                <a:hlinkClick r:id="rId3" tooltip="Iron"/>
              </a:rPr>
              <a:t>iron</a:t>
            </a:r>
            <a:r>
              <a:rPr lang="en-US" altLang="zh-CN" sz="2000" dirty="0" smtClean="0">
                <a:latin typeface="Times New Roman" pitchFamily="18" charset="0"/>
                <a:cs typeface="Times New Roman" pitchFamily="18" charset="0"/>
              </a:rPr>
              <a:t>) form </a:t>
            </a:r>
            <a:r>
              <a:rPr lang="en-US" altLang="zh-CN" sz="2000" dirty="0" smtClean="0">
                <a:latin typeface="Times New Roman" pitchFamily="18" charset="0"/>
                <a:cs typeface="Times New Roman" pitchFamily="18" charset="0"/>
                <a:hlinkClick r:id="rId4" tooltip="Permanent magnet"/>
              </a:rPr>
              <a:t>permanent  magnets</a:t>
            </a:r>
            <a:r>
              <a:rPr lang="en-US" altLang="zh-CN" sz="2000" dirty="0" smtClean="0">
                <a:latin typeface="Times New Roman" pitchFamily="18" charset="0"/>
                <a:cs typeface="Times New Roman" pitchFamily="18" charset="0"/>
              </a:rPr>
              <a:t>, or are attracted to </a:t>
            </a:r>
            <a:r>
              <a:rPr lang="en-US" altLang="zh-CN" sz="2000" dirty="0" smtClean="0">
                <a:latin typeface="Times New Roman" pitchFamily="18" charset="0"/>
                <a:cs typeface="Times New Roman" pitchFamily="18" charset="0"/>
                <a:hlinkClick r:id="rId5" tooltip="Magnet"/>
              </a:rPr>
              <a:t>magnets</a:t>
            </a:r>
            <a:r>
              <a:rPr lang="en-US" altLang="zh-CN" sz="2000" dirty="0" smtClean="0">
                <a:latin typeface="Times New Roman" pitchFamily="18" charset="0"/>
                <a:cs typeface="Times New Roman" pitchFamily="18" charset="0"/>
              </a:rPr>
              <a:t>. In </a:t>
            </a:r>
            <a:r>
              <a:rPr lang="en-US" altLang="zh-CN" sz="2000" dirty="0" smtClean="0">
                <a:latin typeface="Times New Roman" pitchFamily="18" charset="0"/>
                <a:cs typeface="Times New Roman" pitchFamily="18" charset="0"/>
                <a:hlinkClick r:id="rId6" tooltip="Physics"/>
              </a:rPr>
              <a:t>physics</a:t>
            </a:r>
            <a:r>
              <a:rPr lang="en-US" altLang="zh-CN" sz="2000" dirty="0" smtClean="0">
                <a:latin typeface="Times New Roman" pitchFamily="18" charset="0"/>
                <a:cs typeface="Times New Roman" pitchFamily="18" charset="0"/>
              </a:rPr>
              <a:t>, several different types of </a:t>
            </a:r>
            <a:r>
              <a:rPr lang="en-US" altLang="zh-CN" sz="2000" dirty="0" smtClean="0">
                <a:latin typeface="Times New Roman" pitchFamily="18" charset="0"/>
                <a:cs typeface="Times New Roman" pitchFamily="18" charset="0"/>
                <a:hlinkClick r:id="rId7" tooltip="Magnetism"/>
              </a:rPr>
              <a:t>magnetism</a:t>
            </a:r>
            <a:r>
              <a:rPr lang="en-US" altLang="zh-CN" sz="2000" dirty="0" smtClean="0">
                <a:latin typeface="Times New Roman" pitchFamily="18" charset="0"/>
                <a:cs typeface="Times New Roman" pitchFamily="18" charset="0"/>
              </a:rPr>
              <a:t> are distinguished. Ferromagnetism is the strongest type: it is the only one that typically creates forces strong enough to be felt, and is responsible for the common phenomena of magnetism in </a:t>
            </a:r>
            <a:r>
              <a:rPr lang="en-US" altLang="zh-CN" sz="2000" dirty="0" smtClean="0">
                <a:latin typeface="Times New Roman" pitchFamily="18" charset="0"/>
                <a:cs typeface="Times New Roman" pitchFamily="18" charset="0"/>
                <a:hlinkClick r:id="rId5" tooltip="Magnet"/>
              </a:rPr>
              <a:t>magnets encountered in everyday life</a:t>
            </a:r>
            <a:r>
              <a:rPr lang="en-US" altLang="zh-CN" sz="2000" dirty="0" smtClean="0">
                <a:latin typeface="Times New Roman" pitchFamily="18" charset="0"/>
                <a:cs typeface="Times New Roman" pitchFamily="18" charset="0"/>
              </a:rPr>
              <a:t>. Substances respond weakly to magnetic fields with three other types of magnetism, </a:t>
            </a:r>
            <a:r>
              <a:rPr lang="en-US" altLang="zh-CN" sz="2000" dirty="0" err="1" smtClean="0">
                <a:latin typeface="Times New Roman" pitchFamily="18" charset="0"/>
                <a:cs typeface="Times New Roman" pitchFamily="18" charset="0"/>
                <a:hlinkClick r:id="rId8" tooltip="Paramagnetism"/>
              </a:rPr>
              <a:t>paramagnetism</a:t>
            </a:r>
            <a:r>
              <a:rPr lang="en-US" altLang="zh-CN" sz="2000" dirty="0" smtClean="0">
                <a:latin typeface="Times New Roman" pitchFamily="18" charset="0"/>
                <a:cs typeface="Times New Roman" pitchFamily="18" charset="0"/>
              </a:rPr>
              <a:t> and </a:t>
            </a:r>
            <a:r>
              <a:rPr lang="en-US" altLang="zh-CN" sz="2000" dirty="0" smtClean="0">
                <a:latin typeface="Times New Roman" pitchFamily="18" charset="0"/>
                <a:cs typeface="Times New Roman" pitchFamily="18" charset="0"/>
                <a:hlinkClick r:id="rId9" tooltip="Diamagnetism"/>
              </a:rPr>
              <a:t>diamagnetism</a:t>
            </a:r>
            <a:r>
              <a:rPr lang="en-US" altLang="zh-CN" sz="2000" dirty="0" smtClean="0">
                <a:latin typeface="Times New Roman" pitchFamily="18" charset="0"/>
                <a:cs typeface="Times New Roman" pitchFamily="18" charset="0"/>
              </a:rPr>
              <a:t>, but the forces are usually so weak that they can only be detected by sensitive instruments in a lab.</a:t>
            </a:r>
          </a:p>
          <a:p>
            <a:pPr>
              <a:buFont typeface="Arial" pitchFamily="34" charset="0"/>
              <a:buChar char="•"/>
            </a:pPr>
            <a:r>
              <a:rPr lang="en-US" altLang="zh-CN" sz="2000" dirty="0" smtClean="0"/>
              <a:t>Permanent magnets (materials that can be </a:t>
            </a:r>
            <a:r>
              <a:rPr lang="en-US" altLang="zh-CN" sz="2000" dirty="0" smtClean="0">
                <a:hlinkClick r:id="rId10" tooltip="Magnetization"/>
              </a:rPr>
              <a:t>magnetized</a:t>
            </a:r>
            <a:r>
              <a:rPr lang="en-US" altLang="zh-CN" sz="2000" dirty="0" smtClean="0"/>
              <a:t> by an external </a:t>
            </a:r>
            <a:r>
              <a:rPr lang="en-US" altLang="zh-CN" sz="2000" dirty="0" smtClean="0">
                <a:hlinkClick r:id="rId11" tooltip="Magnetic field"/>
              </a:rPr>
              <a:t>magnetic field</a:t>
            </a:r>
            <a:r>
              <a:rPr lang="en-US" altLang="zh-CN" sz="2000" dirty="0" smtClean="0"/>
              <a:t> and remain magnetized after the external field is removed) are either ferromagnetic or </a:t>
            </a:r>
            <a:r>
              <a:rPr lang="en-US" altLang="zh-CN" sz="2000" dirty="0" err="1" smtClean="0"/>
              <a:t>ferrimagnetic</a:t>
            </a:r>
            <a:r>
              <a:rPr lang="en-US" altLang="zh-CN" sz="2000" dirty="0" smtClean="0"/>
              <a:t>, as are the materials that are noticeably attracted to the, m. Only a few substances are ferromagnetic. The common ones are </a:t>
            </a:r>
            <a:r>
              <a:rPr lang="en-US" altLang="zh-CN" sz="2000" dirty="0" err="1" smtClean="0">
                <a:hlinkClick r:id="rId3" tooltip="Iron"/>
              </a:rPr>
              <a:t>iron</a:t>
            </a:r>
            <a:r>
              <a:rPr lang="en-US" altLang="zh-CN" sz="2000" dirty="0" err="1" smtClean="0">
                <a:hlinkClick r:id="rId12" tooltip="Nickel"/>
              </a:rPr>
              <a:t>nickel</a:t>
            </a:r>
            <a:r>
              <a:rPr lang="en-US" altLang="zh-CN" sz="2000" dirty="0" smtClean="0"/>
              <a:t>, </a:t>
            </a:r>
            <a:r>
              <a:rPr lang="en-US" altLang="zh-CN" sz="2000" dirty="0" smtClean="0">
                <a:hlinkClick r:id="rId13" tooltip="Cobalt"/>
              </a:rPr>
              <a:t>cobalt</a:t>
            </a:r>
            <a:r>
              <a:rPr lang="en-US" altLang="zh-CN" sz="2000" dirty="0" smtClean="0"/>
              <a:t> and most of their alloys, some compounds of </a:t>
            </a:r>
            <a:r>
              <a:rPr lang="en-US" altLang="zh-CN" sz="2000" dirty="0" smtClean="0">
                <a:hlinkClick r:id="rId14" tooltip="Rare-earth magnet"/>
              </a:rPr>
              <a:t>rare earth metals</a:t>
            </a:r>
            <a:r>
              <a:rPr lang="en-US" altLang="zh-CN" sz="2000" dirty="0" smtClean="0"/>
              <a:t>. Magnetic susceptibility </a:t>
            </a:r>
            <a:r>
              <a:rPr lang="zh-CN" altLang="en-US" sz="2000" dirty="0" smtClean="0">
                <a:solidFill>
                  <a:srgbClr val="FF0000"/>
                </a:solidFill>
                <a:sym typeface="Symbol" pitchFamily="18" charset="2"/>
              </a:rPr>
              <a:t> </a:t>
            </a:r>
            <a:r>
              <a:rPr lang="en-US" altLang="zh-CN" sz="2000" dirty="0" smtClean="0">
                <a:solidFill>
                  <a:srgbClr val="FF0000"/>
                </a:solidFill>
                <a:sym typeface="Symbol" pitchFamily="18" charset="2"/>
              </a:rPr>
              <a:t>:</a:t>
            </a:r>
            <a:r>
              <a:rPr lang="zh-CN" altLang="en-US" sz="2000" dirty="0" smtClean="0">
                <a:solidFill>
                  <a:srgbClr val="FF0000"/>
                </a:solidFill>
                <a:sym typeface="Symbol" pitchFamily="18" charset="2"/>
              </a:rPr>
              <a:t> </a:t>
            </a:r>
            <a:r>
              <a:rPr lang="en-US" altLang="zh-CN" sz="2000" dirty="0" smtClean="0">
                <a:solidFill>
                  <a:srgbClr val="FF0000"/>
                </a:solidFill>
                <a:sym typeface="Symbol" pitchFamily="18" charset="2"/>
              </a:rPr>
              <a:t>&gt;&gt;1</a:t>
            </a:r>
            <a:endParaRPr kumimoji="1" lang="en-US" altLang="zh-CN" sz="2000" dirty="0" smtClean="0">
              <a:latin typeface="Times New Roman" pitchFamily="18" charset="0"/>
              <a:cs typeface="Times New Roman" pitchFamily="18" charset="0"/>
            </a:endParaRPr>
          </a:p>
        </p:txBody>
      </p:sp>
      <p:sp>
        <p:nvSpPr>
          <p:cNvPr id="74" name="右箭头 73"/>
          <p:cNvSpPr/>
          <p:nvPr/>
        </p:nvSpPr>
        <p:spPr>
          <a:xfrm>
            <a:off x="3995936" y="6129956"/>
            <a:ext cx="288032" cy="1912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3">
                                            <p:txEl>
                                              <p:pRg st="0" end="0"/>
                                            </p:txEl>
                                          </p:spTgt>
                                        </p:tgtEl>
                                        <p:attrNameLst>
                                          <p:attrName>style.visibility</p:attrName>
                                        </p:attrNameLst>
                                      </p:cBhvr>
                                      <p:to>
                                        <p:strVal val="visible"/>
                                      </p:to>
                                    </p:set>
                                    <p:anim calcmode="lin" valueType="num">
                                      <p:cBhvr additive="base">
                                        <p:cTn id="17" dur="500" fill="hold"/>
                                        <p:tgtEl>
                                          <p:spTgt spid="73">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3">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3">
                                            <p:txEl>
                                              <p:pRg st="1" end="1"/>
                                            </p:txEl>
                                          </p:spTgt>
                                        </p:tgtEl>
                                        <p:attrNameLst>
                                          <p:attrName>style.visibility</p:attrName>
                                        </p:attrNameLst>
                                      </p:cBhvr>
                                      <p:to>
                                        <p:strVal val="visible"/>
                                      </p:to>
                                    </p:set>
                                    <p:anim calcmode="lin" valueType="num">
                                      <p:cBhvr additive="base">
                                        <p:cTn id="21" dur="500" fill="hold"/>
                                        <p:tgtEl>
                                          <p:spTgt spid="73">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3">
                                            <p:txEl>
                                              <p:pRg st="1" end="1"/>
                                            </p:txEl>
                                          </p:spTgt>
                                        </p:tgtEl>
                                        <p:attrNameLst>
                                          <p:attrName>ppt_y</p:attrName>
                                        </p:attrNameLst>
                                      </p:cBhvr>
                                      <p:tavLst>
                                        <p:tav tm="0">
                                          <p:val>
                                            <p:strVal val="1+#ppt_h/2"/>
                                          </p:val>
                                        </p:tav>
                                        <p:tav tm="100000">
                                          <p:val>
                                            <p:strVal val="#ppt_y"/>
                                          </p:val>
                                        </p:tav>
                                      </p:tavLst>
                                    </p:anim>
                                  </p:childTnLst>
                                </p:cTn>
                              </p:par>
                              <p:par>
                                <p:cTn id="23" presetID="1" presetClass="entr" presetSubtype="0" fill="hold" grpId="0" nodeType="with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build="allAtOnce"/>
      <p:bldP spid="7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3"/>
          <p:cNvGraphicFramePr>
            <a:graphicFrameLocks noChangeAspect="1"/>
          </p:cNvGraphicFramePr>
          <p:nvPr/>
        </p:nvGraphicFramePr>
        <p:xfrm>
          <a:off x="2627784" y="2564904"/>
          <a:ext cx="4478312" cy="4365104"/>
        </p:xfrm>
        <a:graphic>
          <a:graphicData uri="http://schemas.openxmlformats.org/presentationml/2006/ole">
            <mc:AlternateContent xmlns:mc="http://schemas.openxmlformats.org/markup-compatibility/2006">
              <mc:Choice xmlns:v="urn:schemas-microsoft-com:vml" Requires="v">
                <p:oleObj spid="_x0000_s204803" r:id="rId3" imgW="2230952" imgH="2173044" progId="">
                  <p:embed/>
                </p:oleObj>
              </mc:Choice>
              <mc:Fallback>
                <p:oleObj r:id="rId3" imgW="2230952" imgH="2173044"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2564904"/>
                        <a:ext cx="4478312" cy="4365104"/>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组合 50"/>
          <p:cNvGrpSpPr/>
          <p:nvPr/>
        </p:nvGrpSpPr>
        <p:grpSpPr>
          <a:xfrm rot="1207951">
            <a:off x="7690827" y="332500"/>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19"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20"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18" name="TextBox 17"/>
            <p:cNvSpPr txBox="1"/>
            <p:nvPr/>
          </p:nvSpPr>
          <p:spPr>
            <a:xfrm>
              <a:off x="7719711" y="834339"/>
              <a:ext cx="1259952" cy="584775"/>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Fundamental Knowledge</a:t>
              </a:r>
              <a:endParaRPr lang="zh-CN" altLang="en-US" sz="1600" b="1" dirty="0">
                <a:solidFill>
                  <a:schemeClr val="bg1"/>
                </a:solidFill>
                <a:latin typeface="Times New Roman" pitchFamily="18" charset="0"/>
                <a:cs typeface="Times New Roman" pitchFamily="18" charset="0"/>
              </a:endParaRPr>
            </a:p>
          </p:txBody>
        </p:sp>
      </p:grpSp>
      <p:sp>
        <p:nvSpPr>
          <p:cNvPr id="7" name="Rectangle 2"/>
          <p:cNvSpPr>
            <a:spLocks noChangeArrowheads="1"/>
          </p:cNvSpPr>
          <p:nvPr/>
        </p:nvSpPr>
        <p:spPr bwMode="auto">
          <a:xfrm>
            <a:off x="0" y="1124744"/>
            <a:ext cx="9144000" cy="1938992"/>
          </a:xfrm>
          <a:prstGeom prst="rect">
            <a:avLst/>
          </a:prstGeom>
          <a:noFill/>
          <a:ln w="9525">
            <a:noFill/>
            <a:miter lim="800000"/>
            <a:headEnd/>
            <a:tailEnd/>
          </a:ln>
        </p:spPr>
        <p:txBody>
          <a:bodyPr wrap="square">
            <a:spAutoFit/>
          </a:bodyPr>
          <a:lstStyle/>
          <a:p>
            <a:r>
              <a:rPr lang="zh-CN" altLang="en-US" sz="2400" b="1" dirty="0" smtClean="0"/>
              <a:t>    </a:t>
            </a:r>
            <a:r>
              <a:rPr lang="en-US" altLang="zh-CN" sz="2400" b="1" dirty="0" smtClean="0"/>
              <a:t>The magnetization Curve (B-H Curve) is a basic curve of material magnetic characteristics with some basic magnetic parameters like Saturation Magnetization </a:t>
            </a:r>
            <a:r>
              <a:rPr lang="en-US" altLang="zh-CN" sz="2400" b="1" i="1" dirty="0" smtClean="0">
                <a:latin typeface="Times New Roman" pitchFamily="18" charset="0"/>
              </a:rPr>
              <a:t>M</a:t>
            </a:r>
            <a:r>
              <a:rPr lang="en-US" altLang="zh-CN" sz="2400" b="1" baseline="-25000" dirty="0" smtClean="0">
                <a:latin typeface="Times New Roman" pitchFamily="18" charset="0"/>
              </a:rPr>
              <a:t>s</a:t>
            </a:r>
            <a:r>
              <a:rPr lang="en-US" altLang="zh-CN" sz="2400" b="1" dirty="0" smtClean="0"/>
              <a:t>, Initial magnetic susceptibility </a:t>
            </a:r>
            <a:r>
              <a:rPr lang="zh-CN" altLang="en-US" sz="2400" b="1" i="1" dirty="0" smtClean="0">
                <a:latin typeface="Times New Roman" pitchFamily="18" charset="0"/>
                <a:sym typeface="Symbol" pitchFamily="18" charset="2"/>
              </a:rPr>
              <a:t></a:t>
            </a:r>
            <a:r>
              <a:rPr lang="en-US" altLang="zh-CN" sz="2400" b="1" i="1" baseline="-25000" dirty="0" smtClean="0">
                <a:latin typeface="Times New Roman" pitchFamily="18" charset="0"/>
                <a:sym typeface="Symbol" pitchFamily="18" charset="2"/>
              </a:rPr>
              <a:t>a</a:t>
            </a:r>
            <a:r>
              <a:rPr lang="en-US" altLang="zh-CN" sz="2400" b="1" dirty="0" smtClean="0"/>
              <a:t> and saturation magnetic susceptibility </a:t>
            </a:r>
            <a:r>
              <a:rPr lang="zh-CN" altLang="en-US" sz="2400" b="1" i="1" dirty="0" smtClean="0">
                <a:latin typeface="Times New Roman" pitchFamily="18" charset="0"/>
                <a:sym typeface="Symbol" pitchFamily="18" charset="2"/>
              </a:rPr>
              <a:t></a:t>
            </a:r>
            <a:r>
              <a:rPr lang="en-US" altLang="zh-CN" sz="2400" b="1" i="1" baseline="-25000" dirty="0" smtClean="0">
                <a:latin typeface="Times New Roman" pitchFamily="18" charset="0"/>
                <a:sym typeface="Symbol" pitchFamily="18" charset="2"/>
              </a:rPr>
              <a:t>m</a:t>
            </a:r>
            <a:r>
              <a:rPr lang="en-US" altLang="zh-CN" sz="2400" b="1" dirty="0" smtClean="0"/>
              <a:t> , </a:t>
            </a:r>
            <a:r>
              <a:rPr lang="en-US" altLang="zh-CN" sz="2400" b="1" dirty="0" err="1" smtClean="0"/>
              <a:t>Barkhausen</a:t>
            </a:r>
            <a:r>
              <a:rPr lang="en-US" altLang="zh-CN" sz="2400" b="1" dirty="0" smtClean="0"/>
              <a:t> Jump etc.</a:t>
            </a:r>
          </a:p>
          <a:p>
            <a:r>
              <a:rPr lang="en-US" altLang="zh-CN" sz="2400" b="1" dirty="0" smtClean="0"/>
              <a:t>B-H Curve of iron:</a:t>
            </a:r>
            <a:endParaRPr lang="zh-CN" altLang="en-US" sz="2000" b="1" dirty="0">
              <a:latin typeface="Times New Roman" pitchFamily="18" charset="0"/>
              <a:sym typeface="Symbol" pitchFamily="18" charset="2"/>
            </a:endParaRPr>
          </a:p>
        </p:txBody>
      </p:sp>
      <p:sp>
        <p:nvSpPr>
          <p:cNvPr id="15"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What is Magnetism</a:t>
            </a:r>
            <a:endParaRPr lang="zh-CN" alt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6" name="Object 5"/>
          <p:cNvGraphicFramePr>
            <a:graphicFrameLocks noChangeAspect="1"/>
          </p:cNvGraphicFramePr>
          <p:nvPr/>
        </p:nvGraphicFramePr>
        <p:xfrm>
          <a:off x="1619672" y="4149080"/>
          <a:ext cx="5607948" cy="2891061"/>
        </p:xfrm>
        <a:graphic>
          <a:graphicData uri="http://schemas.openxmlformats.org/presentationml/2006/ole">
            <mc:AlternateContent xmlns:mc="http://schemas.openxmlformats.org/markup-compatibility/2006">
              <mc:Choice xmlns:v="urn:schemas-microsoft-com:vml" Requires="v">
                <p:oleObj spid="_x0000_s205827" r:id="rId3" imgW="4303420" imgH="2218761" progId="">
                  <p:embed/>
                </p:oleObj>
              </mc:Choice>
              <mc:Fallback>
                <p:oleObj r:id="rId3" imgW="4303420" imgH="2218761"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4149080"/>
                        <a:ext cx="5607948" cy="289106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What is Magnetism</a:t>
            </a:r>
            <a:endParaRPr lang="zh-CN" altLang="en-US" dirty="0">
              <a:latin typeface="Times New Roman" pitchFamily="18" charset="0"/>
              <a:cs typeface="Times New Roman" pitchFamily="18" charset="0"/>
            </a:endParaRPr>
          </a:p>
        </p:txBody>
      </p:sp>
      <p:grpSp>
        <p:nvGrpSpPr>
          <p:cNvPr id="2" name="组合 50"/>
          <p:cNvGrpSpPr/>
          <p:nvPr/>
        </p:nvGrpSpPr>
        <p:grpSpPr>
          <a:xfrm rot="1207951">
            <a:off x="7690827" y="332500"/>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14"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15"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13" name="TextBox 12"/>
            <p:cNvSpPr txBox="1"/>
            <p:nvPr/>
          </p:nvSpPr>
          <p:spPr>
            <a:xfrm>
              <a:off x="7719711" y="834339"/>
              <a:ext cx="1259952" cy="584775"/>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Fundamental Knowledge</a:t>
              </a:r>
              <a:endParaRPr lang="zh-CN" altLang="en-US" sz="1600" b="1" dirty="0">
                <a:solidFill>
                  <a:schemeClr val="bg1"/>
                </a:solidFill>
                <a:latin typeface="Times New Roman" pitchFamily="18" charset="0"/>
                <a:cs typeface="Times New Roman" pitchFamily="18" charset="0"/>
              </a:endParaRPr>
            </a:p>
          </p:txBody>
        </p:sp>
      </p:grpSp>
      <p:sp>
        <p:nvSpPr>
          <p:cNvPr id="16" name="矩形 15"/>
          <p:cNvSpPr/>
          <p:nvPr/>
        </p:nvSpPr>
        <p:spPr>
          <a:xfrm>
            <a:off x="107504" y="1196752"/>
            <a:ext cx="9036496" cy="3170099"/>
          </a:xfrm>
          <a:prstGeom prst="rect">
            <a:avLst/>
          </a:prstGeom>
        </p:spPr>
        <p:txBody>
          <a:bodyPr wrap="square">
            <a:spAutoFit/>
          </a:bodyPr>
          <a:lstStyle/>
          <a:p>
            <a:pPr>
              <a:buFont typeface="Arial" pitchFamily="34" charset="0"/>
              <a:buChar char="•"/>
            </a:pPr>
            <a:r>
              <a:rPr lang="en-US" altLang="zh-CN" sz="2000" dirty="0" smtClean="0"/>
              <a:t>When a </a:t>
            </a:r>
            <a:r>
              <a:rPr lang="en-US" altLang="zh-CN" sz="2000" dirty="0" smtClean="0">
                <a:hlinkClick r:id="rId5"/>
              </a:rPr>
              <a:t>ferromagnetic</a:t>
            </a:r>
            <a:r>
              <a:rPr lang="en-US" altLang="zh-CN" sz="2000" dirty="0" smtClean="0"/>
              <a:t> material is magnetized in one direction, it will not relax back to zero magnetization when the imposed magnetizing field is removed. It must be driven back to zero by a field in the opposite direction. If an alternating magnetic field is applied to the material, its magnetization will trace out a loop called a </a:t>
            </a:r>
            <a:r>
              <a:rPr lang="en-US" altLang="zh-CN" sz="2000" dirty="0" smtClean="0">
                <a:hlinkClick r:id="rId6"/>
              </a:rPr>
              <a:t>hysteresis loop</a:t>
            </a:r>
            <a:r>
              <a:rPr lang="en-US" altLang="zh-CN" sz="2000" dirty="0" smtClean="0"/>
              <a:t>. The lack of </a:t>
            </a:r>
            <a:r>
              <a:rPr lang="en-US" altLang="zh-CN" sz="2000" dirty="0" err="1" smtClean="0"/>
              <a:t>retraceability</a:t>
            </a:r>
            <a:r>
              <a:rPr lang="en-US" altLang="zh-CN" sz="2000" dirty="0" smtClean="0"/>
              <a:t> of the magnetization curve is the property called hysteresis and it is related to the existence of </a:t>
            </a:r>
            <a:r>
              <a:rPr lang="en-US" altLang="zh-CN" sz="2000" dirty="0" smtClean="0">
                <a:hlinkClick r:id="rId5"/>
              </a:rPr>
              <a:t>magnetic domains</a:t>
            </a:r>
            <a:r>
              <a:rPr lang="en-US" altLang="zh-CN" sz="2000" dirty="0" smtClean="0"/>
              <a:t> in the material. Once the magnetic domains are reoriented, it takes some energy to turn them back again. This property of </a:t>
            </a:r>
            <a:r>
              <a:rPr lang="en-US" altLang="zh-CN" sz="2000" dirty="0" err="1" smtClean="0"/>
              <a:t>ferrromagnetic</a:t>
            </a:r>
            <a:r>
              <a:rPr lang="en-US" altLang="zh-CN" sz="2000" dirty="0" smtClean="0"/>
              <a:t> materials is useful as a magnetic "memory". Some compositions of ferromagnetic materials will retain an imposed magnetization indefinitely and are useful as "permanent magnets". </a:t>
            </a:r>
            <a:endParaRPr kumimoji="1" lang="en-US" altLang="zh-CN"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sz="3100" dirty="0" smtClean="0">
                <a:latin typeface="Times New Roman" pitchFamily="18" charset="0"/>
                <a:cs typeface="Times New Roman" pitchFamily="18" charset="0"/>
              </a:rPr>
              <a:t>What's magnetic</a:t>
            </a:r>
          </a:p>
          <a:p>
            <a:pPr marL="514350" indent="-514350">
              <a:buFont typeface="+mj-lt"/>
              <a:buAutoNum type="arabicPeriod"/>
            </a:pPr>
            <a:r>
              <a:rPr lang="en-US" altLang="zh-CN" dirty="0" smtClean="0">
                <a:latin typeface="Times New Roman" pitchFamily="18" charset="0"/>
                <a:cs typeface="Times New Roman" pitchFamily="18" charset="0"/>
                <a:hlinkClick r:id="" action="ppaction://hlinkfile"/>
              </a:rPr>
              <a:t>Earth's magnetic field</a:t>
            </a:r>
          </a:p>
          <a:p>
            <a:pPr marL="514350" indent="-514350">
              <a:buFont typeface="+mj-lt"/>
              <a:buAutoNum type="arabicPeriod"/>
            </a:pPr>
            <a:r>
              <a:rPr lang="en-US" altLang="zh-CN" sz="3100" dirty="0" smtClean="0">
                <a:latin typeface="Times New Roman" pitchFamily="18" charset="0"/>
                <a:cs typeface="Times New Roman" pitchFamily="18" charset="0"/>
              </a:rPr>
              <a:t>Magnetic Test Detail</a:t>
            </a:r>
          </a:p>
          <a:p>
            <a:pPr marL="514350" indent="-514350">
              <a:buFont typeface="+mj-lt"/>
              <a:buAutoNum type="arabicPeriod"/>
            </a:pPr>
            <a:r>
              <a:rPr lang="en-US" altLang="zh-CN" sz="3100" dirty="0" smtClean="0">
                <a:latin typeface="Times New Roman" pitchFamily="18" charset="0"/>
                <a:cs typeface="Times New Roman" pitchFamily="18" charset="0"/>
              </a:rPr>
              <a:t>Magnetic Test Example</a:t>
            </a:r>
          </a:p>
          <a:p>
            <a:pPr marL="514350" indent="-514350">
              <a:buFont typeface="+mj-lt"/>
              <a:buAutoNum type="arabicPeriod"/>
            </a:pPr>
            <a:r>
              <a:rPr lang="en-US" altLang="zh-CN" sz="3100" dirty="0" smtClean="0">
                <a:latin typeface="Times New Roman" pitchFamily="18" charset="0"/>
                <a:cs typeface="Times New Roman" pitchFamily="18" charset="0"/>
              </a:rPr>
              <a:t>Exercise</a:t>
            </a:r>
            <a:endParaRPr lang="zh-CN" altLang="en-US" sz="31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14</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Earth's magnetic field</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15</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Font typeface="Wingdings" pitchFamily="2" charset="2"/>
              <a:buChar char="l"/>
            </a:pPr>
            <a:r>
              <a:rPr lang="en-US" altLang="zh-CN" sz="2400" dirty="0" smtClean="0">
                <a:solidFill>
                  <a:schemeClr val="tx1"/>
                </a:solidFill>
                <a:latin typeface="Times New Roman" pitchFamily="18" charset="0"/>
                <a:cs typeface="Times New Roman" pitchFamily="18" charset="0"/>
              </a:rPr>
              <a:t>2.1  Summary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Earth's magnetic field, also known as the geomagnetic field, is the magnetic field that extends from the Earth's interior out into space, where it meets the </a:t>
            </a:r>
            <a:r>
              <a:rPr lang="en-US" altLang="zh-CN" sz="1800" dirty="0" smtClean="0">
                <a:solidFill>
                  <a:schemeClr val="tx1"/>
                </a:solidFill>
                <a:latin typeface="Times New Roman" pitchFamily="18" charset="0"/>
                <a:cs typeface="Times New Roman" pitchFamily="18" charset="0"/>
                <a:hlinkClick r:id="rId2" tooltip="Solar wind"/>
              </a:rPr>
              <a:t>solar wind</a:t>
            </a:r>
            <a:r>
              <a:rPr lang="en-US" altLang="zh-CN" sz="1800" dirty="0" smtClean="0">
                <a:solidFill>
                  <a:schemeClr val="tx1"/>
                </a:solidFill>
                <a:latin typeface="Times New Roman" pitchFamily="18" charset="0"/>
                <a:cs typeface="Times New Roman" pitchFamily="18" charset="0"/>
              </a:rPr>
              <a:t>, a stream of </a:t>
            </a:r>
            <a:r>
              <a:rPr lang="en-US" altLang="zh-CN" sz="1800" dirty="0" smtClean="0">
                <a:solidFill>
                  <a:schemeClr val="tx1"/>
                </a:solidFill>
                <a:latin typeface="Times New Roman" pitchFamily="18" charset="0"/>
                <a:cs typeface="Times New Roman" pitchFamily="18" charset="0"/>
                <a:hlinkClick r:id="rId3" tooltip="Charged particle"/>
              </a:rPr>
              <a:t>charged particles</a:t>
            </a:r>
            <a:r>
              <a:rPr lang="en-US" altLang="zh-CN" sz="1800" dirty="0" smtClean="0">
                <a:solidFill>
                  <a:schemeClr val="tx1"/>
                </a:solidFill>
                <a:latin typeface="Times New Roman" pitchFamily="18" charset="0"/>
                <a:cs typeface="Times New Roman" pitchFamily="18" charset="0"/>
              </a:rPr>
              <a:t> emanating from the </a:t>
            </a:r>
            <a:r>
              <a:rPr lang="en-US" altLang="zh-CN" sz="1800" dirty="0" smtClean="0">
                <a:solidFill>
                  <a:schemeClr val="tx1"/>
                </a:solidFill>
                <a:latin typeface="Times New Roman" pitchFamily="18" charset="0"/>
                <a:cs typeface="Times New Roman" pitchFamily="18" charset="0"/>
                <a:hlinkClick r:id="rId4" tooltip="Sun"/>
              </a:rPr>
              <a:t>Sun</a:t>
            </a:r>
            <a:r>
              <a:rPr lang="en-US" altLang="zh-CN" sz="1800" dirty="0" smtClean="0">
                <a:solidFill>
                  <a:schemeClr val="tx1"/>
                </a:solidFill>
                <a:latin typeface="Times New Roman" pitchFamily="18" charset="0"/>
                <a:cs typeface="Times New Roman" pitchFamily="18" charset="0"/>
              </a:rPr>
              <a:t>. Its magnitude at the Earth's surface ranges from 25 to 65 microteslas (0.25 to 0.65 gauss). </a:t>
            </a:r>
          </a:p>
        </p:txBody>
      </p:sp>
      <p:pic>
        <p:nvPicPr>
          <p:cNvPr id="7" name="Picture 5" descr="https://imgsa.baidu.com/baike/c0%3Dbaike80%2C5%2C5%2C80%2C26/sign=af4373ef9e510fb36c147fc5b85aa3f0/d8f9d72a6059252d9da42052349b033b5bb5b930.jpg"/>
          <p:cNvPicPr>
            <a:picLocks noChangeAspect="1" noChangeArrowheads="1"/>
          </p:cNvPicPr>
          <p:nvPr/>
        </p:nvPicPr>
        <p:blipFill>
          <a:blip r:embed="rId5" cstate="print"/>
          <a:srcRect/>
          <a:stretch>
            <a:fillRect/>
          </a:stretch>
        </p:blipFill>
        <p:spPr bwMode="auto">
          <a:xfrm>
            <a:off x="4464496" y="3391992"/>
            <a:ext cx="4572000" cy="3349376"/>
          </a:xfrm>
          <a:prstGeom prst="rect">
            <a:avLst/>
          </a:prstGeom>
          <a:noFill/>
        </p:spPr>
      </p:pic>
      <p:pic>
        <p:nvPicPr>
          <p:cNvPr id="9" name="Picture 3" descr="https://imgsa.baidu.com/baike/c0%3Dbaike80%2C5%2C5%2C80%2C26/sign=8f14546b564e9258b2398ebcfdebba3d/8718367adab44aeda84402ebb31c8701a18bfbb3.jpg"/>
          <p:cNvPicPr>
            <a:picLocks noChangeAspect="1" noChangeArrowheads="1"/>
          </p:cNvPicPr>
          <p:nvPr/>
        </p:nvPicPr>
        <p:blipFill>
          <a:blip r:embed="rId6" cstate="print"/>
          <a:srcRect/>
          <a:stretch>
            <a:fillRect/>
          </a:stretch>
        </p:blipFill>
        <p:spPr bwMode="auto">
          <a:xfrm>
            <a:off x="72008" y="3393133"/>
            <a:ext cx="4414969" cy="3311227"/>
          </a:xfrm>
          <a:prstGeom prst="rect">
            <a:avLst/>
          </a:prstGeom>
          <a:noFill/>
        </p:spPr>
      </p:pic>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Earth's magnetic field</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16</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Font typeface="Wingdings" pitchFamily="2" charset="2"/>
              <a:buChar char="l"/>
            </a:pPr>
            <a:r>
              <a:rPr lang="en-US" altLang="zh-CN" sz="2400" dirty="0" smtClean="0">
                <a:solidFill>
                  <a:schemeClr val="tx1"/>
                </a:solidFill>
                <a:latin typeface="Times New Roman" pitchFamily="18" charset="0"/>
                <a:cs typeface="Times New Roman" pitchFamily="18" charset="0"/>
              </a:rPr>
              <a:t>2.1  Summary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Roughly speaking it is the field of a </a:t>
            </a:r>
            <a:r>
              <a:rPr lang="en-US" altLang="zh-CN" sz="1800" dirty="0" smtClean="0">
                <a:solidFill>
                  <a:schemeClr val="tx1"/>
                </a:solidFill>
                <a:latin typeface="Times New Roman" pitchFamily="18" charset="0"/>
                <a:cs typeface="Times New Roman" pitchFamily="18" charset="0"/>
                <a:hlinkClick r:id="rId2" tooltip="Magnetic dipole"/>
              </a:rPr>
              <a:t>magnetic dipole</a:t>
            </a:r>
            <a:r>
              <a:rPr lang="en-US" altLang="zh-CN" sz="1800" dirty="0" smtClean="0">
                <a:solidFill>
                  <a:schemeClr val="tx1"/>
                </a:solidFill>
                <a:latin typeface="Times New Roman" pitchFamily="18" charset="0"/>
                <a:cs typeface="Times New Roman" pitchFamily="18" charset="0"/>
              </a:rPr>
              <a:t> currently tilted at an angle of about 10 degrees with respect to </a:t>
            </a:r>
            <a:r>
              <a:rPr lang="en-US" altLang="zh-CN" sz="1800" dirty="0" smtClean="0">
                <a:solidFill>
                  <a:schemeClr val="tx1"/>
                </a:solidFill>
                <a:latin typeface="Times New Roman" pitchFamily="18" charset="0"/>
                <a:cs typeface="Times New Roman" pitchFamily="18" charset="0"/>
                <a:hlinkClick r:id="rId3" tooltip="Earth's rotation"/>
              </a:rPr>
              <a:t>Earth's rotational axis</a:t>
            </a:r>
            <a:r>
              <a:rPr lang="en-US" altLang="zh-CN" sz="1800" dirty="0" smtClean="0">
                <a:solidFill>
                  <a:schemeClr val="tx1"/>
                </a:solidFill>
                <a:latin typeface="Times New Roman" pitchFamily="18" charset="0"/>
                <a:cs typeface="Times New Roman" pitchFamily="18" charset="0"/>
              </a:rPr>
              <a:t>, as if there were a </a:t>
            </a:r>
            <a:r>
              <a:rPr lang="en-US" altLang="zh-CN" sz="1800" dirty="0" smtClean="0">
                <a:solidFill>
                  <a:schemeClr val="tx1"/>
                </a:solidFill>
                <a:latin typeface="Times New Roman" pitchFamily="18" charset="0"/>
                <a:cs typeface="Times New Roman" pitchFamily="18" charset="0"/>
                <a:hlinkClick r:id="rId4" tooltip="Bar magnet"/>
              </a:rPr>
              <a:t>bar magnet</a:t>
            </a:r>
            <a:r>
              <a:rPr lang="en-US" altLang="zh-CN" sz="1800" dirty="0" smtClean="0">
                <a:solidFill>
                  <a:schemeClr val="tx1"/>
                </a:solidFill>
                <a:latin typeface="Times New Roman" pitchFamily="18" charset="0"/>
                <a:cs typeface="Times New Roman" pitchFamily="18" charset="0"/>
              </a:rPr>
              <a:t> placed at that angle at the center of the Earth. The </a:t>
            </a:r>
            <a:r>
              <a:rPr lang="en-US" altLang="zh-CN" sz="1800" dirty="0" smtClean="0">
                <a:solidFill>
                  <a:schemeClr val="tx1"/>
                </a:solidFill>
                <a:latin typeface="Times New Roman" pitchFamily="18" charset="0"/>
                <a:cs typeface="Times New Roman" pitchFamily="18" charset="0"/>
                <a:hlinkClick r:id="rId5" tooltip="North geomagnetic pole"/>
              </a:rPr>
              <a:t>North geomagnetic pole</a:t>
            </a:r>
            <a:r>
              <a:rPr lang="en-US" altLang="zh-CN" sz="1800" dirty="0" smtClean="0">
                <a:solidFill>
                  <a:schemeClr val="tx1"/>
                </a:solidFill>
                <a:latin typeface="Times New Roman" pitchFamily="18" charset="0"/>
                <a:cs typeface="Times New Roman" pitchFamily="18" charset="0"/>
              </a:rPr>
              <a:t>, located near Greenland in the northern hemisphere, is actually the south pole of the Earth's magnetic field, and the </a:t>
            </a:r>
            <a:r>
              <a:rPr lang="en-US" altLang="zh-CN" sz="1800" dirty="0" smtClean="0">
                <a:solidFill>
                  <a:schemeClr val="tx1"/>
                </a:solidFill>
                <a:latin typeface="Times New Roman" pitchFamily="18" charset="0"/>
                <a:cs typeface="Times New Roman" pitchFamily="18" charset="0"/>
                <a:hlinkClick r:id="rId5" tooltip="North geomagnetic pole"/>
              </a:rPr>
              <a:t>South geomagnetic pole</a:t>
            </a:r>
            <a:r>
              <a:rPr lang="en-US" altLang="zh-CN" sz="1800" dirty="0" smtClean="0">
                <a:solidFill>
                  <a:schemeClr val="tx1"/>
                </a:solidFill>
                <a:latin typeface="Times New Roman" pitchFamily="18" charset="0"/>
                <a:cs typeface="Times New Roman" pitchFamily="18" charset="0"/>
              </a:rPr>
              <a:t> is the north pole. </a:t>
            </a:r>
          </a:p>
        </p:txBody>
      </p:sp>
      <p:sp>
        <p:nvSpPr>
          <p:cNvPr id="8" name="TextBox 7"/>
          <p:cNvSpPr txBox="1"/>
          <p:nvPr/>
        </p:nvSpPr>
        <p:spPr>
          <a:xfrm>
            <a:off x="323528" y="3789040"/>
            <a:ext cx="3312368" cy="2862322"/>
          </a:xfrm>
          <a:prstGeom prst="rect">
            <a:avLst/>
          </a:prstGeom>
          <a:noFill/>
        </p:spPr>
        <p:txBody>
          <a:bodyPr wrap="square" rtlCol="0">
            <a:spAutoFit/>
          </a:bodyPr>
          <a:lstStyle/>
          <a:p>
            <a:pPr>
              <a:lnSpc>
                <a:spcPct val="150000"/>
              </a:lnSpc>
              <a:buFont typeface="Wingdings" pitchFamily="2" charset="2"/>
              <a:buChar char="l"/>
            </a:pPr>
            <a:r>
              <a:rPr lang="en-US" altLang="zh-CN" b="1" dirty="0" smtClean="0">
                <a:latin typeface="Times New Roman" pitchFamily="18" charset="0"/>
                <a:ea typeface="微软雅黑" pitchFamily="34" charset="-122"/>
                <a:cs typeface="Times New Roman" pitchFamily="18" charset="0"/>
              </a:rPr>
              <a:t>Unlike a bar magnet, Earth's magnetic field changes over time because it is generated by a </a:t>
            </a:r>
            <a:r>
              <a:rPr lang="en-US" altLang="zh-CN" b="1" dirty="0" err="1" smtClean="0">
                <a:latin typeface="Times New Roman" pitchFamily="18" charset="0"/>
                <a:ea typeface="微软雅黑" pitchFamily="34" charset="-122"/>
                <a:cs typeface="Times New Roman" pitchFamily="18" charset="0"/>
                <a:hlinkClick r:id="rId6" tooltip="Dynamo theory"/>
              </a:rPr>
              <a:t>geodynamo</a:t>
            </a:r>
            <a:r>
              <a:rPr lang="en-US" altLang="zh-CN" b="1" dirty="0" smtClean="0">
                <a:latin typeface="Times New Roman" pitchFamily="18" charset="0"/>
                <a:ea typeface="微软雅黑" pitchFamily="34" charset="-122"/>
                <a:cs typeface="Times New Roman" pitchFamily="18" charset="0"/>
              </a:rPr>
              <a:t> (in Earth's case, the motion of molten </a:t>
            </a:r>
            <a:r>
              <a:rPr lang="en-US" altLang="zh-CN" b="1" dirty="0" smtClean="0">
                <a:latin typeface="Times New Roman" pitchFamily="18" charset="0"/>
                <a:ea typeface="微软雅黑" pitchFamily="34" charset="-122"/>
                <a:cs typeface="Times New Roman" pitchFamily="18" charset="0"/>
                <a:hlinkClick r:id="rId7" tooltip="List of alloys"/>
              </a:rPr>
              <a:t>iron alloys</a:t>
            </a:r>
            <a:r>
              <a:rPr lang="en-US" altLang="zh-CN" b="1" dirty="0" smtClean="0">
                <a:latin typeface="Times New Roman" pitchFamily="18" charset="0"/>
                <a:ea typeface="微软雅黑" pitchFamily="34" charset="-122"/>
                <a:cs typeface="Times New Roman" pitchFamily="18" charset="0"/>
              </a:rPr>
              <a:t> in its </a:t>
            </a:r>
            <a:r>
              <a:rPr lang="en-US" altLang="zh-CN" b="1" dirty="0" smtClean="0">
                <a:latin typeface="Times New Roman" pitchFamily="18" charset="0"/>
                <a:ea typeface="微软雅黑" pitchFamily="34" charset="-122"/>
                <a:cs typeface="Times New Roman" pitchFamily="18" charset="0"/>
                <a:hlinkClick r:id="rId8" tooltip="Outer core"/>
              </a:rPr>
              <a:t>outer core</a:t>
            </a:r>
            <a:r>
              <a:rPr lang="en-US" altLang="zh-CN" b="1" dirty="0" smtClean="0">
                <a:latin typeface="Times New Roman" pitchFamily="18" charset="0"/>
                <a:ea typeface="微软雅黑" pitchFamily="34" charset="-122"/>
                <a:cs typeface="Times New Roman" pitchFamily="18" charset="0"/>
              </a:rPr>
              <a:t>).</a:t>
            </a:r>
          </a:p>
          <a:p>
            <a:endParaRPr lang="zh-CN" altLang="en-US" dirty="0"/>
          </a:p>
        </p:txBody>
      </p:sp>
      <p:pic>
        <p:nvPicPr>
          <p:cNvPr id="9" name="Picture 2" descr="http://hyperphysics.phy-astr.gsu.edu/hbase/magnetic/imgmag/mearthbar.gif"/>
          <p:cNvPicPr>
            <a:picLocks noChangeAspect="1" noChangeArrowheads="1"/>
          </p:cNvPicPr>
          <p:nvPr/>
        </p:nvPicPr>
        <p:blipFill>
          <a:blip r:embed="rId9" cstate="print"/>
          <a:srcRect/>
          <a:stretch>
            <a:fillRect/>
          </a:stretch>
        </p:blipFill>
        <p:spPr bwMode="auto">
          <a:xfrm>
            <a:off x="3419873" y="3774337"/>
            <a:ext cx="5724128" cy="2967031"/>
          </a:xfrm>
          <a:prstGeom prst="rect">
            <a:avLst/>
          </a:prstGeom>
          <a:solidFill>
            <a:schemeClr val="bg1"/>
          </a:solidFill>
        </p:spPr>
      </p:pic>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Earth's magnetic field</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17</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Font typeface="Wingdings" pitchFamily="2" charset="2"/>
              <a:buChar char="l"/>
            </a:pPr>
            <a:r>
              <a:rPr lang="en-US" altLang="zh-CN" sz="2400" dirty="0" smtClean="0">
                <a:solidFill>
                  <a:schemeClr val="tx1"/>
                </a:solidFill>
                <a:latin typeface="Times New Roman" pitchFamily="18" charset="0"/>
                <a:cs typeface="Times New Roman" pitchFamily="18" charset="0"/>
              </a:rPr>
              <a:t>2.1  Summary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While the North and South </a:t>
            </a:r>
            <a:r>
              <a:rPr lang="en-US" altLang="zh-CN" sz="1800" dirty="0" smtClean="0">
                <a:solidFill>
                  <a:schemeClr val="tx1"/>
                </a:solidFill>
                <a:latin typeface="Times New Roman" pitchFamily="18" charset="0"/>
                <a:cs typeface="Times New Roman" pitchFamily="18" charset="0"/>
                <a:hlinkClick r:id="rId2" tooltip="Poles of astronomical bodies"/>
              </a:rPr>
              <a:t>magnetic poles</a:t>
            </a:r>
            <a:r>
              <a:rPr lang="en-US" altLang="zh-CN" sz="1800" dirty="0" smtClean="0">
                <a:solidFill>
                  <a:schemeClr val="tx1"/>
                </a:solidFill>
                <a:latin typeface="Times New Roman" pitchFamily="18" charset="0"/>
                <a:cs typeface="Times New Roman" pitchFamily="18" charset="0"/>
              </a:rPr>
              <a:t> are usually located near the geographic poles, they can wander widely over geological time scales, but sufficiently slowly for ordinary </a:t>
            </a:r>
            <a:r>
              <a:rPr lang="en-US" altLang="zh-CN" sz="1800" dirty="0" smtClean="0">
                <a:solidFill>
                  <a:schemeClr val="tx1"/>
                </a:solidFill>
                <a:latin typeface="Times New Roman" pitchFamily="18" charset="0"/>
                <a:cs typeface="Times New Roman" pitchFamily="18" charset="0"/>
                <a:hlinkClick r:id="rId3" tooltip="Compass"/>
              </a:rPr>
              <a:t>compasses</a:t>
            </a:r>
            <a:r>
              <a:rPr lang="en-US" altLang="zh-CN" sz="1800" dirty="0" smtClean="0">
                <a:solidFill>
                  <a:schemeClr val="tx1"/>
                </a:solidFill>
                <a:latin typeface="Times New Roman" pitchFamily="18" charset="0"/>
                <a:cs typeface="Times New Roman" pitchFamily="18" charset="0"/>
              </a:rPr>
              <a:t> to remain useful for navigation.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However, at irregular intervals averaging several hundred thousand years, </a:t>
            </a:r>
            <a:r>
              <a:rPr lang="en-US" altLang="zh-CN" sz="1800" dirty="0" smtClean="0">
                <a:solidFill>
                  <a:schemeClr val="tx1"/>
                </a:solidFill>
                <a:latin typeface="Times New Roman" pitchFamily="18" charset="0"/>
                <a:cs typeface="Times New Roman" pitchFamily="18" charset="0"/>
                <a:hlinkClick r:id="rId4" tooltip="Geomagnetic reversal"/>
              </a:rPr>
              <a:t>the Earth's field reverses</a:t>
            </a:r>
            <a:r>
              <a:rPr lang="en-US" altLang="zh-CN" sz="1800" dirty="0" smtClean="0">
                <a:solidFill>
                  <a:schemeClr val="tx1"/>
                </a:solidFill>
                <a:latin typeface="Times New Roman" pitchFamily="18" charset="0"/>
                <a:cs typeface="Times New Roman" pitchFamily="18" charset="0"/>
              </a:rPr>
              <a:t> and the North and </a:t>
            </a:r>
            <a:r>
              <a:rPr lang="en-US" altLang="zh-CN" sz="1800" dirty="0" smtClean="0">
                <a:solidFill>
                  <a:schemeClr val="tx1"/>
                </a:solidFill>
                <a:latin typeface="Times New Roman" pitchFamily="18" charset="0"/>
                <a:cs typeface="Times New Roman" pitchFamily="18" charset="0"/>
                <a:hlinkClick r:id="rId5" tooltip="South Magnetic Pole"/>
              </a:rPr>
              <a:t>South Magnetic Poles</a:t>
            </a:r>
            <a:r>
              <a:rPr lang="en-US" altLang="zh-CN" sz="1800" dirty="0" smtClean="0">
                <a:solidFill>
                  <a:schemeClr val="tx1"/>
                </a:solidFill>
                <a:latin typeface="Times New Roman" pitchFamily="18" charset="0"/>
                <a:cs typeface="Times New Roman" pitchFamily="18" charset="0"/>
              </a:rPr>
              <a:t> relatively abruptly switch places. These reversals of the </a:t>
            </a:r>
            <a:r>
              <a:rPr lang="en-US" altLang="zh-CN" sz="1800" dirty="0" smtClean="0">
                <a:solidFill>
                  <a:schemeClr val="tx1"/>
                </a:solidFill>
                <a:latin typeface="Times New Roman" pitchFamily="18" charset="0"/>
                <a:cs typeface="Times New Roman" pitchFamily="18" charset="0"/>
                <a:hlinkClick r:id="rId6" tooltip="Geomagnetic pole"/>
              </a:rPr>
              <a:t>geomagnetic poles</a:t>
            </a:r>
            <a:r>
              <a:rPr lang="en-US" altLang="zh-CN" sz="1800" dirty="0" smtClean="0">
                <a:solidFill>
                  <a:schemeClr val="tx1"/>
                </a:solidFill>
                <a:latin typeface="Times New Roman" pitchFamily="18" charset="0"/>
                <a:cs typeface="Times New Roman" pitchFamily="18" charset="0"/>
              </a:rPr>
              <a:t> leave a record in rocks that are of value to </a:t>
            </a:r>
            <a:r>
              <a:rPr lang="en-US" altLang="zh-CN" sz="1800" dirty="0" err="1" smtClean="0">
                <a:solidFill>
                  <a:schemeClr val="tx1"/>
                </a:solidFill>
                <a:latin typeface="Times New Roman" pitchFamily="18" charset="0"/>
                <a:cs typeface="Times New Roman" pitchFamily="18" charset="0"/>
                <a:hlinkClick r:id="rId7" tooltip="Paleomagnetism"/>
              </a:rPr>
              <a:t>paleomagnetists</a:t>
            </a:r>
            <a:r>
              <a:rPr lang="en-US" altLang="zh-CN" sz="1800" dirty="0" smtClean="0">
                <a:solidFill>
                  <a:schemeClr val="tx1"/>
                </a:solidFill>
                <a:latin typeface="Times New Roman" pitchFamily="18" charset="0"/>
                <a:cs typeface="Times New Roman" pitchFamily="18" charset="0"/>
              </a:rPr>
              <a:t> in calculating geomagnetic fields in the past. Such information in turn is helpful in studying the motions of continents and ocean floors in the process of </a:t>
            </a:r>
            <a:r>
              <a:rPr lang="en-US" altLang="zh-CN" sz="1800" dirty="0" smtClean="0">
                <a:solidFill>
                  <a:schemeClr val="tx1"/>
                </a:solidFill>
                <a:latin typeface="Times New Roman" pitchFamily="18" charset="0"/>
                <a:cs typeface="Times New Roman" pitchFamily="18" charset="0"/>
                <a:hlinkClick r:id="rId8" tooltip="Plate tectonics"/>
              </a:rPr>
              <a:t>plate tectonics</a:t>
            </a:r>
            <a:r>
              <a:rPr lang="en-US" altLang="zh-CN" sz="1800" dirty="0" smtClean="0">
                <a:solidFill>
                  <a:schemeClr val="tx1"/>
                </a:solidFill>
                <a:latin typeface="Times New Roman" pitchFamily="18" charset="0"/>
                <a:cs typeface="Times New Roman" pitchFamily="18" charset="0"/>
              </a:rPr>
              <a:t>.</a:t>
            </a:r>
          </a:p>
          <a:p>
            <a:pPr marL="0" indent="0">
              <a:buFont typeface="Wingdings" pitchFamily="2" charset="2"/>
              <a:buChar char="l"/>
            </a:pPr>
            <a:endParaRPr lang="en-US" altLang="zh-CN" sz="1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Earth's magnetic field</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18</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Font typeface="Wingdings" pitchFamily="2" charset="2"/>
              <a:buChar char="l"/>
            </a:pPr>
            <a:r>
              <a:rPr lang="en-US" altLang="zh-CN" sz="2400" dirty="0" smtClean="0">
                <a:solidFill>
                  <a:schemeClr val="tx1"/>
                </a:solidFill>
                <a:latin typeface="Times New Roman" pitchFamily="18" charset="0"/>
                <a:cs typeface="Times New Roman" pitchFamily="18" charset="0"/>
              </a:rPr>
              <a:t>2.1  Summary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The </a:t>
            </a:r>
            <a:r>
              <a:rPr lang="en-US" altLang="zh-CN" sz="1800" dirty="0" smtClean="0">
                <a:solidFill>
                  <a:schemeClr val="tx1"/>
                </a:solidFill>
                <a:latin typeface="Times New Roman" pitchFamily="18" charset="0"/>
                <a:cs typeface="Times New Roman" pitchFamily="18" charset="0"/>
                <a:hlinkClick r:id="rId2" tooltip="Magnetosphere"/>
              </a:rPr>
              <a:t>magnetosphere</a:t>
            </a:r>
            <a:r>
              <a:rPr lang="en-US" altLang="zh-CN" sz="1800" dirty="0" smtClean="0">
                <a:solidFill>
                  <a:schemeClr val="tx1"/>
                </a:solidFill>
                <a:latin typeface="Times New Roman" pitchFamily="18" charset="0"/>
                <a:cs typeface="Times New Roman" pitchFamily="18" charset="0"/>
              </a:rPr>
              <a:t> is the region above the </a:t>
            </a:r>
            <a:r>
              <a:rPr lang="en-US" altLang="zh-CN" sz="1800" dirty="0" smtClean="0">
                <a:solidFill>
                  <a:schemeClr val="tx1"/>
                </a:solidFill>
                <a:latin typeface="Times New Roman" pitchFamily="18" charset="0"/>
                <a:cs typeface="Times New Roman" pitchFamily="18" charset="0"/>
                <a:hlinkClick r:id="rId3" tooltip="Ionosphere"/>
              </a:rPr>
              <a:t>ionosphere</a:t>
            </a:r>
            <a:r>
              <a:rPr lang="en-US" altLang="zh-CN" sz="1800" dirty="0" smtClean="0">
                <a:solidFill>
                  <a:schemeClr val="tx1"/>
                </a:solidFill>
                <a:latin typeface="Times New Roman" pitchFamily="18" charset="0"/>
                <a:cs typeface="Times New Roman" pitchFamily="18" charset="0"/>
              </a:rPr>
              <a:t> that is defined by the extent of the Earth's magnetic field in space. It extends several tens of thousands of kilometers into </a:t>
            </a:r>
            <a:r>
              <a:rPr lang="en-US" altLang="zh-CN" sz="1800" dirty="0" smtClean="0">
                <a:solidFill>
                  <a:schemeClr val="tx1"/>
                </a:solidFill>
                <a:latin typeface="Times New Roman" pitchFamily="18" charset="0"/>
                <a:cs typeface="Times New Roman" pitchFamily="18" charset="0"/>
                <a:hlinkClick r:id="rId4" tooltip="Outer space"/>
              </a:rPr>
              <a:t>space</a:t>
            </a:r>
            <a:r>
              <a:rPr lang="en-US" altLang="zh-CN" sz="1800" dirty="0" smtClean="0">
                <a:solidFill>
                  <a:schemeClr val="tx1"/>
                </a:solidFill>
                <a:latin typeface="Times New Roman" pitchFamily="18" charset="0"/>
                <a:cs typeface="Times New Roman" pitchFamily="18" charset="0"/>
              </a:rPr>
              <a:t>, protecting the Earth from the charged particles of the solar wind and </a:t>
            </a:r>
            <a:r>
              <a:rPr lang="en-US" altLang="zh-CN" sz="1800" dirty="0" smtClean="0">
                <a:solidFill>
                  <a:schemeClr val="tx1"/>
                </a:solidFill>
                <a:latin typeface="Times New Roman" pitchFamily="18" charset="0"/>
                <a:cs typeface="Times New Roman" pitchFamily="18" charset="0"/>
                <a:hlinkClick r:id="rId5" tooltip="Cosmic rays"/>
              </a:rPr>
              <a:t>cosmic rays</a:t>
            </a:r>
            <a:r>
              <a:rPr lang="en-US" altLang="zh-CN" sz="1800" dirty="0" smtClean="0">
                <a:solidFill>
                  <a:schemeClr val="tx1"/>
                </a:solidFill>
                <a:latin typeface="Times New Roman" pitchFamily="18" charset="0"/>
                <a:cs typeface="Times New Roman" pitchFamily="18" charset="0"/>
              </a:rPr>
              <a:t> that would otherwise strip away the upper atmosphere, including the </a:t>
            </a:r>
            <a:r>
              <a:rPr lang="en-US" altLang="zh-CN" sz="1800" dirty="0" smtClean="0">
                <a:solidFill>
                  <a:schemeClr val="tx1"/>
                </a:solidFill>
                <a:latin typeface="Times New Roman" pitchFamily="18" charset="0"/>
                <a:cs typeface="Times New Roman" pitchFamily="18" charset="0"/>
                <a:hlinkClick r:id="rId6" tooltip="Ozone layer"/>
              </a:rPr>
              <a:t>ozone layer</a:t>
            </a:r>
            <a:r>
              <a:rPr lang="en-US" altLang="zh-CN" sz="1800" dirty="0" smtClean="0">
                <a:solidFill>
                  <a:schemeClr val="tx1"/>
                </a:solidFill>
                <a:latin typeface="Times New Roman" pitchFamily="18" charset="0"/>
                <a:cs typeface="Times New Roman" pitchFamily="18" charset="0"/>
              </a:rPr>
              <a:t> that protects the Earth from </a:t>
            </a:r>
            <a:r>
              <a:rPr lang="en-US" altLang="zh-CN" sz="1800" dirty="0" smtClean="0">
                <a:solidFill>
                  <a:schemeClr val="tx1"/>
                </a:solidFill>
                <a:latin typeface="Times New Roman" pitchFamily="18" charset="0"/>
                <a:cs typeface="Times New Roman" pitchFamily="18" charset="0"/>
                <a:hlinkClick r:id="rId7" tooltip="Ultraviolet"/>
              </a:rPr>
              <a:t>harmful ultraviolet radiation</a:t>
            </a:r>
            <a:r>
              <a:rPr lang="en-US" altLang="zh-CN" sz="1800" dirty="0" smtClean="0">
                <a:solidFill>
                  <a:schemeClr val="tx1"/>
                </a:solidFill>
                <a:latin typeface="Times New Roman" pitchFamily="18" charset="0"/>
                <a:cs typeface="Times New Roman" pitchFamily="18" charset="0"/>
              </a:rPr>
              <a:t>.</a:t>
            </a:r>
          </a:p>
          <a:p>
            <a:pPr marL="0" indent="0">
              <a:buFont typeface="Wingdings" pitchFamily="2" charset="2"/>
              <a:buChar char="l"/>
            </a:pPr>
            <a:endParaRPr lang="en-US" altLang="zh-CN" sz="1800" dirty="0" smtClean="0">
              <a:solidFill>
                <a:schemeClr val="tx1"/>
              </a:solidFill>
              <a:latin typeface="Times New Roman" pitchFamily="18" charset="0"/>
              <a:cs typeface="Times New Roman" pitchFamily="18" charset="0"/>
            </a:endParaRPr>
          </a:p>
        </p:txBody>
      </p:sp>
      <p:pic>
        <p:nvPicPr>
          <p:cNvPr id="9" name="Picture 19" descr="https://imgsa.baidu.com/baike/c0%3Dbaike150%2C5%2C5%2C150%2C50/sign=443fe136352ac65c73086e219a9bd974/b8389b504fc2d562fb8dedbbe71190ef77c66cda.jpg"/>
          <p:cNvPicPr>
            <a:picLocks noChangeAspect="1" noChangeArrowheads="1"/>
          </p:cNvPicPr>
          <p:nvPr/>
        </p:nvPicPr>
        <p:blipFill>
          <a:blip r:embed="rId8" cstate="print"/>
          <a:srcRect/>
          <a:stretch>
            <a:fillRect/>
          </a:stretch>
        </p:blipFill>
        <p:spPr bwMode="auto">
          <a:xfrm>
            <a:off x="-58392" y="3861048"/>
            <a:ext cx="4710356" cy="2664296"/>
          </a:xfrm>
          <a:prstGeom prst="rect">
            <a:avLst/>
          </a:prstGeom>
          <a:noFill/>
        </p:spPr>
      </p:pic>
      <p:pic>
        <p:nvPicPr>
          <p:cNvPr id="11" name="Picture 3"/>
          <p:cNvPicPr>
            <a:picLocks noChangeAspect="1" noChangeArrowheads="1"/>
          </p:cNvPicPr>
          <p:nvPr/>
        </p:nvPicPr>
        <p:blipFill>
          <a:blip r:embed="rId9" cstate="print"/>
          <a:srcRect/>
          <a:stretch>
            <a:fillRect/>
          </a:stretch>
        </p:blipFill>
        <p:spPr bwMode="auto">
          <a:xfrm>
            <a:off x="4679504" y="3789040"/>
            <a:ext cx="4464496" cy="2873753"/>
          </a:xfrm>
          <a:prstGeom prst="rect">
            <a:avLst/>
          </a:prstGeom>
          <a:noFill/>
          <a:ln w="9525">
            <a:noFill/>
            <a:miter lim="800000"/>
            <a:headEnd/>
            <a:tailEnd/>
          </a:ln>
          <a:effectLst/>
        </p:spPr>
      </p:pic>
    </p:spTree>
    <p:extLst>
      <p:ext uri="{BB962C8B-B14F-4D97-AF65-F5344CB8AC3E}">
        <p14:creationId xmlns:p14="http://schemas.microsoft.com/office/powerpoint/2010/main" val="1882246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Earth's magnetic field</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19</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Font typeface="Wingdings" pitchFamily="2" charset="2"/>
              <a:buChar char="l"/>
            </a:pPr>
            <a:r>
              <a:rPr lang="en-US" altLang="zh-CN" sz="2400" dirty="0" smtClean="0">
                <a:solidFill>
                  <a:schemeClr val="tx1"/>
                </a:solidFill>
                <a:latin typeface="Times New Roman" pitchFamily="18" charset="0"/>
                <a:cs typeface="Times New Roman" pitchFamily="18" charset="0"/>
              </a:rPr>
              <a:t>2.1  Summary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The </a:t>
            </a:r>
            <a:r>
              <a:rPr lang="en-US" altLang="zh-CN" sz="1800" dirty="0" smtClean="0">
                <a:solidFill>
                  <a:schemeClr val="tx1"/>
                </a:solidFill>
                <a:latin typeface="Times New Roman" pitchFamily="18" charset="0"/>
                <a:cs typeface="Times New Roman" pitchFamily="18" charset="0"/>
                <a:hlinkClick r:id="rId2" tooltip="Magnetosphere"/>
              </a:rPr>
              <a:t>magnetosphere</a:t>
            </a:r>
            <a:r>
              <a:rPr lang="en-US" altLang="zh-CN" sz="1800" dirty="0" smtClean="0">
                <a:solidFill>
                  <a:schemeClr val="tx1"/>
                </a:solidFill>
                <a:latin typeface="Times New Roman" pitchFamily="18" charset="0"/>
                <a:cs typeface="Times New Roman" pitchFamily="18" charset="0"/>
              </a:rPr>
              <a:t> is the region above the </a:t>
            </a:r>
            <a:r>
              <a:rPr lang="en-US" altLang="zh-CN" sz="1800" dirty="0" smtClean="0">
                <a:solidFill>
                  <a:schemeClr val="tx1"/>
                </a:solidFill>
                <a:latin typeface="Times New Roman" pitchFamily="18" charset="0"/>
                <a:cs typeface="Times New Roman" pitchFamily="18" charset="0"/>
                <a:hlinkClick r:id="rId3" tooltip="Ionosphere"/>
              </a:rPr>
              <a:t>ionosphere</a:t>
            </a:r>
            <a:r>
              <a:rPr lang="en-US" altLang="zh-CN" sz="1800" dirty="0" smtClean="0">
                <a:solidFill>
                  <a:schemeClr val="tx1"/>
                </a:solidFill>
                <a:latin typeface="Times New Roman" pitchFamily="18" charset="0"/>
                <a:cs typeface="Times New Roman" pitchFamily="18" charset="0"/>
              </a:rPr>
              <a:t> that is defined by the extent of the Earth's magnetic field in space. It extends several tens of thousands of kilometers into </a:t>
            </a:r>
            <a:r>
              <a:rPr lang="en-US" altLang="zh-CN" sz="1800" dirty="0" smtClean="0">
                <a:solidFill>
                  <a:schemeClr val="tx1"/>
                </a:solidFill>
                <a:latin typeface="Times New Roman" pitchFamily="18" charset="0"/>
                <a:cs typeface="Times New Roman" pitchFamily="18" charset="0"/>
                <a:hlinkClick r:id="rId4" tooltip="Outer space"/>
              </a:rPr>
              <a:t>space</a:t>
            </a:r>
            <a:r>
              <a:rPr lang="en-US" altLang="zh-CN" sz="1800" dirty="0" smtClean="0">
                <a:solidFill>
                  <a:schemeClr val="tx1"/>
                </a:solidFill>
                <a:latin typeface="Times New Roman" pitchFamily="18" charset="0"/>
                <a:cs typeface="Times New Roman" pitchFamily="18" charset="0"/>
              </a:rPr>
              <a:t>, protecting the Earth from the charged particles of the solar wind and </a:t>
            </a:r>
            <a:r>
              <a:rPr lang="en-US" altLang="zh-CN" sz="1800" dirty="0" smtClean="0">
                <a:solidFill>
                  <a:schemeClr val="tx1"/>
                </a:solidFill>
                <a:latin typeface="Times New Roman" pitchFamily="18" charset="0"/>
                <a:cs typeface="Times New Roman" pitchFamily="18" charset="0"/>
                <a:hlinkClick r:id="rId5" tooltip="Cosmic rays"/>
              </a:rPr>
              <a:t>cosmic rays</a:t>
            </a:r>
            <a:r>
              <a:rPr lang="en-US" altLang="zh-CN" sz="1800" dirty="0" smtClean="0">
                <a:solidFill>
                  <a:schemeClr val="tx1"/>
                </a:solidFill>
                <a:latin typeface="Times New Roman" pitchFamily="18" charset="0"/>
                <a:cs typeface="Times New Roman" pitchFamily="18" charset="0"/>
              </a:rPr>
              <a:t> that would otherwise strip away the upper atmosphere, including the </a:t>
            </a:r>
            <a:r>
              <a:rPr lang="en-US" altLang="zh-CN" sz="1800" dirty="0" smtClean="0">
                <a:solidFill>
                  <a:schemeClr val="tx1"/>
                </a:solidFill>
                <a:latin typeface="Times New Roman" pitchFamily="18" charset="0"/>
                <a:cs typeface="Times New Roman" pitchFamily="18" charset="0"/>
                <a:hlinkClick r:id="rId6" tooltip="Ozone layer"/>
              </a:rPr>
              <a:t>ozone layer</a:t>
            </a:r>
            <a:r>
              <a:rPr lang="en-US" altLang="zh-CN" sz="1800" dirty="0" smtClean="0">
                <a:solidFill>
                  <a:schemeClr val="tx1"/>
                </a:solidFill>
                <a:latin typeface="Times New Roman" pitchFamily="18" charset="0"/>
                <a:cs typeface="Times New Roman" pitchFamily="18" charset="0"/>
              </a:rPr>
              <a:t> that protects the Earth from </a:t>
            </a:r>
            <a:r>
              <a:rPr lang="en-US" altLang="zh-CN" sz="1800" dirty="0" smtClean="0">
                <a:solidFill>
                  <a:schemeClr val="tx1"/>
                </a:solidFill>
                <a:latin typeface="Times New Roman" pitchFamily="18" charset="0"/>
                <a:cs typeface="Times New Roman" pitchFamily="18" charset="0"/>
                <a:hlinkClick r:id="rId7" tooltip="Ultraviolet"/>
              </a:rPr>
              <a:t>harmful ultraviolet radiation</a:t>
            </a:r>
            <a:r>
              <a:rPr lang="en-US" altLang="zh-CN" sz="1800" dirty="0" smtClean="0">
                <a:solidFill>
                  <a:schemeClr val="tx1"/>
                </a:solidFill>
                <a:latin typeface="Times New Roman" pitchFamily="18" charset="0"/>
                <a:cs typeface="Times New Roman" pitchFamily="18" charset="0"/>
              </a:rPr>
              <a:t>.</a:t>
            </a:r>
          </a:p>
          <a:p>
            <a:pPr marL="0" indent="0">
              <a:buFont typeface="Wingdings" pitchFamily="2" charset="2"/>
              <a:buChar char="l"/>
            </a:pPr>
            <a:endParaRPr lang="en-US" altLang="zh-CN" sz="1800" dirty="0" smtClean="0">
              <a:solidFill>
                <a:schemeClr val="tx1"/>
              </a:solidFill>
              <a:latin typeface="Times New Roman" pitchFamily="18" charset="0"/>
              <a:cs typeface="Times New Roman" pitchFamily="18" charset="0"/>
            </a:endParaRPr>
          </a:p>
        </p:txBody>
      </p:sp>
      <p:pic>
        <p:nvPicPr>
          <p:cNvPr id="342018" name="Picture 2" descr="https://upload.wikimedia.org/wikipedia/commons/thumb/d/d5/Geodynamo_Between_Reversals.gif/220px-Geodynamo_Between_Reversals.gif"/>
          <p:cNvPicPr>
            <a:picLocks noChangeAspect="1" noChangeArrowheads="1"/>
          </p:cNvPicPr>
          <p:nvPr/>
        </p:nvPicPr>
        <p:blipFill>
          <a:blip r:embed="rId8" cstate="print"/>
          <a:srcRect/>
          <a:stretch>
            <a:fillRect/>
          </a:stretch>
        </p:blipFill>
        <p:spPr bwMode="auto">
          <a:xfrm>
            <a:off x="6156176" y="3731546"/>
            <a:ext cx="2987824" cy="3273026"/>
          </a:xfrm>
          <a:prstGeom prst="rect">
            <a:avLst/>
          </a:prstGeom>
          <a:noFill/>
        </p:spPr>
      </p:pic>
      <p:sp>
        <p:nvSpPr>
          <p:cNvPr id="8" name="TextBox 7"/>
          <p:cNvSpPr txBox="1"/>
          <p:nvPr/>
        </p:nvSpPr>
        <p:spPr>
          <a:xfrm>
            <a:off x="323528" y="3789040"/>
            <a:ext cx="5904656" cy="2585323"/>
          </a:xfrm>
          <a:prstGeom prst="rect">
            <a:avLst/>
          </a:prstGeom>
          <a:noFill/>
        </p:spPr>
        <p:txBody>
          <a:bodyPr wrap="square" rtlCol="0">
            <a:spAutoFit/>
          </a:bodyPr>
          <a:lstStyle/>
          <a:p>
            <a:pPr>
              <a:lnSpc>
                <a:spcPct val="150000"/>
              </a:lnSpc>
              <a:buFont typeface="Wingdings" pitchFamily="2" charset="2"/>
              <a:buChar char="l"/>
            </a:pPr>
            <a:r>
              <a:rPr lang="en-US" altLang="zh-CN" b="1" dirty="0" smtClean="0">
                <a:latin typeface="Times New Roman" pitchFamily="18" charset="0"/>
                <a:ea typeface="微软雅黑" pitchFamily="34" charset="-122"/>
                <a:cs typeface="Times New Roman" pitchFamily="18" charset="0"/>
              </a:rPr>
              <a:t>Computer simulation of the </a:t>
            </a:r>
            <a:r>
              <a:rPr lang="en-US" altLang="zh-CN" b="1" dirty="0" smtClean="0">
                <a:latin typeface="Times New Roman" pitchFamily="18" charset="0"/>
                <a:ea typeface="微软雅黑" pitchFamily="34" charset="-122"/>
                <a:cs typeface="Times New Roman" pitchFamily="18" charset="0"/>
                <a:hlinkClick r:id="rId9" tooltip="Earth"/>
              </a:rPr>
              <a:t>Earth</a:t>
            </a:r>
            <a:r>
              <a:rPr lang="en-US" altLang="zh-CN" b="1" dirty="0" smtClean="0">
                <a:latin typeface="Times New Roman" pitchFamily="18" charset="0"/>
                <a:ea typeface="微软雅黑" pitchFamily="34" charset="-122"/>
                <a:cs typeface="Times New Roman" pitchFamily="18" charset="0"/>
              </a:rPr>
              <a:t>'s field in a period of </a:t>
            </a:r>
            <a:r>
              <a:rPr lang="en-US" altLang="zh-CN" b="1" dirty="0" smtClean="0">
                <a:latin typeface="Times New Roman" pitchFamily="18" charset="0"/>
                <a:ea typeface="微软雅黑" pitchFamily="34" charset="-122"/>
                <a:cs typeface="Times New Roman" pitchFamily="18" charset="0"/>
                <a:hlinkClick r:id="rId10" tooltip="Normal polarity"/>
              </a:rPr>
              <a:t>normal polarity</a:t>
            </a:r>
            <a:r>
              <a:rPr lang="en-US" altLang="zh-CN" b="1" dirty="0" smtClean="0">
                <a:latin typeface="Times New Roman" pitchFamily="18" charset="0"/>
                <a:ea typeface="微软雅黑" pitchFamily="34" charset="-122"/>
                <a:cs typeface="Times New Roman" pitchFamily="18" charset="0"/>
              </a:rPr>
              <a:t> between reversals. The lines represent magnetic field lines, blue when the field points towards the center and yellow when away. The rotation axis of the Earth is centered and vertical. The dense clusters of lines are within the Earth's core.</a:t>
            </a:r>
            <a:endParaRPr lang="zh-CN" altLang="en-US" b="1" dirty="0" smtClean="0">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Earth's magnetic field</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Font typeface="Wingdings" pitchFamily="2" charset="2"/>
              <a:buChar char="l"/>
            </a:pPr>
            <a:r>
              <a:rPr lang="en-US" altLang="zh-CN" sz="2400" dirty="0" smtClean="0">
                <a:solidFill>
                  <a:schemeClr val="tx1"/>
                </a:solidFill>
                <a:latin typeface="Times New Roman" pitchFamily="18" charset="0"/>
                <a:cs typeface="Times New Roman" pitchFamily="18" charset="0"/>
              </a:rPr>
              <a:t>2.1  Summary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The Earth's </a:t>
            </a:r>
            <a:r>
              <a:rPr lang="en-US" altLang="zh-CN" sz="1800" dirty="0" smtClean="0">
                <a:solidFill>
                  <a:schemeClr val="tx1"/>
                </a:solidFill>
                <a:latin typeface="Times New Roman" pitchFamily="18" charset="0"/>
                <a:cs typeface="Times New Roman" pitchFamily="18" charset="0"/>
                <a:hlinkClick r:id="rId2"/>
              </a:rPr>
              <a:t>magnetic field</a:t>
            </a:r>
            <a:r>
              <a:rPr lang="en-US" altLang="zh-CN" sz="1800" dirty="0" smtClean="0">
                <a:solidFill>
                  <a:schemeClr val="tx1"/>
                </a:solidFill>
                <a:latin typeface="Times New Roman" pitchFamily="18" charset="0"/>
                <a:cs typeface="Times New Roman" pitchFamily="18" charset="0"/>
              </a:rPr>
              <a:t> is similar to that of a </a:t>
            </a:r>
            <a:r>
              <a:rPr lang="en-US" altLang="zh-CN" sz="1800" dirty="0" smtClean="0">
                <a:solidFill>
                  <a:schemeClr val="tx1"/>
                </a:solidFill>
                <a:latin typeface="Times New Roman" pitchFamily="18" charset="0"/>
                <a:cs typeface="Times New Roman" pitchFamily="18" charset="0"/>
                <a:hlinkClick r:id="rId3"/>
              </a:rPr>
              <a:t>bar magnet</a:t>
            </a:r>
            <a:r>
              <a:rPr lang="en-US" altLang="zh-CN" sz="1800" dirty="0" smtClean="0">
                <a:solidFill>
                  <a:schemeClr val="tx1"/>
                </a:solidFill>
                <a:latin typeface="Times New Roman" pitchFamily="18" charset="0"/>
                <a:cs typeface="Times New Roman" pitchFamily="18" charset="0"/>
              </a:rPr>
              <a:t> tilted 11 degrees from the spin axis of the Earth. The problem with that picture is that the </a:t>
            </a:r>
            <a:r>
              <a:rPr lang="en-US" altLang="zh-CN" sz="1800" dirty="0" smtClean="0">
                <a:solidFill>
                  <a:schemeClr val="tx1"/>
                </a:solidFill>
                <a:latin typeface="Times New Roman" pitchFamily="18" charset="0"/>
                <a:cs typeface="Times New Roman" pitchFamily="18" charset="0"/>
                <a:hlinkClick r:id="rId4"/>
              </a:rPr>
              <a:t>Curie temperature</a:t>
            </a:r>
            <a:r>
              <a:rPr lang="en-US" altLang="zh-CN" sz="1800" dirty="0" smtClean="0">
                <a:solidFill>
                  <a:schemeClr val="tx1"/>
                </a:solidFill>
                <a:latin typeface="Times New Roman" pitchFamily="18" charset="0"/>
                <a:cs typeface="Times New Roman" pitchFamily="18" charset="0"/>
              </a:rPr>
              <a:t> of iron is about 770 C . The Earth's core is hotter than that and therefore not magnetic. So how did the Earth get its magnetic field?</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Magnetic fields surround </a:t>
            </a:r>
            <a:r>
              <a:rPr lang="en-US" altLang="zh-CN" sz="1800" dirty="0" smtClean="0">
                <a:solidFill>
                  <a:schemeClr val="tx1"/>
                </a:solidFill>
                <a:latin typeface="Times New Roman" pitchFamily="18" charset="0"/>
                <a:cs typeface="Times New Roman" pitchFamily="18" charset="0"/>
                <a:hlinkClick r:id="rId5"/>
              </a:rPr>
              <a:t>electric currents</a:t>
            </a:r>
            <a:r>
              <a:rPr lang="en-US" altLang="zh-CN" sz="1800" dirty="0" smtClean="0">
                <a:solidFill>
                  <a:schemeClr val="tx1"/>
                </a:solidFill>
                <a:latin typeface="Times New Roman" pitchFamily="18" charset="0"/>
                <a:cs typeface="Times New Roman" pitchFamily="18" charset="0"/>
              </a:rPr>
              <a:t>, so we surmise that circulating electric currents in the Earth's molten </a:t>
            </a:r>
            <a:r>
              <a:rPr lang="en-US" altLang="zh-CN" sz="1800" dirty="0" err="1" smtClean="0">
                <a:solidFill>
                  <a:schemeClr val="tx1"/>
                </a:solidFill>
                <a:latin typeface="Times New Roman" pitchFamily="18" charset="0"/>
                <a:cs typeface="Times New Roman" pitchFamily="18" charset="0"/>
              </a:rPr>
              <a:t>metalic</a:t>
            </a:r>
            <a:r>
              <a:rPr lang="en-US" altLang="zh-CN" sz="1800" dirty="0" smtClean="0">
                <a:solidFill>
                  <a:schemeClr val="tx1"/>
                </a:solidFill>
                <a:latin typeface="Times New Roman" pitchFamily="18" charset="0"/>
                <a:cs typeface="Times New Roman" pitchFamily="18" charset="0"/>
              </a:rPr>
              <a:t> core are the origin of the magnetic field. A </a:t>
            </a:r>
            <a:r>
              <a:rPr lang="en-US" altLang="zh-CN" sz="1800" dirty="0" smtClean="0">
                <a:solidFill>
                  <a:schemeClr val="tx1"/>
                </a:solidFill>
                <a:latin typeface="Times New Roman" pitchFamily="18" charset="0"/>
                <a:cs typeface="Times New Roman" pitchFamily="18" charset="0"/>
                <a:hlinkClick r:id="rId6"/>
              </a:rPr>
              <a:t>current loop</a:t>
            </a:r>
            <a:r>
              <a:rPr lang="en-US" altLang="zh-CN" sz="1800" dirty="0" smtClean="0">
                <a:solidFill>
                  <a:schemeClr val="tx1"/>
                </a:solidFill>
                <a:latin typeface="Times New Roman" pitchFamily="18" charset="0"/>
                <a:cs typeface="Times New Roman" pitchFamily="18" charset="0"/>
              </a:rPr>
              <a:t> gives a field similar to that of the earth. The magnetic field magnitude measured at the surface of the Earth is about half a </a:t>
            </a:r>
            <a:r>
              <a:rPr lang="en-US" altLang="zh-CN" sz="1800" dirty="0" smtClean="0">
                <a:solidFill>
                  <a:schemeClr val="tx1"/>
                </a:solidFill>
                <a:latin typeface="Times New Roman" pitchFamily="18" charset="0"/>
                <a:cs typeface="Times New Roman" pitchFamily="18" charset="0"/>
                <a:hlinkClick r:id="rId2"/>
              </a:rPr>
              <a:t>Gauss</a:t>
            </a:r>
            <a:r>
              <a:rPr lang="en-US" altLang="zh-CN" sz="1800" dirty="0" smtClean="0">
                <a:solidFill>
                  <a:schemeClr val="tx1"/>
                </a:solidFill>
                <a:latin typeface="Times New Roman" pitchFamily="18" charset="0"/>
                <a:cs typeface="Times New Roman" pitchFamily="18" charset="0"/>
              </a:rPr>
              <a:t> and dips toward the Earth in the northern hemisphere. The magnitude varies over the surface of the Earth in the range 0.3 to 0.6 Gauss.</a:t>
            </a: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Earth's magnetic field</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2.2 Physical origin</a:t>
            </a:r>
          </a:p>
          <a:p>
            <a:pPr marL="0" lvl="1"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The Earth's magnetic field is believed to be generated by electric currents in the conductive material of its core, created by </a:t>
            </a:r>
            <a:r>
              <a:rPr lang="en-US" altLang="zh-CN" sz="1800" dirty="0" smtClean="0">
                <a:solidFill>
                  <a:schemeClr val="tx1"/>
                </a:solidFill>
                <a:latin typeface="Times New Roman" pitchFamily="18" charset="0"/>
                <a:cs typeface="Times New Roman" pitchFamily="18" charset="0"/>
                <a:hlinkClick r:id="rId2" tooltip="Convection current"/>
              </a:rPr>
              <a:t>convection currents</a:t>
            </a:r>
            <a:r>
              <a:rPr lang="en-US" altLang="zh-CN" sz="1800" dirty="0" smtClean="0">
                <a:solidFill>
                  <a:schemeClr val="tx1"/>
                </a:solidFill>
                <a:latin typeface="Times New Roman" pitchFamily="18" charset="0"/>
                <a:cs typeface="Times New Roman" pitchFamily="18" charset="0"/>
              </a:rPr>
              <a:t> due to heat escaping from the core. However the process is complex, and computer models that reproduce some of its features have only been developed in the last few decades.</a:t>
            </a:r>
          </a:p>
          <a:p>
            <a:pPr marL="0" lvl="1"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The Earth and most of the planets in the Solar System, as well as the Sun and other stars, all generate magnetic fields through the motion of electrically </a:t>
            </a:r>
            <a:r>
              <a:rPr lang="en-US" altLang="zh-CN" sz="1800" dirty="0" smtClean="0">
                <a:solidFill>
                  <a:schemeClr val="tx1"/>
                </a:solidFill>
                <a:latin typeface="Times New Roman" pitchFamily="18" charset="0"/>
                <a:cs typeface="Times New Roman" pitchFamily="18" charset="0"/>
                <a:hlinkClick r:id="rId3" tooltip="Electrical conductor"/>
              </a:rPr>
              <a:t>conducting</a:t>
            </a:r>
            <a:r>
              <a:rPr lang="en-US" altLang="zh-CN" sz="1800" dirty="0" smtClean="0">
                <a:solidFill>
                  <a:schemeClr val="tx1"/>
                </a:solidFill>
                <a:latin typeface="Times New Roman" pitchFamily="18" charset="0"/>
                <a:cs typeface="Times New Roman" pitchFamily="18" charset="0"/>
              </a:rPr>
              <a:t> fluids. The Earth's field originates in its core. This is a region of iron alloys extending to about 3400 km (the radius of the Earth is 6370 km). It is divided into a solid </a:t>
            </a:r>
            <a:r>
              <a:rPr lang="en-US" altLang="zh-CN" sz="1800" dirty="0" smtClean="0">
                <a:solidFill>
                  <a:schemeClr val="tx1"/>
                </a:solidFill>
                <a:latin typeface="Times New Roman" pitchFamily="18" charset="0"/>
                <a:cs typeface="Times New Roman" pitchFamily="18" charset="0"/>
                <a:hlinkClick r:id="rId4" tooltip="Inner core"/>
              </a:rPr>
              <a:t>inner core</a:t>
            </a:r>
            <a:r>
              <a:rPr lang="en-US" altLang="zh-CN" sz="1800" dirty="0" smtClean="0">
                <a:solidFill>
                  <a:schemeClr val="tx1"/>
                </a:solidFill>
                <a:latin typeface="Times New Roman" pitchFamily="18" charset="0"/>
                <a:cs typeface="Times New Roman" pitchFamily="18" charset="0"/>
              </a:rPr>
              <a:t>, with a radius of 1220 km, and a liquid </a:t>
            </a:r>
            <a:r>
              <a:rPr lang="en-US" altLang="zh-CN" sz="1800" dirty="0" smtClean="0">
                <a:solidFill>
                  <a:schemeClr val="tx1"/>
                </a:solidFill>
                <a:latin typeface="Times New Roman" pitchFamily="18" charset="0"/>
                <a:cs typeface="Times New Roman" pitchFamily="18" charset="0"/>
                <a:hlinkClick r:id="rId5" tooltip="Outer core"/>
              </a:rPr>
              <a:t>outer core</a:t>
            </a:r>
            <a:r>
              <a:rPr lang="en-US" altLang="zh-CN" sz="1800" dirty="0" smtClean="0">
                <a:solidFill>
                  <a:schemeClr val="tx1"/>
                </a:solidFill>
                <a:latin typeface="Times New Roman" pitchFamily="18" charset="0"/>
                <a:cs typeface="Times New Roman" pitchFamily="18" charset="0"/>
              </a:rPr>
              <a:t>. </a:t>
            </a: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Earth's magnetic field</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2.2 Physical origin</a:t>
            </a:r>
          </a:p>
          <a:p>
            <a:pPr marL="0" lvl="1"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The motion of the liquid in the outer core is driven by heat flow from the inner core, which is about 6,000 K (5,730 °C; 10,340 °F), to the </a:t>
            </a:r>
            <a:r>
              <a:rPr lang="en-US" altLang="zh-CN" sz="1800" dirty="0" smtClean="0">
                <a:solidFill>
                  <a:schemeClr val="tx1"/>
                </a:solidFill>
                <a:latin typeface="Times New Roman" pitchFamily="18" charset="0"/>
                <a:cs typeface="Times New Roman" pitchFamily="18" charset="0"/>
                <a:hlinkClick r:id="rId2" tooltip="Core-mantle boundary"/>
              </a:rPr>
              <a:t>core-mantle boundary</a:t>
            </a:r>
            <a:r>
              <a:rPr lang="en-US" altLang="zh-CN" sz="1800" dirty="0" smtClean="0">
                <a:solidFill>
                  <a:schemeClr val="tx1"/>
                </a:solidFill>
                <a:latin typeface="Times New Roman" pitchFamily="18" charset="0"/>
                <a:cs typeface="Times New Roman" pitchFamily="18" charset="0"/>
              </a:rPr>
              <a:t>, which is about 3,800 K (3,530 °C; 6,380 °F). The pattern of flow is organized by the rotation of the Earth and the presence of the solid inner core.</a:t>
            </a:r>
          </a:p>
        </p:txBody>
      </p:sp>
      <p:pic>
        <p:nvPicPr>
          <p:cNvPr id="6" name="图片 5" descr="54558main_world_med1.gif"/>
          <p:cNvPicPr>
            <a:picLocks noChangeAspect="1"/>
          </p:cNvPicPr>
          <p:nvPr/>
        </p:nvPicPr>
        <p:blipFill>
          <a:blip r:embed="rId3" cstate="print"/>
          <a:stretch>
            <a:fillRect/>
          </a:stretch>
        </p:blipFill>
        <p:spPr>
          <a:xfrm>
            <a:off x="5652120" y="3356992"/>
            <a:ext cx="3491880" cy="3613690"/>
          </a:xfrm>
          <a:prstGeom prst="rect">
            <a:avLst/>
          </a:prstGeom>
        </p:spPr>
      </p:pic>
      <p:sp>
        <p:nvSpPr>
          <p:cNvPr id="7" name="TextBox 6"/>
          <p:cNvSpPr txBox="1"/>
          <p:nvPr/>
        </p:nvSpPr>
        <p:spPr>
          <a:xfrm>
            <a:off x="323528" y="3284984"/>
            <a:ext cx="5688632" cy="3000821"/>
          </a:xfrm>
          <a:prstGeom prst="rect">
            <a:avLst/>
          </a:prstGeom>
          <a:noFill/>
        </p:spPr>
        <p:txBody>
          <a:bodyPr wrap="square" rtlCol="0">
            <a:spAutoFit/>
          </a:bodyPr>
          <a:lstStyle/>
          <a:p>
            <a:pPr marL="0" lvl="1">
              <a:lnSpc>
                <a:spcPct val="150000"/>
              </a:lnSpc>
              <a:buFont typeface="Wingdings" pitchFamily="2" charset="2"/>
              <a:buChar char="l"/>
            </a:pPr>
            <a:r>
              <a:rPr lang="en-US" altLang="zh-CN" b="1" dirty="0" smtClean="0">
                <a:latin typeface="Times New Roman" pitchFamily="18" charset="0"/>
                <a:ea typeface="微软雅黑" pitchFamily="34" charset="-122"/>
                <a:cs typeface="Times New Roman" pitchFamily="18" charset="0"/>
              </a:rPr>
              <a:t>At the heart of our planet lies a solid iron ball, about as hot as the surface of the sun. Researchers call it "the inner core." It's really a world within a world. The inner core is 70% as wide as the moon. It spins at its own rate, as much as 0.2</a:t>
            </a:r>
            <a:r>
              <a:rPr lang="en-US" altLang="zh-CN" b="1" baseline="30000" dirty="0" smtClean="0">
                <a:latin typeface="Times New Roman" pitchFamily="18" charset="0"/>
                <a:ea typeface="微软雅黑" pitchFamily="34" charset="-122"/>
                <a:cs typeface="Times New Roman" pitchFamily="18" charset="0"/>
              </a:rPr>
              <a:t>o</a:t>
            </a:r>
            <a:r>
              <a:rPr lang="en-US" altLang="zh-CN" b="1" dirty="0" smtClean="0">
                <a:latin typeface="Times New Roman" pitchFamily="18" charset="0"/>
                <a:ea typeface="微软雅黑" pitchFamily="34" charset="-122"/>
                <a:cs typeface="Times New Roman" pitchFamily="18" charset="0"/>
              </a:rPr>
              <a:t> of longitude per year faster than the Earth above it, and it has its own ocean: a very deep layer of liquid iron known as "the outer core."</a:t>
            </a:r>
            <a:endParaRPr lang="zh-CN" altLang="en-US" b="1" dirty="0" smtClean="0">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Earth's magnetic field</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2.3 Magnetosphere</a:t>
            </a:r>
          </a:p>
          <a:p>
            <a:pPr marL="0" lvl="1"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Some of the charged particles do get into the magnetosphere. These spiral around field lines, bouncing back and forth between the poles several times per second. In addition, positive ions slowly drift westward and negative ions drift eastward, giving rise to a </a:t>
            </a:r>
            <a:r>
              <a:rPr lang="en-US" altLang="zh-CN" sz="1800" dirty="0" smtClean="0">
                <a:solidFill>
                  <a:schemeClr val="tx1"/>
                </a:solidFill>
                <a:latin typeface="Times New Roman" pitchFamily="18" charset="0"/>
                <a:cs typeface="Times New Roman" pitchFamily="18" charset="0"/>
                <a:hlinkClick r:id="rId2" tooltip="Ring current"/>
              </a:rPr>
              <a:t>ring current</a:t>
            </a:r>
            <a:r>
              <a:rPr lang="en-US" altLang="zh-CN" sz="1800" dirty="0" smtClean="0">
                <a:solidFill>
                  <a:schemeClr val="tx1"/>
                </a:solidFill>
                <a:latin typeface="Times New Roman" pitchFamily="18" charset="0"/>
                <a:cs typeface="Times New Roman" pitchFamily="18" charset="0"/>
              </a:rPr>
              <a:t>. This current reduces the magnetic field at the Earth's surface. Particles that penetrate the ionosphere and collide with the atoms there give rise to the lights of the </a:t>
            </a:r>
            <a:r>
              <a:rPr lang="en-US" altLang="zh-CN" sz="1800" dirty="0" err="1" smtClean="0">
                <a:solidFill>
                  <a:schemeClr val="tx1"/>
                </a:solidFill>
                <a:latin typeface="Times New Roman" pitchFamily="18" charset="0"/>
                <a:cs typeface="Times New Roman" pitchFamily="18" charset="0"/>
                <a:hlinkClick r:id="rId3" tooltip="Aurora (astronomy)"/>
              </a:rPr>
              <a:t>aurorae</a:t>
            </a:r>
            <a:r>
              <a:rPr lang="en-US" altLang="zh-CN" sz="1800" dirty="0" smtClean="0">
                <a:solidFill>
                  <a:schemeClr val="tx1"/>
                </a:solidFill>
                <a:latin typeface="Times New Roman" pitchFamily="18" charset="0"/>
                <a:cs typeface="Times New Roman" pitchFamily="18" charset="0"/>
              </a:rPr>
              <a:t> and also emit </a:t>
            </a:r>
            <a:r>
              <a:rPr lang="en-US" altLang="zh-CN" sz="1800" dirty="0" smtClean="0">
                <a:solidFill>
                  <a:schemeClr val="tx1"/>
                </a:solidFill>
                <a:latin typeface="Times New Roman" pitchFamily="18" charset="0"/>
                <a:cs typeface="Times New Roman" pitchFamily="18" charset="0"/>
                <a:hlinkClick r:id="rId4" tooltip="X-rays"/>
              </a:rPr>
              <a:t>X-rays</a:t>
            </a:r>
            <a:r>
              <a:rPr lang="en-US" altLang="zh-CN" sz="1800" dirty="0" smtClean="0">
                <a:solidFill>
                  <a:schemeClr val="tx1"/>
                </a:solidFill>
                <a:latin typeface="Times New Roman" pitchFamily="18" charset="0"/>
                <a:cs typeface="Times New Roman" pitchFamily="18" charset="0"/>
              </a:rPr>
              <a:t>.</a:t>
            </a:r>
          </a:p>
        </p:txBody>
      </p:sp>
      <p:pic>
        <p:nvPicPr>
          <p:cNvPr id="6" name="Picture 5"/>
          <p:cNvPicPr>
            <a:picLocks noChangeAspect="1" noChangeArrowheads="1"/>
          </p:cNvPicPr>
          <p:nvPr/>
        </p:nvPicPr>
        <p:blipFill>
          <a:blip r:embed="rId5" cstate="print"/>
          <a:srcRect/>
          <a:stretch>
            <a:fillRect/>
          </a:stretch>
        </p:blipFill>
        <p:spPr bwMode="auto">
          <a:xfrm>
            <a:off x="396552" y="4188895"/>
            <a:ext cx="3815408" cy="28574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3"/>
          <p:cNvPicPr>
            <a:picLocks noChangeAspect="1" noChangeArrowheads="1"/>
          </p:cNvPicPr>
          <p:nvPr/>
        </p:nvPicPr>
        <p:blipFill>
          <a:blip r:embed="rId6" cstate="print"/>
          <a:srcRect/>
          <a:stretch>
            <a:fillRect/>
          </a:stretch>
        </p:blipFill>
        <p:spPr bwMode="auto">
          <a:xfrm>
            <a:off x="4283968" y="4149079"/>
            <a:ext cx="4464496" cy="2873753"/>
          </a:xfrm>
          <a:prstGeom prst="rect">
            <a:avLst/>
          </a:prstGeom>
          <a:noFill/>
          <a:ln w="9525">
            <a:noFill/>
            <a:miter lim="800000"/>
            <a:headEnd/>
            <a:tailEnd/>
          </a:ln>
          <a:effectLst/>
        </p:spPr>
      </p:pic>
    </p:spTree>
    <p:extLst>
      <p:ext uri="{BB962C8B-B14F-4D97-AF65-F5344CB8AC3E}">
        <p14:creationId xmlns:p14="http://schemas.microsoft.com/office/powerpoint/2010/main" val="1882246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Earth's magnetic field</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24</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2.3 Magnetosphere</a:t>
            </a:r>
          </a:p>
          <a:p>
            <a:pPr marL="0" lvl="1"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The varying conditions in the magnetosphere, known as </a:t>
            </a:r>
            <a:r>
              <a:rPr lang="en-US" altLang="zh-CN" sz="1800" dirty="0" smtClean="0">
                <a:solidFill>
                  <a:schemeClr val="tx1"/>
                </a:solidFill>
                <a:latin typeface="Times New Roman" pitchFamily="18" charset="0"/>
                <a:cs typeface="Times New Roman" pitchFamily="18" charset="0"/>
                <a:hlinkClick r:id="rId2" tooltip="Space weather"/>
              </a:rPr>
              <a:t>space weather</a:t>
            </a:r>
            <a:r>
              <a:rPr lang="en-US" altLang="zh-CN" sz="1800" dirty="0" smtClean="0">
                <a:solidFill>
                  <a:schemeClr val="tx1"/>
                </a:solidFill>
                <a:latin typeface="Times New Roman" pitchFamily="18" charset="0"/>
                <a:cs typeface="Times New Roman" pitchFamily="18" charset="0"/>
              </a:rPr>
              <a:t>, are largely driven by solar activity. If the solar wind is weak, the magnetosphere expands; while if it is strong, it compresses the magnetosphere and more of it gets in. Periods of particularly intense activity, called </a:t>
            </a:r>
            <a:r>
              <a:rPr lang="en-US" altLang="zh-CN" sz="1800" dirty="0" smtClean="0">
                <a:solidFill>
                  <a:schemeClr val="tx1"/>
                </a:solidFill>
                <a:latin typeface="Times New Roman" pitchFamily="18" charset="0"/>
                <a:cs typeface="Times New Roman" pitchFamily="18" charset="0"/>
                <a:hlinkClick r:id="rId3" tooltip="Geomagnetic storm"/>
              </a:rPr>
              <a:t>geomagnetic storms</a:t>
            </a:r>
            <a:r>
              <a:rPr lang="en-US" altLang="zh-CN" sz="1800" dirty="0" smtClean="0">
                <a:solidFill>
                  <a:schemeClr val="tx1"/>
                </a:solidFill>
                <a:latin typeface="Times New Roman" pitchFamily="18" charset="0"/>
                <a:cs typeface="Times New Roman" pitchFamily="18" charset="0"/>
              </a:rPr>
              <a:t>, can occur when a </a:t>
            </a:r>
            <a:r>
              <a:rPr lang="en-US" altLang="zh-CN" sz="1800" dirty="0" smtClean="0">
                <a:solidFill>
                  <a:schemeClr val="tx1"/>
                </a:solidFill>
                <a:latin typeface="Times New Roman" pitchFamily="18" charset="0"/>
                <a:cs typeface="Times New Roman" pitchFamily="18" charset="0"/>
                <a:hlinkClick r:id="rId4" tooltip="Coronal mass ejection"/>
              </a:rPr>
              <a:t>coronal mass ejection</a:t>
            </a:r>
            <a:r>
              <a:rPr lang="en-US" altLang="zh-CN" sz="1800" dirty="0" smtClean="0">
                <a:solidFill>
                  <a:schemeClr val="tx1"/>
                </a:solidFill>
                <a:latin typeface="Times New Roman" pitchFamily="18" charset="0"/>
                <a:cs typeface="Times New Roman" pitchFamily="18" charset="0"/>
              </a:rPr>
              <a:t> erupts above the Sun and sends a shock wave through the Solar System. Such a wave can take just two days to reach the Earth. Geomagnetic storms can cause a lot of disruption; </a:t>
            </a:r>
            <a:r>
              <a:rPr lang="en-US" altLang="zh-CN" sz="1800" dirty="0" smtClean="0">
                <a:solidFill>
                  <a:schemeClr val="tx1"/>
                </a:solidFill>
                <a:latin typeface="Times New Roman" pitchFamily="18" charset="0"/>
                <a:cs typeface="Times New Roman" pitchFamily="18" charset="0"/>
                <a:hlinkClick r:id="rId5" tooltip="Halloween solar storms, 2003"/>
              </a:rPr>
              <a:t>the "Halloween" storm of 2003</a:t>
            </a:r>
            <a:r>
              <a:rPr lang="en-US" altLang="zh-CN" sz="1800" dirty="0" smtClean="0">
                <a:solidFill>
                  <a:schemeClr val="tx1"/>
                </a:solidFill>
                <a:latin typeface="Times New Roman" pitchFamily="18" charset="0"/>
                <a:cs typeface="Times New Roman" pitchFamily="18" charset="0"/>
              </a:rPr>
              <a:t> damaged more than a third of NASA's satellites. The largest documented storm occurred in 1859. It induced currents strong enough to short out telegraph lines, and </a:t>
            </a:r>
            <a:r>
              <a:rPr lang="en-US" altLang="zh-CN" sz="1800" dirty="0" err="1" smtClean="0">
                <a:solidFill>
                  <a:schemeClr val="tx1"/>
                </a:solidFill>
                <a:latin typeface="Times New Roman" pitchFamily="18" charset="0"/>
                <a:cs typeface="Times New Roman" pitchFamily="18" charset="0"/>
              </a:rPr>
              <a:t>aurorae</a:t>
            </a:r>
            <a:r>
              <a:rPr lang="en-US" altLang="zh-CN" sz="1800" dirty="0" smtClean="0">
                <a:solidFill>
                  <a:schemeClr val="tx1"/>
                </a:solidFill>
                <a:latin typeface="Times New Roman" pitchFamily="18" charset="0"/>
                <a:cs typeface="Times New Roman" pitchFamily="18" charset="0"/>
              </a:rPr>
              <a:t> were reported as far south as Hawaii.</a:t>
            </a:r>
          </a:p>
          <a:p>
            <a:pPr marL="0" lvl="1" indent="0">
              <a:buFont typeface="Wingdings" pitchFamily="2" charset="2"/>
              <a:buChar char="l"/>
            </a:pPr>
            <a:endParaRPr lang="en-US" altLang="zh-CN" sz="1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Earth's magnetic field</a:t>
            </a:r>
            <a:endParaRPr lang="zh-CN" altLang="en-US" dirty="0">
              <a:latin typeface="Times New Roman" pitchFamily="18" charset="0"/>
              <a:cs typeface="Times New Roman" pitchFamily="18" charset="0"/>
            </a:endParaRPr>
          </a:p>
        </p:txBody>
      </p:sp>
      <p:grpSp>
        <p:nvGrpSpPr>
          <p:cNvPr id="2" name="组合 50"/>
          <p:cNvGrpSpPr/>
          <p:nvPr/>
        </p:nvGrpSpPr>
        <p:grpSpPr>
          <a:xfrm rot="1207951">
            <a:off x="7690827" y="332500"/>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15"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16"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14" name="TextBox 13"/>
            <p:cNvSpPr txBox="1"/>
            <p:nvPr/>
          </p:nvSpPr>
          <p:spPr>
            <a:xfrm>
              <a:off x="7719711" y="834339"/>
              <a:ext cx="1259952" cy="584775"/>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Fundamental Knowledge</a:t>
              </a:r>
              <a:endParaRPr lang="zh-CN" altLang="en-US" sz="1600" b="1" dirty="0">
                <a:solidFill>
                  <a:schemeClr val="bg1"/>
                </a:solidFill>
                <a:latin typeface="Times New Roman" pitchFamily="18" charset="0"/>
                <a:cs typeface="Times New Roman" pitchFamily="18" charset="0"/>
              </a:endParaRPr>
            </a:p>
          </p:txBody>
        </p:sp>
      </p:grpSp>
      <p:graphicFrame>
        <p:nvGraphicFramePr>
          <p:cNvPr id="17" name="表格 16"/>
          <p:cNvGraphicFramePr>
            <a:graphicFrameLocks noGrp="1"/>
          </p:cNvGraphicFramePr>
          <p:nvPr/>
        </p:nvGraphicFramePr>
        <p:xfrm>
          <a:off x="35496" y="2276872"/>
          <a:ext cx="9037513" cy="3337560"/>
        </p:xfrm>
        <a:graphic>
          <a:graphicData uri="http://schemas.openxmlformats.org/drawingml/2006/table">
            <a:tbl>
              <a:tblPr firstRow="1" bandRow="1">
                <a:tableStyleId>{5C22544A-7EE6-4342-B048-85BDC9FD1C3A}</a:tableStyleId>
              </a:tblPr>
              <a:tblGrid>
                <a:gridCol w="1601312"/>
                <a:gridCol w="1279008"/>
                <a:gridCol w="3168352"/>
                <a:gridCol w="2988841"/>
              </a:tblGrid>
              <a:tr h="370840">
                <a:tc>
                  <a:txBody>
                    <a:bodyPr/>
                    <a:lstStyle/>
                    <a:p>
                      <a:pPr algn="ctr"/>
                      <a:r>
                        <a:rPr lang="en-US" altLang="zh-CN" dirty="0" smtClean="0">
                          <a:latin typeface="Times New Roman" pitchFamily="18" charset="0"/>
                          <a:cs typeface="Times New Roman" pitchFamily="18" charset="0"/>
                        </a:rPr>
                        <a:t>Region</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Planet</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Magnetic</a:t>
                      </a:r>
                      <a:r>
                        <a:rPr lang="en-US" altLang="zh-CN" baseline="0" dirty="0" smtClean="0">
                          <a:latin typeface="Times New Roman" pitchFamily="18" charset="0"/>
                          <a:cs typeface="Times New Roman" pitchFamily="18" charset="0"/>
                        </a:rPr>
                        <a:t> field intensity</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Note</a:t>
                      </a:r>
                      <a:endParaRPr lang="zh-CN" altLang="en-US" dirty="0">
                        <a:latin typeface="Times New Roman" pitchFamily="18" charset="0"/>
                        <a:cs typeface="Times New Roman" pitchFamily="18" charset="0"/>
                      </a:endParaRPr>
                    </a:p>
                  </a:txBody>
                  <a:tcPr/>
                </a:tc>
              </a:tr>
              <a:tr h="370840">
                <a:tc rowSpan="2">
                  <a:txBody>
                    <a:bodyPr/>
                    <a:lstStyle/>
                    <a:p>
                      <a:pPr algn="ctr"/>
                      <a:r>
                        <a:rPr lang="en-US" altLang="zh-CN" dirty="0" smtClean="0">
                          <a:latin typeface="Times New Roman" pitchFamily="18" charset="0"/>
                          <a:cs typeface="Times New Roman" pitchFamily="18" charset="0"/>
                        </a:rPr>
                        <a:t>Earth magnetic</a:t>
                      </a:r>
                      <a:r>
                        <a:rPr lang="en-US" altLang="zh-CN" baseline="0" dirty="0" smtClean="0">
                          <a:latin typeface="Times New Roman" pitchFamily="18" charset="0"/>
                          <a:cs typeface="Times New Roman" pitchFamily="18" charset="0"/>
                        </a:rPr>
                        <a:t> field</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LEO,</a:t>
                      </a:r>
                      <a:r>
                        <a:rPr lang="en-US" altLang="zh-CN" baseline="0" dirty="0" smtClean="0">
                          <a:latin typeface="Times New Roman" pitchFamily="18" charset="0"/>
                          <a:cs typeface="Times New Roman" pitchFamily="18" charset="0"/>
                        </a:rPr>
                        <a:t> MEO</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10000~60000 </a:t>
                      </a:r>
                      <a:r>
                        <a:rPr lang="en-US" altLang="zh-CN" dirty="0" err="1" smtClean="0">
                          <a:latin typeface="Times New Roman" pitchFamily="18" charset="0"/>
                          <a:cs typeface="Times New Roman" pitchFamily="18" charset="0"/>
                        </a:rPr>
                        <a:t>nT</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Should be</a:t>
                      </a:r>
                      <a:r>
                        <a:rPr lang="en-US" altLang="zh-CN" baseline="0" dirty="0" smtClean="0">
                          <a:latin typeface="Times New Roman" pitchFamily="18" charset="0"/>
                          <a:cs typeface="Times New Roman" pitchFamily="18" charset="0"/>
                        </a:rPr>
                        <a:t> concerned about</a:t>
                      </a:r>
                      <a:endParaRPr lang="zh-CN" altLang="en-US" dirty="0">
                        <a:latin typeface="Times New Roman" pitchFamily="18" charset="0"/>
                        <a:cs typeface="Times New Roman" pitchFamily="18" charset="0"/>
                      </a:endParaRPr>
                    </a:p>
                  </a:txBody>
                  <a:tcPr/>
                </a:tc>
              </a:tr>
              <a:tr h="370840">
                <a:tc vMerge="1">
                  <a:txBody>
                    <a:bodyPr/>
                    <a:lstStyle/>
                    <a:p>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GEO</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Several</a:t>
                      </a:r>
                      <a:r>
                        <a:rPr lang="en-US" altLang="zh-CN" baseline="0" dirty="0" smtClean="0">
                          <a:latin typeface="Times New Roman" pitchFamily="18" charset="0"/>
                          <a:cs typeface="Times New Roman" pitchFamily="18" charset="0"/>
                        </a:rPr>
                        <a:t> hundreds</a:t>
                      </a:r>
                      <a:endParaRPr lang="zh-CN" altLang="en-US" dirty="0">
                        <a:latin typeface="Times New Roman" pitchFamily="18" charset="0"/>
                        <a:cs typeface="Times New Roman" pitchFamily="18" charset="0"/>
                      </a:endParaRPr>
                    </a:p>
                  </a:txBody>
                  <a:tcPr/>
                </a:tc>
                <a:tc>
                  <a:txBody>
                    <a:bodyPr/>
                    <a:lstStyle/>
                    <a:p>
                      <a:pPr algn="ctr"/>
                      <a:endParaRPr lang="zh-CN" altLang="en-US">
                        <a:latin typeface="Times New Roman" pitchFamily="18" charset="0"/>
                        <a:cs typeface="Times New Roman" pitchFamily="18" charset="0"/>
                      </a:endParaRPr>
                    </a:p>
                  </a:txBody>
                  <a:tcPr/>
                </a:tc>
              </a:tr>
              <a:tr h="370840">
                <a:tc gridSpan="2">
                  <a:txBody>
                    <a:bodyPr/>
                    <a:lstStyle/>
                    <a:p>
                      <a:pPr algn="ctr"/>
                      <a:r>
                        <a:rPr lang="en-US" altLang="zh-CN" dirty="0" smtClean="0">
                          <a:latin typeface="Times New Roman" pitchFamily="18" charset="0"/>
                          <a:cs typeface="Times New Roman" pitchFamily="18" charset="0"/>
                        </a:rPr>
                        <a:t>Interplanetary</a:t>
                      </a:r>
                      <a:endParaRPr lang="zh-CN" altLang="en-US" dirty="0">
                        <a:latin typeface="Times New Roman" pitchFamily="18" charset="0"/>
                        <a:cs typeface="Times New Roman" pitchFamily="18" charset="0"/>
                      </a:endParaRPr>
                    </a:p>
                  </a:txBody>
                  <a:tcPr/>
                </a:tc>
                <a:tc hMerge="1">
                  <a:txBody>
                    <a:bodyPr/>
                    <a:lstStyle/>
                    <a:p>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Less</a:t>
                      </a:r>
                      <a:r>
                        <a:rPr lang="en-US" altLang="zh-CN" baseline="0" dirty="0" smtClean="0">
                          <a:latin typeface="Times New Roman" pitchFamily="18" charset="0"/>
                          <a:cs typeface="Times New Roman" pitchFamily="18" charset="0"/>
                        </a:rPr>
                        <a:t> than 10 </a:t>
                      </a:r>
                      <a:r>
                        <a:rPr lang="en-US" altLang="zh-CN" baseline="0" dirty="0" err="1" smtClean="0">
                          <a:latin typeface="Times New Roman" pitchFamily="18" charset="0"/>
                          <a:cs typeface="Times New Roman" pitchFamily="18" charset="0"/>
                        </a:rPr>
                        <a:t>nT</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Especiall</a:t>
                      </a:r>
                      <a:r>
                        <a:rPr lang="en-US" altLang="zh-CN" baseline="0" dirty="0" smtClean="0">
                          <a:latin typeface="Times New Roman" pitchFamily="18" charset="0"/>
                          <a:cs typeface="Times New Roman" pitchFamily="18" charset="0"/>
                        </a:rPr>
                        <a:t>y for science explore</a:t>
                      </a:r>
                      <a:endParaRPr lang="zh-CN" altLang="en-US" dirty="0">
                        <a:latin typeface="Times New Roman" pitchFamily="18" charset="0"/>
                        <a:cs typeface="Times New Roman" pitchFamily="18" charset="0"/>
                      </a:endParaRPr>
                    </a:p>
                  </a:txBody>
                  <a:tcPr/>
                </a:tc>
              </a:tr>
              <a:tr h="370840">
                <a:tc rowSpan="5">
                  <a:txBody>
                    <a:bodyPr/>
                    <a:lstStyle/>
                    <a:p>
                      <a:pPr algn="ctr"/>
                      <a:endParaRPr lang="en-US" altLang="zh-CN" dirty="0" smtClean="0">
                        <a:latin typeface="Times New Roman" pitchFamily="18" charset="0"/>
                        <a:cs typeface="Times New Roman" pitchFamily="18" charset="0"/>
                      </a:endParaRPr>
                    </a:p>
                    <a:p>
                      <a:pPr algn="ctr"/>
                      <a:endParaRPr lang="en-US" altLang="zh-CN" dirty="0" smtClean="0">
                        <a:latin typeface="Times New Roman" pitchFamily="18" charset="0"/>
                        <a:cs typeface="Times New Roman" pitchFamily="18" charset="0"/>
                      </a:endParaRPr>
                    </a:p>
                    <a:p>
                      <a:pPr algn="ctr"/>
                      <a:endParaRPr lang="en-US" altLang="zh-CN" dirty="0" smtClean="0">
                        <a:latin typeface="Times New Roman" pitchFamily="18" charset="0"/>
                        <a:cs typeface="Times New Roman" pitchFamily="18" charset="0"/>
                      </a:endParaRPr>
                    </a:p>
                    <a:p>
                      <a:pPr algn="ctr"/>
                      <a:r>
                        <a:rPr lang="en-US" altLang="zh-CN" dirty="0" err="1" smtClean="0">
                          <a:latin typeface="Times New Roman" pitchFamily="18" charset="0"/>
                          <a:cs typeface="Times New Roman" pitchFamily="18" charset="0"/>
                        </a:rPr>
                        <a:t>Exoplanet</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Moon</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About</a:t>
                      </a:r>
                      <a:r>
                        <a:rPr lang="en-US" altLang="zh-CN" baseline="0" dirty="0" smtClean="0">
                          <a:latin typeface="Times New Roman" pitchFamily="18" charset="0"/>
                          <a:cs typeface="Times New Roman" pitchFamily="18" charset="0"/>
                        </a:rPr>
                        <a:t> 100 </a:t>
                      </a:r>
                      <a:r>
                        <a:rPr lang="en-US" altLang="zh-CN" baseline="0" dirty="0" err="1" smtClean="0">
                          <a:latin typeface="Times New Roman" pitchFamily="18" charset="0"/>
                          <a:cs typeface="Times New Roman" pitchFamily="18" charset="0"/>
                        </a:rPr>
                        <a:t>nT</a:t>
                      </a:r>
                      <a:endParaRPr lang="zh-CN" altLang="en-US" dirty="0">
                        <a:latin typeface="Times New Roman" pitchFamily="18" charset="0"/>
                        <a:cs typeface="Times New Roman" pitchFamily="18" charset="0"/>
                      </a:endParaRPr>
                    </a:p>
                  </a:txBody>
                  <a:tcPr/>
                </a:tc>
                <a:tc rowSpan="5">
                  <a:txBody>
                    <a:bodyPr/>
                    <a:lstStyle/>
                    <a:p>
                      <a:pPr algn="ctr"/>
                      <a:endParaRPr lang="en-US" altLang="zh-CN" dirty="0" smtClean="0">
                        <a:latin typeface="Times New Roman" pitchFamily="18" charset="0"/>
                        <a:cs typeface="Times New Roman" pitchFamily="18" charset="0"/>
                      </a:endParaRPr>
                    </a:p>
                    <a:p>
                      <a:pPr algn="ctr"/>
                      <a:endParaRPr lang="en-US" altLang="zh-CN" dirty="0" smtClean="0">
                        <a:latin typeface="Times New Roman" pitchFamily="18" charset="0"/>
                        <a:cs typeface="Times New Roman" pitchFamily="18" charset="0"/>
                      </a:endParaRPr>
                    </a:p>
                    <a:p>
                      <a:pPr algn="ctr"/>
                      <a:r>
                        <a:rPr lang="en-US" altLang="zh-CN" dirty="0" smtClean="0">
                          <a:latin typeface="Times New Roman" pitchFamily="18" charset="0"/>
                          <a:cs typeface="Times New Roman" pitchFamily="18" charset="0"/>
                        </a:rPr>
                        <a:t>Depend on magnetic requirement</a:t>
                      </a:r>
                      <a:r>
                        <a:rPr lang="en-US" altLang="zh-CN" baseline="0" dirty="0" smtClean="0">
                          <a:latin typeface="Times New Roman" pitchFamily="18" charset="0"/>
                          <a:cs typeface="Times New Roman" pitchFamily="18" charset="0"/>
                        </a:rPr>
                        <a:t> of the </a:t>
                      </a:r>
                      <a:r>
                        <a:rPr lang="en-US" altLang="zh-CN" dirty="0" smtClean="0">
                          <a:latin typeface="Times New Roman" pitchFamily="18" charset="0"/>
                          <a:cs typeface="Times New Roman" pitchFamily="18" charset="0"/>
                        </a:rPr>
                        <a:t>satellite</a:t>
                      </a:r>
                      <a:endParaRPr lang="zh-CN" altLang="en-US" dirty="0">
                        <a:latin typeface="Times New Roman" pitchFamily="18" charset="0"/>
                        <a:cs typeface="Times New Roman" pitchFamily="18" charset="0"/>
                      </a:endParaRPr>
                    </a:p>
                  </a:txBody>
                  <a:tcPr/>
                </a:tc>
              </a:tr>
              <a:tr h="370840">
                <a:tc vMerge="1">
                  <a:txBody>
                    <a:bodyPr/>
                    <a:lstStyle/>
                    <a:p>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Venus</a:t>
                      </a:r>
                      <a:endParaRPr lang="zh-CN" altLang="en-US"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latin typeface="Times New Roman" pitchFamily="18" charset="0"/>
                          <a:cs typeface="Times New Roman" pitchFamily="18" charset="0"/>
                        </a:rPr>
                        <a:t>1/100 of Earth magnetic</a:t>
                      </a:r>
                      <a:r>
                        <a:rPr lang="en-US" altLang="zh-CN" baseline="0" dirty="0" smtClean="0">
                          <a:latin typeface="Times New Roman" pitchFamily="18" charset="0"/>
                          <a:cs typeface="Times New Roman" pitchFamily="18" charset="0"/>
                        </a:rPr>
                        <a:t> field</a:t>
                      </a:r>
                      <a:endParaRPr lang="zh-CN" altLang="en-US" dirty="0">
                        <a:latin typeface="Times New Roman" pitchFamily="18" charset="0"/>
                        <a:cs typeface="Times New Roman" pitchFamily="18" charset="0"/>
                      </a:endParaRPr>
                    </a:p>
                  </a:txBody>
                  <a:tcPr/>
                </a:tc>
                <a:tc vMerge="1">
                  <a:txBody>
                    <a:bodyPr/>
                    <a:lstStyle/>
                    <a:p>
                      <a:pPr algn="ctr"/>
                      <a:endParaRPr lang="zh-CN" altLang="en-US" dirty="0">
                        <a:latin typeface="Times New Roman" pitchFamily="18" charset="0"/>
                        <a:cs typeface="Times New Roman" pitchFamily="18" charset="0"/>
                      </a:endParaRPr>
                    </a:p>
                  </a:txBody>
                  <a:tcPr/>
                </a:tc>
              </a:tr>
              <a:tr h="370840">
                <a:tc vMerge="1">
                  <a:txBody>
                    <a:bodyPr/>
                    <a:lstStyle/>
                    <a:p>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Jupiter</a:t>
                      </a:r>
                      <a:endParaRPr lang="zh-CN" altLang="en-US"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latin typeface="Times New Roman" pitchFamily="18" charset="0"/>
                          <a:cs typeface="Times New Roman" pitchFamily="18" charset="0"/>
                        </a:rPr>
                        <a:t>10 times of Earth magnetic</a:t>
                      </a:r>
                      <a:r>
                        <a:rPr lang="en-US" altLang="zh-CN" baseline="0" dirty="0" smtClean="0">
                          <a:latin typeface="Times New Roman" pitchFamily="18" charset="0"/>
                          <a:cs typeface="Times New Roman" pitchFamily="18" charset="0"/>
                        </a:rPr>
                        <a:t> field</a:t>
                      </a:r>
                      <a:endParaRPr lang="zh-CN" altLang="en-US" dirty="0">
                        <a:latin typeface="Times New Roman" pitchFamily="18" charset="0"/>
                        <a:cs typeface="Times New Roman" pitchFamily="18" charset="0"/>
                      </a:endParaRPr>
                    </a:p>
                  </a:txBody>
                  <a:tcPr/>
                </a:tc>
                <a:tc vMerge="1">
                  <a:txBody>
                    <a:bodyPr/>
                    <a:lstStyle/>
                    <a:p>
                      <a:pPr algn="ctr"/>
                      <a:endParaRPr lang="zh-CN" altLang="en-US" dirty="0">
                        <a:latin typeface="Times New Roman" pitchFamily="18" charset="0"/>
                        <a:cs typeface="Times New Roman" pitchFamily="18" charset="0"/>
                      </a:endParaRPr>
                    </a:p>
                  </a:txBody>
                  <a:tcPr/>
                </a:tc>
              </a:tr>
              <a:tr h="370840">
                <a:tc vMerge="1">
                  <a:txBody>
                    <a:bodyPr/>
                    <a:lstStyle/>
                    <a:p>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Mercury</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Very weak</a:t>
                      </a:r>
                      <a:endParaRPr lang="zh-CN" altLang="en-US" dirty="0">
                        <a:latin typeface="Times New Roman" pitchFamily="18" charset="0"/>
                        <a:cs typeface="Times New Roman" pitchFamily="18" charset="0"/>
                      </a:endParaRPr>
                    </a:p>
                  </a:txBody>
                  <a:tcPr/>
                </a:tc>
                <a:tc vMerge="1">
                  <a:txBody>
                    <a:bodyPr/>
                    <a:lstStyle/>
                    <a:p>
                      <a:pPr algn="ctr"/>
                      <a:endParaRPr lang="zh-CN" altLang="en-US" dirty="0">
                        <a:latin typeface="Times New Roman" pitchFamily="18" charset="0"/>
                        <a:cs typeface="Times New Roman" pitchFamily="18" charset="0"/>
                      </a:endParaRPr>
                    </a:p>
                  </a:txBody>
                  <a:tcPr/>
                </a:tc>
              </a:tr>
              <a:tr h="370840">
                <a:tc vMerge="1">
                  <a:txBody>
                    <a:bodyPr/>
                    <a:lstStyle/>
                    <a:p>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Mars</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Nearly</a:t>
                      </a:r>
                      <a:r>
                        <a:rPr lang="en-US" altLang="zh-CN" baseline="0" dirty="0" smtClean="0">
                          <a:latin typeface="Times New Roman" pitchFamily="18" charset="0"/>
                          <a:cs typeface="Times New Roman" pitchFamily="18" charset="0"/>
                        </a:rPr>
                        <a:t> nonmagnetic</a:t>
                      </a:r>
                      <a:endParaRPr lang="zh-CN" altLang="en-US" dirty="0">
                        <a:latin typeface="Times New Roman" pitchFamily="18" charset="0"/>
                        <a:cs typeface="Times New Roman" pitchFamily="18" charset="0"/>
                      </a:endParaRPr>
                    </a:p>
                  </a:txBody>
                  <a:tcPr/>
                </a:tc>
                <a:tc vMerge="1">
                  <a:txBody>
                    <a:bodyPr/>
                    <a:lstStyle/>
                    <a:p>
                      <a:pPr algn="ctr"/>
                      <a:endParaRPr lang="zh-CN" altLang="en-US" dirty="0">
                        <a:latin typeface="Times New Roman" pitchFamily="18" charset="0"/>
                        <a:cs typeface="Times New Roman" pitchFamily="18" charset="0"/>
                      </a:endParaRPr>
                    </a:p>
                  </a:txBody>
                  <a:tcPr/>
                </a:tc>
              </a:tr>
            </a:tbl>
          </a:graphicData>
        </a:graphic>
      </p:graphicFrame>
      <p:sp>
        <p:nvSpPr>
          <p:cNvPr id="18" name="内容占位符 1"/>
          <p:cNvSpPr>
            <a:spLocks noGrp="1"/>
          </p:cNvSpPr>
          <p:nvPr>
            <p:ph idx="1"/>
          </p:nvPr>
        </p:nvSpPr>
        <p:spPr>
          <a:xfrm>
            <a:off x="432048" y="1412776"/>
            <a:ext cx="7524328" cy="706970"/>
          </a:xfrm>
          <a:prstGeom prst="roundRect">
            <a:avLst/>
          </a:prstGeom>
        </p:spPr>
        <p:style>
          <a:lnRef idx="3">
            <a:schemeClr val="lt1"/>
          </a:lnRef>
          <a:fillRef idx="1">
            <a:schemeClr val="accent1"/>
          </a:fillRef>
          <a:effectRef idx="1">
            <a:schemeClr val="accent1"/>
          </a:effectRef>
          <a:fontRef idx="minor">
            <a:schemeClr val="lt1"/>
          </a:fontRef>
        </p:style>
        <p:txBody>
          <a:bodyPr>
            <a:normAutofit fontScale="77500" lnSpcReduction="20000"/>
          </a:bodyPr>
          <a:lstStyle/>
          <a:p>
            <a:pPr marL="0" indent="0" algn="ctr">
              <a:lnSpc>
                <a:spcPct val="150000"/>
              </a:lnSpc>
              <a:buNone/>
            </a:pPr>
            <a:r>
              <a:rPr lang="en-US" altLang="zh-CN" b="1" spc="100" dirty="0" smtClean="0">
                <a:latin typeface="Times New Roman" pitchFamily="18" charset="0"/>
                <a:ea typeface="微软雅黑" pitchFamily="34" charset="-122"/>
                <a:cs typeface="Times New Roman" pitchFamily="18" charset="0"/>
              </a:rPr>
              <a:t>Magnetic field Consideration for different orbits</a:t>
            </a:r>
            <a:endParaRPr lang="zh-CN" altLang="en-US" b="1" spc="100" dirty="0">
              <a:latin typeface="Times New Roman" pitchFamily="18" charset="0"/>
              <a:ea typeface="微软雅黑" pitchFamily="34" charset="-122"/>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sz="3100" dirty="0" smtClean="0">
                <a:latin typeface="Times New Roman" pitchFamily="18" charset="0"/>
                <a:cs typeface="Times New Roman" pitchFamily="18" charset="0"/>
              </a:rPr>
              <a:t>What's magnetic</a:t>
            </a:r>
          </a:p>
          <a:p>
            <a:pPr marL="514350" indent="-514350">
              <a:buFont typeface="+mj-lt"/>
              <a:buAutoNum type="arabicPeriod"/>
            </a:pPr>
            <a:r>
              <a:rPr lang="en-US" altLang="zh-CN" sz="3100" dirty="0" smtClean="0">
                <a:latin typeface="Times New Roman" pitchFamily="18" charset="0"/>
                <a:cs typeface="Times New Roman" pitchFamily="18" charset="0"/>
              </a:rPr>
              <a:t>Earth's magnetic field</a:t>
            </a:r>
          </a:p>
          <a:p>
            <a:pPr marL="514350" indent="-514350">
              <a:buFont typeface="+mj-lt"/>
              <a:buAutoNum type="arabicPeriod"/>
            </a:pPr>
            <a:r>
              <a:rPr lang="en-US" altLang="zh-CN" dirty="0" smtClean="0">
                <a:latin typeface="Times New Roman" pitchFamily="18" charset="0"/>
                <a:cs typeface="Times New Roman" pitchFamily="18" charset="0"/>
                <a:hlinkClick r:id="" action="ppaction://hlinkfile"/>
              </a:rPr>
              <a:t>Magnetic Test Detail</a:t>
            </a:r>
          </a:p>
          <a:p>
            <a:pPr marL="514350" indent="-514350">
              <a:buFont typeface="+mj-lt"/>
              <a:buAutoNum type="arabicPeriod"/>
            </a:pPr>
            <a:r>
              <a:rPr lang="en-US" altLang="zh-CN" sz="3100" dirty="0" smtClean="0">
                <a:latin typeface="Times New Roman" pitchFamily="18" charset="0"/>
                <a:cs typeface="Times New Roman" pitchFamily="18" charset="0"/>
              </a:rPr>
              <a:t>Magnetic Test Example</a:t>
            </a:r>
          </a:p>
          <a:p>
            <a:pPr marL="514350" indent="-514350">
              <a:buFont typeface="+mj-lt"/>
              <a:buAutoNum type="arabicPeriod"/>
            </a:pPr>
            <a:r>
              <a:rPr lang="en-US" altLang="zh-CN" sz="3100" dirty="0" smtClean="0">
                <a:latin typeface="Times New Roman" pitchFamily="18" charset="0"/>
                <a:cs typeface="Times New Roman" pitchFamily="18" charset="0"/>
              </a:rPr>
              <a:t>Exercise</a:t>
            </a:r>
            <a:endParaRPr lang="zh-CN" altLang="en-US" sz="31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26</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normAutofit/>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27</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3.1 Introduction.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All torques that tend to disturb the attitude of a spacecraft must be considered in the design of spacecraft attitude control systems. One of these torques, the magnetic torque resulting from the interaction between the magnetic properties of the spacecraft and the ambient magnetic field, is the subject of this lecture.</a:t>
            </a:r>
            <a:endParaRPr lang="zh-CN" altLang="zh-CN" sz="1800" dirty="0" smtClean="0">
              <a:solidFill>
                <a:schemeClr val="tx1"/>
              </a:solidFill>
              <a:latin typeface="Times New Roman" pitchFamily="18" charset="0"/>
              <a:cs typeface="Times New Roman" pitchFamily="18" charset="0"/>
            </a:endParaRP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Determination of the magnetic torque requires knowledge of the strength and direction of the ambient magnetic field, the magnetic dipole moment of the spacecraft, and the orientation of this dipole relative to the local magnetic field vector.</a:t>
            </a:r>
            <a:endParaRPr lang="zh-CN" altLang="zh-CN" sz="1800" dirty="0" smtClean="0">
              <a:solidFill>
                <a:schemeClr val="tx1"/>
              </a:solidFill>
              <a:latin typeface="Times New Roman" pitchFamily="18" charset="0"/>
              <a:cs typeface="Times New Roman" pitchFamily="18" charset="0"/>
            </a:endParaRP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Current loops and materials subject to permanent or induced magnetism are the primary sources of magnetic torques, but eddy current and hysteresis effects can be appreciable when the spacecraft or portions thereof rotate rapidly in the magnetic field.</a:t>
            </a:r>
            <a:endParaRPr lang="zh-CN" altLang="zh-CN" sz="1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normAutofit/>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28</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3.1 Introduction.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Magnetic disturbance torque is one of the factors that must be considered in the determination of spacecraft attitude motion, control actuator sizing, expendable fuel requirements, and spin decay. Minimization of magnetic disturbance torques is particularly important when the available torques for control are small, e.g., gravity stabilization, or when small disturbances acting over a long period of time may introduce significant effects, such as precession of the spin axis of spin-stabilized spacecraft. Magnetic disturbance torque will not be a significant problem in spacecraft attitude control system design if the ambient field is negligibly small or if the spacecraft is designed to be magnetically</a:t>
            </a:r>
            <a:r>
              <a:rPr lang="zh-CN" altLang="zh-CN" sz="1800" dirty="0" smtClean="0">
                <a:solidFill>
                  <a:schemeClr val="tx1"/>
                </a:solidFill>
                <a:latin typeface="Times New Roman" pitchFamily="18" charset="0"/>
                <a:cs typeface="Times New Roman" pitchFamily="18" charset="0"/>
              </a:rPr>
              <a:t>“</a:t>
            </a:r>
            <a:r>
              <a:rPr lang="en-US" altLang="zh-CN" sz="1800" dirty="0" smtClean="0">
                <a:solidFill>
                  <a:schemeClr val="tx1"/>
                </a:solidFill>
                <a:latin typeface="Times New Roman" pitchFamily="18" charset="0"/>
                <a:cs typeface="Times New Roman" pitchFamily="18" charset="0"/>
              </a:rPr>
              <a:t>clean</a:t>
            </a:r>
            <a:r>
              <a:rPr lang="zh-CN" altLang="zh-CN" sz="1800" dirty="0" smtClean="0">
                <a:solidFill>
                  <a:schemeClr val="tx1"/>
                </a:solidFill>
                <a:latin typeface="Times New Roman" pitchFamily="18" charset="0"/>
                <a:cs typeface="Times New Roman" pitchFamily="18" charset="0"/>
              </a:rPr>
              <a:t>”</a:t>
            </a:r>
            <a:r>
              <a:rPr lang="en-US" altLang="zh-CN" sz="1800" dirty="0" smtClean="0">
                <a:solidFill>
                  <a:schemeClr val="tx1"/>
                </a:solidFill>
                <a:latin typeface="Times New Roman" pitchFamily="18" charset="0"/>
                <a:cs typeface="Times New Roman" pitchFamily="18" charset="0"/>
              </a:rPr>
              <a:t> for reasons other than control consideration, e.g., when sensitive magnetometers are present.</a:t>
            </a:r>
            <a:endParaRPr lang="zh-CN" altLang="zh-CN" sz="1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normAutofit/>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29</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3.1 Introduction.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There are three design considerations associated with magnetic disturbance torques: (l) assessment of the magnitude of the torque; (2) determination of an acceptable magnitude; and(3) control over the spacecraft magnetic characteristics during design and development to assure achievement of an acceptably low magnetic disturbance torque.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Determination of acceptable magnetic torque levels is primarily a Systems decision and requires consideration of attitude control system design, mission requirements, and other sources of disturbance torques(solar radiation, aero dynamic interactions, gravity effects, man and equipment motion, fuel sloshing, etc.) </a:t>
            </a: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normAutofit/>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30</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3.2 Flight Experience</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The effect of a magnetic disturbance torque was observed on Vanguard l. This satellite was </a:t>
            </a:r>
            <a:r>
              <a:rPr lang="en-US" altLang="zh-CN" sz="1800" dirty="0" err="1" smtClean="0">
                <a:solidFill>
                  <a:schemeClr val="tx1"/>
                </a:solidFill>
                <a:latin typeface="Times New Roman" pitchFamily="18" charset="0"/>
                <a:cs typeface="Times New Roman" pitchFamily="18" charset="0"/>
              </a:rPr>
              <a:t>despun</a:t>
            </a:r>
            <a:r>
              <a:rPr lang="en-US" altLang="zh-CN" sz="1800" dirty="0" smtClean="0">
                <a:solidFill>
                  <a:schemeClr val="tx1"/>
                </a:solidFill>
                <a:latin typeface="Times New Roman" pitchFamily="18" charset="0"/>
                <a:cs typeface="Times New Roman" pitchFamily="18" charset="0"/>
              </a:rPr>
              <a:t> by the interaction of the Earth's magnetic field with eddy currents generated in the Satellite's rotating outer shell. As a result of this magnetic disturbance torque, the spin rate was reduced from an initial value of 2.7 revolutions per second (</a:t>
            </a:r>
            <a:r>
              <a:rPr lang="en-US" altLang="zh-CN" sz="1800" dirty="0" err="1" smtClean="0">
                <a:solidFill>
                  <a:schemeClr val="tx1"/>
                </a:solidFill>
                <a:latin typeface="Times New Roman" pitchFamily="18" charset="0"/>
                <a:cs typeface="Times New Roman" pitchFamily="18" charset="0"/>
              </a:rPr>
              <a:t>rps</a:t>
            </a:r>
            <a:r>
              <a:rPr lang="en-US" altLang="zh-CN" sz="1800" dirty="0" smtClean="0">
                <a:solidFill>
                  <a:schemeClr val="tx1"/>
                </a:solidFill>
                <a:latin typeface="Times New Roman" pitchFamily="18" charset="0"/>
                <a:cs typeface="Times New Roman" pitchFamily="18" charset="0"/>
              </a:rPr>
              <a:t>)at launch to less than 0.2 </a:t>
            </a:r>
            <a:r>
              <a:rPr lang="en-US" altLang="zh-CN" sz="1800" dirty="0" err="1" smtClean="0">
                <a:solidFill>
                  <a:schemeClr val="tx1"/>
                </a:solidFill>
                <a:latin typeface="Times New Roman" pitchFamily="18" charset="0"/>
                <a:cs typeface="Times New Roman" pitchFamily="18" charset="0"/>
              </a:rPr>
              <a:t>rps</a:t>
            </a:r>
            <a:r>
              <a:rPr lang="en-US" altLang="zh-CN" sz="1800" dirty="0" smtClean="0">
                <a:solidFill>
                  <a:schemeClr val="tx1"/>
                </a:solidFill>
                <a:latin typeface="Times New Roman" pitchFamily="18" charset="0"/>
                <a:cs typeface="Times New Roman" pitchFamily="18" charset="0"/>
              </a:rPr>
              <a:t> 2 years later.            </a:t>
            </a:r>
            <a:endParaRPr lang="zh-CN" altLang="zh-CN" sz="1800" dirty="0" smtClean="0">
              <a:solidFill>
                <a:schemeClr val="tx1"/>
              </a:solidFill>
              <a:latin typeface="Times New Roman" pitchFamily="18" charset="0"/>
              <a:cs typeface="Times New Roman" pitchFamily="18" charset="0"/>
            </a:endParaRP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 Another type of magnetic disturbance torque was observed on the </a:t>
            </a:r>
            <a:r>
              <a:rPr lang="en-US" altLang="zh-CN" sz="1800" dirty="0" err="1" smtClean="0">
                <a:solidFill>
                  <a:schemeClr val="tx1"/>
                </a:solidFill>
                <a:latin typeface="Times New Roman" pitchFamily="18" charset="0"/>
                <a:cs typeface="Times New Roman" pitchFamily="18" charset="0"/>
              </a:rPr>
              <a:t>Tiros</a:t>
            </a:r>
            <a:r>
              <a:rPr lang="en-US" altLang="zh-CN" sz="1800" dirty="0" smtClean="0">
                <a:solidFill>
                  <a:schemeClr val="tx1"/>
                </a:solidFill>
                <a:latin typeface="Times New Roman" pitchFamily="18" charset="0"/>
                <a:cs typeface="Times New Roman" pitchFamily="18" charset="0"/>
              </a:rPr>
              <a:t> I. In this instance a substantial magnetic dipole moment in the satellite, interacting with the Earth's magnetic field, caused the spin axis to </a:t>
            </a:r>
            <a:r>
              <a:rPr lang="en-US" altLang="zh-CN" sz="1800" dirty="0" err="1" smtClean="0">
                <a:solidFill>
                  <a:schemeClr val="tx1"/>
                </a:solidFill>
                <a:latin typeface="Times New Roman" pitchFamily="18" charset="0"/>
                <a:cs typeface="Times New Roman" pitchFamily="18" charset="0"/>
              </a:rPr>
              <a:t>precess</a:t>
            </a:r>
            <a:r>
              <a:rPr lang="en-US" altLang="zh-CN" sz="1800" dirty="0" smtClean="0">
                <a:solidFill>
                  <a:schemeClr val="tx1"/>
                </a:solidFill>
                <a:latin typeface="Times New Roman" pitchFamily="18" charset="0"/>
                <a:cs typeface="Times New Roman" pitchFamily="18" charset="0"/>
              </a:rPr>
              <a:t> and resulted in unpredicted changes in orientations of the meteorological cameras relative to the Earth.</a:t>
            </a:r>
            <a:endParaRPr lang="zh-CN" altLang="zh-CN" sz="1800" dirty="0" smtClean="0">
              <a:solidFill>
                <a:schemeClr val="tx1"/>
              </a:solidFill>
              <a:latin typeface="Times New Roman" pitchFamily="18" charset="0"/>
              <a:cs typeface="Times New Roman" pitchFamily="18" charset="0"/>
            </a:endParaRPr>
          </a:p>
          <a:p>
            <a:pPr marL="0" indent="0">
              <a:buFont typeface="Wingdings" pitchFamily="2" charset="2"/>
              <a:buChar char="l"/>
            </a:pPr>
            <a:endParaRPr lang="en-US" altLang="zh-CN" sz="1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2" name="标题 1"/>
          <p:cNvSpPr>
            <a:spLocks noGrp="1"/>
          </p:cNvSpPr>
          <p:nvPr>
            <p:ph type="title"/>
          </p:nvPr>
        </p:nvSpPr>
        <p:spPr/>
        <p:txBody>
          <a:bodyPr>
            <a:normAutofit/>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31</a:t>
            </a:fld>
            <a:r>
              <a:rPr lang="zh-CN" altLang="en-US"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3.2 Flight Experience</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 Both of the effects described in the preceding paragraphs have more recently also been applied for useful purposes. For example, the Transit IB and Transit 2A satellites were deliberately and rapidly </a:t>
            </a:r>
            <a:r>
              <a:rPr lang="en-US" altLang="zh-CN" sz="1800" dirty="0" err="1" smtClean="0">
                <a:solidFill>
                  <a:schemeClr val="tx1"/>
                </a:solidFill>
                <a:latin typeface="Times New Roman" pitchFamily="18" charset="0"/>
                <a:cs typeface="Times New Roman" pitchFamily="18" charset="0"/>
              </a:rPr>
              <a:t>despun</a:t>
            </a:r>
            <a:r>
              <a:rPr lang="en-US" altLang="zh-CN" sz="1800" dirty="0" smtClean="0">
                <a:solidFill>
                  <a:schemeClr val="tx1"/>
                </a:solidFill>
                <a:latin typeface="Times New Roman" pitchFamily="18" charset="0"/>
                <a:cs typeface="Times New Roman" pitchFamily="18" charset="0"/>
              </a:rPr>
              <a:t> employing, in principle, the same type of magnetic torque that decreased the rotation rate of Vanguard I. Transit IB also utilized a permanent magnetic dipole to stabilize the satellite's symmetry axis along the local direction of the Earth's magnetic field.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Similarly, by the use of ground-controlled variations of the magnetic moment of more recent </a:t>
            </a:r>
            <a:r>
              <a:rPr lang="en-US" altLang="zh-CN" sz="1800" dirty="0" err="1" smtClean="0">
                <a:solidFill>
                  <a:schemeClr val="tx1"/>
                </a:solidFill>
                <a:latin typeface="Times New Roman" pitchFamily="18" charset="0"/>
                <a:cs typeface="Times New Roman" pitchFamily="18" charset="0"/>
              </a:rPr>
              <a:t>Tiros</a:t>
            </a:r>
            <a:r>
              <a:rPr lang="en-US" altLang="zh-CN" sz="1800" dirty="0" smtClean="0">
                <a:solidFill>
                  <a:schemeClr val="tx1"/>
                </a:solidFill>
                <a:latin typeface="Times New Roman" pitchFamily="18" charset="0"/>
                <a:cs typeface="Times New Roman" pitchFamily="18" charset="0"/>
              </a:rPr>
              <a:t> satellites, accurate control of the orientation of meteorological cameras was achieved.</a:t>
            </a:r>
            <a:endParaRPr lang="zh-CN" altLang="zh-CN" sz="1800" dirty="0" smtClean="0">
              <a:solidFill>
                <a:schemeClr val="tx1"/>
              </a:solidFill>
              <a:latin typeface="Times New Roman" pitchFamily="18" charset="0"/>
              <a:cs typeface="Times New Roman" pitchFamily="18" charset="0"/>
            </a:endParaRPr>
          </a:p>
          <a:p>
            <a:pPr marL="0" indent="0">
              <a:buFont typeface="Wingdings" pitchFamily="2" charset="2"/>
              <a:buChar char="l"/>
            </a:pPr>
            <a:endParaRPr lang="en-US" altLang="zh-CN" sz="1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内容占位符 1"/>
          <p:cNvSpPr>
            <a:spLocks noGrp="1"/>
          </p:cNvSpPr>
          <p:nvPr>
            <p:ph idx="1"/>
          </p:nvPr>
        </p:nvSpPr>
        <p:spPr>
          <a:xfrm>
            <a:off x="0" y="1268760"/>
            <a:ext cx="8676456" cy="1440160"/>
          </a:xfrm>
          <a:prstGeom prst="roundRect">
            <a:avLst/>
          </a:prstGeom>
        </p:spPr>
        <p:style>
          <a:lnRef idx="3">
            <a:schemeClr val="lt1"/>
          </a:lnRef>
          <a:fillRef idx="1">
            <a:schemeClr val="accent1"/>
          </a:fillRef>
          <a:effectRef idx="1">
            <a:schemeClr val="accent1"/>
          </a:effectRef>
          <a:fontRef idx="minor">
            <a:schemeClr val="lt1"/>
          </a:fontRef>
        </p:style>
        <p:txBody>
          <a:bodyPr>
            <a:normAutofit fontScale="70000" lnSpcReduction="20000"/>
          </a:bodyPr>
          <a:lstStyle/>
          <a:p>
            <a:pPr marL="0" indent="0" algn="just">
              <a:lnSpc>
                <a:spcPct val="150000"/>
              </a:lnSpc>
              <a:spcBef>
                <a:spcPct val="0"/>
              </a:spcBef>
              <a:buNone/>
            </a:pPr>
            <a:r>
              <a:rPr lang="en-US" altLang="zh-CN" sz="2800" spc="100" dirty="0" smtClean="0">
                <a:solidFill>
                  <a:schemeClr val="bg1"/>
                </a:solidFill>
                <a:latin typeface="微软雅黑" pitchFamily="34" charset="-122"/>
                <a:ea typeface="微软雅黑" pitchFamily="34" charset="-122"/>
              </a:rPr>
              <a:t>The reason of magnetic control</a:t>
            </a:r>
          </a:p>
          <a:p>
            <a:pPr marL="0" indent="0" algn="just">
              <a:spcBef>
                <a:spcPct val="0"/>
              </a:spcBef>
              <a:buNone/>
            </a:pPr>
            <a:r>
              <a:rPr lang="en-US" altLang="zh-CN" sz="2800" b="1" spc="100" dirty="0" smtClean="0">
                <a:solidFill>
                  <a:schemeClr val="bg1"/>
                </a:solidFill>
                <a:latin typeface="微软雅黑" pitchFamily="34" charset="-122"/>
                <a:ea typeface="微软雅黑" pitchFamily="34" charset="-122"/>
              </a:rPr>
              <a:t>1. The effect to the</a:t>
            </a:r>
            <a:r>
              <a:rPr lang="en-US" altLang="zh-CN" sz="2800" spc="100" dirty="0" smtClean="0">
                <a:solidFill>
                  <a:schemeClr val="bg1"/>
                </a:solidFill>
                <a:latin typeface="微软雅黑" pitchFamily="34" charset="-122"/>
                <a:ea typeface="微软雅黑" pitchFamily="34" charset="-122"/>
              </a:rPr>
              <a:t> attitude</a:t>
            </a:r>
            <a:r>
              <a:rPr lang="en-US" altLang="zh-CN" sz="2800" b="1" spc="100" dirty="0" smtClean="0">
                <a:solidFill>
                  <a:schemeClr val="bg1"/>
                </a:solidFill>
                <a:latin typeface="微软雅黑" pitchFamily="34" charset="-122"/>
                <a:ea typeface="微软雅黑" pitchFamily="34" charset="-122"/>
              </a:rPr>
              <a:t> </a:t>
            </a:r>
            <a:r>
              <a:rPr lang="en-US" altLang="zh-CN" sz="2800" spc="100" dirty="0" smtClean="0">
                <a:solidFill>
                  <a:schemeClr val="bg1"/>
                </a:solidFill>
                <a:latin typeface="微软雅黑" pitchFamily="34" charset="-122"/>
                <a:ea typeface="微软雅黑" pitchFamily="34" charset="-122"/>
              </a:rPr>
              <a:t>control of satellite</a:t>
            </a:r>
            <a:endParaRPr lang="en-US" altLang="zh-CN" sz="2800" b="1" spc="100" dirty="0" smtClean="0">
              <a:solidFill>
                <a:schemeClr val="bg1"/>
              </a:solidFill>
              <a:latin typeface="微软雅黑" pitchFamily="34" charset="-122"/>
              <a:ea typeface="微软雅黑" pitchFamily="34" charset="-122"/>
            </a:endParaRPr>
          </a:p>
          <a:p>
            <a:pPr marL="0" indent="0" algn="just">
              <a:lnSpc>
                <a:spcPct val="150000"/>
              </a:lnSpc>
              <a:spcBef>
                <a:spcPct val="0"/>
              </a:spcBef>
              <a:buNone/>
            </a:pPr>
            <a:r>
              <a:rPr lang="en-US" altLang="zh-CN" sz="2800" b="1" spc="100" dirty="0" smtClean="0">
                <a:solidFill>
                  <a:schemeClr val="bg1"/>
                </a:solidFill>
                <a:latin typeface="微软雅黑" pitchFamily="34" charset="-122"/>
                <a:ea typeface="微软雅黑" pitchFamily="34" charset="-122"/>
              </a:rPr>
              <a:t>2. The disturbance to the magnetic sensitive devices</a:t>
            </a:r>
            <a:endParaRPr lang="zh-CN" altLang="en-US" sz="2800" b="1" spc="100" dirty="0">
              <a:solidFill>
                <a:schemeClr val="bg1"/>
              </a:solidFill>
              <a:latin typeface="微软雅黑" pitchFamily="34" charset="-122"/>
              <a:ea typeface="微软雅黑" pitchFamily="34" charset="-122"/>
            </a:endParaRPr>
          </a:p>
        </p:txBody>
      </p:sp>
      <p:sp>
        <p:nvSpPr>
          <p:cNvPr id="14"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pic>
        <p:nvPicPr>
          <p:cNvPr id="15" name="Picture 7"/>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95536" y="2996952"/>
            <a:ext cx="3492500" cy="2882900"/>
          </a:xfrm>
          <a:prstGeom prst="rect">
            <a:avLst/>
          </a:prstGeom>
          <a:ln>
            <a:noFill/>
          </a:ln>
          <a:effectLst>
            <a:softEdge rad="112500"/>
          </a:effectLst>
        </p:spPr>
      </p:pic>
      <p:grpSp>
        <p:nvGrpSpPr>
          <p:cNvPr id="2" name="组合 9"/>
          <p:cNvGrpSpPr/>
          <p:nvPr/>
        </p:nvGrpSpPr>
        <p:grpSpPr>
          <a:xfrm rot="20520447">
            <a:off x="3733519" y="4276601"/>
            <a:ext cx="4888231" cy="1872208"/>
            <a:chOff x="3059832" y="3212976"/>
            <a:chExt cx="4888231" cy="1872208"/>
          </a:xfrm>
        </p:grpSpPr>
        <p:sp>
          <p:nvSpPr>
            <p:cNvPr id="17" name="圆柱形 16"/>
            <p:cNvSpPr/>
            <p:nvPr/>
          </p:nvSpPr>
          <p:spPr>
            <a:xfrm>
              <a:off x="4932040" y="3861048"/>
              <a:ext cx="1008112"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a:stCxn id="17" idx="4"/>
            </p:cNvCxnSpPr>
            <p:nvPr/>
          </p:nvCxnSpPr>
          <p:spPr>
            <a:xfrm>
              <a:off x="5940152" y="4473116"/>
              <a:ext cx="1872208" cy="0"/>
            </a:xfrm>
            <a:prstGeom prst="line">
              <a:avLst/>
            </a:prstGeom>
          </p:spPr>
          <p:style>
            <a:lnRef idx="3">
              <a:schemeClr val="dk1"/>
            </a:lnRef>
            <a:fillRef idx="0">
              <a:schemeClr val="dk1"/>
            </a:fillRef>
            <a:effectRef idx="2">
              <a:schemeClr val="dk1"/>
            </a:effectRef>
            <a:fontRef idx="minor">
              <a:schemeClr val="tx1"/>
            </a:fontRef>
          </p:style>
        </p:cxnSp>
        <p:cxnSp>
          <p:nvCxnSpPr>
            <p:cNvPr id="19" name="直接连接符 18"/>
            <p:cNvCxnSpPr/>
            <p:nvPr/>
          </p:nvCxnSpPr>
          <p:spPr>
            <a:xfrm>
              <a:off x="3059832" y="4453738"/>
              <a:ext cx="1872208" cy="0"/>
            </a:xfrm>
            <a:prstGeom prst="line">
              <a:avLst/>
            </a:prstGeom>
          </p:spPr>
          <p:style>
            <a:lnRef idx="3">
              <a:schemeClr val="dk1"/>
            </a:lnRef>
            <a:fillRef idx="0">
              <a:schemeClr val="dk1"/>
            </a:fillRef>
            <a:effectRef idx="2">
              <a:schemeClr val="dk1"/>
            </a:effectRef>
            <a:fontRef idx="minor">
              <a:schemeClr val="tx1"/>
            </a:fontRef>
          </p:style>
        </p:cxnSp>
        <p:sp>
          <p:nvSpPr>
            <p:cNvPr id="20" name="椭圆 19"/>
            <p:cNvSpPr/>
            <p:nvPr/>
          </p:nvSpPr>
          <p:spPr>
            <a:xfrm>
              <a:off x="7804047" y="4398356"/>
              <a:ext cx="144016" cy="12739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1" name="椭圆 20"/>
            <p:cNvSpPr/>
            <p:nvPr/>
          </p:nvSpPr>
          <p:spPr>
            <a:xfrm>
              <a:off x="3059832" y="4398356"/>
              <a:ext cx="144016" cy="12739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cxnSp>
          <p:nvCxnSpPr>
            <p:cNvPr id="22" name="直接连接符 21"/>
            <p:cNvCxnSpPr/>
            <p:nvPr/>
          </p:nvCxnSpPr>
          <p:spPr>
            <a:xfrm>
              <a:off x="5436096" y="3212976"/>
              <a:ext cx="0" cy="7920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直接连接符 22"/>
            <p:cNvCxnSpPr/>
            <p:nvPr/>
          </p:nvCxnSpPr>
          <p:spPr>
            <a:xfrm>
              <a:off x="5436096" y="3429000"/>
              <a:ext cx="360040" cy="5760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直接连接符 23"/>
            <p:cNvCxnSpPr/>
            <p:nvPr/>
          </p:nvCxnSpPr>
          <p:spPr>
            <a:xfrm flipH="1">
              <a:off x="5220072" y="3429000"/>
              <a:ext cx="216024" cy="576064"/>
            </a:xfrm>
            <a:prstGeom prst="line">
              <a:avLst/>
            </a:prstGeom>
          </p:spPr>
          <p:style>
            <a:lnRef idx="2">
              <a:schemeClr val="accent1"/>
            </a:lnRef>
            <a:fillRef idx="0">
              <a:schemeClr val="accent1"/>
            </a:fillRef>
            <a:effectRef idx="1">
              <a:schemeClr val="accent1"/>
            </a:effectRef>
            <a:fontRef idx="minor">
              <a:schemeClr val="tx1"/>
            </a:fontRef>
          </p:style>
        </p:cxnSp>
      </p:grpSp>
      <p:sp>
        <p:nvSpPr>
          <p:cNvPr id="25" name="下箭头 24"/>
          <p:cNvSpPr/>
          <p:nvPr/>
        </p:nvSpPr>
        <p:spPr>
          <a:xfrm>
            <a:off x="8270023" y="3773835"/>
            <a:ext cx="432048" cy="774963"/>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6" name="TextBox 25"/>
          <p:cNvSpPr txBox="1"/>
          <p:nvPr/>
        </p:nvSpPr>
        <p:spPr>
          <a:xfrm>
            <a:off x="7848872" y="4869160"/>
            <a:ext cx="1331640" cy="276999"/>
          </a:xfrm>
          <a:prstGeom prst="rect">
            <a:avLst/>
          </a:prstGeom>
          <a:noFill/>
        </p:spPr>
        <p:txBody>
          <a:bodyPr wrap="square" rtlCol="0">
            <a:spAutoFit/>
          </a:bodyPr>
          <a:lstStyle/>
          <a:p>
            <a:r>
              <a:rPr lang="en-US" altLang="zh-CN" sz="1200" dirty="0" smtClean="0">
                <a:latin typeface="微软雅黑" pitchFamily="34" charset="-122"/>
                <a:ea typeface="微软雅黑" pitchFamily="34" charset="-122"/>
              </a:rPr>
              <a:t>magnetometer</a:t>
            </a:r>
            <a:endParaRPr lang="zh-CN" altLang="en-US" sz="1200" dirty="0">
              <a:latin typeface="微软雅黑" pitchFamily="34" charset="-122"/>
              <a:ea typeface="微软雅黑" pitchFamily="34" charset="-122"/>
            </a:endParaRPr>
          </a:p>
        </p:txBody>
      </p:sp>
      <p:pic>
        <p:nvPicPr>
          <p:cNvPr id="27" name="Picture 6" descr="http://upload.wikimedia.org/wikipedia/commons/8/84/%E7%A3%81%E9%90%B5%E7%9A%84%E7%A3%81%E5%A0%B4.jpg"/>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20432585">
            <a:off x="5265188" y="4917591"/>
            <a:ext cx="1908212" cy="1290942"/>
          </a:xfrm>
          <a:prstGeom prst="rect">
            <a:avLst/>
          </a:prstGeom>
          <a:noFill/>
        </p:spPr>
      </p:pic>
      <p:grpSp>
        <p:nvGrpSpPr>
          <p:cNvPr id="3" name="组合 50"/>
          <p:cNvGrpSpPr/>
          <p:nvPr/>
        </p:nvGrpSpPr>
        <p:grpSpPr>
          <a:xfrm rot="1207951">
            <a:off x="7690827" y="332500"/>
            <a:ext cx="1476645" cy="1252716"/>
            <a:chOff x="7719711" y="500042"/>
            <a:chExt cx="1259952" cy="1252716"/>
          </a:xfrm>
        </p:grpSpPr>
        <p:grpSp>
          <p:nvGrpSpPr>
            <p:cNvPr id="4" name="Group 11"/>
            <p:cNvGrpSpPr>
              <a:grpSpLocks/>
            </p:cNvGrpSpPr>
            <p:nvPr/>
          </p:nvGrpSpPr>
          <p:grpSpPr bwMode="auto">
            <a:xfrm>
              <a:off x="7786710" y="500042"/>
              <a:ext cx="1150939" cy="1252716"/>
              <a:chOff x="2010" y="1920"/>
              <a:chExt cx="1680" cy="1680"/>
            </a:xfrm>
          </p:grpSpPr>
          <p:sp>
            <p:nvSpPr>
              <p:cNvPr id="32"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33"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31" name="TextBox 30"/>
            <p:cNvSpPr txBox="1"/>
            <p:nvPr/>
          </p:nvSpPr>
          <p:spPr>
            <a:xfrm>
              <a:off x="7719711" y="711228"/>
              <a:ext cx="1259952" cy="830997"/>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Spacecraft Magnetic Control</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bg/>
                                          </p:spTgt>
                                        </p:tgtEl>
                                        <p:attrNameLst>
                                          <p:attrName>style.visibility</p:attrName>
                                        </p:attrNameLst>
                                      </p:cBhvr>
                                      <p:to>
                                        <p:strVal val="visible"/>
                                      </p:to>
                                    </p:set>
                                    <p:anim calcmode="lin" valueType="num">
                                      <p:cBhvr additive="base">
                                        <p:cTn id="7" dur="500" fill="hold"/>
                                        <p:tgtEl>
                                          <p:spTgt spid="1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3">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 calcmode="lin" valueType="num">
                                      <p:cBhvr additive="base">
                                        <p:cTn id="11"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xEl>
                                              <p:pRg st="1" end="1"/>
                                            </p:txEl>
                                          </p:spTgt>
                                        </p:tgtEl>
                                        <p:attrNameLst>
                                          <p:attrName>style.visibility</p:attrName>
                                        </p:attrNameLst>
                                      </p:cBhvr>
                                      <p:to>
                                        <p:strVal val="visible"/>
                                      </p:to>
                                    </p:set>
                                    <p:anim calcmode="lin" valueType="num">
                                      <p:cBhvr additive="base">
                                        <p:cTn id="17"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3">
                                            <p:txEl>
                                              <p:pRg st="2" end="2"/>
                                            </p:txEl>
                                          </p:spTgt>
                                        </p:tgtEl>
                                        <p:attrNameLst>
                                          <p:attrName>style.visibility</p:attrName>
                                        </p:attrNameLst>
                                      </p:cBhvr>
                                      <p:to>
                                        <p:strVal val="visible"/>
                                      </p:to>
                                    </p:set>
                                    <p:anim calcmode="lin" valueType="num">
                                      <p:cBhvr additive="base">
                                        <p:cTn id="23"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图示 10"/>
          <p:cNvGraphicFramePr/>
          <p:nvPr>
            <p:extLst>
              <p:ext uri="{D42A27DB-BD31-4B8C-83A1-F6EECF244321}">
                <p14:modId xmlns:p14="http://schemas.microsoft.com/office/powerpoint/2010/main" val="3706339400"/>
              </p:ext>
            </p:extLst>
          </p:nvPr>
        </p:nvGraphicFramePr>
        <p:xfrm>
          <a:off x="-108520" y="1397000"/>
          <a:ext cx="4416152" cy="33281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圆角矩形 11"/>
          <p:cNvSpPr/>
          <p:nvPr/>
        </p:nvSpPr>
        <p:spPr>
          <a:xfrm>
            <a:off x="3888432" y="1853838"/>
            <a:ext cx="5076056" cy="4239458"/>
          </a:xfrm>
          <a:prstGeom prst="round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50000"/>
              </a:lnSpc>
            </a:pP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a</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LEO: small satellite: ≤ </a:t>
            </a:r>
            <a:r>
              <a:rPr lang="en-US" altLang="zh-CN" dirty="0" smtClean="0">
                <a:solidFill>
                  <a:srgbClr val="FF0000"/>
                </a:solidFill>
                <a:latin typeface="微软雅黑" pitchFamily="34" charset="-122"/>
                <a:ea typeface="微软雅黑" pitchFamily="34" charset="-122"/>
              </a:rPr>
              <a:t>1 A∙m</a:t>
            </a:r>
            <a:r>
              <a:rPr lang="en-US" altLang="zh-CN" baseline="30000" dirty="0" smtClean="0">
                <a:solidFill>
                  <a:srgbClr val="FF0000"/>
                </a:solidFill>
                <a:latin typeface="微软雅黑" pitchFamily="34" charset="-122"/>
                <a:ea typeface="微软雅黑" pitchFamily="34" charset="-122"/>
              </a:rPr>
              <a:t>2</a:t>
            </a:r>
            <a:r>
              <a:rPr lang="en-US" altLang="zh-CN" dirty="0" smtClean="0">
                <a:latin typeface="微软雅黑" pitchFamily="34" charset="-122"/>
                <a:ea typeface="微软雅黑" pitchFamily="34" charset="-122"/>
              </a:rPr>
              <a:t>; large satellite: ≤ </a:t>
            </a:r>
            <a:r>
              <a:rPr lang="en-US" altLang="zh-CN" dirty="0" smtClean="0">
                <a:solidFill>
                  <a:srgbClr val="FF0000"/>
                </a:solidFill>
                <a:latin typeface="微软雅黑" pitchFamily="34" charset="-122"/>
                <a:ea typeface="微软雅黑" pitchFamily="34" charset="-122"/>
              </a:rPr>
              <a:t>5 A∙m</a:t>
            </a:r>
            <a:r>
              <a:rPr lang="en-US" altLang="zh-CN" baseline="30000" dirty="0" smtClean="0">
                <a:solidFill>
                  <a:srgbClr val="FF0000"/>
                </a:solidFill>
                <a:latin typeface="微软雅黑" pitchFamily="34" charset="-122"/>
                <a:ea typeface="微软雅黑" pitchFamily="34" charset="-122"/>
              </a:rPr>
              <a:t>2</a:t>
            </a:r>
            <a:r>
              <a:rPr lang="en-US" altLang="zh-CN" dirty="0" smtClean="0">
                <a:latin typeface="微软雅黑" pitchFamily="34" charset="-122"/>
                <a:ea typeface="微软雅黑" pitchFamily="34" charset="-122"/>
              </a:rPr>
              <a:t>;</a:t>
            </a:r>
            <a:endParaRPr lang="zh-CN" altLang="en-US" dirty="0">
              <a:latin typeface="微软雅黑" pitchFamily="34" charset="-122"/>
              <a:ea typeface="微软雅黑" pitchFamily="34" charset="-122"/>
            </a:endParaRPr>
          </a:p>
          <a:p>
            <a:pPr>
              <a:lnSpc>
                <a:spcPct val="150000"/>
              </a:lnSpc>
            </a:pP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b</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 MEO: small platform satellite: ≤ </a:t>
            </a:r>
            <a:r>
              <a:rPr lang="en-US" altLang="zh-CN" dirty="0" smtClean="0">
                <a:solidFill>
                  <a:srgbClr val="FF0000"/>
                </a:solidFill>
                <a:latin typeface="微软雅黑" pitchFamily="34" charset="-122"/>
                <a:ea typeface="微软雅黑" pitchFamily="34" charset="-122"/>
              </a:rPr>
              <a:t>5 A∙m</a:t>
            </a:r>
            <a:r>
              <a:rPr lang="en-US" altLang="zh-CN" baseline="30000" dirty="0" smtClean="0">
                <a:solidFill>
                  <a:srgbClr val="FF0000"/>
                </a:solidFill>
                <a:latin typeface="微软雅黑" pitchFamily="34" charset="-122"/>
                <a:ea typeface="微软雅黑" pitchFamily="34" charset="-122"/>
              </a:rPr>
              <a:t>2</a:t>
            </a:r>
            <a:r>
              <a:rPr lang="en-US" altLang="zh-CN" dirty="0" smtClean="0">
                <a:latin typeface="微软雅黑" pitchFamily="34" charset="-122"/>
                <a:ea typeface="微软雅黑" pitchFamily="34" charset="-122"/>
              </a:rPr>
              <a:t>; large platform satellite: ≤ </a:t>
            </a:r>
            <a:r>
              <a:rPr lang="en-US" altLang="zh-CN" dirty="0" smtClean="0">
                <a:solidFill>
                  <a:srgbClr val="FF0000"/>
                </a:solidFill>
                <a:latin typeface="微软雅黑" pitchFamily="34" charset="-122"/>
                <a:ea typeface="微软雅黑" pitchFamily="34" charset="-122"/>
              </a:rPr>
              <a:t>15 A∙m</a:t>
            </a:r>
            <a:r>
              <a:rPr lang="en-US" altLang="zh-CN" baseline="30000" dirty="0" smtClean="0">
                <a:solidFill>
                  <a:srgbClr val="FF0000"/>
                </a:solidFill>
                <a:latin typeface="微软雅黑" pitchFamily="34" charset="-122"/>
                <a:ea typeface="微软雅黑" pitchFamily="34" charset="-122"/>
              </a:rPr>
              <a:t>2</a:t>
            </a:r>
            <a:r>
              <a:rPr lang="en-US" altLang="zh-CN" dirty="0" smtClean="0">
                <a:latin typeface="微软雅黑" pitchFamily="34" charset="-122"/>
                <a:ea typeface="微软雅黑" pitchFamily="34" charset="-122"/>
              </a:rPr>
              <a:t>;</a:t>
            </a:r>
            <a:endParaRPr lang="zh-CN" altLang="en-US" dirty="0">
              <a:latin typeface="微软雅黑" pitchFamily="34" charset="-122"/>
              <a:ea typeface="微软雅黑" pitchFamily="34" charset="-122"/>
            </a:endParaRPr>
          </a:p>
          <a:p>
            <a:pPr>
              <a:lnSpc>
                <a:spcPct val="150000"/>
              </a:lnSpc>
            </a:pP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c</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GEO: Generally no request, except for long-life high-reliability satellite which is not larger than </a:t>
            </a:r>
            <a:r>
              <a:rPr lang="en-US" altLang="zh-CN" dirty="0" smtClean="0">
                <a:solidFill>
                  <a:srgbClr val="FF0000"/>
                </a:solidFill>
                <a:latin typeface="微软雅黑" pitchFamily="34" charset="-122"/>
                <a:ea typeface="微软雅黑" pitchFamily="34" charset="-122"/>
              </a:rPr>
              <a:t>15 A∙m</a:t>
            </a:r>
            <a:r>
              <a:rPr lang="en-US" altLang="zh-CN" baseline="30000" dirty="0" smtClean="0">
                <a:solidFill>
                  <a:srgbClr val="FF0000"/>
                </a:solidFill>
                <a:latin typeface="微软雅黑" pitchFamily="34" charset="-122"/>
                <a:ea typeface="微软雅黑" pitchFamily="34" charset="-122"/>
              </a:rPr>
              <a:t>2</a:t>
            </a:r>
            <a:r>
              <a:rPr lang="en-US" altLang="zh-CN" dirty="0" smtClean="0">
                <a:latin typeface="微软雅黑" pitchFamily="34" charset="-122"/>
                <a:ea typeface="微软雅黑" pitchFamily="34" charset="-122"/>
              </a:rPr>
              <a:t>;</a:t>
            </a:r>
            <a:endParaRPr lang="zh-CN" altLang="en-US" dirty="0">
              <a:latin typeface="微软雅黑" pitchFamily="34" charset="-122"/>
              <a:ea typeface="微软雅黑" pitchFamily="34" charset="-122"/>
            </a:endParaRPr>
          </a:p>
          <a:p>
            <a:pPr>
              <a:lnSpc>
                <a:spcPct val="150000"/>
              </a:lnSpc>
            </a:pP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d</a:t>
            </a:r>
            <a:r>
              <a:rPr lang="zh-CN" altLang="en-US"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interplanetary spacecraft: Generally no request.</a:t>
            </a:r>
            <a:endParaRPr lang="zh-CN" altLang="en-US" dirty="0">
              <a:latin typeface="微软雅黑" pitchFamily="34" charset="-122"/>
              <a:ea typeface="微软雅黑" pitchFamily="34" charset="-122"/>
            </a:endParaRPr>
          </a:p>
        </p:txBody>
      </p:sp>
      <p:sp>
        <p:nvSpPr>
          <p:cNvPr id="13" name="右箭头 12"/>
          <p:cNvSpPr/>
          <p:nvPr/>
        </p:nvSpPr>
        <p:spPr>
          <a:xfrm>
            <a:off x="2987824" y="2924944"/>
            <a:ext cx="720080"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3"/>
          <p:cNvGrpSpPr/>
          <p:nvPr/>
        </p:nvGrpSpPr>
        <p:grpSpPr>
          <a:xfrm>
            <a:off x="827584" y="4913784"/>
            <a:ext cx="2515089" cy="1944216"/>
            <a:chOff x="1043608" y="4293096"/>
            <a:chExt cx="2515089" cy="1944216"/>
          </a:xfrm>
        </p:grpSpPr>
        <p:grpSp>
          <p:nvGrpSpPr>
            <p:cNvPr id="3" name="组合 10"/>
            <p:cNvGrpSpPr/>
            <p:nvPr/>
          </p:nvGrpSpPr>
          <p:grpSpPr>
            <a:xfrm>
              <a:off x="1043608" y="4293096"/>
              <a:ext cx="2088232" cy="1944216"/>
              <a:chOff x="2987824" y="2636912"/>
              <a:chExt cx="2088232" cy="1944216"/>
            </a:xfrm>
          </p:grpSpPr>
          <p:sp>
            <p:nvSpPr>
              <p:cNvPr id="18" name="椭圆 17"/>
              <p:cNvSpPr/>
              <p:nvPr/>
            </p:nvSpPr>
            <p:spPr>
              <a:xfrm>
                <a:off x="2987824" y="2636912"/>
                <a:ext cx="2088232" cy="1944216"/>
              </a:xfrm>
              <a:prstGeom prst="ellipse">
                <a:avLst/>
              </a:prstGeom>
              <a:noFill/>
              <a:ln w="7620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9" name="直接箭头连接符 18"/>
              <p:cNvCxnSpPr/>
              <p:nvPr/>
            </p:nvCxnSpPr>
            <p:spPr>
              <a:xfrm>
                <a:off x="5076056" y="3429000"/>
                <a:ext cx="0" cy="36004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grpSp>
        <p:sp>
          <p:nvSpPr>
            <p:cNvPr id="16" name="TextBox 15"/>
            <p:cNvSpPr txBox="1"/>
            <p:nvPr/>
          </p:nvSpPr>
          <p:spPr>
            <a:xfrm>
              <a:off x="1763688" y="5085184"/>
              <a:ext cx="688009" cy="369332"/>
            </a:xfrm>
            <a:prstGeom prst="rect">
              <a:avLst/>
            </a:prstGeom>
            <a:noFill/>
          </p:spPr>
          <p:txBody>
            <a:bodyPr wrap="none" rtlCol="0">
              <a:spAutoFit/>
            </a:bodyPr>
            <a:lstStyle/>
            <a:p>
              <a:r>
                <a:rPr lang="en-US" altLang="zh-CN" dirty="0" smtClean="0"/>
                <a:t>1</a:t>
              </a:r>
              <a:r>
                <a:rPr lang="en-US" altLang="zh-CN" dirty="0">
                  <a:solidFill>
                    <a:srgbClr val="FF0000"/>
                  </a:solidFill>
                  <a:latin typeface="微软雅黑" pitchFamily="34" charset="-122"/>
                  <a:ea typeface="微软雅黑" pitchFamily="34" charset="-122"/>
                </a:rPr>
                <a:t> </a:t>
              </a:r>
              <a:r>
                <a:rPr lang="en-US" altLang="zh-CN" dirty="0" smtClean="0">
                  <a:latin typeface="微软雅黑" pitchFamily="34" charset="-122"/>
                  <a:ea typeface="微软雅黑" pitchFamily="34" charset="-122"/>
                </a:rPr>
                <a:t>m</a:t>
              </a:r>
              <a:r>
                <a:rPr lang="en-US" altLang="zh-CN" baseline="30000" dirty="0" smtClean="0">
                  <a:latin typeface="微软雅黑" pitchFamily="34" charset="-122"/>
                  <a:ea typeface="微软雅黑" pitchFamily="34" charset="-122"/>
                </a:rPr>
                <a:t>2</a:t>
              </a:r>
              <a:endParaRPr lang="zh-CN" altLang="en-US" dirty="0"/>
            </a:p>
          </p:txBody>
        </p:sp>
        <p:sp>
          <p:nvSpPr>
            <p:cNvPr id="17" name="TextBox 16"/>
            <p:cNvSpPr txBox="1"/>
            <p:nvPr/>
          </p:nvSpPr>
          <p:spPr>
            <a:xfrm>
              <a:off x="3091903" y="5291916"/>
              <a:ext cx="466794" cy="369332"/>
            </a:xfrm>
            <a:prstGeom prst="rect">
              <a:avLst/>
            </a:prstGeom>
            <a:noFill/>
          </p:spPr>
          <p:txBody>
            <a:bodyPr wrap="none" rtlCol="0">
              <a:spAutoFit/>
            </a:bodyPr>
            <a:lstStyle/>
            <a:p>
              <a:r>
                <a:rPr lang="en-US" altLang="zh-CN" dirty="0" smtClean="0">
                  <a:solidFill>
                    <a:srgbClr val="C00000"/>
                  </a:solidFill>
                </a:rPr>
                <a:t>1A</a:t>
              </a:r>
              <a:endParaRPr lang="zh-CN" altLang="en-US" dirty="0">
                <a:solidFill>
                  <a:srgbClr val="C00000"/>
                </a:solidFill>
              </a:endParaRPr>
            </a:p>
          </p:txBody>
        </p:sp>
      </p:grpSp>
      <p:sp>
        <p:nvSpPr>
          <p:cNvPr id="20"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grpSp>
        <p:nvGrpSpPr>
          <p:cNvPr id="4" name="组合 50"/>
          <p:cNvGrpSpPr/>
          <p:nvPr/>
        </p:nvGrpSpPr>
        <p:grpSpPr>
          <a:xfrm rot="1207951">
            <a:off x="7690827" y="332500"/>
            <a:ext cx="1476645" cy="1252716"/>
            <a:chOff x="7719711" y="500042"/>
            <a:chExt cx="1259952" cy="1252716"/>
          </a:xfrm>
        </p:grpSpPr>
        <p:grpSp>
          <p:nvGrpSpPr>
            <p:cNvPr id="5" name="Group 11"/>
            <p:cNvGrpSpPr>
              <a:grpSpLocks/>
            </p:cNvGrpSpPr>
            <p:nvPr/>
          </p:nvGrpSpPr>
          <p:grpSpPr bwMode="auto">
            <a:xfrm>
              <a:off x="7786710" y="500042"/>
              <a:ext cx="1150939" cy="1252716"/>
              <a:chOff x="2010" y="1920"/>
              <a:chExt cx="1680" cy="1680"/>
            </a:xfrm>
          </p:grpSpPr>
          <p:sp>
            <p:nvSpPr>
              <p:cNvPr id="24"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25"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23" name="TextBox 22"/>
            <p:cNvSpPr txBox="1"/>
            <p:nvPr/>
          </p:nvSpPr>
          <p:spPr>
            <a:xfrm>
              <a:off x="7719711" y="711228"/>
              <a:ext cx="1259952" cy="830997"/>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Spacecraft Magnetic Control</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示 6"/>
          <p:cNvGraphicFramePr/>
          <p:nvPr>
            <p:extLst>
              <p:ext uri="{D42A27DB-BD31-4B8C-83A1-F6EECF244321}">
                <p14:modId xmlns:p14="http://schemas.microsoft.com/office/powerpoint/2010/main" val="3594719108"/>
              </p:ext>
            </p:extLst>
          </p:nvPr>
        </p:nvGraphicFramePr>
        <p:xfrm>
          <a:off x="-108520" y="1397000"/>
          <a:ext cx="4416152" cy="42642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圆角矩形 9"/>
          <p:cNvSpPr/>
          <p:nvPr/>
        </p:nvSpPr>
        <p:spPr>
          <a:xfrm>
            <a:off x="3672408" y="2258233"/>
            <a:ext cx="5436096" cy="4699159"/>
          </a:xfrm>
          <a:prstGeom prst="round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50000"/>
              </a:lnSpc>
            </a:pPr>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a</a:t>
            </a:r>
            <a:r>
              <a:rPr lang="zh-CN" altLang="en-US" b="1" dirty="0" smtClean="0">
                <a:solidFill>
                  <a:srgbClr val="FF0000"/>
                </a:solidFill>
                <a:latin typeface="微软雅黑" pitchFamily="34" charset="-122"/>
                <a:ea typeface="微软雅黑" pitchFamily="34" charset="-122"/>
              </a:rPr>
              <a:t>）</a:t>
            </a:r>
            <a:r>
              <a:rPr lang="en-US" altLang="zh-CN" b="1" dirty="0" smtClean="0">
                <a:solidFill>
                  <a:srgbClr val="FF0000"/>
                </a:solidFill>
                <a:latin typeface="微软雅黑" pitchFamily="34" charset="-122"/>
                <a:ea typeface="微软雅黑" pitchFamily="34" charset="-122"/>
              </a:rPr>
              <a:t>Hard magnetic-High </a:t>
            </a:r>
            <a:r>
              <a:rPr lang="en-US" altLang="zh-CN" b="1" dirty="0" err="1" smtClean="0">
                <a:solidFill>
                  <a:srgbClr val="FF0000"/>
                </a:solidFill>
                <a:latin typeface="微软雅黑" pitchFamily="34" charset="-122"/>
                <a:ea typeface="微软雅黑" pitchFamily="34" charset="-122"/>
              </a:rPr>
              <a:t>coercivity</a:t>
            </a:r>
            <a:endParaRPr lang="en-US" altLang="zh-CN" b="1" dirty="0" smtClean="0">
              <a:solidFill>
                <a:srgbClr val="FF0000"/>
              </a:solidFill>
              <a:latin typeface="微软雅黑" pitchFamily="34" charset="-122"/>
              <a:ea typeface="微软雅黑" pitchFamily="34" charset="-122"/>
            </a:endParaRPr>
          </a:p>
          <a:p>
            <a:pPr>
              <a:lnSpc>
                <a:spcPct val="150000"/>
              </a:lnSpc>
            </a:pPr>
            <a:r>
              <a:rPr lang="en-US" altLang="zh-CN" dirty="0" smtClean="0">
                <a:latin typeface="微软雅黑" pitchFamily="34" charset="-122"/>
                <a:ea typeface="微软雅黑" pitchFamily="34" charset="-122"/>
              </a:rPr>
              <a:t>Relay, Traveling-wave tube, Magnetic recorder, </a:t>
            </a:r>
            <a:r>
              <a:rPr lang="en-US" altLang="zh-CN" dirty="0" err="1" smtClean="0">
                <a:latin typeface="微软雅黑" pitchFamily="34" charset="-122"/>
                <a:ea typeface="微软雅黑" pitchFamily="34" charset="-122"/>
              </a:rPr>
              <a:t>Disconnector</a:t>
            </a:r>
            <a:r>
              <a:rPr lang="en-US" altLang="zh-CN" dirty="0" smtClean="0">
                <a:latin typeface="微软雅黑" pitchFamily="34" charset="-122"/>
                <a:ea typeface="微软雅黑" pitchFamily="34" charset="-122"/>
              </a:rPr>
              <a:t>, Motor, Momentum wheel, Gyroscope, Electromagnetic valve, Transformer, Inductor.</a:t>
            </a:r>
          </a:p>
          <a:p>
            <a:pPr>
              <a:lnSpc>
                <a:spcPct val="150000"/>
              </a:lnSpc>
            </a:pPr>
            <a:r>
              <a:rPr lang="zh-CN" altLang="en-US" b="1" dirty="0" smtClean="0">
                <a:solidFill>
                  <a:srgbClr val="FF0000"/>
                </a:solidFill>
                <a:latin typeface="微软雅黑" pitchFamily="34" charset="-122"/>
                <a:ea typeface="微软雅黑" pitchFamily="34" charset="-122"/>
              </a:rPr>
              <a:t>（</a:t>
            </a:r>
            <a:r>
              <a:rPr lang="en-US" altLang="zh-CN" b="1" dirty="0" smtClean="0">
                <a:solidFill>
                  <a:srgbClr val="FF0000"/>
                </a:solidFill>
                <a:latin typeface="微软雅黑" pitchFamily="34" charset="-122"/>
                <a:ea typeface="微软雅黑" pitchFamily="34" charset="-122"/>
              </a:rPr>
              <a:t>b</a:t>
            </a:r>
            <a:r>
              <a:rPr lang="zh-CN" altLang="en-US" b="1" dirty="0" smtClean="0">
                <a:solidFill>
                  <a:srgbClr val="FF0000"/>
                </a:solidFill>
                <a:latin typeface="微软雅黑" pitchFamily="34" charset="-122"/>
                <a:ea typeface="微软雅黑" pitchFamily="34" charset="-122"/>
              </a:rPr>
              <a:t>） </a:t>
            </a:r>
            <a:r>
              <a:rPr lang="en-US" altLang="zh-CN" b="1" dirty="0" smtClean="0">
                <a:solidFill>
                  <a:srgbClr val="FF0000"/>
                </a:solidFill>
                <a:latin typeface="微软雅黑" pitchFamily="34" charset="-122"/>
                <a:ea typeface="微软雅黑" pitchFamily="34" charset="-122"/>
              </a:rPr>
              <a:t>Soft magnetic-Low </a:t>
            </a:r>
            <a:r>
              <a:rPr lang="en-US" altLang="zh-CN" b="1" dirty="0" err="1" smtClean="0">
                <a:solidFill>
                  <a:srgbClr val="FF0000"/>
                </a:solidFill>
                <a:latin typeface="微软雅黑" pitchFamily="34" charset="-122"/>
                <a:ea typeface="微软雅黑" pitchFamily="34" charset="-122"/>
              </a:rPr>
              <a:t>coercivity</a:t>
            </a:r>
            <a:endParaRPr lang="en-US" altLang="zh-CN" b="1" dirty="0" smtClean="0">
              <a:solidFill>
                <a:srgbClr val="FF0000"/>
              </a:solidFill>
              <a:latin typeface="微软雅黑" pitchFamily="34" charset="-122"/>
              <a:ea typeface="微软雅黑" pitchFamily="34" charset="-122"/>
            </a:endParaRPr>
          </a:p>
          <a:p>
            <a:pPr>
              <a:lnSpc>
                <a:spcPct val="150000"/>
              </a:lnSpc>
            </a:pPr>
            <a:r>
              <a:rPr lang="en-US" altLang="zh-CN" dirty="0" smtClean="0">
                <a:latin typeface="微软雅黑" pitchFamily="34" charset="-122"/>
                <a:ea typeface="微软雅黑" pitchFamily="34" charset="-122"/>
              </a:rPr>
              <a:t>Electric coupler, Fastener, Nickel battery, Gear, Bearing, Strut member, Metal sealing element, Attitude control engine, Magnetic torque.</a:t>
            </a:r>
            <a:endParaRPr lang="zh-CN" altLang="en-US" dirty="0">
              <a:latin typeface="微软雅黑" pitchFamily="34" charset="-122"/>
              <a:ea typeface="微软雅黑" pitchFamily="34" charset="-122"/>
            </a:endParaRPr>
          </a:p>
        </p:txBody>
      </p:sp>
      <p:sp>
        <p:nvSpPr>
          <p:cNvPr id="11" name="右箭头 10"/>
          <p:cNvSpPr/>
          <p:nvPr/>
        </p:nvSpPr>
        <p:spPr>
          <a:xfrm>
            <a:off x="3131840" y="3356992"/>
            <a:ext cx="720080"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grpSp>
        <p:nvGrpSpPr>
          <p:cNvPr id="2" name="组合 50"/>
          <p:cNvGrpSpPr/>
          <p:nvPr/>
        </p:nvGrpSpPr>
        <p:grpSpPr>
          <a:xfrm rot="1207951">
            <a:off x="7690827" y="332500"/>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16"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17"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15" name="TextBox 14"/>
            <p:cNvSpPr txBox="1"/>
            <p:nvPr/>
          </p:nvSpPr>
          <p:spPr>
            <a:xfrm>
              <a:off x="7719711" y="711228"/>
              <a:ext cx="1259952" cy="830997"/>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Spacecraft Magnetic Control</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示 6"/>
          <p:cNvGraphicFramePr/>
          <p:nvPr>
            <p:extLst>
              <p:ext uri="{D42A27DB-BD31-4B8C-83A1-F6EECF244321}">
                <p14:modId xmlns:p14="http://schemas.microsoft.com/office/powerpoint/2010/main" val="2034203558"/>
              </p:ext>
            </p:extLst>
          </p:nvPr>
        </p:nvGraphicFramePr>
        <p:xfrm>
          <a:off x="-108520" y="1397000"/>
          <a:ext cx="4416152" cy="42642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右箭头 9"/>
          <p:cNvSpPr/>
          <p:nvPr/>
        </p:nvSpPr>
        <p:spPr>
          <a:xfrm>
            <a:off x="3131840" y="4869160"/>
            <a:ext cx="720080"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a:off x="3888432" y="2348880"/>
            <a:ext cx="5076056" cy="4239458"/>
          </a:xfrm>
          <a:prstGeom prst="round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495300" indent="-495300">
              <a:lnSpc>
                <a:spcPct val="150000"/>
              </a:lnSpc>
              <a:buFont typeface="Arial" pitchFamily="34" charset="0"/>
              <a:buChar char="•"/>
            </a:pPr>
            <a:r>
              <a:rPr lang="en-US" altLang="zh-CN" dirty="0" smtClean="0">
                <a:latin typeface="微软雅黑" pitchFamily="34" charset="-122"/>
                <a:ea typeface="微软雅黑" pitchFamily="34" charset="-122"/>
              </a:rPr>
              <a:t>Cable system on satellite</a:t>
            </a:r>
            <a:endParaRPr lang="zh-CN" altLang="en-US" dirty="0">
              <a:latin typeface="微软雅黑" pitchFamily="34" charset="-122"/>
              <a:ea typeface="微软雅黑" pitchFamily="34" charset="-122"/>
            </a:endParaRPr>
          </a:p>
          <a:p>
            <a:pPr marL="495300" indent="-495300">
              <a:lnSpc>
                <a:spcPct val="150000"/>
              </a:lnSpc>
              <a:buFont typeface="Arial" pitchFamily="34" charset="0"/>
              <a:buChar char="•"/>
            </a:pPr>
            <a:r>
              <a:rPr lang="en-US" altLang="zh-CN" dirty="0" smtClean="0">
                <a:latin typeface="微软雅黑" pitchFamily="34" charset="-122"/>
                <a:ea typeface="微软雅黑" pitchFamily="34" charset="-122"/>
              </a:rPr>
              <a:t>electric circuit inside devices</a:t>
            </a:r>
          </a:p>
          <a:p>
            <a:pPr marL="495300" indent="-495300">
              <a:lnSpc>
                <a:spcPct val="150000"/>
              </a:lnSpc>
              <a:buFont typeface="Arial" pitchFamily="34" charset="0"/>
              <a:buChar char="•"/>
            </a:pPr>
            <a:r>
              <a:rPr lang="en-US" altLang="zh-CN" dirty="0" smtClean="0">
                <a:latin typeface="微软雅黑" pitchFamily="34" charset="-122"/>
                <a:ea typeface="微软雅黑" pitchFamily="34" charset="-122"/>
              </a:rPr>
              <a:t>Coil in transformer, inductor, inductance</a:t>
            </a:r>
            <a:endParaRPr lang="zh-CN" altLang="en-US" dirty="0">
              <a:latin typeface="微软雅黑" pitchFamily="34" charset="-122"/>
              <a:ea typeface="微软雅黑" pitchFamily="34" charset="-122"/>
            </a:endParaRPr>
          </a:p>
          <a:p>
            <a:pPr marL="495300" indent="-495300">
              <a:lnSpc>
                <a:spcPct val="150000"/>
              </a:lnSpc>
              <a:buFont typeface="Arial" pitchFamily="34" charset="0"/>
              <a:buChar char="•"/>
            </a:pPr>
            <a:r>
              <a:rPr lang="en-US" altLang="zh-CN" dirty="0" smtClean="0">
                <a:latin typeface="微软雅黑" pitchFamily="34" charset="-122"/>
                <a:ea typeface="微软雅黑" pitchFamily="34" charset="-122"/>
              </a:rPr>
              <a:t>Power wiring</a:t>
            </a:r>
            <a:endParaRPr lang="zh-CN" altLang="en-US" dirty="0">
              <a:latin typeface="微软雅黑" pitchFamily="34" charset="-122"/>
              <a:ea typeface="微软雅黑" pitchFamily="34" charset="-122"/>
            </a:endParaRPr>
          </a:p>
          <a:p>
            <a:pPr marL="495300" indent="-495300" eaLnBrk="1" hangingPunct="1">
              <a:lnSpc>
                <a:spcPct val="150000"/>
              </a:lnSpc>
              <a:buFont typeface="Arial" pitchFamily="34" charset="0"/>
              <a:buChar char="•"/>
            </a:pPr>
            <a:r>
              <a:rPr lang="en-US" altLang="zh-CN" dirty="0" smtClean="0">
                <a:latin typeface="微软雅黑" pitchFamily="34" charset="-122"/>
                <a:ea typeface="微软雅黑" pitchFamily="34" charset="-122"/>
              </a:rPr>
              <a:t>Grounding circuit current</a:t>
            </a:r>
            <a:endParaRPr lang="zh-CN" altLang="en-US" dirty="0">
              <a:latin typeface="微软雅黑" pitchFamily="34" charset="-122"/>
              <a:ea typeface="微软雅黑" pitchFamily="34" charset="-122"/>
            </a:endParaRPr>
          </a:p>
          <a:p>
            <a:pPr marL="495300" indent="-495300">
              <a:lnSpc>
                <a:spcPct val="150000"/>
              </a:lnSpc>
              <a:buFont typeface="Arial" pitchFamily="34" charset="0"/>
              <a:buChar char="•"/>
            </a:pPr>
            <a:r>
              <a:rPr lang="en-US" altLang="zh-CN" dirty="0" smtClean="0">
                <a:latin typeface="微软雅黑" pitchFamily="34" charset="-122"/>
                <a:ea typeface="微软雅黑" pitchFamily="34" charset="-122"/>
              </a:rPr>
              <a:t>Solar Battery array wiring</a:t>
            </a:r>
            <a:endParaRPr lang="zh-CN" altLang="en-US" dirty="0">
              <a:latin typeface="微软雅黑" pitchFamily="34" charset="-122"/>
              <a:ea typeface="微软雅黑" pitchFamily="34" charset="-122"/>
            </a:endParaRPr>
          </a:p>
          <a:p>
            <a:pPr marL="495300" indent="-495300">
              <a:lnSpc>
                <a:spcPct val="150000"/>
              </a:lnSpc>
              <a:buFont typeface="Arial" pitchFamily="34" charset="0"/>
              <a:buChar char="•"/>
            </a:pPr>
            <a:r>
              <a:rPr lang="en-US" altLang="zh-CN" dirty="0" smtClean="0">
                <a:latin typeface="微软雅黑" pitchFamily="34" charset="-122"/>
                <a:ea typeface="微软雅黑" pitchFamily="34" charset="-122"/>
              </a:rPr>
              <a:t>solenoid</a:t>
            </a:r>
            <a:endParaRPr lang="zh-CN" altLang="en-US" dirty="0">
              <a:latin typeface="微软雅黑" pitchFamily="34" charset="-122"/>
              <a:ea typeface="微软雅黑" pitchFamily="34" charset="-122"/>
            </a:endParaRPr>
          </a:p>
          <a:p>
            <a:pPr marL="495300" indent="-495300">
              <a:lnSpc>
                <a:spcPct val="150000"/>
              </a:lnSpc>
              <a:buFont typeface="Arial" pitchFamily="34" charset="0"/>
              <a:buChar char="•"/>
            </a:pPr>
            <a:r>
              <a:rPr lang="en-US" altLang="zh-CN" dirty="0" smtClean="0">
                <a:latin typeface="微软雅黑" pitchFamily="34" charset="-122"/>
                <a:ea typeface="微软雅黑" pitchFamily="34" charset="-122"/>
              </a:rPr>
              <a:t>thermoelectric couple circuit current</a:t>
            </a:r>
          </a:p>
        </p:txBody>
      </p:sp>
      <p:sp>
        <p:nvSpPr>
          <p:cNvPr id="12"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grpSp>
        <p:nvGrpSpPr>
          <p:cNvPr id="2" name="组合 50"/>
          <p:cNvGrpSpPr/>
          <p:nvPr/>
        </p:nvGrpSpPr>
        <p:grpSpPr>
          <a:xfrm rot="1207951">
            <a:off x="7690827" y="332500"/>
            <a:ext cx="1476645" cy="1252716"/>
            <a:chOff x="7719711" y="500042"/>
            <a:chExt cx="1259952" cy="1252716"/>
          </a:xfrm>
        </p:grpSpPr>
        <p:grpSp>
          <p:nvGrpSpPr>
            <p:cNvPr id="3" name="Group 11"/>
            <p:cNvGrpSpPr>
              <a:grpSpLocks/>
            </p:cNvGrpSpPr>
            <p:nvPr/>
          </p:nvGrpSpPr>
          <p:grpSpPr bwMode="auto">
            <a:xfrm>
              <a:off x="7786710" y="500042"/>
              <a:ext cx="1150939" cy="1252716"/>
              <a:chOff x="2010" y="1920"/>
              <a:chExt cx="1680" cy="1680"/>
            </a:xfrm>
          </p:grpSpPr>
          <p:sp>
            <p:nvSpPr>
              <p:cNvPr id="16"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17"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15" name="TextBox 14"/>
            <p:cNvSpPr txBox="1"/>
            <p:nvPr/>
          </p:nvSpPr>
          <p:spPr>
            <a:xfrm>
              <a:off x="7719711" y="711228"/>
              <a:ext cx="1259952" cy="830997"/>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Spacecraft Magnetic Control</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7812360" y="6592267"/>
            <a:ext cx="874440" cy="365125"/>
          </a:xfrm>
        </p:spPr>
        <p:txBody>
          <a:body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36</a:t>
            </a:fld>
            <a:r>
              <a:rPr lang="zh-CN" altLang="en-US" dirty="0" smtClean="0"/>
              <a:t> </a:t>
            </a:r>
            <a:endParaRPr lang="zh-CN" altLang="en-US" dirty="0">
              <a:latin typeface="微软雅黑" pitchFamily="34" charset="-122"/>
              <a:ea typeface="微软雅黑" pitchFamily="34" charset="-122"/>
            </a:endParaRPr>
          </a:p>
        </p:txBody>
      </p:sp>
      <p:pic>
        <p:nvPicPr>
          <p:cNvPr id="9218" name="Picture 2"/>
          <p:cNvPicPr>
            <a:picLocks noChangeAspect="1" noChangeArrowheads="1"/>
          </p:cNvPicPr>
          <p:nvPr/>
        </p:nvPicPr>
        <p:blipFill>
          <a:blip r:embed="rId2" cstate="print"/>
          <a:srcRect l="22963" t="21412" r="36636" b="5896"/>
          <a:stretch>
            <a:fillRect/>
          </a:stretch>
        </p:blipFill>
        <p:spPr bwMode="auto">
          <a:xfrm>
            <a:off x="4788544" y="2852936"/>
            <a:ext cx="4355455" cy="4176464"/>
          </a:xfrm>
          <a:prstGeom prst="rect">
            <a:avLst/>
          </a:prstGeom>
          <a:noFill/>
          <a:ln w="9525">
            <a:noFill/>
            <a:miter lim="800000"/>
            <a:headEnd/>
            <a:tailEnd/>
          </a:ln>
        </p:spPr>
      </p:pic>
      <p:sp>
        <p:nvSpPr>
          <p:cNvPr id="2" name="标题 1"/>
          <p:cNvSpPr>
            <a:spLocks noGrp="1"/>
          </p:cNvSpPr>
          <p:nvPr>
            <p:ph type="title"/>
          </p:nvPr>
        </p:nvSpPr>
        <p:spPr>
          <a:xfrm>
            <a:off x="457200" y="116632"/>
            <a:ext cx="8229600" cy="1082660"/>
          </a:xfrm>
        </p:spPr>
        <p:txBody>
          <a:bodyPr>
            <a:normAutofit/>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a:xfrm>
            <a:off x="323528" y="1124744"/>
            <a:ext cx="8820472"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3.3 Mapping on Equator</a:t>
            </a:r>
            <a:endParaRPr lang="zh-CN" altLang="zh-CN" sz="2400" dirty="0" smtClean="0">
              <a:solidFill>
                <a:schemeClr val="tx1"/>
              </a:solidFill>
              <a:latin typeface="Times New Roman" pitchFamily="18" charset="0"/>
              <a:cs typeface="Times New Roman" pitchFamily="18" charset="0"/>
            </a:endParaRP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 Assume the testing item is a magnetic central dipole system, the magnetic moment can be obtained by the data processing of the magnetic field intensity distribution at several circles of different radii on the equator plane of spacecraft.</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 </a:t>
            </a:r>
          </a:p>
        </p:txBody>
      </p:sp>
      <p:sp>
        <p:nvSpPr>
          <p:cNvPr id="30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0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TextBox 10"/>
          <p:cNvSpPr txBox="1"/>
          <p:nvPr/>
        </p:nvSpPr>
        <p:spPr>
          <a:xfrm>
            <a:off x="323528" y="2937133"/>
            <a:ext cx="5040560" cy="4524315"/>
          </a:xfrm>
          <a:prstGeom prst="rect">
            <a:avLst/>
          </a:prstGeom>
          <a:noFill/>
        </p:spPr>
        <p:txBody>
          <a:bodyPr wrap="square" rtlCol="0">
            <a:spAutoFit/>
          </a:bodyPr>
          <a:lstStyle/>
          <a:p>
            <a:pPr>
              <a:lnSpc>
                <a:spcPct val="150000"/>
              </a:lnSpc>
              <a:buFont typeface="Wingdings" pitchFamily="2" charset="2"/>
              <a:buChar char="l"/>
            </a:pPr>
            <a:r>
              <a:rPr lang="en-US" altLang="zh-CN" b="1" dirty="0" smtClean="0">
                <a:latin typeface="Times New Roman" pitchFamily="18" charset="0"/>
                <a:ea typeface="微软雅黑" pitchFamily="34" charset="-122"/>
                <a:cs typeface="Times New Roman" pitchFamily="18" charset="0"/>
              </a:rPr>
              <a:t>To avoid the disturbance of the Earth’ field, the  test system must be mounted on the field-free regions or the magnetic ambient field intensity must be subtract from the measured value of the 3 magnetometer. Field-free regions are produced by shielded magnetic enclosures or by coil arrangements that cancel the ambient field.</a:t>
            </a:r>
          </a:p>
          <a:p>
            <a:pPr marL="400050" lvl="1" indent="0">
              <a:lnSpc>
                <a:spcPct val="150000"/>
              </a:lnSpc>
              <a:buFont typeface="Wingdings" pitchFamily="2" charset="2"/>
              <a:buChar char="Ø"/>
            </a:pPr>
            <a:r>
              <a:rPr lang="en-US" altLang="zh-CN" b="1" dirty="0" smtClean="0">
                <a:latin typeface="Times New Roman" pitchFamily="18" charset="0"/>
                <a:ea typeface="微软雅黑" pitchFamily="34" charset="-122"/>
                <a:cs typeface="Times New Roman" pitchFamily="18" charset="0"/>
              </a:rPr>
              <a:t>1- Spacecraft;  2- Magnetometer</a:t>
            </a:r>
          </a:p>
          <a:p>
            <a:pPr marL="400050" lvl="1" indent="0">
              <a:lnSpc>
                <a:spcPct val="150000"/>
              </a:lnSpc>
              <a:buFont typeface="Wingdings" pitchFamily="2" charset="2"/>
              <a:buChar char="Ø"/>
            </a:pPr>
            <a:r>
              <a:rPr lang="en-US" altLang="zh-CN" b="1" dirty="0" smtClean="0">
                <a:latin typeface="Times New Roman" pitchFamily="18" charset="0"/>
                <a:ea typeface="微软雅黑" pitchFamily="34" charset="-122"/>
                <a:cs typeface="Times New Roman" pitchFamily="18" charset="0"/>
              </a:rPr>
              <a:t>3- Turning table; X-y plane - Equator plane</a:t>
            </a:r>
          </a:p>
          <a:p>
            <a:pPr marL="400050" lvl="1" indent="0">
              <a:lnSpc>
                <a:spcPct val="150000"/>
              </a:lnSpc>
              <a:buFont typeface="Wingdings" pitchFamily="2" charset="2"/>
              <a:buChar char="Ø"/>
            </a:pPr>
            <a:r>
              <a:rPr lang="en-US" altLang="zh-CN" b="1" dirty="0" smtClean="0">
                <a:latin typeface="Times New Roman" pitchFamily="18" charset="0"/>
                <a:ea typeface="微软雅黑" pitchFamily="34" charset="-122"/>
                <a:cs typeface="Times New Roman" pitchFamily="18" charset="0"/>
              </a:rPr>
              <a:t>Z axis - Rotation axis</a:t>
            </a:r>
          </a:p>
          <a:p>
            <a:endParaRPr lang="zh-CN" altLang="en-US" b="1" dirty="0" smtClean="0">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7812360" y="6592267"/>
            <a:ext cx="874440" cy="365125"/>
          </a:xfrm>
        </p:spPr>
        <p:txBody>
          <a:body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37</a:t>
            </a:fld>
            <a:r>
              <a:rPr lang="zh-CN" altLang="en-US" dirty="0" smtClean="0"/>
              <a:t> </a:t>
            </a:r>
            <a:endParaRPr lang="zh-CN" altLang="en-US" dirty="0">
              <a:latin typeface="微软雅黑" pitchFamily="34" charset="-122"/>
              <a:ea typeface="微软雅黑" pitchFamily="34" charset="-122"/>
            </a:endParaRPr>
          </a:p>
        </p:txBody>
      </p:sp>
      <p:pic>
        <p:nvPicPr>
          <p:cNvPr id="9218" name="Picture 2"/>
          <p:cNvPicPr>
            <a:picLocks noChangeAspect="1" noChangeArrowheads="1"/>
          </p:cNvPicPr>
          <p:nvPr/>
        </p:nvPicPr>
        <p:blipFill>
          <a:blip r:embed="rId2" cstate="print"/>
          <a:srcRect l="22963" t="21412" r="36636" b="5896"/>
          <a:stretch>
            <a:fillRect/>
          </a:stretch>
        </p:blipFill>
        <p:spPr bwMode="auto">
          <a:xfrm>
            <a:off x="5164015" y="3212976"/>
            <a:ext cx="3979985" cy="3816424"/>
          </a:xfrm>
          <a:prstGeom prst="rect">
            <a:avLst/>
          </a:prstGeom>
          <a:noFill/>
          <a:ln w="9525">
            <a:noFill/>
            <a:miter lim="800000"/>
            <a:headEnd/>
            <a:tailEnd/>
          </a:ln>
        </p:spPr>
      </p:pic>
      <p:sp>
        <p:nvSpPr>
          <p:cNvPr id="2" name="标题 1"/>
          <p:cNvSpPr>
            <a:spLocks noGrp="1"/>
          </p:cNvSpPr>
          <p:nvPr>
            <p:ph type="title"/>
          </p:nvPr>
        </p:nvSpPr>
        <p:spPr>
          <a:xfrm>
            <a:off x="457200" y="116632"/>
            <a:ext cx="8229600" cy="1082660"/>
          </a:xfrm>
        </p:spPr>
        <p:txBody>
          <a:bodyPr>
            <a:normAutofit/>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a:xfrm>
            <a:off x="323528" y="1124744"/>
            <a:ext cx="8820472" cy="5256584"/>
          </a:xfrm>
        </p:spPr>
        <p:txBody>
          <a:bodyPr>
            <a:noAutofit/>
          </a:bodyPr>
          <a:lstStyle/>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3.3 Mapping on Equator</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The test procedure is:  </a:t>
            </a:r>
          </a:p>
          <a:p>
            <a:pPr marL="400050" lvl="1" indent="0">
              <a:buFont typeface="Wingdings" pitchFamily="2" charset="2"/>
              <a:buChar char="Ø"/>
            </a:pPr>
            <a:r>
              <a:rPr lang="en-US" altLang="zh-CN" sz="1800" dirty="0" smtClean="0">
                <a:solidFill>
                  <a:schemeClr val="tx1"/>
                </a:solidFill>
                <a:latin typeface="Times New Roman" pitchFamily="18" charset="0"/>
                <a:cs typeface="Times New Roman" pitchFamily="18" charset="0"/>
              </a:rPr>
              <a:t>(l) Place 3 magnetometers along the y axis with the same distance between each other, make sure that the line connect the 3 magnetometers must across the geometry center of the test item and is perpendicular to the rotation axis. </a:t>
            </a:r>
          </a:p>
          <a:p>
            <a:pPr marL="0" indent="0">
              <a:buFont typeface="Wingdings" pitchFamily="2" charset="2"/>
              <a:buChar char="l"/>
            </a:pPr>
            <a:endParaRPr lang="zh-CN" altLang="zh-CN" sz="1800" dirty="0" smtClean="0">
              <a:solidFill>
                <a:schemeClr val="tx1"/>
              </a:solidFill>
              <a:latin typeface="Times New Roman" pitchFamily="18" charset="0"/>
              <a:cs typeface="Times New Roman" pitchFamily="18" charset="0"/>
            </a:endParaRPr>
          </a:p>
        </p:txBody>
      </p:sp>
      <p:sp>
        <p:nvSpPr>
          <p:cNvPr id="30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0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TextBox 8"/>
          <p:cNvSpPr txBox="1"/>
          <p:nvPr/>
        </p:nvSpPr>
        <p:spPr>
          <a:xfrm>
            <a:off x="323528" y="3158966"/>
            <a:ext cx="5040560" cy="3693319"/>
          </a:xfrm>
          <a:prstGeom prst="rect">
            <a:avLst/>
          </a:prstGeom>
          <a:noFill/>
        </p:spPr>
        <p:txBody>
          <a:bodyPr wrap="square" rtlCol="0">
            <a:spAutoFit/>
          </a:bodyPr>
          <a:lstStyle/>
          <a:p>
            <a:pPr marL="400050" lvl="1">
              <a:lnSpc>
                <a:spcPct val="150000"/>
              </a:lnSpc>
              <a:buFont typeface="Wingdings" pitchFamily="2" charset="2"/>
              <a:buChar char="Ø"/>
            </a:pPr>
            <a:r>
              <a:rPr lang="en-US" altLang="zh-CN" b="1" dirty="0" smtClean="0">
                <a:latin typeface="Times New Roman" pitchFamily="18" charset="0"/>
                <a:ea typeface="微软雅黑" pitchFamily="34" charset="-122"/>
                <a:cs typeface="Times New Roman" pitchFamily="18" charset="0"/>
              </a:rPr>
              <a:t>(2) record the measured value of 3 magnetometers every rotation angle </a:t>
            </a:r>
            <a:r>
              <a:rPr lang="el-GR" altLang="zh-CN" b="1" dirty="0" smtClean="0">
                <a:latin typeface="Times New Roman" pitchFamily="18" charset="0"/>
                <a:ea typeface="微软雅黑" pitchFamily="34" charset="-122"/>
                <a:cs typeface="Times New Roman" pitchFamily="18" charset="0"/>
              </a:rPr>
              <a:t>α </a:t>
            </a:r>
            <a:r>
              <a:rPr lang="en-US" altLang="zh-CN" b="1" dirty="0" smtClean="0">
                <a:latin typeface="Times New Roman" pitchFamily="18" charset="0"/>
                <a:ea typeface="微软雅黑" pitchFamily="34" charset="-122"/>
                <a:cs typeface="Times New Roman" pitchFamily="18" charset="0"/>
              </a:rPr>
              <a:t>while the test item is rotated along the Z axis in counterclockwise direction until the rotation angle of the test item has achieve 360°.</a:t>
            </a:r>
          </a:p>
          <a:p>
            <a:pPr marL="400050" lvl="1">
              <a:lnSpc>
                <a:spcPct val="150000"/>
              </a:lnSpc>
              <a:buFont typeface="Wingdings" pitchFamily="2" charset="2"/>
              <a:buChar char="Ø"/>
            </a:pPr>
            <a:r>
              <a:rPr lang="en-US" altLang="zh-CN" b="1" dirty="0" smtClean="0">
                <a:latin typeface="Times New Roman" pitchFamily="18" charset="0"/>
                <a:ea typeface="微软雅黑" pitchFamily="34" charset="-122"/>
                <a:cs typeface="Times New Roman" pitchFamily="18" charset="0"/>
              </a:rPr>
              <a:t>(3)using the measured magnetic field intensity data to calculate the magnetic moment of the test item.</a:t>
            </a:r>
            <a:endParaRPr lang="zh-CN" altLang="zh-CN" b="1" dirty="0" smtClean="0">
              <a:latin typeface="Times New Roman" pitchFamily="18" charset="0"/>
              <a:ea typeface="微软雅黑" pitchFamily="34" charset="-122"/>
              <a:cs typeface="Times New Roman" pitchFamily="18" charset="0"/>
            </a:endParaRPr>
          </a:p>
          <a:p>
            <a:endParaRPr lang="zh-CN" altLang="en-US" dirty="0"/>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1082660"/>
          </a:xfrm>
        </p:spPr>
        <p:txBody>
          <a:bodyPr>
            <a:normAutofit/>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sp>
        <p:nvSpPr>
          <p:cNvPr id="5" name="灯片编号占位符 4"/>
          <p:cNvSpPr>
            <a:spLocks noGrp="1"/>
          </p:cNvSpPr>
          <p:nvPr>
            <p:ph type="sldNum" sz="quarter" idx="12"/>
          </p:nvPr>
        </p:nvSpPr>
        <p:spPr>
          <a:xfrm>
            <a:off x="7812360" y="6592267"/>
            <a:ext cx="874440" cy="365125"/>
          </a:xfrm>
        </p:spPr>
        <p:txBody>
          <a:body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38</a:t>
            </a:fld>
            <a:r>
              <a:rPr lang="zh-CN" altLang="en-US" dirty="0" smtClean="0"/>
              <a:t> </a:t>
            </a:r>
            <a:endParaRPr lang="zh-CN" altLang="en-US" dirty="0">
              <a:latin typeface="微软雅黑" pitchFamily="34" charset="-122"/>
              <a:ea typeface="微软雅黑" pitchFamily="34" charset="-122"/>
            </a:endParaRPr>
          </a:p>
        </p:txBody>
      </p:sp>
      <p:sp>
        <p:nvSpPr>
          <p:cNvPr id="3" name="内容占位符 2"/>
          <p:cNvSpPr>
            <a:spLocks noGrp="1"/>
          </p:cNvSpPr>
          <p:nvPr>
            <p:ph idx="1"/>
          </p:nvPr>
        </p:nvSpPr>
        <p:spPr>
          <a:xfrm>
            <a:off x="323528" y="1124744"/>
            <a:ext cx="8820472" cy="5256584"/>
          </a:xfrm>
        </p:spPr>
        <p:txBody>
          <a:bodyPr>
            <a:noAutofit/>
          </a:bodyPr>
          <a:lstStyle/>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3.3 Mapping on Equator</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  Factors that contribute errors in the measurement are: </a:t>
            </a:r>
            <a:endParaRPr lang="zh-CN" altLang="zh-CN" sz="1800" dirty="0" smtClean="0">
              <a:solidFill>
                <a:schemeClr val="tx1"/>
              </a:solidFill>
              <a:latin typeface="Times New Roman" pitchFamily="18" charset="0"/>
              <a:cs typeface="Times New Roman" pitchFamily="18" charset="0"/>
            </a:endParaRPr>
          </a:p>
          <a:p>
            <a:pPr marL="400050" lvl="1" indent="0">
              <a:buFont typeface="Wingdings" pitchFamily="2" charset="2"/>
              <a:buChar char="Ø"/>
            </a:pPr>
            <a:r>
              <a:rPr lang="en-US" altLang="zh-CN" sz="1800" dirty="0" smtClean="0">
                <a:solidFill>
                  <a:schemeClr val="tx1"/>
                </a:solidFill>
                <a:latin typeface="Times New Roman" pitchFamily="18" charset="0"/>
                <a:cs typeface="Times New Roman" pitchFamily="18" charset="0"/>
              </a:rPr>
              <a:t>(l) resolution of magnetometers;</a:t>
            </a:r>
          </a:p>
          <a:p>
            <a:pPr marL="400050" lvl="1" indent="0">
              <a:buFont typeface="Wingdings" pitchFamily="2" charset="2"/>
              <a:buChar char="Ø"/>
            </a:pPr>
            <a:r>
              <a:rPr lang="en-US" altLang="zh-CN" sz="1800" dirty="0" smtClean="0">
                <a:solidFill>
                  <a:schemeClr val="tx1"/>
                </a:solidFill>
                <a:latin typeface="Times New Roman" pitchFamily="18" charset="0"/>
                <a:cs typeface="Times New Roman" pitchFamily="18" charset="0"/>
              </a:rPr>
              <a:t>(2) distance and angle measurement error;</a:t>
            </a:r>
          </a:p>
          <a:p>
            <a:pPr marL="400050" lvl="1" indent="0">
              <a:buFont typeface="Wingdings" pitchFamily="2" charset="2"/>
              <a:buChar char="Ø"/>
            </a:pPr>
            <a:r>
              <a:rPr lang="en-US" altLang="zh-CN" sz="1800" dirty="0" smtClean="0">
                <a:solidFill>
                  <a:schemeClr val="tx1"/>
                </a:solidFill>
                <a:latin typeface="Times New Roman" pitchFamily="18" charset="0"/>
                <a:cs typeface="Times New Roman" pitchFamily="18" charset="0"/>
              </a:rPr>
              <a:t>(3) magnetic field disturbance of external ambient magnetic field; </a:t>
            </a:r>
            <a:endParaRPr lang="zh-CN" altLang="zh-CN" sz="1800" dirty="0" smtClean="0">
              <a:solidFill>
                <a:schemeClr val="tx1"/>
              </a:solidFill>
              <a:latin typeface="Times New Roman" pitchFamily="18" charset="0"/>
              <a:cs typeface="Times New Roman" pitchFamily="18" charset="0"/>
            </a:endParaRP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 Under carefully controlled conditions, a resolution of 0.001 to 0.005 Am</a:t>
            </a:r>
            <a:r>
              <a:rPr lang="en-US" altLang="zh-CN" sz="1800" baseline="30000" dirty="0" smtClean="0">
                <a:solidFill>
                  <a:schemeClr val="tx1"/>
                </a:solidFill>
                <a:latin typeface="Times New Roman" pitchFamily="18" charset="0"/>
                <a:cs typeface="Times New Roman" pitchFamily="18" charset="0"/>
              </a:rPr>
              <a:t>2</a:t>
            </a:r>
            <a:r>
              <a:rPr lang="en-US" altLang="zh-CN" sz="1800" dirty="0" smtClean="0">
                <a:solidFill>
                  <a:schemeClr val="tx1"/>
                </a:solidFill>
                <a:latin typeface="Times New Roman" pitchFamily="18" charset="0"/>
                <a:cs typeface="Times New Roman" pitchFamily="18" charset="0"/>
              </a:rPr>
              <a:t> (1 to 5 pole-cm) in measuring components of M can be obtained.</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 There are presently 2 magnetic test systems (CM1, CM2) available at CAST for the  measurement of magnetic dipole moment M. The capacities of CM2 are the satellites which mass is 1000 kg or even lager.</a:t>
            </a:r>
            <a:endParaRPr lang="zh-CN" altLang="zh-CN" sz="1800" dirty="0" smtClean="0">
              <a:solidFill>
                <a:schemeClr val="tx1"/>
              </a:solidFill>
              <a:latin typeface="Times New Roman" pitchFamily="18" charset="0"/>
              <a:cs typeface="Times New Roman" pitchFamily="18" charset="0"/>
            </a:endParaRPr>
          </a:p>
        </p:txBody>
      </p:sp>
      <p:sp>
        <p:nvSpPr>
          <p:cNvPr id="30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0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88224622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3.4  Test purpose</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Obtain the magnetic characteristics such as static and dynamic residual magnetic moment of the spacecraft.</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Do the demagnetizing and compensation of the spacecraft when necessary. Ensure that the static and dynamic residual magnetic moment of the spacecraft must satisfy the requirement. If it can not be satisfied, the requirement must be satisfied at some special testing conditions of the spacecraft which means some devices on spacecraft are turn on and the others are turn off.</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During the magnetic test of a spacecraft,  the power-on status must be given in  a explicit way which is the definition of which devices is power-on and power-off. It is called static condition when the entire spacecraft is power-off and dynamic condition when some or all of the devices are power-on on a spacecraft. </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39</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82246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3.5  Test Procedure</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The general procedure for performing a magnetic test on a spacecraft is shown below:</a:t>
            </a:r>
          </a:p>
          <a:p>
            <a:pPr marL="400050" lvl="1" indent="0">
              <a:buFont typeface="Wingdings" pitchFamily="2" charset="2"/>
              <a:buChar char="Ø"/>
            </a:pPr>
            <a:endParaRPr lang="en-US" altLang="zh-CN" sz="1600" dirty="0" smtClean="0">
              <a:solidFill>
                <a:schemeClr val="tx1"/>
              </a:solidFill>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40</a:t>
            </a:fld>
            <a:r>
              <a:rPr lang="zh-CN" altLang="en-US" smtClean="0"/>
              <a:t> </a:t>
            </a:r>
            <a:endParaRPr lang="zh-CN" altLang="en-US" dirty="0">
              <a:latin typeface="微软雅黑" pitchFamily="34" charset="-122"/>
              <a:ea typeface="微软雅黑" pitchFamily="34" charset="-122"/>
            </a:endParaRPr>
          </a:p>
        </p:txBody>
      </p:sp>
      <p:graphicFrame>
        <p:nvGraphicFramePr>
          <p:cNvPr id="6" name="内容占位符 7"/>
          <p:cNvGraphicFramePr>
            <a:graphicFrameLocks/>
          </p:cNvGraphicFramePr>
          <p:nvPr>
            <p:extLst>
              <p:ext uri="{D42A27DB-BD31-4B8C-83A1-F6EECF244321}">
                <p14:modId xmlns:p14="http://schemas.microsoft.com/office/powerpoint/2010/main" val="1567931725"/>
              </p:ext>
            </p:extLst>
          </p:nvPr>
        </p:nvGraphicFramePr>
        <p:xfrm>
          <a:off x="179512" y="2564904"/>
          <a:ext cx="8229600" cy="4149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2462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395536" y="1003375"/>
            <a:ext cx="7326044" cy="769441"/>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华文行楷" pitchFamily="2" charset="-122"/>
                <a:ea typeface="华文行楷" pitchFamily="2" charset="-122"/>
              </a:rPr>
              <a:t>Magnetizing and demagnetizing method</a:t>
            </a:r>
            <a:endParaRPr lang="zh-CN" altLang="en-US" sz="44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华文行楷" pitchFamily="2" charset="-122"/>
              <a:ea typeface="华文行楷" pitchFamily="2" charset="-122"/>
            </a:endParaRPr>
          </a:p>
        </p:txBody>
      </p:sp>
      <p:sp>
        <p:nvSpPr>
          <p:cNvPr id="11" name="内容占位符 1"/>
          <p:cNvSpPr txBox="1">
            <a:spLocks/>
          </p:cNvSpPr>
          <p:nvPr/>
        </p:nvSpPr>
        <p:spPr>
          <a:xfrm>
            <a:off x="285720" y="1714488"/>
            <a:ext cx="6086480" cy="850416"/>
          </a:xfrm>
          <a:prstGeom prst="roundRect">
            <a:avLst/>
          </a:prstGeom>
        </p:spPr>
        <p:style>
          <a:lnRef idx="3">
            <a:schemeClr val="lt1"/>
          </a:lnRef>
          <a:fillRef idx="1">
            <a:schemeClr val="accent1"/>
          </a:fillRef>
          <a:effectRef idx="1">
            <a:schemeClr val="accent1"/>
          </a:effectRef>
          <a:fontRef idx="minor">
            <a:schemeClr val="lt1"/>
          </a:fontRef>
        </p:style>
        <p:txBody>
          <a:bodyPr/>
          <a:lstStyle>
            <a:lvl1pPr marL="342900" indent="-342900" algn="l" rtl="0" eaLnBrk="0" fontAlgn="base" hangingPunct="0">
              <a:spcBef>
                <a:spcPct val="20000"/>
              </a:spcBef>
              <a:spcAft>
                <a:spcPct val="0"/>
              </a:spcAft>
              <a:buFont typeface="Arial" charset="0"/>
              <a:buChar char="•"/>
              <a:defRPr sz="3200" kern="1200">
                <a:solidFill>
                  <a:schemeClr val="lt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lt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lt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lt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a:lnSpc>
                <a:spcPct val="150000"/>
              </a:lnSpc>
              <a:buNone/>
            </a:pPr>
            <a:r>
              <a:rPr lang="en-US" altLang="zh-CN" sz="2400" b="1" spc="200" dirty="0" smtClean="0">
                <a:latin typeface="微软雅黑" pitchFamily="34" charset="-122"/>
                <a:ea typeface="微软雅黑" pitchFamily="34" charset="-122"/>
              </a:rPr>
              <a:t>The principles  of magnetizing </a:t>
            </a:r>
            <a:endParaRPr lang="zh-CN" altLang="en-US" sz="2400" b="1" spc="200" dirty="0">
              <a:latin typeface="微软雅黑" pitchFamily="34" charset="-122"/>
              <a:ea typeface="微软雅黑" pitchFamily="34" charset="-122"/>
            </a:endParaRPr>
          </a:p>
        </p:txBody>
      </p:sp>
      <p:grpSp>
        <p:nvGrpSpPr>
          <p:cNvPr id="2" name="组合 11"/>
          <p:cNvGrpSpPr/>
          <p:nvPr/>
        </p:nvGrpSpPr>
        <p:grpSpPr>
          <a:xfrm>
            <a:off x="1869896" y="2865512"/>
            <a:ext cx="2448272" cy="1202168"/>
            <a:chOff x="1835696" y="2536390"/>
            <a:chExt cx="2448272" cy="1202168"/>
          </a:xfrm>
        </p:grpSpPr>
        <p:sp>
          <p:nvSpPr>
            <p:cNvPr id="13" name="流程图: 直接访问存储器 12"/>
            <p:cNvSpPr/>
            <p:nvPr/>
          </p:nvSpPr>
          <p:spPr>
            <a:xfrm>
              <a:off x="1835696" y="2564904"/>
              <a:ext cx="2448272" cy="1152128"/>
            </a:xfrm>
            <a:prstGeom prst="flowChartMagneticDrum">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grpSp>
          <p:nvGrpSpPr>
            <p:cNvPr id="3" name="组合 44"/>
            <p:cNvGrpSpPr/>
            <p:nvPr/>
          </p:nvGrpSpPr>
          <p:grpSpPr>
            <a:xfrm>
              <a:off x="2123728" y="2708920"/>
              <a:ext cx="360040" cy="216024"/>
              <a:chOff x="3347864" y="2708920"/>
              <a:chExt cx="360040" cy="216024"/>
            </a:xfrm>
          </p:grpSpPr>
          <p:sp>
            <p:nvSpPr>
              <p:cNvPr id="53" name="椭圆 52"/>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箭头连接符 53"/>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4" name="组合 47"/>
            <p:cNvGrpSpPr/>
            <p:nvPr/>
          </p:nvGrpSpPr>
          <p:grpSpPr>
            <a:xfrm rot="18455588">
              <a:off x="2555776" y="2608398"/>
              <a:ext cx="360040" cy="216024"/>
              <a:chOff x="3347864" y="2708920"/>
              <a:chExt cx="360040" cy="216024"/>
            </a:xfrm>
          </p:grpSpPr>
          <p:sp>
            <p:nvSpPr>
              <p:cNvPr id="51" name="椭圆 50"/>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直接箭头连接符 51"/>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5" name="组合 50"/>
            <p:cNvGrpSpPr/>
            <p:nvPr/>
          </p:nvGrpSpPr>
          <p:grpSpPr>
            <a:xfrm rot="5565393">
              <a:off x="2987824" y="2708920"/>
              <a:ext cx="360040" cy="216024"/>
              <a:chOff x="3347864" y="2708920"/>
              <a:chExt cx="360040" cy="216024"/>
            </a:xfrm>
          </p:grpSpPr>
          <p:sp>
            <p:nvSpPr>
              <p:cNvPr id="48" name="椭圆 47"/>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箭头连接符 48"/>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6" name="组合 53"/>
            <p:cNvGrpSpPr/>
            <p:nvPr/>
          </p:nvGrpSpPr>
          <p:grpSpPr>
            <a:xfrm rot="14482593">
              <a:off x="1980743" y="2967209"/>
              <a:ext cx="360040" cy="216024"/>
              <a:chOff x="3347864" y="2708920"/>
              <a:chExt cx="360040" cy="216024"/>
            </a:xfrm>
          </p:grpSpPr>
          <p:sp>
            <p:nvSpPr>
              <p:cNvPr id="46" name="椭圆 45"/>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箭头连接符 46"/>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7" name="组合 56"/>
            <p:cNvGrpSpPr/>
            <p:nvPr/>
          </p:nvGrpSpPr>
          <p:grpSpPr>
            <a:xfrm rot="1824019">
              <a:off x="2555776" y="3064721"/>
              <a:ext cx="360040" cy="216024"/>
              <a:chOff x="3347864" y="2708920"/>
              <a:chExt cx="360040" cy="216024"/>
            </a:xfrm>
          </p:grpSpPr>
          <p:sp>
            <p:nvSpPr>
              <p:cNvPr id="44" name="椭圆 43"/>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箭头连接符 44"/>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8" name="组合 59"/>
            <p:cNvGrpSpPr/>
            <p:nvPr/>
          </p:nvGrpSpPr>
          <p:grpSpPr>
            <a:xfrm rot="8188802">
              <a:off x="2940713" y="3046693"/>
              <a:ext cx="360040" cy="216024"/>
              <a:chOff x="3347864" y="2708920"/>
              <a:chExt cx="360040" cy="216024"/>
            </a:xfrm>
          </p:grpSpPr>
          <p:sp>
            <p:nvSpPr>
              <p:cNvPr id="42" name="椭圆 41"/>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箭头连接符 42"/>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9" name="组合 62"/>
            <p:cNvGrpSpPr/>
            <p:nvPr/>
          </p:nvGrpSpPr>
          <p:grpSpPr>
            <a:xfrm rot="8749262">
              <a:off x="1937292" y="3418531"/>
              <a:ext cx="360040" cy="216024"/>
              <a:chOff x="3347864" y="2708920"/>
              <a:chExt cx="360040" cy="216024"/>
            </a:xfrm>
          </p:grpSpPr>
          <p:sp>
            <p:nvSpPr>
              <p:cNvPr id="40" name="椭圆 39"/>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箭头连接符 40"/>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0" name="组合 65"/>
            <p:cNvGrpSpPr/>
            <p:nvPr/>
          </p:nvGrpSpPr>
          <p:grpSpPr>
            <a:xfrm rot="4517451">
              <a:off x="2525938" y="3450526"/>
              <a:ext cx="360040" cy="216024"/>
              <a:chOff x="3347864" y="2708920"/>
              <a:chExt cx="360040" cy="216024"/>
            </a:xfrm>
          </p:grpSpPr>
          <p:sp>
            <p:nvSpPr>
              <p:cNvPr id="38" name="椭圆 37"/>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箭头连接符 38"/>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2" name="组合 68"/>
            <p:cNvGrpSpPr/>
            <p:nvPr/>
          </p:nvGrpSpPr>
          <p:grpSpPr>
            <a:xfrm rot="11213763">
              <a:off x="2945489" y="3336158"/>
              <a:ext cx="360040" cy="216024"/>
              <a:chOff x="3347864" y="2708920"/>
              <a:chExt cx="360040" cy="216024"/>
            </a:xfrm>
          </p:grpSpPr>
          <p:sp>
            <p:nvSpPr>
              <p:cNvPr id="36" name="椭圆 35"/>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箭头连接符 36"/>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4" name="组合 71"/>
            <p:cNvGrpSpPr/>
            <p:nvPr/>
          </p:nvGrpSpPr>
          <p:grpSpPr>
            <a:xfrm rot="12952043">
              <a:off x="3419872" y="2577890"/>
              <a:ext cx="360040" cy="216024"/>
              <a:chOff x="3347864" y="2708920"/>
              <a:chExt cx="360040" cy="216024"/>
            </a:xfrm>
          </p:grpSpPr>
          <p:sp>
            <p:nvSpPr>
              <p:cNvPr id="34" name="椭圆 33"/>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箭头连接符 34"/>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5" name="组合 74"/>
            <p:cNvGrpSpPr/>
            <p:nvPr/>
          </p:nvGrpSpPr>
          <p:grpSpPr>
            <a:xfrm rot="11631093">
              <a:off x="3419872" y="2956994"/>
              <a:ext cx="360040" cy="216024"/>
              <a:chOff x="3347864" y="2708920"/>
              <a:chExt cx="360040" cy="216024"/>
            </a:xfrm>
          </p:grpSpPr>
          <p:sp>
            <p:nvSpPr>
              <p:cNvPr id="32" name="椭圆 31"/>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箭头连接符 32"/>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6" name="组合 77"/>
            <p:cNvGrpSpPr/>
            <p:nvPr/>
          </p:nvGrpSpPr>
          <p:grpSpPr>
            <a:xfrm rot="20149565">
              <a:off x="3607450" y="3284984"/>
              <a:ext cx="360040" cy="216024"/>
              <a:chOff x="3347864" y="2708920"/>
              <a:chExt cx="360040" cy="216024"/>
            </a:xfrm>
          </p:grpSpPr>
          <p:sp>
            <p:nvSpPr>
              <p:cNvPr id="30" name="椭圆 29"/>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箭头连接符 30"/>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grpSp>
        <p:nvGrpSpPr>
          <p:cNvPr id="17" name="组合 54"/>
          <p:cNvGrpSpPr/>
          <p:nvPr/>
        </p:nvGrpSpPr>
        <p:grpSpPr>
          <a:xfrm>
            <a:off x="1061182" y="4067780"/>
            <a:ext cx="4337106" cy="1956792"/>
            <a:chOff x="1026982" y="3272408"/>
            <a:chExt cx="4337106" cy="1956792"/>
          </a:xfrm>
        </p:grpSpPr>
        <p:grpSp>
          <p:nvGrpSpPr>
            <p:cNvPr id="18" name="组合 82"/>
            <p:cNvGrpSpPr/>
            <p:nvPr/>
          </p:nvGrpSpPr>
          <p:grpSpPr>
            <a:xfrm>
              <a:off x="1835696" y="4077072"/>
              <a:ext cx="2448272" cy="1152128"/>
              <a:chOff x="1835696" y="4077072"/>
              <a:chExt cx="2448272" cy="1152128"/>
            </a:xfrm>
          </p:grpSpPr>
          <p:sp>
            <p:nvSpPr>
              <p:cNvPr id="65" name="流程图: 直接访问存储器 64"/>
              <p:cNvSpPr/>
              <p:nvPr/>
            </p:nvSpPr>
            <p:spPr>
              <a:xfrm>
                <a:off x="1835696" y="4077072"/>
                <a:ext cx="2448272" cy="1152128"/>
              </a:xfrm>
              <a:prstGeom prst="flowChartMagneticDrum">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grpSp>
            <p:nvGrpSpPr>
              <p:cNvPr id="19" name="组合 9"/>
              <p:cNvGrpSpPr/>
              <p:nvPr/>
            </p:nvGrpSpPr>
            <p:grpSpPr>
              <a:xfrm>
                <a:off x="2123728" y="4221088"/>
                <a:ext cx="360040" cy="216024"/>
                <a:chOff x="3347864" y="2708920"/>
                <a:chExt cx="360040" cy="216024"/>
              </a:xfrm>
            </p:grpSpPr>
            <p:sp>
              <p:nvSpPr>
                <p:cNvPr id="100" name="椭圆 5"/>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1" name="直接箭头连接符 8"/>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1" name="组合 10"/>
              <p:cNvGrpSpPr/>
              <p:nvPr/>
            </p:nvGrpSpPr>
            <p:grpSpPr>
              <a:xfrm>
                <a:off x="2555776" y="4221088"/>
                <a:ext cx="360040" cy="216024"/>
                <a:chOff x="3347864" y="2708920"/>
                <a:chExt cx="360040" cy="216024"/>
              </a:xfrm>
            </p:grpSpPr>
            <p:sp>
              <p:nvSpPr>
                <p:cNvPr id="98" name="椭圆 11"/>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9" name="直接箭头连接符 12"/>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2" name="组合 13"/>
              <p:cNvGrpSpPr/>
              <p:nvPr/>
            </p:nvGrpSpPr>
            <p:grpSpPr>
              <a:xfrm>
                <a:off x="2987824" y="4221088"/>
                <a:ext cx="360040" cy="216024"/>
                <a:chOff x="3347864" y="2708920"/>
                <a:chExt cx="360040" cy="216024"/>
              </a:xfrm>
            </p:grpSpPr>
            <p:sp>
              <p:nvSpPr>
                <p:cNvPr id="96" name="椭圆 14"/>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7" name="直接箭头连接符 15"/>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3" name="组合 16"/>
              <p:cNvGrpSpPr/>
              <p:nvPr/>
            </p:nvGrpSpPr>
            <p:grpSpPr>
              <a:xfrm>
                <a:off x="2123728" y="4509120"/>
                <a:ext cx="360040" cy="216024"/>
                <a:chOff x="3347864" y="2708920"/>
                <a:chExt cx="360040" cy="216024"/>
              </a:xfrm>
            </p:grpSpPr>
            <p:sp>
              <p:nvSpPr>
                <p:cNvPr id="94" name="椭圆 93"/>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 name="直接箭头连接符 94"/>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4" name="组合 19"/>
              <p:cNvGrpSpPr/>
              <p:nvPr/>
            </p:nvGrpSpPr>
            <p:grpSpPr>
              <a:xfrm>
                <a:off x="2555776" y="4509120"/>
                <a:ext cx="360040" cy="216024"/>
                <a:chOff x="3347864" y="2708920"/>
                <a:chExt cx="360040" cy="216024"/>
              </a:xfrm>
            </p:grpSpPr>
            <p:sp>
              <p:nvSpPr>
                <p:cNvPr id="92" name="椭圆 91"/>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3" name="直接箭头连接符 92"/>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5" name="组合 22"/>
              <p:cNvGrpSpPr/>
              <p:nvPr/>
            </p:nvGrpSpPr>
            <p:grpSpPr>
              <a:xfrm>
                <a:off x="2987824" y="4509120"/>
                <a:ext cx="360040" cy="216024"/>
                <a:chOff x="3347864" y="2708920"/>
                <a:chExt cx="360040" cy="216024"/>
              </a:xfrm>
            </p:grpSpPr>
            <p:sp>
              <p:nvSpPr>
                <p:cNvPr id="90" name="椭圆 89"/>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1" name="直接箭头连接符 90"/>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6" name="组合 25"/>
              <p:cNvGrpSpPr/>
              <p:nvPr/>
            </p:nvGrpSpPr>
            <p:grpSpPr>
              <a:xfrm>
                <a:off x="2123728" y="4797152"/>
                <a:ext cx="360040" cy="216024"/>
                <a:chOff x="3347864" y="2708920"/>
                <a:chExt cx="360040" cy="216024"/>
              </a:xfrm>
            </p:grpSpPr>
            <p:sp>
              <p:nvSpPr>
                <p:cNvPr id="88" name="椭圆 87"/>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9" name="直接箭头连接符 88"/>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7" name="组合 28"/>
              <p:cNvGrpSpPr/>
              <p:nvPr/>
            </p:nvGrpSpPr>
            <p:grpSpPr>
              <a:xfrm>
                <a:off x="2555776" y="4797152"/>
                <a:ext cx="360040" cy="216024"/>
                <a:chOff x="3347864" y="2708920"/>
                <a:chExt cx="360040" cy="216024"/>
              </a:xfrm>
            </p:grpSpPr>
            <p:sp>
              <p:nvSpPr>
                <p:cNvPr id="86" name="椭圆 85"/>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7" name="直接箭头连接符 86"/>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8" name="组合 31"/>
              <p:cNvGrpSpPr/>
              <p:nvPr/>
            </p:nvGrpSpPr>
            <p:grpSpPr>
              <a:xfrm>
                <a:off x="2987824" y="4797152"/>
                <a:ext cx="360040" cy="216024"/>
                <a:chOff x="3347864" y="2708920"/>
                <a:chExt cx="360040" cy="216024"/>
              </a:xfrm>
            </p:grpSpPr>
            <p:sp>
              <p:nvSpPr>
                <p:cNvPr id="84" name="椭圆 83"/>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5" name="直接箭头连接符 84"/>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9" name="组合 34"/>
              <p:cNvGrpSpPr/>
              <p:nvPr/>
            </p:nvGrpSpPr>
            <p:grpSpPr>
              <a:xfrm>
                <a:off x="3419872" y="4221088"/>
                <a:ext cx="360040" cy="216024"/>
                <a:chOff x="3347864" y="2708920"/>
                <a:chExt cx="360040" cy="216024"/>
              </a:xfrm>
            </p:grpSpPr>
            <p:sp>
              <p:nvSpPr>
                <p:cNvPr id="82" name="椭圆 81"/>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3" name="直接箭头连接符 82"/>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50" name="组合 37"/>
              <p:cNvGrpSpPr/>
              <p:nvPr/>
            </p:nvGrpSpPr>
            <p:grpSpPr>
              <a:xfrm>
                <a:off x="3419872" y="4509120"/>
                <a:ext cx="360040" cy="216024"/>
                <a:chOff x="3347864" y="2708920"/>
                <a:chExt cx="360040" cy="216024"/>
              </a:xfrm>
            </p:grpSpPr>
            <p:sp>
              <p:nvSpPr>
                <p:cNvPr id="80" name="椭圆 79"/>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1" name="直接箭头连接符 80"/>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55" name="组合 40"/>
              <p:cNvGrpSpPr/>
              <p:nvPr/>
            </p:nvGrpSpPr>
            <p:grpSpPr>
              <a:xfrm>
                <a:off x="3419872" y="4797152"/>
                <a:ext cx="360040" cy="216024"/>
                <a:chOff x="3347864" y="2708920"/>
                <a:chExt cx="360040" cy="216024"/>
              </a:xfrm>
            </p:grpSpPr>
            <p:sp>
              <p:nvSpPr>
                <p:cNvPr id="78" name="椭圆 41"/>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9" name="直接箭头连接符 78"/>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cxnSp>
          <p:nvCxnSpPr>
            <p:cNvPr id="57" name="直接箭头连接符 56"/>
            <p:cNvCxnSpPr/>
            <p:nvPr/>
          </p:nvCxnSpPr>
          <p:spPr>
            <a:xfrm>
              <a:off x="1029609" y="4365104"/>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1038104" y="4517504"/>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1043608" y="4653136"/>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1043608" y="4797152"/>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1043608" y="4941168"/>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1043608" y="5085184"/>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a:off x="1026982" y="4221088"/>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3601696" y="3272408"/>
              <a:ext cx="1728192" cy="369332"/>
            </a:xfrm>
            <a:prstGeom prst="rect">
              <a:avLst/>
            </a:prstGeom>
            <a:noFill/>
          </p:spPr>
          <p:txBody>
            <a:bodyPr wrap="square" rtlCol="0">
              <a:spAutoFit/>
            </a:bodyPr>
            <a:lstStyle/>
            <a:p>
              <a:r>
                <a:rPr lang="en-US" altLang="zh-CN" dirty="0" smtClean="0"/>
                <a:t>Constant field B</a:t>
              </a:r>
              <a:endParaRPr lang="zh-CN" altLang="en-US" dirty="0"/>
            </a:p>
          </p:txBody>
        </p:sp>
      </p:grpSp>
      <p:grpSp>
        <p:nvGrpSpPr>
          <p:cNvPr id="56" name="组合 101"/>
          <p:cNvGrpSpPr/>
          <p:nvPr/>
        </p:nvGrpSpPr>
        <p:grpSpPr>
          <a:xfrm>
            <a:off x="1061182" y="3038042"/>
            <a:ext cx="4337106" cy="864096"/>
            <a:chOff x="4483366" y="2708920"/>
            <a:chExt cx="4337106" cy="864096"/>
          </a:xfrm>
        </p:grpSpPr>
        <p:cxnSp>
          <p:nvCxnSpPr>
            <p:cNvPr id="103" name="直接箭头连接符 92"/>
            <p:cNvCxnSpPr/>
            <p:nvPr/>
          </p:nvCxnSpPr>
          <p:spPr>
            <a:xfrm>
              <a:off x="4485993" y="2852936"/>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p:nvPr/>
          </p:nvCxnSpPr>
          <p:spPr>
            <a:xfrm>
              <a:off x="4494488" y="3005336"/>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5" name="直接箭头连接符 104"/>
            <p:cNvCxnSpPr/>
            <p:nvPr/>
          </p:nvCxnSpPr>
          <p:spPr>
            <a:xfrm>
              <a:off x="4499992" y="3140968"/>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a:off x="4499992" y="3284984"/>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p:nvPr/>
          </p:nvCxnSpPr>
          <p:spPr>
            <a:xfrm>
              <a:off x="4499992" y="3429000"/>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a:off x="4499992" y="3573016"/>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a:off x="4483366" y="2708920"/>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48" name="下箭头 147"/>
          <p:cNvSpPr/>
          <p:nvPr/>
        </p:nvSpPr>
        <p:spPr>
          <a:xfrm>
            <a:off x="2980990" y="4305672"/>
            <a:ext cx="212395" cy="2880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圆角矩形 149"/>
          <p:cNvSpPr/>
          <p:nvPr/>
        </p:nvSpPr>
        <p:spPr>
          <a:xfrm>
            <a:off x="5411665" y="2986767"/>
            <a:ext cx="3552823" cy="2962513"/>
          </a:xfrm>
          <a:prstGeom prst="roundRect">
            <a:avLst/>
          </a:prstGeom>
          <a:noFill/>
        </p:spPr>
        <p:style>
          <a:lnRef idx="2">
            <a:schemeClr val="accent6"/>
          </a:lnRef>
          <a:fillRef idx="1">
            <a:schemeClr val="lt1"/>
          </a:fillRef>
          <a:effectRef idx="0">
            <a:schemeClr val="accent6"/>
          </a:effectRef>
          <a:fontRef idx="minor">
            <a:schemeClr val="dk1"/>
          </a:fontRef>
        </p:style>
        <p:txBody>
          <a:bodyPr wrap="square">
            <a:spAutoFit/>
          </a:bodyPr>
          <a:lstStyle/>
          <a:p>
            <a:pPr algn="just">
              <a:lnSpc>
                <a:spcPct val="150000"/>
              </a:lnSpc>
            </a:pPr>
            <a:r>
              <a:rPr lang="en-US" altLang="zh-CN" sz="1600" dirty="0" smtClean="0">
                <a:solidFill>
                  <a:schemeClr val="tx1"/>
                </a:solidFill>
                <a:latin typeface="微软雅黑" pitchFamily="34" charset="-122"/>
                <a:ea typeface="微软雅黑" pitchFamily="34" charset="-122"/>
              </a:rPr>
              <a:t>During magnetizing test the magnitude and direction of the external magnetic induction field intensity keeps constant to force the residual magnetic moment orientation of devices arranged to the same direction.</a:t>
            </a:r>
            <a:endParaRPr lang="zh-CN" altLang="en-US" sz="1600" dirty="0">
              <a:solidFill>
                <a:schemeClr val="tx1"/>
              </a:solidFill>
              <a:latin typeface="微软雅黑" pitchFamily="34" charset="-122"/>
              <a:ea typeface="微软雅黑" pitchFamily="34" charset="-122"/>
            </a:endParaRPr>
          </a:p>
        </p:txBody>
      </p:sp>
      <p:sp>
        <p:nvSpPr>
          <p:cNvPr id="151" name="TextBox 150"/>
          <p:cNvSpPr txBox="1"/>
          <p:nvPr/>
        </p:nvSpPr>
        <p:spPr>
          <a:xfrm>
            <a:off x="3707904" y="5949280"/>
            <a:ext cx="1728192" cy="369332"/>
          </a:xfrm>
          <a:prstGeom prst="rect">
            <a:avLst/>
          </a:prstGeom>
          <a:noFill/>
        </p:spPr>
        <p:txBody>
          <a:bodyPr wrap="square" rtlCol="0">
            <a:spAutoFit/>
          </a:bodyPr>
          <a:lstStyle/>
          <a:p>
            <a:r>
              <a:rPr lang="en-US" altLang="zh-CN" dirty="0" smtClean="0"/>
              <a:t>Constant field B</a:t>
            </a:r>
            <a:endParaRPr lang="zh-CN" altLang="en-US" dirty="0"/>
          </a:p>
        </p:txBody>
      </p:sp>
      <p:sp>
        <p:nvSpPr>
          <p:cNvPr id="152"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grpSp>
        <p:nvGrpSpPr>
          <p:cNvPr id="66" name="组合 50"/>
          <p:cNvGrpSpPr/>
          <p:nvPr/>
        </p:nvGrpSpPr>
        <p:grpSpPr>
          <a:xfrm rot="1207951">
            <a:off x="7690827" y="332500"/>
            <a:ext cx="1476645" cy="1252716"/>
            <a:chOff x="7719711" y="500042"/>
            <a:chExt cx="1259952" cy="1252716"/>
          </a:xfrm>
        </p:grpSpPr>
        <p:grpSp>
          <p:nvGrpSpPr>
            <p:cNvPr id="67" name="Group 11"/>
            <p:cNvGrpSpPr>
              <a:grpSpLocks/>
            </p:cNvGrpSpPr>
            <p:nvPr/>
          </p:nvGrpSpPr>
          <p:grpSpPr bwMode="auto">
            <a:xfrm>
              <a:off x="7786710" y="500042"/>
              <a:ext cx="1150939" cy="1252716"/>
              <a:chOff x="2010" y="1920"/>
              <a:chExt cx="1680" cy="1680"/>
            </a:xfrm>
          </p:grpSpPr>
          <p:sp>
            <p:nvSpPr>
              <p:cNvPr id="113"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114"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112" name="TextBox 111"/>
            <p:cNvSpPr txBox="1"/>
            <p:nvPr/>
          </p:nvSpPr>
          <p:spPr>
            <a:xfrm>
              <a:off x="7719711" y="711228"/>
              <a:ext cx="1259952" cy="830997"/>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Spacecraft Magnetic Control</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500" fill="hold"/>
                                        <p:tgtEl>
                                          <p:spTgt spid="56"/>
                                        </p:tgtEl>
                                        <p:attrNameLst>
                                          <p:attrName>ppt_x</p:attrName>
                                        </p:attrNameLst>
                                      </p:cBhvr>
                                      <p:tavLst>
                                        <p:tav tm="0">
                                          <p:val>
                                            <p:strVal val="0-#ppt_w/2"/>
                                          </p:val>
                                        </p:tav>
                                        <p:tav tm="100000">
                                          <p:val>
                                            <p:strVal val="#ppt_x"/>
                                          </p:val>
                                        </p:tav>
                                      </p:tavLst>
                                    </p:anim>
                                    <p:anim calcmode="lin" valueType="num">
                                      <p:cBhvr additive="base">
                                        <p:cTn id="8" dur="5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http://www.ndt-ed.org/EducationResources/CommunityCollege/MagParticle/Graphics/DemagB-Hcurve.gif"/>
          <p:cNvPicPr>
            <a:picLocks noChangeAspect="1" noChangeArrowheads="1"/>
          </p:cNvPicPr>
          <p:nvPr/>
        </p:nvPicPr>
        <p:blipFill>
          <a:blip r:embed="rId2" cstate="print"/>
          <a:srcRect/>
          <a:stretch>
            <a:fillRect/>
          </a:stretch>
        </p:blipFill>
        <p:spPr bwMode="auto">
          <a:xfrm>
            <a:off x="5580112" y="1663938"/>
            <a:ext cx="3384376" cy="3709278"/>
          </a:xfrm>
          <a:prstGeom prst="rect">
            <a:avLst/>
          </a:prstGeom>
          <a:noFill/>
        </p:spPr>
      </p:pic>
      <p:sp>
        <p:nvSpPr>
          <p:cNvPr id="10" name="圆角矩形 9"/>
          <p:cNvSpPr/>
          <p:nvPr/>
        </p:nvSpPr>
        <p:spPr>
          <a:xfrm>
            <a:off x="251520" y="1930072"/>
            <a:ext cx="5184576" cy="3371136"/>
          </a:xfrm>
          <a:prstGeom prst="roundRect">
            <a:avLst/>
          </a:prstGeom>
          <a:noFill/>
        </p:spPr>
        <p:style>
          <a:lnRef idx="2">
            <a:schemeClr val="accent6"/>
          </a:lnRef>
          <a:fillRef idx="1">
            <a:schemeClr val="lt1"/>
          </a:fillRef>
          <a:effectRef idx="0">
            <a:schemeClr val="accent6"/>
          </a:effectRef>
          <a:fontRef idx="minor">
            <a:schemeClr val="dk1"/>
          </a:fontRef>
        </p:style>
        <p:txBody>
          <a:bodyPr wrap="square">
            <a:spAutoFit/>
          </a:bodyPr>
          <a:lstStyle/>
          <a:p>
            <a:pPr algn="just">
              <a:lnSpc>
                <a:spcPct val="150000"/>
              </a:lnSpc>
            </a:pPr>
            <a:r>
              <a:rPr lang="en-US" altLang="zh-CN" sz="1600" dirty="0" smtClean="0">
                <a:solidFill>
                  <a:srgbClr val="000066"/>
                </a:solidFill>
                <a:latin typeface="微软雅黑" pitchFamily="34" charset="-122"/>
                <a:ea typeface="微软雅黑" pitchFamily="34" charset="-122"/>
              </a:rPr>
              <a:t>Using the periodically sinusoidal decreasing external magnetic field to reduce the magnetic hysteresis loops to demagnetize the material</a:t>
            </a:r>
            <a:r>
              <a:rPr lang="en-US" altLang="zh-CN" sz="1600" dirty="0" smtClean="0">
                <a:latin typeface="微软雅黑" pitchFamily="34" charset="-122"/>
                <a:ea typeface="微软雅黑" pitchFamily="34" charset="-122"/>
              </a:rPr>
              <a:t>'</a:t>
            </a:r>
            <a:r>
              <a:rPr lang="en-US" altLang="zh-CN" sz="1600" dirty="0" smtClean="0">
                <a:solidFill>
                  <a:srgbClr val="000066"/>
                </a:solidFill>
                <a:latin typeface="微软雅黑" pitchFamily="34" charset="-122"/>
                <a:ea typeface="微软雅黑" pitchFamily="34" charset="-122"/>
              </a:rPr>
              <a:t>s saturation </a:t>
            </a:r>
            <a:r>
              <a:rPr lang="en-US" altLang="zh-CN" sz="1600" dirty="0" err="1" smtClean="0">
                <a:solidFill>
                  <a:srgbClr val="000066"/>
                </a:solidFill>
                <a:latin typeface="微软雅黑" pitchFamily="34" charset="-122"/>
                <a:ea typeface="微软雅黑" pitchFamily="34" charset="-122"/>
              </a:rPr>
              <a:t>remanent</a:t>
            </a:r>
            <a:r>
              <a:rPr lang="en-US" altLang="zh-CN" sz="1600" dirty="0" smtClean="0">
                <a:solidFill>
                  <a:srgbClr val="000066"/>
                </a:solidFill>
                <a:latin typeface="微软雅黑" pitchFamily="34" charset="-122"/>
                <a:ea typeface="微软雅黑" pitchFamily="34" charset="-122"/>
              </a:rPr>
              <a:t> flux, also to disarrange the orientation of material</a:t>
            </a:r>
            <a:r>
              <a:rPr lang="en-US" altLang="zh-CN" sz="1600" dirty="0" smtClean="0">
                <a:latin typeface="微软雅黑" pitchFamily="34" charset="-122"/>
                <a:ea typeface="微软雅黑" pitchFamily="34" charset="-122"/>
              </a:rPr>
              <a:t>'</a:t>
            </a:r>
            <a:r>
              <a:rPr lang="en-US" altLang="zh-CN" sz="1600" dirty="0" smtClean="0">
                <a:solidFill>
                  <a:srgbClr val="000066"/>
                </a:solidFill>
                <a:latin typeface="微软雅黑" pitchFamily="34" charset="-122"/>
                <a:ea typeface="微软雅黑" pitchFamily="34" charset="-122"/>
              </a:rPr>
              <a:t>s magnetic domain. The maximum magnitude of the initial external magnetic field intensity must be larger than the material</a:t>
            </a:r>
            <a:r>
              <a:rPr lang="en-US" altLang="zh-CN" sz="1600" dirty="0" smtClean="0">
                <a:latin typeface="微软雅黑" pitchFamily="34" charset="-122"/>
                <a:ea typeface="微软雅黑" pitchFamily="34" charset="-122"/>
              </a:rPr>
              <a:t>'</a:t>
            </a:r>
            <a:r>
              <a:rPr lang="en-US" altLang="zh-CN" sz="1600" dirty="0" smtClean="0">
                <a:solidFill>
                  <a:srgbClr val="000066"/>
                </a:solidFill>
                <a:latin typeface="微软雅黑" pitchFamily="34" charset="-122"/>
                <a:ea typeface="微软雅黑" pitchFamily="34" charset="-122"/>
              </a:rPr>
              <a:t>s maximum coercive force.</a:t>
            </a:r>
            <a:endParaRPr lang="zh-CN" altLang="en-US" sz="1600" dirty="0">
              <a:solidFill>
                <a:srgbClr val="000066"/>
              </a:solidFill>
              <a:latin typeface="微软雅黑" pitchFamily="34" charset="-122"/>
              <a:ea typeface="微软雅黑" pitchFamily="34" charset="-122"/>
            </a:endParaRPr>
          </a:p>
        </p:txBody>
      </p:sp>
      <p:grpSp>
        <p:nvGrpSpPr>
          <p:cNvPr id="2" name="组合 54"/>
          <p:cNvGrpSpPr/>
          <p:nvPr/>
        </p:nvGrpSpPr>
        <p:grpSpPr>
          <a:xfrm>
            <a:off x="755576" y="5457800"/>
            <a:ext cx="4337106" cy="1499592"/>
            <a:chOff x="1026982" y="4077072"/>
            <a:chExt cx="4337106" cy="1499592"/>
          </a:xfrm>
        </p:grpSpPr>
        <p:grpSp>
          <p:nvGrpSpPr>
            <p:cNvPr id="3" name="组合 82"/>
            <p:cNvGrpSpPr/>
            <p:nvPr/>
          </p:nvGrpSpPr>
          <p:grpSpPr>
            <a:xfrm>
              <a:off x="1835696" y="4077072"/>
              <a:ext cx="2448272" cy="1152128"/>
              <a:chOff x="1835696" y="4077072"/>
              <a:chExt cx="2448272" cy="1152128"/>
            </a:xfrm>
          </p:grpSpPr>
          <p:sp>
            <p:nvSpPr>
              <p:cNvPr id="22" name="流程图: 直接访问存储器 21"/>
              <p:cNvSpPr/>
              <p:nvPr/>
            </p:nvSpPr>
            <p:spPr>
              <a:xfrm>
                <a:off x="1835696" y="4077072"/>
                <a:ext cx="2448272" cy="1152128"/>
              </a:xfrm>
              <a:prstGeom prst="flowChartMagneticDrum">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grpSp>
            <p:nvGrpSpPr>
              <p:cNvPr id="4" name="组合 9"/>
              <p:cNvGrpSpPr/>
              <p:nvPr/>
            </p:nvGrpSpPr>
            <p:grpSpPr>
              <a:xfrm>
                <a:off x="2123728" y="4221088"/>
                <a:ext cx="360040" cy="216024"/>
                <a:chOff x="3347864" y="2708920"/>
                <a:chExt cx="360040" cy="216024"/>
              </a:xfrm>
            </p:grpSpPr>
            <p:sp>
              <p:nvSpPr>
                <p:cNvPr id="58" name="椭圆 5"/>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箭头连接符 8"/>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5" name="组合 10"/>
              <p:cNvGrpSpPr/>
              <p:nvPr/>
            </p:nvGrpSpPr>
            <p:grpSpPr>
              <a:xfrm>
                <a:off x="2555776" y="4221088"/>
                <a:ext cx="360040" cy="216024"/>
                <a:chOff x="3347864" y="2708920"/>
                <a:chExt cx="360040" cy="216024"/>
              </a:xfrm>
            </p:grpSpPr>
            <p:sp>
              <p:nvSpPr>
                <p:cNvPr id="56" name="椭圆 11"/>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 name="直接箭头连接符 12"/>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6" name="组合 13"/>
              <p:cNvGrpSpPr/>
              <p:nvPr/>
            </p:nvGrpSpPr>
            <p:grpSpPr>
              <a:xfrm>
                <a:off x="2987824" y="4221088"/>
                <a:ext cx="360040" cy="216024"/>
                <a:chOff x="3347864" y="2708920"/>
                <a:chExt cx="360040" cy="216024"/>
              </a:xfrm>
            </p:grpSpPr>
            <p:sp>
              <p:nvSpPr>
                <p:cNvPr id="54" name="椭圆 14"/>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箭头连接符 15"/>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8" name="组合 16"/>
              <p:cNvGrpSpPr/>
              <p:nvPr/>
            </p:nvGrpSpPr>
            <p:grpSpPr>
              <a:xfrm>
                <a:off x="2123728" y="4509120"/>
                <a:ext cx="360040" cy="216024"/>
                <a:chOff x="3347864" y="2708920"/>
                <a:chExt cx="360040" cy="216024"/>
              </a:xfrm>
            </p:grpSpPr>
            <p:sp>
              <p:nvSpPr>
                <p:cNvPr id="52" name="椭圆 51"/>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箭头连接符 52"/>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9" name="组合 19"/>
              <p:cNvGrpSpPr/>
              <p:nvPr/>
            </p:nvGrpSpPr>
            <p:grpSpPr>
              <a:xfrm>
                <a:off x="2555776" y="4509120"/>
                <a:ext cx="360040" cy="216024"/>
                <a:chOff x="3347864" y="2708920"/>
                <a:chExt cx="360040" cy="216024"/>
              </a:xfrm>
            </p:grpSpPr>
            <p:sp>
              <p:nvSpPr>
                <p:cNvPr id="49" name="椭圆 48"/>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箭头连接符 50"/>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1" name="组合 22"/>
              <p:cNvGrpSpPr/>
              <p:nvPr/>
            </p:nvGrpSpPr>
            <p:grpSpPr>
              <a:xfrm>
                <a:off x="2987824" y="4509120"/>
                <a:ext cx="360040" cy="216024"/>
                <a:chOff x="3347864" y="2708920"/>
                <a:chExt cx="360040" cy="216024"/>
              </a:xfrm>
            </p:grpSpPr>
            <p:sp>
              <p:nvSpPr>
                <p:cNvPr id="47" name="椭圆 46"/>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箭头连接符 47"/>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2" name="组合 25"/>
              <p:cNvGrpSpPr/>
              <p:nvPr/>
            </p:nvGrpSpPr>
            <p:grpSpPr>
              <a:xfrm>
                <a:off x="2123728" y="4797152"/>
                <a:ext cx="360040" cy="216024"/>
                <a:chOff x="3347864" y="2708920"/>
                <a:chExt cx="360040" cy="216024"/>
              </a:xfrm>
            </p:grpSpPr>
            <p:sp>
              <p:nvSpPr>
                <p:cNvPr id="45" name="椭圆 44"/>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箭头连接符 45"/>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3" name="组合 28"/>
              <p:cNvGrpSpPr/>
              <p:nvPr/>
            </p:nvGrpSpPr>
            <p:grpSpPr>
              <a:xfrm>
                <a:off x="2555776" y="4797152"/>
                <a:ext cx="360040" cy="216024"/>
                <a:chOff x="3347864" y="2708920"/>
                <a:chExt cx="360040" cy="216024"/>
              </a:xfrm>
            </p:grpSpPr>
            <p:sp>
              <p:nvSpPr>
                <p:cNvPr id="43" name="椭圆 42"/>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箭头连接符 43"/>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3" name="组合 31"/>
              <p:cNvGrpSpPr/>
              <p:nvPr/>
            </p:nvGrpSpPr>
            <p:grpSpPr>
              <a:xfrm>
                <a:off x="2987824" y="4797152"/>
                <a:ext cx="360040" cy="216024"/>
                <a:chOff x="3347864" y="2708920"/>
                <a:chExt cx="360040" cy="216024"/>
              </a:xfrm>
            </p:grpSpPr>
            <p:sp>
              <p:nvSpPr>
                <p:cNvPr id="41" name="椭圆 40"/>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箭头连接符 41"/>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4" name="组合 34"/>
              <p:cNvGrpSpPr/>
              <p:nvPr/>
            </p:nvGrpSpPr>
            <p:grpSpPr>
              <a:xfrm>
                <a:off x="3419872" y="4221088"/>
                <a:ext cx="360040" cy="216024"/>
                <a:chOff x="3347864" y="2708920"/>
                <a:chExt cx="360040" cy="216024"/>
              </a:xfrm>
            </p:grpSpPr>
            <p:sp>
              <p:nvSpPr>
                <p:cNvPr id="39" name="椭圆 38"/>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5" name="组合 37"/>
              <p:cNvGrpSpPr/>
              <p:nvPr/>
            </p:nvGrpSpPr>
            <p:grpSpPr>
              <a:xfrm>
                <a:off x="3419872" y="4509120"/>
                <a:ext cx="360040" cy="216024"/>
                <a:chOff x="3347864" y="2708920"/>
                <a:chExt cx="360040" cy="216024"/>
              </a:xfrm>
            </p:grpSpPr>
            <p:sp>
              <p:nvSpPr>
                <p:cNvPr id="37" name="椭圆 36"/>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箭头连接符 37"/>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6" name="组合 40"/>
              <p:cNvGrpSpPr/>
              <p:nvPr/>
            </p:nvGrpSpPr>
            <p:grpSpPr>
              <a:xfrm>
                <a:off x="3419872" y="4797152"/>
                <a:ext cx="360040" cy="216024"/>
                <a:chOff x="3347864" y="2708920"/>
                <a:chExt cx="360040" cy="216024"/>
              </a:xfrm>
            </p:grpSpPr>
            <p:sp>
              <p:nvSpPr>
                <p:cNvPr id="35" name="椭圆 41"/>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箭头连接符 35"/>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cxnSp>
          <p:nvCxnSpPr>
            <p:cNvPr id="14" name="直接箭头连接符 13"/>
            <p:cNvCxnSpPr/>
            <p:nvPr/>
          </p:nvCxnSpPr>
          <p:spPr>
            <a:xfrm>
              <a:off x="1029609" y="4365104"/>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1038104" y="4517504"/>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1043608" y="4653136"/>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1043608" y="4797152"/>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043608" y="4941168"/>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1043608" y="5085184"/>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1026982" y="4221088"/>
              <a:ext cx="43204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251118" y="5207332"/>
              <a:ext cx="3096344" cy="369332"/>
            </a:xfrm>
            <a:prstGeom prst="rect">
              <a:avLst/>
            </a:prstGeom>
            <a:noFill/>
          </p:spPr>
          <p:txBody>
            <a:bodyPr wrap="square" rtlCol="0">
              <a:spAutoFit/>
            </a:bodyPr>
            <a:lstStyle/>
            <a:p>
              <a:r>
                <a:rPr lang="en-US" altLang="zh-CN" dirty="0" smtClean="0"/>
                <a:t>Periodically sinusoidal field B</a:t>
              </a:r>
              <a:endParaRPr lang="zh-CN" altLang="en-US" dirty="0"/>
            </a:p>
          </p:txBody>
        </p:sp>
      </p:grpSp>
      <p:grpSp>
        <p:nvGrpSpPr>
          <p:cNvPr id="27" name="组合 109"/>
          <p:cNvGrpSpPr/>
          <p:nvPr/>
        </p:nvGrpSpPr>
        <p:grpSpPr>
          <a:xfrm>
            <a:off x="5956778" y="5467092"/>
            <a:ext cx="2448272" cy="1202168"/>
            <a:chOff x="1835696" y="2536390"/>
            <a:chExt cx="2448272" cy="1202168"/>
          </a:xfrm>
        </p:grpSpPr>
        <p:sp>
          <p:nvSpPr>
            <p:cNvPr id="61" name="流程图: 直接访问存储器 60"/>
            <p:cNvSpPr/>
            <p:nvPr/>
          </p:nvSpPr>
          <p:spPr>
            <a:xfrm>
              <a:off x="1835696" y="2564904"/>
              <a:ext cx="2448272" cy="1152128"/>
            </a:xfrm>
            <a:prstGeom prst="flowChartMagneticDrum">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grpSp>
          <p:nvGrpSpPr>
            <p:cNvPr id="28" name="组合 111"/>
            <p:cNvGrpSpPr/>
            <p:nvPr/>
          </p:nvGrpSpPr>
          <p:grpSpPr>
            <a:xfrm>
              <a:off x="2123728" y="2708920"/>
              <a:ext cx="360040" cy="216024"/>
              <a:chOff x="3347864" y="2708920"/>
              <a:chExt cx="360040" cy="216024"/>
            </a:xfrm>
          </p:grpSpPr>
          <p:sp>
            <p:nvSpPr>
              <p:cNvPr id="96" name="椭圆 95"/>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7" name="直接箭头连接符 96"/>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9" name="组合 112"/>
            <p:cNvGrpSpPr/>
            <p:nvPr/>
          </p:nvGrpSpPr>
          <p:grpSpPr>
            <a:xfrm rot="18455588">
              <a:off x="2555776" y="2608398"/>
              <a:ext cx="360040" cy="216024"/>
              <a:chOff x="3347864" y="2708920"/>
              <a:chExt cx="360040" cy="216024"/>
            </a:xfrm>
          </p:grpSpPr>
          <p:sp>
            <p:nvSpPr>
              <p:cNvPr id="94" name="椭圆 93"/>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 name="直接箭头连接符 94"/>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30" name="组合 113"/>
            <p:cNvGrpSpPr/>
            <p:nvPr/>
          </p:nvGrpSpPr>
          <p:grpSpPr>
            <a:xfrm rot="5565393">
              <a:off x="2987824" y="2708920"/>
              <a:ext cx="360040" cy="216024"/>
              <a:chOff x="3347864" y="2708920"/>
              <a:chExt cx="360040" cy="216024"/>
            </a:xfrm>
          </p:grpSpPr>
          <p:sp>
            <p:nvSpPr>
              <p:cNvPr id="92" name="椭圆 91"/>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3" name="直接箭头连接符 92"/>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31" name="组合 114"/>
            <p:cNvGrpSpPr/>
            <p:nvPr/>
          </p:nvGrpSpPr>
          <p:grpSpPr>
            <a:xfrm rot="14482593">
              <a:off x="1980743" y="2967209"/>
              <a:ext cx="360040" cy="216024"/>
              <a:chOff x="3347864" y="2708920"/>
              <a:chExt cx="360040" cy="216024"/>
            </a:xfrm>
          </p:grpSpPr>
          <p:sp>
            <p:nvSpPr>
              <p:cNvPr id="90" name="椭圆 89"/>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1" name="直接箭头连接符 90"/>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32" name="组合 115"/>
            <p:cNvGrpSpPr/>
            <p:nvPr/>
          </p:nvGrpSpPr>
          <p:grpSpPr>
            <a:xfrm rot="1824019">
              <a:off x="2555776" y="3064721"/>
              <a:ext cx="360040" cy="216024"/>
              <a:chOff x="3347864" y="2708920"/>
              <a:chExt cx="360040" cy="216024"/>
            </a:xfrm>
          </p:grpSpPr>
          <p:sp>
            <p:nvSpPr>
              <p:cNvPr id="88" name="椭圆 87"/>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9" name="直接箭头连接符 88"/>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33" name="组合 116"/>
            <p:cNvGrpSpPr/>
            <p:nvPr/>
          </p:nvGrpSpPr>
          <p:grpSpPr>
            <a:xfrm rot="8188802">
              <a:off x="2940713" y="3046693"/>
              <a:ext cx="360040" cy="216024"/>
              <a:chOff x="3347864" y="2708920"/>
              <a:chExt cx="360040" cy="216024"/>
            </a:xfrm>
          </p:grpSpPr>
          <p:sp>
            <p:nvSpPr>
              <p:cNvPr id="86" name="椭圆 85"/>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7" name="直接箭头连接符 86"/>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34" name="组合 117"/>
            <p:cNvGrpSpPr/>
            <p:nvPr/>
          </p:nvGrpSpPr>
          <p:grpSpPr>
            <a:xfrm rot="8749262">
              <a:off x="1937292" y="3418531"/>
              <a:ext cx="360040" cy="216024"/>
              <a:chOff x="3347864" y="2708920"/>
              <a:chExt cx="360040" cy="216024"/>
            </a:xfrm>
          </p:grpSpPr>
          <p:sp>
            <p:nvSpPr>
              <p:cNvPr id="84" name="椭圆 83"/>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5" name="直接箭头连接符 84"/>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50" name="组合 118"/>
            <p:cNvGrpSpPr/>
            <p:nvPr/>
          </p:nvGrpSpPr>
          <p:grpSpPr>
            <a:xfrm rot="4517451">
              <a:off x="2525938" y="3450526"/>
              <a:ext cx="360040" cy="216024"/>
              <a:chOff x="3347864" y="2708920"/>
              <a:chExt cx="360040" cy="216024"/>
            </a:xfrm>
          </p:grpSpPr>
          <p:sp>
            <p:nvSpPr>
              <p:cNvPr id="82" name="椭圆 81"/>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3" name="直接箭头连接符 82"/>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60" name="组合 119"/>
            <p:cNvGrpSpPr/>
            <p:nvPr/>
          </p:nvGrpSpPr>
          <p:grpSpPr>
            <a:xfrm rot="11213763">
              <a:off x="2945489" y="3336158"/>
              <a:ext cx="360040" cy="216024"/>
              <a:chOff x="3347864" y="2708920"/>
              <a:chExt cx="360040" cy="216024"/>
            </a:xfrm>
          </p:grpSpPr>
          <p:sp>
            <p:nvSpPr>
              <p:cNvPr id="80" name="椭圆 79"/>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1" name="直接箭头连接符 80"/>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62" name="组合 120"/>
            <p:cNvGrpSpPr/>
            <p:nvPr/>
          </p:nvGrpSpPr>
          <p:grpSpPr>
            <a:xfrm rot="12952043">
              <a:off x="3419872" y="2577890"/>
              <a:ext cx="360040" cy="216024"/>
              <a:chOff x="3347864" y="2708920"/>
              <a:chExt cx="360040" cy="216024"/>
            </a:xfrm>
          </p:grpSpPr>
          <p:sp>
            <p:nvSpPr>
              <p:cNvPr id="78" name="椭圆 77"/>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9" name="直接箭头连接符 78"/>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63" name="组合 121"/>
            <p:cNvGrpSpPr/>
            <p:nvPr/>
          </p:nvGrpSpPr>
          <p:grpSpPr>
            <a:xfrm rot="11631093">
              <a:off x="3419872" y="2956994"/>
              <a:ext cx="360040" cy="216024"/>
              <a:chOff x="3347864" y="2708920"/>
              <a:chExt cx="360040" cy="216024"/>
            </a:xfrm>
          </p:grpSpPr>
          <p:sp>
            <p:nvSpPr>
              <p:cNvPr id="76" name="椭圆 75"/>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7" name="直接箭头连接符 76"/>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64" name="组合 122"/>
            <p:cNvGrpSpPr/>
            <p:nvPr/>
          </p:nvGrpSpPr>
          <p:grpSpPr>
            <a:xfrm rot="20149565">
              <a:off x="3607450" y="3284984"/>
              <a:ext cx="360040" cy="216024"/>
              <a:chOff x="3347864" y="2708920"/>
              <a:chExt cx="360040" cy="216024"/>
            </a:xfrm>
          </p:grpSpPr>
          <p:sp>
            <p:nvSpPr>
              <p:cNvPr id="74" name="椭圆 73"/>
              <p:cNvSpPr/>
              <p:nvPr/>
            </p:nvSpPr>
            <p:spPr>
              <a:xfrm>
                <a:off x="3347864" y="2708920"/>
                <a:ext cx="144016"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5" name="直接箭头连接符 74"/>
              <p:cNvCxnSpPr/>
              <p:nvPr/>
            </p:nvCxnSpPr>
            <p:spPr>
              <a:xfrm>
                <a:off x="3419872" y="2816932"/>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sp>
        <p:nvSpPr>
          <p:cNvPr id="99" name="右箭头 98"/>
          <p:cNvSpPr/>
          <p:nvPr/>
        </p:nvSpPr>
        <p:spPr>
          <a:xfrm>
            <a:off x="5380714" y="5987088"/>
            <a:ext cx="288032" cy="1912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内容占位符 1"/>
          <p:cNvSpPr txBox="1">
            <a:spLocks/>
          </p:cNvSpPr>
          <p:nvPr/>
        </p:nvSpPr>
        <p:spPr>
          <a:xfrm>
            <a:off x="0" y="1196752"/>
            <a:ext cx="6300192" cy="648072"/>
          </a:xfrm>
          <a:prstGeom prst="roundRect">
            <a:avLst/>
          </a:prstGeom>
        </p:spPr>
        <p:style>
          <a:lnRef idx="3">
            <a:schemeClr val="lt1"/>
          </a:lnRef>
          <a:fillRef idx="1">
            <a:schemeClr val="accent1"/>
          </a:fillRef>
          <a:effectRef idx="1">
            <a:schemeClr val="accent1"/>
          </a:effectRef>
          <a:fontRef idx="minor">
            <a:schemeClr val="lt1"/>
          </a:fontRef>
        </p:style>
        <p:txBody>
          <a:bodyPr/>
          <a:lstStyle>
            <a:lvl1pPr marL="342900" indent="-342900" algn="l" rtl="0" eaLnBrk="0" fontAlgn="base" hangingPunct="0">
              <a:spcBef>
                <a:spcPct val="20000"/>
              </a:spcBef>
              <a:spcAft>
                <a:spcPct val="0"/>
              </a:spcAft>
              <a:buFont typeface="Arial" charset="0"/>
              <a:buChar char="•"/>
              <a:defRPr sz="3200" kern="1200">
                <a:solidFill>
                  <a:schemeClr val="lt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lt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lt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lt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a:lnSpc>
                <a:spcPct val="150000"/>
              </a:lnSpc>
              <a:spcBef>
                <a:spcPts val="0"/>
              </a:spcBef>
              <a:buNone/>
            </a:pPr>
            <a:r>
              <a:rPr lang="en-US" altLang="zh-CN" sz="2400" b="1" spc="200" dirty="0" smtClean="0">
                <a:latin typeface="微软雅黑" pitchFamily="34" charset="-122"/>
                <a:ea typeface="微软雅黑" pitchFamily="34" charset="-122"/>
              </a:rPr>
              <a:t>The principles  of demagnetizing </a:t>
            </a:r>
            <a:endParaRPr lang="zh-CN" altLang="en-US" sz="2400" b="1" spc="200" dirty="0">
              <a:latin typeface="微软雅黑" pitchFamily="34" charset="-122"/>
              <a:ea typeface="微软雅黑" pitchFamily="34" charset="-122"/>
            </a:endParaRPr>
          </a:p>
        </p:txBody>
      </p:sp>
      <p:sp>
        <p:nvSpPr>
          <p:cNvPr id="101"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grpSp>
        <p:nvGrpSpPr>
          <p:cNvPr id="65" name="组合 50"/>
          <p:cNvGrpSpPr/>
          <p:nvPr/>
        </p:nvGrpSpPr>
        <p:grpSpPr>
          <a:xfrm rot="1207951">
            <a:off x="7690827" y="332500"/>
            <a:ext cx="1476645" cy="1252716"/>
            <a:chOff x="7719711" y="500042"/>
            <a:chExt cx="1259952" cy="1252716"/>
          </a:xfrm>
        </p:grpSpPr>
        <p:grpSp>
          <p:nvGrpSpPr>
            <p:cNvPr id="66" name="Group 11"/>
            <p:cNvGrpSpPr>
              <a:grpSpLocks/>
            </p:cNvGrpSpPr>
            <p:nvPr/>
          </p:nvGrpSpPr>
          <p:grpSpPr bwMode="auto">
            <a:xfrm>
              <a:off x="7786710" y="500042"/>
              <a:ext cx="1150939" cy="1252716"/>
              <a:chOff x="2010" y="1920"/>
              <a:chExt cx="1680" cy="1680"/>
            </a:xfrm>
          </p:grpSpPr>
          <p:sp>
            <p:nvSpPr>
              <p:cNvPr id="104"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105"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103" name="TextBox 102"/>
            <p:cNvSpPr txBox="1"/>
            <p:nvPr/>
          </p:nvSpPr>
          <p:spPr>
            <a:xfrm>
              <a:off x="7719711" y="711228"/>
              <a:ext cx="1259952" cy="830997"/>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Spacecraft Magnetic Control</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219299" y="1414517"/>
            <a:ext cx="6296917" cy="646331"/>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3600" b="1"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华文行楷" pitchFamily="2" charset="-122"/>
                <a:ea typeface="华文行楷" pitchFamily="2" charset="-122"/>
              </a:rPr>
              <a:t>Method of magnetic compensation</a:t>
            </a:r>
            <a:endParaRPr lang="zh-CN" altLang="en-US" sz="36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华文行楷" pitchFamily="2" charset="-122"/>
              <a:ea typeface="华文行楷" pitchFamily="2" charset="-122"/>
            </a:endParaRPr>
          </a:p>
        </p:txBody>
      </p:sp>
      <p:sp>
        <p:nvSpPr>
          <p:cNvPr id="150" name="内容占位符 1"/>
          <p:cNvSpPr txBox="1">
            <a:spLocks/>
          </p:cNvSpPr>
          <p:nvPr/>
        </p:nvSpPr>
        <p:spPr>
          <a:xfrm>
            <a:off x="291083" y="2161414"/>
            <a:ext cx="5073006" cy="763530"/>
          </a:xfrm>
          <a:prstGeom prst="roundRect">
            <a:avLst/>
          </a:prstGeom>
        </p:spPr>
        <p:style>
          <a:lnRef idx="3">
            <a:schemeClr val="lt1"/>
          </a:lnRef>
          <a:fillRef idx="1">
            <a:schemeClr val="accent1"/>
          </a:fillRef>
          <a:effectRef idx="1">
            <a:schemeClr val="accent1"/>
          </a:effectRef>
          <a:fontRef idx="minor">
            <a:schemeClr val="lt1"/>
          </a:fontRef>
        </p:style>
        <p:txBody>
          <a:bodyPr/>
          <a:lstStyle>
            <a:lvl1pPr marL="342900" indent="-342900" algn="l" rtl="0" eaLnBrk="0" fontAlgn="base" hangingPunct="0">
              <a:spcBef>
                <a:spcPct val="20000"/>
              </a:spcBef>
              <a:spcAft>
                <a:spcPct val="0"/>
              </a:spcAft>
              <a:buFont typeface="Arial" charset="0"/>
              <a:buChar char="•"/>
              <a:defRPr sz="3200" kern="1200">
                <a:solidFill>
                  <a:schemeClr val="lt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lt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lt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lt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a:lnSpc>
                <a:spcPct val="150000"/>
              </a:lnSpc>
              <a:buFont typeface="Arial" charset="0"/>
              <a:buNone/>
            </a:pPr>
            <a:r>
              <a:rPr lang="en-US" altLang="zh-CN" sz="2400" b="1" spc="200" dirty="0" smtClean="0">
                <a:latin typeface="微软雅黑" pitchFamily="34" charset="-122"/>
                <a:ea typeface="微软雅黑" pitchFamily="34" charset="-122"/>
              </a:rPr>
              <a:t>Magnetic Compensation</a:t>
            </a:r>
            <a:endParaRPr lang="zh-CN" altLang="en-US" sz="2400" b="1" spc="200" dirty="0">
              <a:latin typeface="微软雅黑" pitchFamily="34" charset="-122"/>
              <a:ea typeface="微软雅黑" pitchFamily="34" charset="-122"/>
            </a:endParaRPr>
          </a:p>
        </p:txBody>
      </p:sp>
      <p:sp>
        <p:nvSpPr>
          <p:cNvPr id="151" name="圆角矩形 150"/>
          <p:cNvSpPr/>
          <p:nvPr/>
        </p:nvSpPr>
        <p:spPr>
          <a:xfrm>
            <a:off x="216024" y="3333487"/>
            <a:ext cx="3707904" cy="2656046"/>
          </a:xfrm>
          <a:prstGeom prst="roundRect">
            <a:avLst/>
          </a:prstGeom>
          <a:noFill/>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50000"/>
              </a:lnSpc>
            </a:pPr>
            <a:r>
              <a:rPr lang="en-US" altLang="zh-CN" sz="2000" dirty="0" smtClean="0">
                <a:solidFill>
                  <a:schemeClr val="tx1"/>
                </a:solidFill>
                <a:latin typeface="Times New Roman" pitchFamily="18" charset="0"/>
                <a:cs typeface="Times New Roman" pitchFamily="18" charset="0"/>
              </a:rPr>
              <a:t>The Compensation of satellite residual magnetic moment using permanent magnets made of ferromagnetic materials such ad </a:t>
            </a:r>
            <a:r>
              <a:rPr lang="en-US" altLang="zh-CN" sz="2000" dirty="0" err="1" smtClean="0">
                <a:solidFill>
                  <a:schemeClr val="tx1"/>
                </a:solidFill>
                <a:latin typeface="Times New Roman" pitchFamily="18" charset="0"/>
                <a:cs typeface="Times New Roman" pitchFamily="18" charset="0"/>
              </a:rPr>
              <a:t>Sm</a:t>
            </a:r>
            <a:r>
              <a:rPr lang="en-US" altLang="zh-CN" sz="2000" dirty="0" smtClean="0">
                <a:solidFill>
                  <a:schemeClr val="tx1"/>
                </a:solidFill>
                <a:latin typeface="Times New Roman" pitchFamily="18" charset="0"/>
                <a:cs typeface="Times New Roman" pitchFamily="18" charset="0"/>
              </a:rPr>
              <a:t>-Co, </a:t>
            </a:r>
            <a:r>
              <a:rPr lang="en-US" altLang="zh-CN" sz="2000" dirty="0" err="1" smtClean="0">
                <a:solidFill>
                  <a:schemeClr val="tx1"/>
                </a:solidFill>
                <a:latin typeface="Times New Roman" pitchFamily="18" charset="0"/>
                <a:cs typeface="Times New Roman" pitchFamily="18" charset="0"/>
              </a:rPr>
              <a:t>Nd</a:t>
            </a:r>
            <a:r>
              <a:rPr lang="en-US" altLang="zh-CN" sz="2000" dirty="0" smtClean="0">
                <a:solidFill>
                  <a:schemeClr val="tx1"/>
                </a:solidFill>
                <a:latin typeface="Times New Roman" pitchFamily="18" charset="0"/>
                <a:cs typeface="Times New Roman" pitchFamily="18" charset="0"/>
              </a:rPr>
              <a:t>-Fe-B etc.</a:t>
            </a:r>
            <a:endParaRPr lang="zh-CN" altLang="en-US" sz="2000" dirty="0">
              <a:solidFill>
                <a:srgbClr val="000066"/>
              </a:solidFill>
              <a:latin typeface="微软雅黑" pitchFamily="34" charset="-122"/>
              <a:ea typeface="微软雅黑" pitchFamily="34" charset="-122"/>
            </a:endParaRPr>
          </a:p>
        </p:txBody>
      </p:sp>
      <p:sp>
        <p:nvSpPr>
          <p:cNvPr id="152" name="立方体 151"/>
          <p:cNvSpPr/>
          <p:nvPr/>
        </p:nvSpPr>
        <p:spPr>
          <a:xfrm>
            <a:off x="5652120" y="3744486"/>
            <a:ext cx="1584176" cy="1512168"/>
          </a:xfrm>
          <a:prstGeom prst="cub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cxnSp>
        <p:nvCxnSpPr>
          <p:cNvPr id="153" name="直接连接符 152"/>
          <p:cNvCxnSpPr/>
          <p:nvPr/>
        </p:nvCxnSpPr>
        <p:spPr>
          <a:xfrm>
            <a:off x="7092280" y="4680590"/>
            <a:ext cx="12241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直接连接符 153"/>
          <p:cNvCxnSpPr>
            <a:stCxn id="152" idx="2"/>
          </p:cNvCxnSpPr>
          <p:nvPr/>
        </p:nvCxnSpPr>
        <p:spPr>
          <a:xfrm flipH="1" flipV="1">
            <a:off x="5004048" y="4680590"/>
            <a:ext cx="648072" cy="9001"/>
          </a:xfrm>
          <a:prstGeom prst="line">
            <a:avLst/>
          </a:prstGeom>
        </p:spPr>
        <p:style>
          <a:lnRef idx="1">
            <a:schemeClr val="accent1"/>
          </a:lnRef>
          <a:fillRef idx="0">
            <a:schemeClr val="accent1"/>
          </a:fillRef>
          <a:effectRef idx="0">
            <a:schemeClr val="accent1"/>
          </a:effectRef>
          <a:fontRef idx="minor">
            <a:schemeClr val="tx1"/>
          </a:fontRef>
        </p:style>
      </p:cxnSp>
      <p:sp>
        <p:nvSpPr>
          <p:cNvPr id="155" name="平行四边形 154"/>
          <p:cNvSpPr/>
          <p:nvPr/>
        </p:nvSpPr>
        <p:spPr>
          <a:xfrm>
            <a:off x="7308304" y="4392558"/>
            <a:ext cx="1656184" cy="576064"/>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6" name="直接连接符 155"/>
          <p:cNvCxnSpPr/>
          <p:nvPr/>
        </p:nvCxnSpPr>
        <p:spPr>
          <a:xfrm>
            <a:off x="7421877" y="4500570"/>
            <a:ext cx="1470603" cy="0"/>
          </a:xfrm>
          <a:prstGeom prst="line">
            <a:avLst/>
          </a:prstGeom>
        </p:spPr>
        <p:style>
          <a:lnRef idx="1">
            <a:schemeClr val="dk1"/>
          </a:lnRef>
          <a:fillRef idx="0">
            <a:schemeClr val="dk1"/>
          </a:fillRef>
          <a:effectRef idx="0">
            <a:schemeClr val="dk1"/>
          </a:effectRef>
          <a:fontRef idx="minor">
            <a:schemeClr val="tx1"/>
          </a:fontRef>
        </p:style>
      </p:cxnSp>
      <p:cxnSp>
        <p:nvCxnSpPr>
          <p:cNvPr id="157" name="直接连接符 156"/>
          <p:cNvCxnSpPr>
            <a:stCxn id="155" idx="5"/>
          </p:cNvCxnSpPr>
          <p:nvPr/>
        </p:nvCxnSpPr>
        <p:spPr>
          <a:xfrm flipV="1">
            <a:off x="7380312" y="4677522"/>
            <a:ext cx="1512168" cy="3068"/>
          </a:xfrm>
          <a:prstGeom prst="line">
            <a:avLst/>
          </a:prstGeom>
        </p:spPr>
        <p:style>
          <a:lnRef idx="1">
            <a:schemeClr val="dk1"/>
          </a:lnRef>
          <a:fillRef idx="0">
            <a:schemeClr val="dk1"/>
          </a:fillRef>
          <a:effectRef idx="0">
            <a:schemeClr val="dk1"/>
          </a:effectRef>
          <a:fontRef idx="minor">
            <a:schemeClr val="tx1"/>
          </a:fontRef>
        </p:style>
      </p:cxnSp>
      <p:cxnSp>
        <p:nvCxnSpPr>
          <p:cNvPr id="158" name="直接连接符 157"/>
          <p:cNvCxnSpPr/>
          <p:nvPr/>
        </p:nvCxnSpPr>
        <p:spPr>
          <a:xfrm>
            <a:off x="7344308" y="4824606"/>
            <a:ext cx="1476164" cy="0"/>
          </a:xfrm>
          <a:prstGeom prst="line">
            <a:avLst/>
          </a:prstGeom>
        </p:spPr>
        <p:style>
          <a:lnRef idx="1">
            <a:schemeClr val="dk1"/>
          </a:lnRef>
          <a:fillRef idx="0">
            <a:schemeClr val="dk1"/>
          </a:fillRef>
          <a:effectRef idx="0">
            <a:schemeClr val="dk1"/>
          </a:effectRef>
          <a:fontRef idx="minor">
            <a:schemeClr val="tx1"/>
          </a:fontRef>
        </p:style>
      </p:cxnSp>
      <p:cxnSp>
        <p:nvCxnSpPr>
          <p:cNvPr id="159" name="直接连接符 158"/>
          <p:cNvCxnSpPr/>
          <p:nvPr/>
        </p:nvCxnSpPr>
        <p:spPr>
          <a:xfrm flipV="1">
            <a:off x="7524328" y="4392558"/>
            <a:ext cx="144016" cy="576064"/>
          </a:xfrm>
          <a:prstGeom prst="line">
            <a:avLst/>
          </a:prstGeom>
        </p:spPr>
        <p:style>
          <a:lnRef idx="1">
            <a:schemeClr val="dk1"/>
          </a:lnRef>
          <a:fillRef idx="0">
            <a:schemeClr val="dk1"/>
          </a:fillRef>
          <a:effectRef idx="0">
            <a:schemeClr val="dk1"/>
          </a:effectRef>
          <a:fontRef idx="minor">
            <a:schemeClr val="tx1"/>
          </a:fontRef>
        </p:style>
      </p:cxnSp>
      <p:cxnSp>
        <p:nvCxnSpPr>
          <p:cNvPr id="160" name="直接连接符 159"/>
          <p:cNvCxnSpPr/>
          <p:nvPr/>
        </p:nvCxnSpPr>
        <p:spPr>
          <a:xfrm flipV="1">
            <a:off x="7740352" y="4392558"/>
            <a:ext cx="144016" cy="576064"/>
          </a:xfrm>
          <a:prstGeom prst="line">
            <a:avLst/>
          </a:prstGeom>
        </p:spPr>
        <p:style>
          <a:lnRef idx="1">
            <a:schemeClr val="dk1"/>
          </a:lnRef>
          <a:fillRef idx="0">
            <a:schemeClr val="dk1"/>
          </a:fillRef>
          <a:effectRef idx="0">
            <a:schemeClr val="dk1"/>
          </a:effectRef>
          <a:fontRef idx="minor">
            <a:schemeClr val="tx1"/>
          </a:fontRef>
        </p:style>
      </p:cxnSp>
      <p:cxnSp>
        <p:nvCxnSpPr>
          <p:cNvPr id="161" name="直接连接符 160"/>
          <p:cNvCxnSpPr/>
          <p:nvPr/>
        </p:nvCxnSpPr>
        <p:spPr>
          <a:xfrm flipV="1">
            <a:off x="7956376" y="4392558"/>
            <a:ext cx="144016" cy="576064"/>
          </a:xfrm>
          <a:prstGeom prst="line">
            <a:avLst/>
          </a:prstGeom>
        </p:spPr>
        <p:style>
          <a:lnRef idx="1">
            <a:schemeClr val="dk1"/>
          </a:lnRef>
          <a:fillRef idx="0">
            <a:schemeClr val="dk1"/>
          </a:fillRef>
          <a:effectRef idx="0">
            <a:schemeClr val="dk1"/>
          </a:effectRef>
          <a:fontRef idx="minor">
            <a:schemeClr val="tx1"/>
          </a:fontRef>
        </p:style>
      </p:cxnSp>
      <p:cxnSp>
        <p:nvCxnSpPr>
          <p:cNvPr id="162" name="直接连接符 161"/>
          <p:cNvCxnSpPr/>
          <p:nvPr/>
        </p:nvCxnSpPr>
        <p:spPr>
          <a:xfrm flipV="1">
            <a:off x="8172400" y="4392558"/>
            <a:ext cx="144016" cy="576064"/>
          </a:xfrm>
          <a:prstGeom prst="line">
            <a:avLst/>
          </a:prstGeom>
        </p:spPr>
        <p:style>
          <a:lnRef idx="1">
            <a:schemeClr val="dk1"/>
          </a:lnRef>
          <a:fillRef idx="0">
            <a:schemeClr val="dk1"/>
          </a:fillRef>
          <a:effectRef idx="0">
            <a:schemeClr val="dk1"/>
          </a:effectRef>
          <a:fontRef idx="minor">
            <a:schemeClr val="tx1"/>
          </a:fontRef>
        </p:style>
      </p:cxnSp>
      <p:cxnSp>
        <p:nvCxnSpPr>
          <p:cNvPr id="163" name="直接连接符 162"/>
          <p:cNvCxnSpPr/>
          <p:nvPr/>
        </p:nvCxnSpPr>
        <p:spPr>
          <a:xfrm flipV="1">
            <a:off x="8388424" y="4392558"/>
            <a:ext cx="144016" cy="576064"/>
          </a:xfrm>
          <a:prstGeom prst="line">
            <a:avLst/>
          </a:prstGeom>
        </p:spPr>
        <p:style>
          <a:lnRef idx="1">
            <a:schemeClr val="dk1"/>
          </a:lnRef>
          <a:fillRef idx="0">
            <a:schemeClr val="dk1"/>
          </a:fillRef>
          <a:effectRef idx="0">
            <a:schemeClr val="dk1"/>
          </a:effectRef>
          <a:fontRef idx="minor">
            <a:schemeClr val="tx1"/>
          </a:fontRef>
        </p:style>
      </p:cxnSp>
      <p:cxnSp>
        <p:nvCxnSpPr>
          <p:cNvPr id="164" name="直接连接符 163"/>
          <p:cNvCxnSpPr/>
          <p:nvPr/>
        </p:nvCxnSpPr>
        <p:spPr>
          <a:xfrm flipV="1">
            <a:off x="8604448" y="4392558"/>
            <a:ext cx="144016" cy="576064"/>
          </a:xfrm>
          <a:prstGeom prst="line">
            <a:avLst/>
          </a:prstGeom>
        </p:spPr>
        <p:style>
          <a:lnRef idx="1">
            <a:schemeClr val="dk1"/>
          </a:lnRef>
          <a:fillRef idx="0">
            <a:schemeClr val="dk1"/>
          </a:fillRef>
          <a:effectRef idx="0">
            <a:schemeClr val="dk1"/>
          </a:effectRef>
          <a:fontRef idx="minor">
            <a:schemeClr val="tx1"/>
          </a:fontRef>
        </p:style>
      </p:cxnSp>
      <p:sp>
        <p:nvSpPr>
          <p:cNvPr id="165" name="平行四边形 164"/>
          <p:cNvSpPr/>
          <p:nvPr/>
        </p:nvSpPr>
        <p:spPr>
          <a:xfrm>
            <a:off x="3923928" y="4392558"/>
            <a:ext cx="1656184" cy="576064"/>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6" name="直接连接符 165"/>
          <p:cNvCxnSpPr/>
          <p:nvPr/>
        </p:nvCxnSpPr>
        <p:spPr>
          <a:xfrm>
            <a:off x="4037501" y="4500570"/>
            <a:ext cx="1470603" cy="0"/>
          </a:xfrm>
          <a:prstGeom prst="line">
            <a:avLst/>
          </a:prstGeom>
        </p:spPr>
        <p:style>
          <a:lnRef idx="1">
            <a:schemeClr val="dk1"/>
          </a:lnRef>
          <a:fillRef idx="0">
            <a:schemeClr val="dk1"/>
          </a:fillRef>
          <a:effectRef idx="0">
            <a:schemeClr val="dk1"/>
          </a:effectRef>
          <a:fontRef idx="minor">
            <a:schemeClr val="tx1"/>
          </a:fontRef>
        </p:style>
      </p:cxnSp>
      <p:cxnSp>
        <p:nvCxnSpPr>
          <p:cNvPr id="167" name="直接连接符 166"/>
          <p:cNvCxnSpPr>
            <a:stCxn id="165" idx="5"/>
          </p:cNvCxnSpPr>
          <p:nvPr/>
        </p:nvCxnSpPr>
        <p:spPr>
          <a:xfrm flipV="1">
            <a:off x="3995936" y="4677522"/>
            <a:ext cx="1512168" cy="3068"/>
          </a:xfrm>
          <a:prstGeom prst="line">
            <a:avLst/>
          </a:prstGeom>
        </p:spPr>
        <p:style>
          <a:lnRef idx="1">
            <a:schemeClr val="dk1"/>
          </a:lnRef>
          <a:fillRef idx="0">
            <a:schemeClr val="dk1"/>
          </a:fillRef>
          <a:effectRef idx="0">
            <a:schemeClr val="dk1"/>
          </a:effectRef>
          <a:fontRef idx="minor">
            <a:schemeClr val="tx1"/>
          </a:fontRef>
        </p:style>
      </p:cxnSp>
      <p:cxnSp>
        <p:nvCxnSpPr>
          <p:cNvPr id="168" name="直接连接符 167"/>
          <p:cNvCxnSpPr/>
          <p:nvPr/>
        </p:nvCxnSpPr>
        <p:spPr>
          <a:xfrm>
            <a:off x="3959932" y="4824606"/>
            <a:ext cx="1476164" cy="0"/>
          </a:xfrm>
          <a:prstGeom prst="line">
            <a:avLst/>
          </a:prstGeom>
        </p:spPr>
        <p:style>
          <a:lnRef idx="1">
            <a:schemeClr val="dk1"/>
          </a:lnRef>
          <a:fillRef idx="0">
            <a:schemeClr val="dk1"/>
          </a:fillRef>
          <a:effectRef idx="0">
            <a:schemeClr val="dk1"/>
          </a:effectRef>
          <a:fontRef idx="minor">
            <a:schemeClr val="tx1"/>
          </a:fontRef>
        </p:style>
      </p:cxnSp>
      <p:cxnSp>
        <p:nvCxnSpPr>
          <p:cNvPr id="169" name="直接连接符 168"/>
          <p:cNvCxnSpPr/>
          <p:nvPr/>
        </p:nvCxnSpPr>
        <p:spPr>
          <a:xfrm flipV="1">
            <a:off x="4139952" y="4392558"/>
            <a:ext cx="144016" cy="576064"/>
          </a:xfrm>
          <a:prstGeom prst="line">
            <a:avLst/>
          </a:prstGeom>
        </p:spPr>
        <p:style>
          <a:lnRef idx="1">
            <a:schemeClr val="dk1"/>
          </a:lnRef>
          <a:fillRef idx="0">
            <a:schemeClr val="dk1"/>
          </a:fillRef>
          <a:effectRef idx="0">
            <a:schemeClr val="dk1"/>
          </a:effectRef>
          <a:fontRef idx="minor">
            <a:schemeClr val="tx1"/>
          </a:fontRef>
        </p:style>
      </p:cxnSp>
      <p:cxnSp>
        <p:nvCxnSpPr>
          <p:cNvPr id="170" name="直接连接符 169"/>
          <p:cNvCxnSpPr/>
          <p:nvPr/>
        </p:nvCxnSpPr>
        <p:spPr>
          <a:xfrm flipV="1">
            <a:off x="4355976" y="4392558"/>
            <a:ext cx="144016" cy="576064"/>
          </a:xfrm>
          <a:prstGeom prst="line">
            <a:avLst/>
          </a:prstGeom>
        </p:spPr>
        <p:style>
          <a:lnRef idx="1">
            <a:schemeClr val="dk1"/>
          </a:lnRef>
          <a:fillRef idx="0">
            <a:schemeClr val="dk1"/>
          </a:fillRef>
          <a:effectRef idx="0">
            <a:schemeClr val="dk1"/>
          </a:effectRef>
          <a:fontRef idx="minor">
            <a:schemeClr val="tx1"/>
          </a:fontRef>
        </p:style>
      </p:cxnSp>
      <p:cxnSp>
        <p:nvCxnSpPr>
          <p:cNvPr id="171" name="直接连接符 170"/>
          <p:cNvCxnSpPr/>
          <p:nvPr/>
        </p:nvCxnSpPr>
        <p:spPr>
          <a:xfrm flipV="1">
            <a:off x="4572000" y="4392558"/>
            <a:ext cx="144016" cy="576064"/>
          </a:xfrm>
          <a:prstGeom prst="line">
            <a:avLst/>
          </a:prstGeom>
        </p:spPr>
        <p:style>
          <a:lnRef idx="1">
            <a:schemeClr val="dk1"/>
          </a:lnRef>
          <a:fillRef idx="0">
            <a:schemeClr val="dk1"/>
          </a:fillRef>
          <a:effectRef idx="0">
            <a:schemeClr val="dk1"/>
          </a:effectRef>
          <a:fontRef idx="minor">
            <a:schemeClr val="tx1"/>
          </a:fontRef>
        </p:style>
      </p:cxnSp>
      <p:cxnSp>
        <p:nvCxnSpPr>
          <p:cNvPr id="172" name="直接连接符 171"/>
          <p:cNvCxnSpPr/>
          <p:nvPr/>
        </p:nvCxnSpPr>
        <p:spPr>
          <a:xfrm flipV="1">
            <a:off x="4788024" y="4392558"/>
            <a:ext cx="144016" cy="576064"/>
          </a:xfrm>
          <a:prstGeom prst="line">
            <a:avLst/>
          </a:prstGeom>
        </p:spPr>
        <p:style>
          <a:lnRef idx="1">
            <a:schemeClr val="dk1"/>
          </a:lnRef>
          <a:fillRef idx="0">
            <a:schemeClr val="dk1"/>
          </a:fillRef>
          <a:effectRef idx="0">
            <a:schemeClr val="dk1"/>
          </a:effectRef>
          <a:fontRef idx="minor">
            <a:schemeClr val="tx1"/>
          </a:fontRef>
        </p:style>
      </p:cxnSp>
      <p:cxnSp>
        <p:nvCxnSpPr>
          <p:cNvPr id="173" name="直接连接符 172"/>
          <p:cNvCxnSpPr/>
          <p:nvPr/>
        </p:nvCxnSpPr>
        <p:spPr>
          <a:xfrm flipV="1">
            <a:off x="5004048" y="4392558"/>
            <a:ext cx="144016" cy="576064"/>
          </a:xfrm>
          <a:prstGeom prst="line">
            <a:avLst/>
          </a:prstGeom>
        </p:spPr>
        <p:style>
          <a:lnRef idx="1">
            <a:schemeClr val="dk1"/>
          </a:lnRef>
          <a:fillRef idx="0">
            <a:schemeClr val="dk1"/>
          </a:fillRef>
          <a:effectRef idx="0">
            <a:schemeClr val="dk1"/>
          </a:effectRef>
          <a:fontRef idx="minor">
            <a:schemeClr val="tx1"/>
          </a:fontRef>
        </p:style>
      </p:cxnSp>
      <p:cxnSp>
        <p:nvCxnSpPr>
          <p:cNvPr id="174" name="直接连接符 173"/>
          <p:cNvCxnSpPr/>
          <p:nvPr/>
        </p:nvCxnSpPr>
        <p:spPr>
          <a:xfrm flipV="1">
            <a:off x="5220072" y="4392558"/>
            <a:ext cx="144016" cy="576064"/>
          </a:xfrm>
          <a:prstGeom prst="line">
            <a:avLst/>
          </a:prstGeom>
        </p:spPr>
        <p:style>
          <a:lnRef idx="1">
            <a:schemeClr val="dk1"/>
          </a:lnRef>
          <a:fillRef idx="0">
            <a:schemeClr val="dk1"/>
          </a:fillRef>
          <a:effectRef idx="0">
            <a:schemeClr val="dk1"/>
          </a:effectRef>
          <a:fontRef idx="minor">
            <a:schemeClr val="tx1"/>
          </a:fontRef>
        </p:style>
      </p:cxnSp>
      <p:grpSp>
        <p:nvGrpSpPr>
          <p:cNvPr id="2" name="组合 174"/>
          <p:cNvGrpSpPr/>
          <p:nvPr/>
        </p:nvGrpSpPr>
        <p:grpSpPr>
          <a:xfrm>
            <a:off x="6012160" y="4536574"/>
            <a:ext cx="72008" cy="296416"/>
            <a:chOff x="5364088" y="3573016"/>
            <a:chExt cx="72008" cy="296416"/>
          </a:xfrm>
        </p:grpSpPr>
        <p:sp>
          <p:nvSpPr>
            <p:cNvPr id="176" name="矩形 175"/>
            <p:cNvSpPr/>
            <p:nvPr/>
          </p:nvSpPr>
          <p:spPr>
            <a:xfrm>
              <a:off x="5364088" y="3573016"/>
              <a:ext cx="72008" cy="14401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77" name="矩形 176"/>
            <p:cNvSpPr/>
            <p:nvPr/>
          </p:nvSpPr>
          <p:spPr>
            <a:xfrm>
              <a:off x="5364088" y="3725416"/>
              <a:ext cx="72008" cy="14401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cxnSp>
        <p:nvCxnSpPr>
          <p:cNvPr id="178" name="直接箭头连接符 177"/>
          <p:cNvCxnSpPr/>
          <p:nvPr/>
        </p:nvCxnSpPr>
        <p:spPr>
          <a:xfrm flipV="1">
            <a:off x="6228184" y="4500570"/>
            <a:ext cx="0" cy="33242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7"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Magnetic Test Detail</a:t>
            </a:r>
            <a:endParaRPr lang="zh-CN" altLang="en-US" dirty="0">
              <a:latin typeface="Times New Roman" pitchFamily="18" charset="0"/>
              <a:cs typeface="Times New Roman" pitchFamily="18" charset="0"/>
            </a:endParaRPr>
          </a:p>
        </p:txBody>
      </p:sp>
      <p:grpSp>
        <p:nvGrpSpPr>
          <p:cNvPr id="3" name="组合 50"/>
          <p:cNvGrpSpPr/>
          <p:nvPr/>
        </p:nvGrpSpPr>
        <p:grpSpPr>
          <a:xfrm rot="1207951">
            <a:off x="7690827" y="332500"/>
            <a:ext cx="1476645" cy="1252716"/>
            <a:chOff x="7719711" y="500042"/>
            <a:chExt cx="1259952" cy="1252716"/>
          </a:xfrm>
        </p:grpSpPr>
        <p:grpSp>
          <p:nvGrpSpPr>
            <p:cNvPr id="4" name="Group 11"/>
            <p:cNvGrpSpPr>
              <a:grpSpLocks/>
            </p:cNvGrpSpPr>
            <p:nvPr/>
          </p:nvGrpSpPr>
          <p:grpSpPr bwMode="auto">
            <a:xfrm>
              <a:off x="7786710" y="500042"/>
              <a:ext cx="1150939" cy="1252716"/>
              <a:chOff x="2010" y="1920"/>
              <a:chExt cx="1680" cy="1680"/>
            </a:xfrm>
          </p:grpSpPr>
          <p:sp>
            <p:nvSpPr>
              <p:cNvPr id="41"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42"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40" name="TextBox 39"/>
            <p:cNvSpPr txBox="1"/>
            <p:nvPr/>
          </p:nvSpPr>
          <p:spPr>
            <a:xfrm>
              <a:off x="7719711" y="711228"/>
              <a:ext cx="1259952" cy="830997"/>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Spacecraft Magnetic Control</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sz="3100" dirty="0" smtClean="0">
                <a:latin typeface="Times New Roman" pitchFamily="18" charset="0"/>
                <a:cs typeface="Times New Roman" pitchFamily="18" charset="0"/>
              </a:rPr>
              <a:t>What's magnetic</a:t>
            </a:r>
          </a:p>
          <a:p>
            <a:pPr marL="514350" indent="-514350">
              <a:buFont typeface="+mj-lt"/>
              <a:buAutoNum type="arabicPeriod"/>
            </a:pPr>
            <a:r>
              <a:rPr lang="en-US" altLang="zh-CN" sz="3100" dirty="0" smtClean="0">
                <a:latin typeface="Times New Roman" pitchFamily="18" charset="0"/>
                <a:cs typeface="Times New Roman" pitchFamily="18" charset="0"/>
              </a:rPr>
              <a:t>Earth's magnetic field</a:t>
            </a:r>
          </a:p>
          <a:p>
            <a:pPr marL="514350" indent="-514350">
              <a:buFont typeface="+mj-lt"/>
              <a:buAutoNum type="arabicPeriod"/>
            </a:pPr>
            <a:r>
              <a:rPr lang="en-US" altLang="zh-CN" sz="3100" dirty="0" smtClean="0">
                <a:latin typeface="Times New Roman" pitchFamily="18" charset="0"/>
                <a:cs typeface="Times New Roman" pitchFamily="18" charset="0"/>
              </a:rPr>
              <a:t>Magnetic Test Detail</a:t>
            </a:r>
          </a:p>
          <a:p>
            <a:pPr marL="514350" indent="-514350">
              <a:buFont typeface="+mj-lt"/>
              <a:buAutoNum type="arabicPeriod"/>
            </a:pPr>
            <a:r>
              <a:rPr lang="en-US" altLang="zh-CN" dirty="0" smtClean="0">
                <a:latin typeface="Times New Roman" pitchFamily="18" charset="0"/>
                <a:cs typeface="Times New Roman" pitchFamily="18" charset="0"/>
                <a:hlinkClick r:id="" action="ppaction://hlinkfile"/>
              </a:rPr>
              <a:t>Magnetic Test Example</a:t>
            </a:r>
          </a:p>
          <a:p>
            <a:pPr marL="514350" indent="-514350">
              <a:buFont typeface="+mj-lt"/>
              <a:buAutoNum type="arabicPeriod"/>
            </a:pPr>
            <a:r>
              <a:rPr lang="en-US" altLang="zh-CN" sz="3100" dirty="0" smtClean="0">
                <a:latin typeface="Times New Roman" pitchFamily="18" charset="0"/>
                <a:cs typeface="Times New Roman" pitchFamily="18" charset="0"/>
              </a:rPr>
              <a:t>Exercise</a:t>
            </a:r>
            <a:endParaRPr lang="zh-CN" altLang="en-US" sz="31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44</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0"/>
          <p:cNvSpPr>
            <a:spLocks noChangeArrowheads="1"/>
          </p:cNvSpPr>
          <p:nvPr/>
        </p:nvSpPr>
        <p:spPr bwMode="gray">
          <a:xfrm>
            <a:off x="0" y="3141663"/>
            <a:ext cx="9144000" cy="3311525"/>
          </a:xfrm>
          <a:prstGeom prst="rect">
            <a:avLst/>
          </a:prstGeom>
          <a:gradFill rotWithShape="1">
            <a:gsLst>
              <a:gs pos="0">
                <a:srgbClr val="99FF66"/>
              </a:gs>
              <a:gs pos="100000">
                <a:srgbClr val="FFFFFF">
                  <a:alpha val="0"/>
                </a:srgbClr>
              </a:gs>
            </a:gsLst>
            <a:lin ang="0" scaled="1"/>
          </a:gradFill>
          <a:ln w="9525" algn="ctr">
            <a:noFill/>
            <a:miter lim="800000"/>
            <a:headEnd/>
            <a:tailEnd/>
          </a:ln>
        </p:spPr>
        <p:txBody>
          <a:bodyPr wrap="none" anchor="ctr"/>
          <a:lstStyle/>
          <a:p>
            <a:endParaRPr lang="zh-CN" altLang="en-US"/>
          </a:p>
        </p:txBody>
      </p:sp>
      <p:pic>
        <p:nvPicPr>
          <p:cNvPr id="10" name="Picture 2" descr="PA210048-1"/>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39750" y="3308350"/>
            <a:ext cx="2209800" cy="2871788"/>
          </a:xfrm>
          <a:prstGeom prst="rect">
            <a:avLst/>
          </a:prstGeom>
          <a:noFill/>
          <a:ln w="9525">
            <a:noFill/>
            <a:miter lim="800000"/>
            <a:headEnd/>
            <a:tailEnd/>
          </a:ln>
        </p:spPr>
      </p:pic>
      <p:pic>
        <p:nvPicPr>
          <p:cNvPr id="11" name="Picture 3"/>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059113" y="3308350"/>
            <a:ext cx="2725737" cy="2881313"/>
          </a:xfrm>
          <a:prstGeom prst="rect">
            <a:avLst/>
          </a:prstGeom>
          <a:noFill/>
          <a:ln w="9525">
            <a:noFill/>
            <a:miter lim="800000"/>
            <a:headEnd/>
            <a:tailEnd/>
          </a:ln>
        </p:spPr>
      </p:pic>
      <p:pic>
        <p:nvPicPr>
          <p:cNvPr id="12" name="Picture 4" descr="P7170001"/>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156325" y="3308350"/>
            <a:ext cx="2532063" cy="2881313"/>
          </a:xfrm>
          <a:prstGeom prst="rect">
            <a:avLst/>
          </a:prstGeom>
          <a:noFill/>
          <a:ln w="9525">
            <a:noFill/>
            <a:miter lim="800000"/>
            <a:headEnd/>
            <a:tailEnd/>
          </a:ln>
        </p:spPr>
      </p:pic>
      <p:grpSp>
        <p:nvGrpSpPr>
          <p:cNvPr id="2" name="Group 26"/>
          <p:cNvGrpSpPr>
            <a:grpSpLocks/>
          </p:cNvGrpSpPr>
          <p:nvPr/>
        </p:nvGrpSpPr>
        <p:grpSpPr bwMode="auto">
          <a:xfrm>
            <a:off x="-180528" y="1442019"/>
            <a:ext cx="9433047" cy="1554163"/>
            <a:chOff x="340" y="799"/>
            <a:chExt cx="4131" cy="979"/>
          </a:xfrm>
        </p:grpSpPr>
        <p:sp>
          <p:nvSpPr>
            <p:cNvPr id="14" name="AutoShape 5"/>
            <p:cNvSpPr>
              <a:spLocks noChangeArrowheads="1"/>
            </p:cNvSpPr>
            <p:nvPr/>
          </p:nvSpPr>
          <p:spPr bwMode="gray">
            <a:xfrm>
              <a:off x="340" y="799"/>
              <a:ext cx="4082" cy="862"/>
            </a:xfrm>
            <a:prstGeom prst="roundRect">
              <a:avLst>
                <a:gd name="adj" fmla="val 10889"/>
              </a:avLst>
            </a:prstGeom>
            <a:gradFill rotWithShape="1">
              <a:gsLst>
                <a:gs pos="0">
                  <a:srgbClr val="99FF99">
                    <a:gamma/>
                    <a:tint val="51373"/>
                    <a:invGamma/>
                  </a:srgbClr>
                </a:gs>
                <a:gs pos="100000">
                  <a:srgbClr val="99FF99"/>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p>
              <a:pPr>
                <a:defRPr/>
              </a:pPr>
              <a:endParaRPr lang="zh-CN" altLang="en-US">
                <a:ea typeface="宋体" pitchFamily="2" charset="-122"/>
              </a:endParaRPr>
            </a:p>
          </p:txBody>
        </p:sp>
        <p:grpSp>
          <p:nvGrpSpPr>
            <p:cNvPr id="3" name="Group 6"/>
            <p:cNvGrpSpPr>
              <a:grpSpLocks/>
            </p:cNvGrpSpPr>
            <p:nvPr/>
          </p:nvGrpSpPr>
          <p:grpSpPr bwMode="auto">
            <a:xfrm>
              <a:off x="476" y="890"/>
              <a:ext cx="680" cy="679"/>
              <a:chOff x="1066" y="845"/>
              <a:chExt cx="680" cy="679"/>
            </a:xfrm>
          </p:grpSpPr>
          <p:sp>
            <p:nvSpPr>
              <p:cNvPr id="20" name="AutoShape 7"/>
              <p:cNvSpPr>
                <a:spLocks noChangeArrowheads="1"/>
              </p:cNvSpPr>
              <p:nvPr/>
            </p:nvSpPr>
            <p:spPr bwMode="gray">
              <a:xfrm>
                <a:off x="1070" y="845"/>
                <a:ext cx="675" cy="673"/>
              </a:xfrm>
              <a:prstGeom prst="roundRect">
                <a:avLst>
                  <a:gd name="adj" fmla="val 11921"/>
                </a:avLst>
              </a:prstGeom>
              <a:solidFill>
                <a:srgbClr val="99CC00">
                  <a:alpha val="85881"/>
                </a:srgbClr>
              </a:solidFill>
              <a:ln w="38100">
                <a:solidFill>
                  <a:schemeClr val="tx1"/>
                </a:solidFill>
                <a:round/>
                <a:headEnd/>
                <a:tailEnd/>
              </a:ln>
            </p:spPr>
            <p:txBody>
              <a:bodyPr wrap="none" anchor="ctr"/>
              <a:lstStyle/>
              <a:p>
                <a:endParaRPr lang="zh-CN" altLang="en-US"/>
              </a:p>
            </p:txBody>
          </p:sp>
          <p:sp>
            <p:nvSpPr>
              <p:cNvPr id="21" name="Freeform 8"/>
              <p:cNvSpPr>
                <a:spLocks/>
              </p:cNvSpPr>
              <p:nvPr/>
            </p:nvSpPr>
            <p:spPr bwMode="gray">
              <a:xfrm>
                <a:off x="1112" y="888"/>
                <a:ext cx="337" cy="337"/>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bg2">
                      <a:gamma/>
                      <a:shade val="46275"/>
                      <a:invGamma/>
                    </a:schemeClr>
                  </a:gs>
                  <a:gs pos="100000">
                    <a:schemeClr val="bg2">
                      <a:alpha val="55000"/>
                    </a:schemeClr>
                  </a:gs>
                </a:gsLst>
                <a:lin ang="5400000" scaled="1"/>
              </a:gradFill>
              <a:ln w="0">
                <a:noFill/>
                <a:prstDash val="solid"/>
                <a:round/>
                <a:headEnd/>
                <a:tailEnd/>
              </a:ln>
            </p:spPr>
            <p:txBody>
              <a:bodyPr/>
              <a:lstStyle/>
              <a:p>
                <a:pPr>
                  <a:defRPr/>
                </a:pPr>
                <a:endParaRPr lang="zh-CN" altLang="en-US">
                  <a:ea typeface="宋体" pitchFamily="2" charset="-122"/>
                </a:endParaRPr>
              </a:p>
            </p:txBody>
          </p:sp>
          <p:sp>
            <p:nvSpPr>
              <p:cNvPr id="22" name="Text Box 9"/>
              <p:cNvSpPr txBox="1">
                <a:spLocks noChangeArrowheads="1"/>
              </p:cNvSpPr>
              <p:nvPr/>
            </p:nvSpPr>
            <p:spPr bwMode="gray">
              <a:xfrm>
                <a:off x="1066" y="890"/>
                <a:ext cx="680" cy="634"/>
              </a:xfrm>
              <a:prstGeom prst="rect">
                <a:avLst/>
              </a:prstGeom>
              <a:gradFill rotWithShape="1">
                <a:gsLst>
                  <a:gs pos="0">
                    <a:srgbClr val="CCFF33">
                      <a:alpha val="0"/>
                    </a:srgbClr>
                  </a:gs>
                  <a:gs pos="100000">
                    <a:srgbClr val="5E7618"/>
                  </a:gs>
                </a:gsLst>
                <a:lin ang="2700000" scaled="1"/>
              </a:gradFill>
              <a:ln w="9525" algn="ctr">
                <a:noFill/>
                <a:miter lim="800000"/>
                <a:headEnd/>
                <a:tailEnd/>
              </a:ln>
            </p:spPr>
            <p:txBody>
              <a:bodyPr>
                <a:spAutoFit/>
              </a:bodyPr>
              <a:lstStyle/>
              <a:p>
                <a:pPr algn="ctr" eaLnBrk="0" hangingPunct="0"/>
                <a:r>
                  <a:rPr lang="zh-CN" altLang="en-US" sz="2000" b="1">
                    <a:solidFill>
                      <a:srgbClr val="FF6600"/>
                    </a:solidFill>
                    <a:latin typeface="Times New Roman" pitchFamily="18" charset="0"/>
                    <a:ea typeface="仿宋_GB2312" pitchFamily="49" charset="-122"/>
                  </a:rPr>
                  <a:t>部组件级磁</a:t>
                </a:r>
              </a:p>
              <a:p>
                <a:pPr algn="ctr" eaLnBrk="0" hangingPunct="0"/>
                <a:r>
                  <a:rPr lang="zh-CN" altLang="en-US" sz="2000" b="1">
                    <a:solidFill>
                      <a:srgbClr val="FF6600"/>
                    </a:solidFill>
                    <a:latin typeface="Times New Roman" pitchFamily="18" charset="0"/>
                    <a:ea typeface="仿宋_GB2312" pitchFamily="49" charset="-122"/>
                  </a:rPr>
                  <a:t>试验</a:t>
                </a:r>
              </a:p>
            </p:txBody>
          </p:sp>
        </p:grpSp>
        <p:sp>
          <p:nvSpPr>
            <p:cNvPr id="16" name="Text Box 10"/>
            <p:cNvSpPr txBox="1">
              <a:spLocks noChangeArrowheads="1"/>
            </p:cNvSpPr>
            <p:nvPr/>
          </p:nvSpPr>
          <p:spPr bwMode="gray">
            <a:xfrm>
              <a:off x="1141" y="847"/>
              <a:ext cx="3330" cy="931"/>
            </a:xfrm>
            <a:prstGeom prst="rect">
              <a:avLst/>
            </a:prstGeom>
            <a:noFill/>
            <a:ln w="9525" algn="ctr">
              <a:noFill/>
              <a:miter lim="800000"/>
              <a:headEnd/>
              <a:tailEnd/>
            </a:ln>
          </p:spPr>
          <p:txBody>
            <a:bodyPr wrap="square">
              <a:spAutoFit/>
            </a:bodyPr>
            <a:lstStyle/>
            <a:p>
              <a:pPr marL="179388" lvl="1" eaLnBrk="0" hangingPunct="0"/>
              <a:r>
                <a:rPr lang="en-US" altLang="zh-CN" b="1" dirty="0" smtClean="0">
                  <a:solidFill>
                    <a:srgbClr val="FF6600"/>
                  </a:solidFill>
                  <a:latin typeface="Times New Roman" pitchFamily="18" charset="0"/>
                  <a:ea typeface="幼圆" pitchFamily="49" charset="-122"/>
                  <a:cs typeface="Times New Roman" pitchFamily="18" charset="0"/>
                </a:rPr>
                <a:t>Mass</a:t>
              </a:r>
              <a:r>
                <a:rPr lang="en-US" altLang="zh-CN" b="1" dirty="0" smtClean="0">
                  <a:latin typeface="Times New Roman" pitchFamily="18" charset="0"/>
                  <a:ea typeface="幼圆" pitchFamily="49" charset="-122"/>
                  <a:cs typeface="Times New Roman" pitchFamily="18" charset="0"/>
                </a:rPr>
                <a:t>: less than 100kg</a:t>
              </a:r>
            </a:p>
            <a:p>
              <a:pPr marL="179388" lvl="1" eaLnBrk="0" hangingPunct="0"/>
              <a:r>
                <a:rPr lang="en-US" altLang="zh-CN" b="1" dirty="0" smtClean="0">
                  <a:solidFill>
                    <a:srgbClr val="FF6600"/>
                  </a:solidFill>
                  <a:latin typeface="Times New Roman" pitchFamily="18" charset="0"/>
                  <a:ea typeface="幼圆" pitchFamily="49" charset="-122"/>
                  <a:cs typeface="Times New Roman" pitchFamily="18" charset="0"/>
                </a:rPr>
                <a:t>Dimension</a:t>
              </a:r>
              <a:r>
                <a:rPr lang="en-US" altLang="zh-CN" b="1" dirty="0" smtClean="0">
                  <a:latin typeface="Times New Roman" pitchFamily="18" charset="0"/>
                  <a:ea typeface="幼圆" pitchFamily="49" charset="-122"/>
                  <a:cs typeface="Times New Roman" pitchFamily="18" charset="0"/>
                </a:rPr>
                <a:t>: less than 1m</a:t>
              </a:r>
            </a:p>
            <a:p>
              <a:pPr marL="179388" lvl="1" eaLnBrk="0" hangingPunct="0"/>
              <a:r>
                <a:rPr lang="en-US" altLang="zh-CN" b="1" dirty="0" smtClean="0">
                  <a:solidFill>
                    <a:srgbClr val="FF6600"/>
                  </a:solidFill>
                  <a:latin typeface="Times New Roman" pitchFamily="18" charset="0"/>
                  <a:ea typeface="幼圆" pitchFamily="49" charset="-122"/>
                  <a:cs typeface="Times New Roman" pitchFamily="18" charset="0"/>
                </a:rPr>
                <a:t>Item</a:t>
              </a:r>
              <a:r>
                <a:rPr lang="en-US" altLang="zh-CN" b="1" dirty="0" smtClean="0">
                  <a:latin typeface="Times New Roman" pitchFamily="18" charset="0"/>
                  <a:ea typeface="幼圆" pitchFamily="49" charset="-122"/>
                  <a:cs typeface="Times New Roman" pitchFamily="18" charset="0"/>
                </a:rPr>
                <a:t>: magnetic field/moment, magnetizing/demagnetizing, compensation</a:t>
              </a:r>
            </a:p>
            <a:p>
              <a:pPr marL="179388" lvl="1" eaLnBrk="0" hangingPunct="0"/>
              <a:r>
                <a:rPr lang="en-US" altLang="zh-CN" b="1" dirty="0" smtClean="0">
                  <a:solidFill>
                    <a:srgbClr val="FF6600"/>
                  </a:solidFill>
                  <a:latin typeface="Times New Roman" pitchFamily="18" charset="0"/>
                  <a:ea typeface="幼圆" pitchFamily="49" charset="-122"/>
                  <a:cs typeface="Times New Roman" pitchFamily="18" charset="0"/>
                </a:rPr>
                <a:t>Implement</a:t>
              </a:r>
              <a:r>
                <a:rPr lang="en-US" altLang="zh-CN" b="1" dirty="0" smtClean="0">
                  <a:latin typeface="Times New Roman" pitchFamily="18" charset="0"/>
                  <a:ea typeface="幼圆" pitchFamily="49" charset="-122"/>
                  <a:cs typeface="Times New Roman" pitchFamily="18" charset="0"/>
                </a:rPr>
                <a:t>: units with magnetic control requirement</a:t>
              </a:r>
              <a:endParaRPr lang="zh-CN" altLang="en-US" b="1" dirty="0">
                <a:latin typeface="幼圆" pitchFamily="49" charset="-122"/>
                <a:ea typeface="幼圆" pitchFamily="49" charset="-122"/>
              </a:endParaRPr>
            </a:p>
          </p:txBody>
        </p:sp>
        <p:sp>
          <p:nvSpPr>
            <p:cNvPr id="17" name="AutoShape 16"/>
            <p:cNvSpPr>
              <a:spLocks noChangeArrowheads="1"/>
            </p:cNvSpPr>
            <p:nvPr/>
          </p:nvSpPr>
          <p:spPr bwMode="gray">
            <a:xfrm>
              <a:off x="476" y="890"/>
              <a:ext cx="726" cy="714"/>
            </a:xfrm>
            <a:prstGeom prst="roundRect">
              <a:avLst>
                <a:gd name="adj" fmla="val 11921"/>
              </a:avLst>
            </a:prstGeom>
            <a:gradFill rotWithShape="1">
              <a:gsLst>
                <a:gs pos="0">
                  <a:srgbClr val="CCFF33"/>
                </a:gs>
                <a:gs pos="100000">
                  <a:srgbClr val="8EB224"/>
                </a:gs>
              </a:gsLst>
              <a:lin ang="5400000" scaled="1"/>
            </a:gradFill>
            <a:ln w="38100">
              <a:solidFill>
                <a:schemeClr val="tx1"/>
              </a:solidFill>
              <a:round/>
              <a:headEnd/>
              <a:tailEnd/>
            </a:ln>
          </p:spPr>
          <p:txBody>
            <a:bodyPr wrap="none" anchor="ctr"/>
            <a:lstStyle/>
            <a:p>
              <a:endParaRPr lang="zh-CN" altLang="en-US"/>
            </a:p>
          </p:txBody>
        </p:sp>
        <p:sp>
          <p:nvSpPr>
            <p:cNvPr id="18" name="Freeform 17"/>
            <p:cNvSpPr>
              <a:spLocks/>
            </p:cNvSpPr>
            <p:nvPr/>
          </p:nvSpPr>
          <p:spPr bwMode="gray">
            <a:xfrm>
              <a:off x="521" y="936"/>
              <a:ext cx="362" cy="357"/>
            </a:xfrm>
            <a:custGeom>
              <a:avLst/>
              <a:gdLst>
                <a:gd name="T0" fmla="*/ 72 w 596"/>
                <a:gd name="T1" fmla="*/ 0 h 598"/>
                <a:gd name="T2" fmla="*/ 0 w 596"/>
                <a:gd name="T3" fmla="*/ 70 h 598"/>
                <a:gd name="T4" fmla="*/ 0 w 596"/>
                <a:gd name="T5" fmla="*/ 352 h 598"/>
                <a:gd name="T6" fmla="*/ 98 w 596"/>
                <a:gd name="T7" fmla="*/ 104 h 598"/>
                <a:gd name="T8" fmla="*/ 358 w 596"/>
                <a:gd name="T9" fmla="*/ 0 h 598"/>
                <a:gd name="T10" fmla="*/ 72 w 596"/>
                <a:gd name="T11" fmla="*/ 0 h 598"/>
                <a:gd name="T12" fmla="*/ 0 60000 65536"/>
                <a:gd name="T13" fmla="*/ 0 60000 65536"/>
                <a:gd name="T14" fmla="*/ 0 60000 65536"/>
                <a:gd name="T15" fmla="*/ 0 60000 65536"/>
                <a:gd name="T16" fmla="*/ 0 60000 65536"/>
                <a:gd name="T17" fmla="*/ 0 60000 65536"/>
                <a:gd name="T18" fmla="*/ 0 w 596"/>
                <a:gd name="T19" fmla="*/ 0 h 598"/>
                <a:gd name="T20" fmla="*/ 596 w 596"/>
                <a:gd name="T21" fmla="*/ 598 h 598"/>
              </a:gdLst>
              <a:ahLst/>
              <a:cxnLst>
                <a:cxn ang="T12">
                  <a:pos x="T0" y="T1"/>
                </a:cxn>
                <a:cxn ang="T13">
                  <a:pos x="T2" y="T3"/>
                </a:cxn>
                <a:cxn ang="T14">
                  <a:pos x="T4" y="T5"/>
                </a:cxn>
                <a:cxn ang="T15">
                  <a:pos x="T6" y="T7"/>
                </a:cxn>
                <a:cxn ang="T16">
                  <a:pos x="T8" y="T9"/>
                </a:cxn>
                <a:cxn ang="T17">
                  <a:pos x="T10" y="T11"/>
                </a:cxn>
              </a:cxnLst>
              <a:rect l="T18" t="T19" r="T20" b="T21"/>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E6FF9C"/>
                </a:gs>
                <a:gs pos="100000">
                  <a:srgbClr val="CCFF33">
                    <a:alpha val="0"/>
                  </a:srgbClr>
                </a:gs>
              </a:gsLst>
              <a:lin ang="2700000" scaled="1"/>
            </a:gradFill>
            <a:ln w="0">
              <a:noFill/>
              <a:round/>
              <a:headEnd/>
              <a:tailEnd/>
            </a:ln>
          </p:spPr>
          <p:txBody>
            <a:bodyPr/>
            <a:lstStyle/>
            <a:p>
              <a:endParaRPr lang="zh-CN" altLang="en-US"/>
            </a:p>
          </p:txBody>
        </p:sp>
        <p:sp>
          <p:nvSpPr>
            <p:cNvPr id="19" name="Text Box 18"/>
            <p:cNvSpPr txBox="1">
              <a:spLocks noChangeArrowheads="1"/>
            </p:cNvSpPr>
            <p:nvPr/>
          </p:nvSpPr>
          <p:spPr bwMode="gray">
            <a:xfrm>
              <a:off x="476" y="918"/>
              <a:ext cx="726" cy="679"/>
            </a:xfrm>
            <a:prstGeom prst="rect">
              <a:avLst/>
            </a:prstGeom>
            <a:noFill/>
            <a:ln w="9525" algn="ctr">
              <a:noFill/>
              <a:miter lim="800000"/>
              <a:headEnd/>
              <a:tailEnd/>
            </a:ln>
            <a:effectLst/>
          </p:spPr>
          <p:txBody>
            <a:bodyPr>
              <a:spAutoFit/>
            </a:bodyPr>
            <a:lstStyle/>
            <a:p>
              <a:pPr algn="ctr" eaLnBrk="0" hangingPunct="0">
                <a:defRPr/>
              </a:pPr>
              <a:r>
                <a:rPr lang="en-US" altLang="zh-CN" sz="2800" b="1" dirty="0" smtClean="0">
                  <a:solidFill>
                    <a:srgbClr val="FFFFFF"/>
                  </a:solidFill>
                  <a:effectLst>
                    <a:outerShdw blurRad="38100" dist="38100" dir="2700000" algn="tl">
                      <a:srgbClr val="C0C0C0"/>
                    </a:outerShdw>
                  </a:effectLst>
                  <a:latin typeface="Times New Roman" pitchFamily="18" charset="0"/>
                  <a:ea typeface="黑体" pitchFamily="2" charset="-122"/>
                </a:rPr>
                <a:t>CM1</a:t>
              </a:r>
              <a:endParaRPr lang="zh-CN" altLang="en-US" sz="2800" dirty="0" smtClean="0">
                <a:solidFill>
                  <a:srgbClr val="FFFFFF"/>
                </a:solidFill>
                <a:effectLst>
                  <a:outerShdw blurRad="38100" dist="38100" dir="2700000" algn="tl">
                    <a:srgbClr val="C0C0C0"/>
                  </a:outerShdw>
                </a:effectLst>
                <a:ea typeface="宋体" pitchFamily="2" charset="-122"/>
              </a:endParaRPr>
            </a:p>
            <a:p>
              <a:pPr algn="ctr" eaLnBrk="0" hangingPunct="0">
                <a:defRPr/>
              </a:pPr>
              <a:r>
                <a:rPr lang="en-US" altLang="zh-CN" b="1" dirty="0" smtClean="0">
                  <a:latin typeface="Times New Roman" pitchFamily="18" charset="0"/>
                  <a:ea typeface="黑体" pitchFamily="2" charset="-122"/>
                </a:rPr>
                <a:t>Magnetic test </a:t>
              </a:r>
            </a:p>
            <a:p>
              <a:pPr algn="ctr" eaLnBrk="0" hangingPunct="0">
                <a:defRPr/>
              </a:pPr>
              <a:r>
                <a:rPr lang="en-US" altLang="zh-CN" b="1" dirty="0" smtClean="0">
                  <a:latin typeface="Times New Roman" pitchFamily="18" charset="0"/>
                  <a:ea typeface="黑体" pitchFamily="2" charset="-122"/>
                </a:rPr>
                <a:t>in unit level</a:t>
              </a:r>
            </a:p>
          </p:txBody>
        </p:sp>
      </p:grpSp>
      <p:sp>
        <p:nvSpPr>
          <p:cNvPr id="23" name="Text Box 21"/>
          <p:cNvSpPr txBox="1">
            <a:spLocks noChangeArrowheads="1"/>
          </p:cNvSpPr>
          <p:nvPr/>
        </p:nvSpPr>
        <p:spPr bwMode="gray">
          <a:xfrm>
            <a:off x="263874" y="6135990"/>
            <a:ext cx="2795958" cy="338554"/>
          </a:xfrm>
          <a:prstGeom prst="rect">
            <a:avLst/>
          </a:prstGeom>
          <a:noFill/>
          <a:ln w="9525" algn="ctr">
            <a:noFill/>
            <a:miter lim="800000"/>
            <a:headEnd/>
            <a:tailEnd/>
          </a:ln>
        </p:spPr>
        <p:txBody>
          <a:bodyPr wrap="none">
            <a:spAutoFit/>
          </a:bodyPr>
          <a:lstStyle/>
          <a:p>
            <a:pPr algn="ctr" eaLnBrk="0" hangingPunct="0"/>
            <a:r>
              <a:rPr lang="en-US" altLang="zh-CN" sz="1600" b="1" dirty="0" smtClean="0">
                <a:ea typeface="楷体_GB2312" pitchFamily="49" charset="-122"/>
              </a:rPr>
              <a:t>CM1</a:t>
            </a:r>
            <a:r>
              <a:rPr lang="zh-CN" altLang="en-US" sz="1600" b="1" dirty="0" smtClean="0">
                <a:ea typeface="楷体_GB2312" pitchFamily="49" charset="-122"/>
              </a:rPr>
              <a:t> </a:t>
            </a:r>
            <a:r>
              <a:rPr lang="en-US" altLang="zh-CN" sz="1600" b="1" dirty="0" smtClean="0">
                <a:ea typeface="楷体_GB2312" pitchFamily="49" charset="-122"/>
              </a:rPr>
              <a:t>Zero magnetic test device</a:t>
            </a:r>
            <a:endParaRPr lang="zh-CN" altLang="en-US" sz="1600" b="1" dirty="0">
              <a:ea typeface="楷体_GB2312" pitchFamily="49" charset="-122"/>
            </a:endParaRPr>
          </a:p>
        </p:txBody>
      </p:sp>
      <p:sp>
        <p:nvSpPr>
          <p:cNvPr id="24" name="Text Box 21"/>
          <p:cNvSpPr txBox="1">
            <a:spLocks noChangeArrowheads="1"/>
          </p:cNvSpPr>
          <p:nvPr/>
        </p:nvSpPr>
        <p:spPr bwMode="gray">
          <a:xfrm>
            <a:off x="2990855" y="6154738"/>
            <a:ext cx="2920992" cy="338554"/>
          </a:xfrm>
          <a:prstGeom prst="rect">
            <a:avLst/>
          </a:prstGeom>
          <a:noFill/>
          <a:ln w="9525" algn="ctr">
            <a:noFill/>
            <a:miter lim="800000"/>
            <a:headEnd/>
            <a:tailEnd/>
          </a:ln>
        </p:spPr>
        <p:txBody>
          <a:bodyPr wrap="none">
            <a:spAutoFit/>
          </a:bodyPr>
          <a:lstStyle/>
          <a:p>
            <a:pPr algn="ctr" eaLnBrk="0" hangingPunct="0"/>
            <a:r>
              <a:rPr lang="en-US" altLang="zh-CN" sz="1600" b="1" dirty="0" smtClean="0">
                <a:ea typeface="楷体_GB2312" pitchFamily="49" charset="-122"/>
              </a:rPr>
              <a:t>CM1A</a:t>
            </a:r>
            <a:r>
              <a:rPr lang="zh-CN" altLang="en-US" sz="1600" b="1" dirty="0" smtClean="0">
                <a:ea typeface="楷体_GB2312" pitchFamily="49" charset="-122"/>
              </a:rPr>
              <a:t> </a:t>
            </a:r>
            <a:r>
              <a:rPr lang="en-US" altLang="zh-CN" sz="1600" b="1" dirty="0" smtClean="0">
                <a:ea typeface="楷体_GB2312" pitchFamily="49" charset="-122"/>
              </a:rPr>
              <a:t>Zero magnetic test device</a:t>
            </a:r>
            <a:endParaRPr lang="zh-CN" altLang="en-US" sz="1600" b="1" dirty="0">
              <a:ea typeface="楷体_GB2312" pitchFamily="49" charset="-122"/>
            </a:endParaRPr>
          </a:p>
        </p:txBody>
      </p:sp>
      <p:sp>
        <p:nvSpPr>
          <p:cNvPr id="25" name="Text Box 21"/>
          <p:cNvSpPr txBox="1">
            <a:spLocks noChangeArrowheads="1"/>
          </p:cNvSpPr>
          <p:nvPr/>
        </p:nvSpPr>
        <p:spPr bwMode="gray">
          <a:xfrm>
            <a:off x="5817482" y="6154738"/>
            <a:ext cx="3174844" cy="338554"/>
          </a:xfrm>
          <a:prstGeom prst="rect">
            <a:avLst/>
          </a:prstGeom>
          <a:noFill/>
          <a:ln w="9525" algn="ctr">
            <a:noFill/>
            <a:miter lim="800000"/>
            <a:headEnd/>
            <a:tailEnd/>
          </a:ln>
        </p:spPr>
        <p:txBody>
          <a:bodyPr wrap="none">
            <a:spAutoFit/>
          </a:bodyPr>
          <a:lstStyle/>
          <a:p>
            <a:pPr algn="ctr" eaLnBrk="0" hangingPunct="0"/>
            <a:r>
              <a:rPr lang="en-US" altLang="zh-CN" sz="1600" b="1" dirty="0" smtClean="0">
                <a:ea typeface="楷体_GB2312" pitchFamily="49" charset="-122"/>
              </a:rPr>
              <a:t>Magnetizing/demagnetizing device</a:t>
            </a:r>
            <a:endParaRPr lang="zh-CN" altLang="en-US" sz="1600" b="1" dirty="0">
              <a:ea typeface="楷体_GB2312" pitchFamily="49" charset="-122"/>
            </a:endParaRPr>
          </a:p>
        </p:txBody>
      </p:sp>
      <p:sp>
        <p:nvSpPr>
          <p:cNvPr id="26"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Magnetic Test Example</a:t>
            </a:r>
            <a:endParaRPr lang="zh-CN" altLang="en-US" dirty="0">
              <a:latin typeface="Times New Roman" pitchFamily="18" charset="0"/>
              <a:cs typeface="Times New Roman" pitchFamily="18" charset="0"/>
            </a:endParaRPr>
          </a:p>
        </p:txBody>
      </p:sp>
      <p:grpSp>
        <p:nvGrpSpPr>
          <p:cNvPr id="4" name="组合 50"/>
          <p:cNvGrpSpPr/>
          <p:nvPr/>
        </p:nvGrpSpPr>
        <p:grpSpPr>
          <a:xfrm rot="1207951">
            <a:off x="7690827" y="332500"/>
            <a:ext cx="1476645" cy="1252716"/>
            <a:chOff x="7719711" y="500042"/>
            <a:chExt cx="1259952" cy="1252716"/>
          </a:xfrm>
        </p:grpSpPr>
        <p:grpSp>
          <p:nvGrpSpPr>
            <p:cNvPr id="5" name="Group 11"/>
            <p:cNvGrpSpPr>
              <a:grpSpLocks/>
            </p:cNvGrpSpPr>
            <p:nvPr/>
          </p:nvGrpSpPr>
          <p:grpSpPr bwMode="auto">
            <a:xfrm>
              <a:off x="7786710" y="500042"/>
              <a:ext cx="1150939" cy="1252716"/>
              <a:chOff x="2010" y="1920"/>
              <a:chExt cx="1680" cy="1680"/>
            </a:xfrm>
          </p:grpSpPr>
          <p:sp>
            <p:nvSpPr>
              <p:cNvPr id="30"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31"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29" name="TextBox 28"/>
            <p:cNvSpPr txBox="1"/>
            <p:nvPr/>
          </p:nvSpPr>
          <p:spPr>
            <a:xfrm>
              <a:off x="7719711" y="711228"/>
              <a:ext cx="1259952" cy="830997"/>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Spacecraft Magnetic Control</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8"/>
          <p:cNvSpPr>
            <a:spLocks noChangeArrowheads="1"/>
          </p:cNvSpPr>
          <p:nvPr/>
        </p:nvSpPr>
        <p:spPr bwMode="gray">
          <a:xfrm>
            <a:off x="0" y="3141663"/>
            <a:ext cx="9144000" cy="3311525"/>
          </a:xfrm>
          <a:prstGeom prst="rect">
            <a:avLst/>
          </a:prstGeom>
          <a:gradFill rotWithShape="1">
            <a:gsLst>
              <a:gs pos="0">
                <a:srgbClr val="FF9B57"/>
              </a:gs>
              <a:gs pos="100000">
                <a:srgbClr val="FFFFFF">
                  <a:alpha val="0"/>
                </a:srgbClr>
              </a:gs>
            </a:gsLst>
            <a:lin ang="0" scaled="1"/>
          </a:gradFill>
          <a:ln w="9525" algn="ctr">
            <a:noFill/>
            <a:miter lim="800000"/>
            <a:headEnd/>
            <a:tailEnd/>
          </a:ln>
        </p:spPr>
        <p:txBody>
          <a:bodyPr wrap="none" anchor="ctr"/>
          <a:lstStyle/>
          <a:p>
            <a:endParaRPr lang="zh-CN" altLang="en-US"/>
          </a:p>
        </p:txBody>
      </p:sp>
      <p:pic>
        <p:nvPicPr>
          <p:cNvPr id="10" name="Picture 2" descr="SANY0489"/>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84213" y="3429000"/>
            <a:ext cx="3551457" cy="2657475"/>
          </a:xfrm>
          <a:prstGeom prst="rect">
            <a:avLst/>
          </a:prstGeom>
          <a:noFill/>
          <a:ln>
            <a:miter lim="800000"/>
            <a:headEnd/>
            <a:tailEnd/>
          </a:ln>
        </p:spPr>
      </p:pic>
      <p:sp>
        <p:nvSpPr>
          <p:cNvPr id="12" name="AutoShape 4"/>
          <p:cNvSpPr>
            <a:spLocks noChangeArrowheads="1"/>
          </p:cNvSpPr>
          <p:nvPr/>
        </p:nvSpPr>
        <p:spPr bwMode="gray">
          <a:xfrm>
            <a:off x="179512" y="1690439"/>
            <a:ext cx="8572528" cy="1306513"/>
          </a:xfrm>
          <a:prstGeom prst="roundRect">
            <a:avLst>
              <a:gd name="adj" fmla="val 10889"/>
            </a:avLst>
          </a:prstGeom>
          <a:gradFill rotWithShape="1">
            <a:gsLst>
              <a:gs pos="0">
                <a:srgbClr val="FFCC99">
                  <a:gamma/>
                  <a:tint val="51373"/>
                  <a:invGamma/>
                </a:srgbClr>
              </a:gs>
              <a:gs pos="100000">
                <a:srgbClr val="FFCC99"/>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p>
            <a:pPr>
              <a:defRPr/>
            </a:pPr>
            <a:endParaRPr lang="zh-CN" altLang="en-US">
              <a:ea typeface="宋体" pitchFamily="2" charset="-122"/>
            </a:endParaRPr>
          </a:p>
        </p:txBody>
      </p:sp>
      <p:grpSp>
        <p:nvGrpSpPr>
          <p:cNvPr id="2" name="Group 5"/>
          <p:cNvGrpSpPr>
            <a:grpSpLocks/>
          </p:cNvGrpSpPr>
          <p:nvPr/>
        </p:nvGrpSpPr>
        <p:grpSpPr bwMode="auto">
          <a:xfrm>
            <a:off x="295525" y="1834904"/>
            <a:ext cx="1292227" cy="1068388"/>
            <a:chOff x="822" y="830"/>
            <a:chExt cx="814" cy="673"/>
          </a:xfrm>
        </p:grpSpPr>
        <p:sp>
          <p:nvSpPr>
            <p:cNvPr id="14" name="AutoShape 6"/>
            <p:cNvSpPr>
              <a:spLocks noChangeArrowheads="1"/>
            </p:cNvSpPr>
            <p:nvPr/>
          </p:nvSpPr>
          <p:spPr bwMode="gray">
            <a:xfrm>
              <a:off x="839" y="830"/>
              <a:ext cx="795" cy="673"/>
            </a:xfrm>
            <a:prstGeom prst="roundRect">
              <a:avLst>
                <a:gd name="adj" fmla="val 11921"/>
              </a:avLst>
            </a:prstGeom>
            <a:gradFill rotWithShape="1">
              <a:gsLst>
                <a:gs pos="0">
                  <a:srgbClr val="EC941E"/>
                </a:gs>
                <a:gs pos="100000">
                  <a:srgbClr val="A56715"/>
                </a:gs>
              </a:gsLst>
              <a:lin ang="5400000" scaled="1"/>
            </a:gradFill>
            <a:ln w="38100">
              <a:solidFill>
                <a:schemeClr val="tx1"/>
              </a:solidFill>
              <a:round/>
              <a:headEnd/>
              <a:tailEnd/>
            </a:ln>
          </p:spPr>
          <p:txBody>
            <a:bodyPr wrap="none" anchor="ctr"/>
            <a:lstStyle/>
            <a:p>
              <a:endParaRPr lang="zh-CN" altLang="en-US"/>
            </a:p>
          </p:txBody>
        </p:sp>
        <p:sp>
          <p:nvSpPr>
            <p:cNvPr id="15" name="Freeform 7"/>
            <p:cNvSpPr>
              <a:spLocks/>
            </p:cNvSpPr>
            <p:nvPr/>
          </p:nvSpPr>
          <p:spPr bwMode="gray">
            <a:xfrm>
              <a:off x="888" y="873"/>
              <a:ext cx="397" cy="337"/>
            </a:xfrm>
            <a:custGeom>
              <a:avLst/>
              <a:gdLst>
                <a:gd name="T0" fmla="*/ 79 w 596"/>
                <a:gd name="T1" fmla="*/ 0 h 598"/>
                <a:gd name="T2" fmla="*/ 0 w 596"/>
                <a:gd name="T3" fmla="*/ 66 h 598"/>
                <a:gd name="T4" fmla="*/ 0 w 596"/>
                <a:gd name="T5" fmla="*/ 332 h 598"/>
                <a:gd name="T6" fmla="*/ 107 w 596"/>
                <a:gd name="T7" fmla="*/ 98 h 598"/>
                <a:gd name="T8" fmla="*/ 392 w 596"/>
                <a:gd name="T9" fmla="*/ 0 h 598"/>
                <a:gd name="T10" fmla="*/ 79 w 596"/>
                <a:gd name="T11" fmla="*/ 0 h 598"/>
                <a:gd name="T12" fmla="*/ 0 60000 65536"/>
                <a:gd name="T13" fmla="*/ 0 60000 65536"/>
                <a:gd name="T14" fmla="*/ 0 60000 65536"/>
                <a:gd name="T15" fmla="*/ 0 60000 65536"/>
                <a:gd name="T16" fmla="*/ 0 60000 65536"/>
                <a:gd name="T17" fmla="*/ 0 60000 65536"/>
                <a:gd name="T18" fmla="*/ 0 w 596"/>
                <a:gd name="T19" fmla="*/ 0 h 598"/>
                <a:gd name="T20" fmla="*/ 596 w 596"/>
                <a:gd name="T21" fmla="*/ 598 h 598"/>
              </a:gdLst>
              <a:ahLst/>
              <a:cxnLst>
                <a:cxn ang="T12">
                  <a:pos x="T0" y="T1"/>
                </a:cxn>
                <a:cxn ang="T13">
                  <a:pos x="T2" y="T3"/>
                </a:cxn>
                <a:cxn ang="T14">
                  <a:pos x="T4" y="T5"/>
                </a:cxn>
                <a:cxn ang="T15">
                  <a:pos x="T6" y="T7"/>
                </a:cxn>
                <a:cxn ang="T16">
                  <a:pos x="T8" y="T9"/>
                </a:cxn>
                <a:cxn ang="T17">
                  <a:pos x="T10" y="T11"/>
                </a:cxn>
              </a:cxnLst>
              <a:rect l="T18" t="T19" r="T20" b="T21"/>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F6CB92"/>
                </a:gs>
                <a:gs pos="100000">
                  <a:srgbClr val="EC941E">
                    <a:alpha val="0"/>
                  </a:srgbClr>
                </a:gs>
              </a:gsLst>
              <a:lin ang="2700000" scaled="1"/>
            </a:gradFill>
            <a:ln w="0">
              <a:noFill/>
              <a:round/>
              <a:headEnd/>
              <a:tailEnd/>
            </a:ln>
          </p:spPr>
          <p:txBody>
            <a:bodyPr/>
            <a:lstStyle/>
            <a:p>
              <a:endParaRPr lang="zh-CN" altLang="en-US"/>
            </a:p>
          </p:txBody>
        </p:sp>
        <p:sp>
          <p:nvSpPr>
            <p:cNvPr id="16" name="Text Box 8"/>
            <p:cNvSpPr txBox="1">
              <a:spLocks noChangeArrowheads="1"/>
            </p:cNvSpPr>
            <p:nvPr/>
          </p:nvSpPr>
          <p:spPr bwMode="gray">
            <a:xfrm>
              <a:off x="822" y="867"/>
              <a:ext cx="814" cy="562"/>
            </a:xfrm>
            <a:prstGeom prst="rect">
              <a:avLst/>
            </a:prstGeom>
            <a:noFill/>
            <a:ln w="9525" algn="ctr">
              <a:noFill/>
              <a:miter lim="800000"/>
              <a:headEnd/>
              <a:tailEnd/>
            </a:ln>
            <a:effectLst/>
          </p:spPr>
          <p:txBody>
            <a:bodyPr wrap="none">
              <a:spAutoFit/>
            </a:bodyPr>
            <a:lstStyle/>
            <a:p>
              <a:pPr algn="ctr" eaLnBrk="0" hangingPunct="0">
                <a:defRPr/>
              </a:pPr>
              <a:r>
                <a:rPr lang="en-US" altLang="zh-CN" sz="2400" b="1" dirty="0" smtClean="0">
                  <a:solidFill>
                    <a:srgbClr val="FFFFFF"/>
                  </a:solidFill>
                  <a:effectLst>
                    <a:outerShdw blurRad="38100" dist="38100" dir="2700000" algn="tl">
                      <a:srgbClr val="C0C0C0"/>
                    </a:outerShdw>
                  </a:effectLst>
                  <a:latin typeface="Times New Roman" pitchFamily="18" charset="0"/>
                  <a:ea typeface="黑体" pitchFamily="2" charset="-122"/>
                </a:rPr>
                <a:t>CM2</a:t>
              </a:r>
              <a:endParaRPr lang="zh-CN" altLang="en-US" sz="2400" dirty="0" smtClean="0">
                <a:solidFill>
                  <a:srgbClr val="FFFFFF"/>
                </a:solidFill>
                <a:effectLst>
                  <a:outerShdw blurRad="38100" dist="38100" dir="2700000" algn="tl">
                    <a:srgbClr val="C0C0C0"/>
                  </a:outerShdw>
                </a:effectLst>
                <a:ea typeface="宋体" pitchFamily="2" charset="-122"/>
              </a:endParaRPr>
            </a:p>
            <a:p>
              <a:pPr algn="ctr" eaLnBrk="0" hangingPunct="0">
                <a:defRPr/>
              </a:pPr>
              <a:r>
                <a:rPr lang="en-US" altLang="zh-CN" sz="1400" b="1" dirty="0" smtClean="0">
                  <a:latin typeface="Times New Roman" pitchFamily="18" charset="0"/>
                  <a:ea typeface="黑体" pitchFamily="2" charset="-122"/>
                </a:rPr>
                <a:t>Magnetic test </a:t>
              </a:r>
            </a:p>
            <a:p>
              <a:pPr algn="ctr" eaLnBrk="0" hangingPunct="0">
                <a:defRPr/>
              </a:pPr>
              <a:r>
                <a:rPr lang="en-US" altLang="zh-CN" sz="1400" b="1" dirty="0" smtClean="0">
                  <a:latin typeface="Times New Roman" pitchFamily="18" charset="0"/>
                  <a:ea typeface="黑体" pitchFamily="2" charset="-122"/>
                </a:rPr>
                <a:t>in system level</a:t>
              </a:r>
            </a:p>
          </p:txBody>
        </p:sp>
      </p:grpSp>
      <p:sp>
        <p:nvSpPr>
          <p:cNvPr id="17" name="Text Box 9"/>
          <p:cNvSpPr txBox="1">
            <a:spLocks noChangeArrowheads="1"/>
          </p:cNvSpPr>
          <p:nvPr/>
        </p:nvSpPr>
        <p:spPr bwMode="gray">
          <a:xfrm>
            <a:off x="1401192" y="1761877"/>
            <a:ext cx="7459368" cy="1200329"/>
          </a:xfrm>
          <a:prstGeom prst="rect">
            <a:avLst/>
          </a:prstGeom>
          <a:noFill/>
          <a:ln w="9525" algn="ctr">
            <a:noFill/>
            <a:miter lim="800000"/>
            <a:headEnd/>
            <a:tailEnd/>
          </a:ln>
        </p:spPr>
        <p:txBody>
          <a:bodyPr wrap="square">
            <a:spAutoFit/>
          </a:bodyPr>
          <a:lstStyle/>
          <a:p>
            <a:pPr marL="179388" lvl="1" eaLnBrk="0" hangingPunct="0"/>
            <a:r>
              <a:rPr lang="en-US" altLang="zh-CN" b="1" dirty="0" smtClean="0">
                <a:solidFill>
                  <a:srgbClr val="FF6600"/>
                </a:solidFill>
                <a:latin typeface="Times New Roman" pitchFamily="18" charset="0"/>
                <a:ea typeface="幼圆" pitchFamily="49" charset="-122"/>
                <a:cs typeface="Times New Roman" pitchFamily="18" charset="0"/>
              </a:rPr>
              <a:t>Mass</a:t>
            </a:r>
            <a:r>
              <a:rPr lang="en-US" altLang="zh-CN" b="1" dirty="0" smtClean="0">
                <a:latin typeface="Times New Roman" pitchFamily="18" charset="0"/>
                <a:ea typeface="幼圆" pitchFamily="49" charset="-122"/>
                <a:cs typeface="Times New Roman" pitchFamily="18" charset="0"/>
              </a:rPr>
              <a:t>: less than 5000kg</a:t>
            </a:r>
          </a:p>
          <a:p>
            <a:pPr marL="179388" lvl="1" eaLnBrk="0" hangingPunct="0"/>
            <a:r>
              <a:rPr lang="en-US" altLang="zh-CN" b="1" dirty="0" smtClean="0">
                <a:solidFill>
                  <a:srgbClr val="FF6600"/>
                </a:solidFill>
                <a:latin typeface="Times New Roman" pitchFamily="18" charset="0"/>
                <a:ea typeface="幼圆" pitchFamily="49" charset="-122"/>
                <a:cs typeface="Times New Roman" pitchFamily="18" charset="0"/>
              </a:rPr>
              <a:t>Dimension</a:t>
            </a:r>
            <a:r>
              <a:rPr lang="en-US" altLang="zh-CN" b="1" dirty="0" smtClean="0">
                <a:latin typeface="Times New Roman" pitchFamily="18" charset="0"/>
                <a:ea typeface="幼圆" pitchFamily="49" charset="-122"/>
                <a:cs typeface="Times New Roman" pitchFamily="18" charset="0"/>
              </a:rPr>
              <a:t>: less than 5m</a:t>
            </a:r>
          </a:p>
          <a:p>
            <a:pPr marL="179388" lvl="1" eaLnBrk="0" hangingPunct="0"/>
            <a:r>
              <a:rPr lang="en-US" altLang="zh-CN" b="1" dirty="0" smtClean="0">
                <a:solidFill>
                  <a:srgbClr val="FF6600"/>
                </a:solidFill>
                <a:latin typeface="Times New Roman" pitchFamily="18" charset="0"/>
                <a:ea typeface="幼圆" pitchFamily="49" charset="-122"/>
                <a:cs typeface="Times New Roman" pitchFamily="18" charset="0"/>
              </a:rPr>
              <a:t>Item</a:t>
            </a:r>
            <a:r>
              <a:rPr lang="en-US" altLang="zh-CN" b="1" dirty="0" smtClean="0">
                <a:latin typeface="Times New Roman" pitchFamily="18" charset="0"/>
                <a:ea typeface="幼圆" pitchFamily="49" charset="-122"/>
                <a:cs typeface="Times New Roman" pitchFamily="18" charset="0"/>
              </a:rPr>
              <a:t>: magnetic field/moment, magnetizing/demagnetizing, compensation</a:t>
            </a:r>
          </a:p>
          <a:p>
            <a:pPr marL="179388" lvl="1" eaLnBrk="0" hangingPunct="0"/>
            <a:r>
              <a:rPr lang="en-US" altLang="zh-CN" b="1" dirty="0" smtClean="0">
                <a:solidFill>
                  <a:srgbClr val="FF6600"/>
                </a:solidFill>
                <a:latin typeface="Times New Roman" pitchFamily="18" charset="0"/>
                <a:ea typeface="幼圆" pitchFamily="49" charset="-122"/>
                <a:cs typeface="Times New Roman" pitchFamily="18" charset="0"/>
              </a:rPr>
              <a:t>Implement</a:t>
            </a:r>
            <a:r>
              <a:rPr lang="en-US" altLang="zh-CN" b="1" dirty="0" smtClean="0">
                <a:latin typeface="Times New Roman" pitchFamily="18" charset="0"/>
                <a:ea typeface="幼圆" pitchFamily="49" charset="-122"/>
                <a:cs typeface="Times New Roman" pitchFamily="18" charset="0"/>
              </a:rPr>
              <a:t>: LEO spacecraft, Planetary Science Explore Satellite</a:t>
            </a:r>
            <a:endParaRPr lang="zh-CN" altLang="en-US" b="1" dirty="0">
              <a:latin typeface="Times New Roman" pitchFamily="18" charset="0"/>
              <a:ea typeface="幼圆" pitchFamily="49" charset="-122"/>
              <a:cs typeface="Times New Roman" pitchFamily="18" charset="0"/>
            </a:endParaRPr>
          </a:p>
        </p:txBody>
      </p:sp>
      <p:sp>
        <p:nvSpPr>
          <p:cNvPr id="18" name="Text Box 21"/>
          <p:cNvSpPr txBox="1">
            <a:spLocks noChangeArrowheads="1"/>
          </p:cNvSpPr>
          <p:nvPr/>
        </p:nvSpPr>
        <p:spPr bwMode="gray">
          <a:xfrm>
            <a:off x="1216307" y="6092825"/>
            <a:ext cx="2299732" cy="338554"/>
          </a:xfrm>
          <a:prstGeom prst="rect">
            <a:avLst/>
          </a:prstGeom>
          <a:noFill/>
          <a:ln w="9525" algn="ctr">
            <a:noFill/>
            <a:miter lim="800000"/>
            <a:headEnd/>
            <a:tailEnd/>
          </a:ln>
        </p:spPr>
        <p:txBody>
          <a:bodyPr wrap="none">
            <a:spAutoFit/>
          </a:bodyPr>
          <a:lstStyle/>
          <a:p>
            <a:pPr algn="ctr" eaLnBrk="0" hangingPunct="0"/>
            <a:r>
              <a:rPr lang="en-US" altLang="zh-CN" sz="1600" b="1" dirty="0" smtClean="0">
                <a:ea typeface="楷体_GB2312" pitchFamily="49" charset="-122"/>
              </a:rPr>
              <a:t>Nonmagnetic Laboratory</a:t>
            </a:r>
            <a:endParaRPr lang="zh-CN" altLang="en-US" sz="1600" b="1" dirty="0">
              <a:ea typeface="楷体_GB2312" pitchFamily="49" charset="-122"/>
            </a:endParaRPr>
          </a:p>
        </p:txBody>
      </p:sp>
      <p:sp>
        <p:nvSpPr>
          <p:cNvPr id="19" name="Text Box 21"/>
          <p:cNvSpPr txBox="1">
            <a:spLocks noChangeArrowheads="1"/>
          </p:cNvSpPr>
          <p:nvPr/>
        </p:nvSpPr>
        <p:spPr bwMode="gray">
          <a:xfrm>
            <a:off x="5508104" y="6092825"/>
            <a:ext cx="1645642" cy="338554"/>
          </a:xfrm>
          <a:prstGeom prst="rect">
            <a:avLst/>
          </a:prstGeom>
          <a:noFill/>
          <a:ln w="9525" algn="ctr">
            <a:noFill/>
            <a:miter lim="800000"/>
            <a:headEnd/>
            <a:tailEnd/>
          </a:ln>
        </p:spPr>
        <p:txBody>
          <a:bodyPr wrap="none">
            <a:spAutoFit/>
          </a:bodyPr>
          <a:lstStyle/>
          <a:p>
            <a:pPr algn="ctr" eaLnBrk="0" hangingPunct="0"/>
            <a:r>
              <a:rPr lang="en-US" altLang="zh-CN" sz="1600" b="1" dirty="0" smtClean="0">
                <a:ea typeface="楷体_GB2312" pitchFamily="49" charset="-122"/>
              </a:rPr>
              <a:t>Main Coil System</a:t>
            </a:r>
            <a:endParaRPr lang="zh-CN" altLang="en-US" sz="1600" b="1" dirty="0">
              <a:ea typeface="楷体_GB2312" pitchFamily="49" charset="-122"/>
            </a:endParaRPr>
          </a:p>
        </p:txBody>
      </p:sp>
      <p:sp>
        <p:nvSpPr>
          <p:cNvPr id="20" name="矩形 19"/>
          <p:cNvSpPr/>
          <p:nvPr/>
        </p:nvSpPr>
        <p:spPr>
          <a:xfrm>
            <a:off x="195131" y="1052736"/>
            <a:ext cx="5742277" cy="769441"/>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4400" b="1"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华文行楷" pitchFamily="2" charset="-122"/>
                <a:ea typeface="华文行楷" pitchFamily="2" charset="-122"/>
              </a:rPr>
              <a:t>Facility for magnetic test</a:t>
            </a:r>
            <a:endParaRPr lang="zh-CN" altLang="en-US" sz="44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华文行楷" pitchFamily="2" charset="-122"/>
              <a:ea typeface="华文行楷" pitchFamily="2" charset="-122"/>
            </a:endParaRPr>
          </a:p>
        </p:txBody>
      </p:sp>
      <p:pic>
        <p:nvPicPr>
          <p:cNvPr id="21" name="Picture 2" descr="1"/>
          <p:cNvPicPr>
            <a:picLocks noChangeAspect="1" noChangeArrowheads="1"/>
          </p:cNvPicPr>
          <p:nvPr/>
        </p:nvPicPr>
        <p:blipFill>
          <a:blip r:embed="rId3" cstate="print"/>
          <a:srcRect/>
          <a:stretch>
            <a:fillRect/>
          </a:stretch>
        </p:blipFill>
        <p:spPr bwMode="auto">
          <a:xfrm>
            <a:off x="4643438" y="3429000"/>
            <a:ext cx="3571868" cy="2687784"/>
          </a:xfrm>
          <a:prstGeom prst="rect">
            <a:avLst/>
          </a:prstGeom>
          <a:noFill/>
          <a:ln w="9525">
            <a:noFill/>
            <a:miter lim="800000"/>
            <a:headEnd/>
            <a:tailEnd/>
          </a:ln>
        </p:spPr>
      </p:pic>
      <p:sp>
        <p:nvSpPr>
          <p:cNvPr id="22" name="标题 1"/>
          <p:cNvSpPr>
            <a:spLocks noGrp="1"/>
          </p:cNvSpPr>
          <p:nvPr>
            <p:ph type="title"/>
          </p:nvPr>
        </p:nvSpPr>
        <p:spPr>
          <a:xfrm>
            <a:off x="457200" y="44624"/>
            <a:ext cx="8229600" cy="1082660"/>
          </a:xfrm>
        </p:spPr>
        <p:txBody>
          <a:bodyPr/>
          <a:lstStyle/>
          <a:p>
            <a:r>
              <a:rPr lang="en-US" altLang="zh-CN" dirty="0" smtClean="0">
                <a:latin typeface="Times New Roman" pitchFamily="18" charset="0"/>
                <a:cs typeface="Times New Roman" pitchFamily="18" charset="0"/>
              </a:rPr>
              <a:t>Magnetic Test Example</a:t>
            </a:r>
            <a:endParaRPr lang="zh-CN" altLang="en-US" dirty="0">
              <a:latin typeface="Times New Roman" pitchFamily="18" charset="0"/>
              <a:cs typeface="Times New Roman" pitchFamily="18" charset="0"/>
            </a:endParaRPr>
          </a:p>
        </p:txBody>
      </p:sp>
      <p:grpSp>
        <p:nvGrpSpPr>
          <p:cNvPr id="3" name="组合 50"/>
          <p:cNvGrpSpPr/>
          <p:nvPr/>
        </p:nvGrpSpPr>
        <p:grpSpPr>
          <a:xfrm rot="1207951">
            <a:off x="7690827" y="332500"/>
            <a:ext cx="1476645" cy="1252716"/>
            <a:chOff x="7719711" y="500042"/>
            <a:chExt cx="1259952" cy="1252716"/>
          </a:xfrm>
        </p:grpSpPr>
        <p:grpSp>
          <p:nvGrpSpPr>
            <p:cNvPr id="4" name="Group 11"/>
            <p:cNvGrpSpPr>
              <a:grpSpLocks/>
            </p:cNvGrpSpPr>
            <p:nvPr/>
          </p:nvGrpSpPr>
          <p:grpSpPr bwMode="auto">
            <a:xfrm>
              <a:off x="7786710" y="500042"/>
              <a:ext cx="1150939" cy="1252716"/>
              <a:chOff x="2010" y="1920"/>
              <a:chExt cx="1680" cy="1680"/>
            </a:xfrm>
          </p:grpSpPr>
          <p:sp>
            <p:nvSpPr>
              <p:cNvPr id="26" name="Oval 12"/>
              <p:cNvSpPr>
                <a:spLocks noChangeArrowheads="1"/>
              </p:cNvSpPr>
              <p:nvPr/>
            </p:nvSpPr>
            <p:spPr bwMode="gray">
              <a:xfrm>
                <a:off x="2010"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a:defRPr/>
                </a:pPr>
                <a:endParaRPr lang="zh-CN" altLang="en-US">
                  <a:ea typeface="宋体" pitchFamily="2" charset="-122"/>
                </a:endParaRPr>
              </a:p>
            </p:txBody>
          </p:sp>
          <p:sp>
            <p:nvSpPr>
              <p:cNvPr id="27" name="Freeform 13"/>
              <p:cNvSpPr>
                <a:spLocks/>
              </p:cNvSpPr>
              <p:nvPr/>
            </p:nvSpPr>
            <p:spPr bwMode="gray">
              <a:xfrm>
                <a:off x="2199" y="1948"/>
                <a:ext cx="1298" cy="634"/>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a:defRPr/>
                </a:pPr>
                <a:endParaRPr lang="zh-CN" altLang="en-US">
                  <a:ea typeface="宋体" pitchFamily="2" charset="-122"/>
                </a:endParaRPr>
              </a:p>
            </p:txBody>
          </p:sp>
        </p:grpSp>
        <p:sp>
          <p:nvSpPr>
            <p:cNvPr id="25" name="TextBox 24"/>
            <p:cNvSpPr txBox="1"/>
            <p:nvPr/>
          </p:nvSpPr>
          <p:spPr>
            <a:xfrm>
              <a:off x="7719711" y="711228"/>
              <a:ext cx="1259952" cy="830997"/>
            </a:xfrm>
            <a:prstGeom prst="rect">
              <a:avLst/>
            </a:prstGeom>
            <a:noFill/>
          </p:spPr>
          <p:txBody>
            <a:bodyPr wrap="square" rtlCol="0">
              <a:spAutoFit/>
            </a:bodyPr>
            <a:lstStyle/>
            <a:p>
              <a:pPr algn="ctr"/>
              <a:r>
                <a:rPr lang="en-US" altLang="zh-CN" sz="1600" b="1" dirty="0" smtClean="0">
                  <a:solidFill>
                    <a:schemeClr val="bg1"/>
                  </a:solidFill>
                  <a:latin typeface="Times New Roman" pitchFamily="18" charset="0"/>
                  <a:cs typeface="Times New Roman" pitchFamily="18" charset="0"/>
                </a:rPr>
                <a:t>Spacecraft Magnetic Control</a:t>
              </a:r>
              <a:endParaRPr lang="zh-CN" altLang="en-US" sz="1600" b="1" dirty="0">
                <a:solidFill>
                  <a:schemeClr val="bg1"/>
                </a:solidFill>
                <a:latin typeface="Times New Roman"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Magnetic Test Example</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Magnetic Test Example</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Magnetic test of a deployable antenna with rotation motors on joints.</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Test conditions: deployed or impacted</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Power status: power on or off, the direction of motors</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Compensation: permanent magnet affixed near the motors </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47</a:t>
            </a:fld>
            <a:r>
              <a:rPr lang="zh-CN" altLang="en-US" smtClean="0"/>
              <a:t> </a:t>
            </a:r>
            <a:endParaRPr lang="zh-CN" altLang="en-US" dirty="0">
              <a:latin typeface="微软雅黑" pitchFamily="34" charset="-122"/>
              <a:ea typeface="微软雅黑" pitchFamily="34" charset="-122"/>
            </a:endParaRPr>
          </a:p>
        </p:txBody>
      </p:sp>
      <p:pic>
        <p:nvPicPr>
          <p:cNvPr id="6" name="图片 5" descr="IMG20170203012.jpg"/>
          <p:cNvPicPr>
            <a:picLocks noChangeAspect="1"/>
          </p:cNvPicPr>
          <p:nvPr/>
        </p:nvPicPr>
        <p:blipFill>
          <a:blip r:embed="rId2" cstate="print"/>
          <a:srcRect l="4326" t="17450" r="9051" b="14301"/>
          <a:stretch>
            <a:fillRect/>
          </a:stretch>
        </p:blipFill>
        <p:spPr>
          <a:xfrm>
            <a:off x="4932040" y="3573016"/>
            <a:ext cx="4021370" cy="2376264"/>
          </a:xfrm>
          <a:prstGeom prst="rect">
            <a:avLst/>
          </a:prstGeom>
        </p:spPr>
      </p:pic>
      <p:pic>
        <p:nvPicPr>
          <p:cNvPr id="7" name="图片 6" descr="IMG20170203013.jpg"/>
          <p:cNvPicPr>
            <a:picLocks noChangeAspect="1"/>
          </p:cNvPicPr>
          <p:nvPr/>
        </p:nvPicPr>
        <p:blipFill>
          <a:blip r:embed="rId3" cstate="print"/>
          <a:srcRect l="5512" t="14700" r="7076" b="18500"/>
          <a:stretch>
            <a:fillRect/>
          </a:stretch>
        </p:blipFill>
        <p:spPr>
          <a:xfrm>
            <a:off x="467544" y="3573016"/>
            <a:ext cx="4176464" cy="2393742"/>
          </a:xfrm>
          <a:prstGeom prst="rect">
            <a:avLst/>
          </a:prstGeom>
        </p:spPr>
      </p:pic>
    </p:spTree>
    <p:extLst>
      <p:ext uri="{BB962C8B-B14F-4D97-AF65-F5344CB8AC3E}">
        <p14:creationId xmlns:p14="http://schemas.microsoft.com/office/powerpoint/2010/main" val="18822462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Magnetic Test Example</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a:xfrm>
            <a:off x="323528" y="1124744"/>
            <a:ext cx="8424936" cy="5256584"/>
          </a:xfrm>
        </p:spPr>
        <p:txBody>
          <a:bodyPr>
            <a:noAutofit/>
          </a:bodyPr>
          <a:lstStyle/>
          <a:p>
            <a:pPr marL="0" indent="0">
              <a:buNone/>
            </a:pPr>
            <a:r>
              <a:rPr lang="en-US" altLang="zh-CN" sz="2400" dirty="0" smtClean="0">
                <a:solidFill>
                  <a:schemeClr val="tx1"/>
                </a:solidFill>
                <a:latin typeface="Times New Roman" pitchFamily="18" charset="0"/>
                <a:cs typeface="Times New Roman" pitchFamily="18" charset="0"/>
              </a:rPr>
              <a:t>Magnetic Test Example</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Magnetic test of a small satellite with solar cells attached on the satellite’s surface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Test conditions: different working mode of the satellite </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Power status: devices with </a:t>
            </a:r>
          </a:p>
          <a:p>
            <a:pPr marL="0" indent="0">
              <a:buNone/>
            </a:pPr>
            <a:r>
              <a:rPr lang="en-US" altLang="zh-CN" sz="1800" dirty="0" smtClean="0">
                <a:solidFill>
                  <a:schemeClr val="tx1"/>
                </a:solidFill>
                <a:latin typeface="Times New Roman" pitchFamily="18" charset="0"/>
                <a:cs typeface="Times New Roman" pitchFamily="18" charset="0"/>
              </a:rPr>
              <a:t>    power on or off</a:t>
            </a:r>
          </a:p>
          <a:p>
            <a:pPr marL="0" indent="0">
              <a:buFont typeface="Wingdings" pitchFamily="2" charset="2"/>
              <a:buChar char="l"/>
            </a:pPr>
            <a:r>
              <a:rPr lang="en-US" altLang="zh-CN" sz="1800" dirty="0" smtClean="0">
                <a:solidFill>
                  <a:schemeClr val="tx1"/>
                </a:solidFill>
                <a:latin typeface="Times New Roman" pitchFamily="18" charset="0"/>
                <a:cs typeface="Times New Roman" pitchFamily="18" charset="0"/>
              </a:rPr>
              <a:t>Compensation: permanent </a:t>
            </a:r>
          </a:p>
          <a:p>
            <a:pPr marL="0" indent="0">
              <a:buNone/>
            </a:pPr>
            <a:r>
              <a:rPr lang="en-US" altLang="zh-CN" sz="1800" dirty="0" smtClean="0">
                <a:solidFill>
                  <a:schemeClr val="tx1"/>
                </a:solidFill>
                <a:latin typeface="Times New Roman" pitchFamily="18" charset="0"/>
                <a:cs typeface="Times New Roman" pitchFamily="18" charset="0"/>
              </a:rPr>
              <a:t>    magnet affixed on the </a:t>
            </a:r>
          </a:p>
          <a:p>
            <a:pPr marL="0" indent="0">
              <a:buNone/>
            </a:pPr>
            <a:r>
              <a:rPr lang="en-US" altLang="zh-CN" sz="1800" dirty="0" smtClean="0">
                <a:solidFill>
                  <a:schemeClr val="tx1"/>
                </a:solidFill>
                <a:latin typeface="Times New Roman" pitchFamily="18" charset="0"/>
                <a:cs typeface="Times New Roman" pitchFamily="18" charset="0"/>
              </a:rPr>
              <a:t>    surface of the satellite.</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48</a:t>
            </a:fld>
            <a:r>
              <a:rPr lang="zh-CN" altLang="en-US" smtClean="0"/>
              <a:t> </a:t>
            </a:r>
            <a:endParaRPr lang="zh-CN" altLang="en-US" dirty="0">
              <a:latin typeface="微软雅黑" pitchFamily="34" charset="-122"/>
              <a:ea typeface="微软雅黑" pitchFamily="34" charset="-122"/>
            </a:endParaRPr>
          </a:p>
        </p:txBody>
      </p:sp>
      <p:pic>
        <p:nvPicPr>
          <p:cNvPr id="10" name="Picture 2" descr="1"/>
          <p:cNvPicPr>
            <a:picLocks noChangeAspect="1" noChangeArrowheads="1"/>
          </p:cNvPicPr>
          <p:nvPr/>
        </p:nvPicPr>
        <p:blipFill>
          <a:blip r:embed="rId2" cstate="print"/>
          <a:srcRect/>
          <a:stretch>
            <a:fillRect/>
          </a:stretch>
        </p:blipFill>
        <p:spPr bwMode="auto">
          <a:xfrm>
            <a:off x="3289570" y="2636912"/>
            <a:ext cx="5854430" cy="4405381"/>
          </a:xfrm>
          <a:prstGeom prst="rect">
            <a:avLst/>
          </a:prstGeom>
          <a:noFill/>
          <a:ln w="9525">
            <a:noFill/>
            <a:miter lim="800000"/>
            <a:headEnd/>
            <a:tailEnd/>
          </a:ln>
        </p:spPr>
      </p:pic>
    </p:spTree>
    <p:extLst>
      <p:ext uri="{BB962C8B-B14F-4D97-AF65-F5344CB8AC3E}">
        <p14:creationId xmlns:p14="http://schemas.microsoft.com/office/powerpoint/2010/main" val="18822462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sz="3100" dirty="0" smtClean="0">
                <a:latin typeface="Times New Roman" pitchFamily="18" charset="0"/>
                <a:cs typeface="Times New Roman" pitchFamily="18" charset="0"/>
              </a:rPr>
              <a:t>What's magnetic</a:t>
            </a:r>
          </a:p>
          <a:p>
            <a:pPr marL="514350" indent="-514350">
              <a:buFont typeface="+mj-lt"/>
              <a:buAutoNum type="arabicPeriod"/>
            </a:pPr>
            <a:r>
              <a:rPr lang="en-US" altLang="zh-CN" sz="3100" dirty="0" smtClean="0">
                <a:latin typeface="Times New Roman" pitchFamily="18" charset="0"/>
                <a:cs typeface="Times New Roman" pitchFamily="18" charset="0"/>
              </a:rPr>
              <a:t>Earth's magnetic field</a:t>
            </a:r>
          </a:p>
          <a:p>
            <a:pPr marL="514350" indent="-514350">
              <a:buFont typeface="+mj-lt"/>
              <a:buAutoNum type="arabicPeriod"/>
            </a:pPr>
            <a:r>
              <a:rPr lang="en-US" altLang="zh-CN" sz="3100" dirty="0" smtClean="0">
                <a:latin typeface="Times New Roman" pitchFamily="18" charset="0"/>
                <a:cs typeface="Times New Roman" pitchFamily="18" charset="0"/>
              </a:rPr>
              <a:t>Magnetic Test Detail</a:t>
            </a:r>
          </a:p>
          <a:p>
            <a:pPr marL="514350" indent="-514350">
              <a:buFont typeface="+mj-lt"/>
              <a:buAutoNum type="arabicPeriod"/>
            </a:pPr>
            <a:r>
              <a:rPr lang="en-US" altLang="zh-CN" sz="3100" dirty="0" smtClean="0">
                <a:latin typeface="Times New Roman" pitchFamily="18" charset="0"/>
                <a:cs typeface="Times New Roman" pitchFamily="18" charset="0"/>
              </a:rPr>
              <a:t>Magnetic Test Example</a:t>
            </a:r>
          </a:p>
          <a:p>
            <a:pPr marL="514350" indent="-514350">
              <a:buFont typeface="+mj-lt"/>
              <a:buAutoNum type="arabicPeriod"/>
            </a:pPr>
            <a:r>
              <a:rPr lang="en-US" altLang="zh-CN" dirty="0" smtClean="0">
                <a:latin typeface="Times New Roman" pitchFamily="18" charset="0"/>
                <a:cs typeface="Times New Roman" pitchFamily="18" charset="0"/>
                <a:hlinkClick r:id="" action="ppaction://hlinkfile"/>
              </a:rPr>
              <a:t>Exercise</a:t>
            </a:r>
            <a:endParaRPr lang="zh-CN" altLang="en-US" dirty="0">
              <a:latin typeface="Times New Roman" pitchFamily="18" charset="0"/>
              <a:cs typeface="Times New Roman" pitchFamily="18" charset="0"/>
              <a:hlinkClick r:id="" action="ppaction://hlinkfile"/>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49</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E</a:t>
            </a:r>
            <a:r>
              <a:rPr lang="en-US" altLang="zh-CN" dirty="0" smtClean="0">
                <a:latin typeface="Times New Roman" pitchFamily="18" charset="0"/>
                <a:cs typeface="Times New Roman" pitchFamily="18" charset="0"/>
              </a:rPr>
              <a:t>xercise</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fontScale="92500" lnSpcReduction="10000"/>
          </a:bodyPr>
          <a:lstStyle/>
          <a:p>
            <a:r>
              <a:rPr lang="en-US" altLang="zh-CN" dirty="0" smtClean="0">
                <a:solidFill>
                  <a:schemeClr val="tx1"/>
                </a:solidFill>
                <a:latin typeface="Times New Roman" pitchFamily="18" charset="0"/>
                <a:cs typeface="Times New Roman" pitchFamily="18" charset="0"/>
              </a:rPr>
              <a:t>Question1: What is magnetism? </a:t>
            </a:r>
          </a:p>
          <a:p>
            <a:r>
              <a:rPr lang="en-US" altLang="zh-CN" dirty="0" smtClean="0">
                <a:solidFill>
                  <a:schemeClr val="tx1"/>
                </a:solidFill>
                <a:latin typeface="Times New Roman" pitchFamily="18" charset="0"/>
                <a:cs typeface="Times New Roman" pitchFamily="18" charset="0"/>
              </a:rPr>
              <a:t>Question2: What is the purpose of magnetic test?</a:t>
            </a:r>
          </a:p>
          <a:p>
            <a:r>
              <a:rPr lang="en-US" altLang="zh-CN" dirty="0" smtClean="0">
                <a:solidFill>
                  <a:schemeClr val="tx1"/>
                </a:solidFill>
                <a:latin typeface="Times New Roman" pitchFamily="18" charset="0"/>
                <a:cs typeface="Times New Roman" pitchFamily="18" charset="0"/>
              </a:rPr>
              <a:t>Question3: What is the procedure of magnetic test? </a:t>
            </a:r>
          </a:p>
          <a:p>
            <a:r>
              <a:rPr lang="en-US" altLang="zh-CN" dirty="0" smtClean="0">
                <a:solidFill>
                  <a:schemeClr val="tx1"/>
                </a:solidFill>
                <a:latin typeface="Times New Roman" pitchFamily="18" charset="0"/>
                <a:cs typeface="Times New Roman" pitchFamily="18" charset="0"/>
              </a:rPr>
              <a:t>Question4: How to Control and Minimization of Magnetic  Disturbance?</a:t>
            </a:r>
          </a:p>
          <a:p>
            <a:endParaRPr lang="en-US" altLang="zh-CN" dirty="0" smtClean="0">
              <a:solidFill>
                <a:schemeClr val="tx1"/>
              </a:solidFill>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50</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7895485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Test </a:t>
            </a:r>
            <a:r>
              <a:rPr lang="en-US" altLang="zh-CN" dirty="0" smtClean="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design </a:t>
            </a:r>
            <a:endParaRPr lang="zh-CN" altLang="en-US"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51</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2638620" y="2967335"/>
            <a:ext cx="3866764"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imes New Roman" pitchFamily="18" charset="0"/>
                <a:cs typeface="Times New Roman" pitchFamily="18" charset="0"/>
              </a:rPr>
              <a:t>Thank you </a:t>
            </a:r>
            <a:r>
              <a:rPr lang="en-US" altLang="zh-CN"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zh-CN"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399916978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14902</TotalTime>
  <Words>3483</Words>
  <Application>Microsoft Office PowerPoint</Application>
  <PresentationFormat>全屏显示(4:3)</PresentationFormat>
  <Paragraphs>397</Paragraphs>
  <Slides>51</Slides>
  <Notes>4</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51</vt:i4>
      </vt:variant>
    </vt:vector>
  </HeadingPairs>
  <TitlesOfParts>
    <vt:vector size="54" baseType="lpstr">
      <vt:lpstr>Office 主题</vt:lpstr>
      <vt:lpstr>公式</vt:lpstr>
      <vt:lpstr>Equation</vt:lpstr>
      <vt:lpstr>Magnetic Test</vt:lpstr>
      <vt:lpstr>Content</vt:lpstr>
      <vt:lpstr>Content</vt:lpstr>
      <vt:lpstr>What is Magnetism</vt:lpstr>
      <vt:lpstr>What is Magnetism</vt:lpstr>
      <vt:lpstr>What is Magnetism</vt:lpstr>
      <vt:lpstr>What is Magnetism</vt:lpstr>
      <vt:lpstr>What is Magnetism</vt:lpstr>
      <vt:lpstr>What is Magnetism</vt:lpstr>
      <vt:lpstr>What is Magnetism</vt:lpstr>
      <vt:lpstr>What is Magnetism</vt:lpstr>
      <vt:lpstr>What is Magnetism</vt:lpstr>
      <vt:lpstr>What is Magnetism</vt:lpstr>
      <vt:lpstr>Content</vt:lpstr>
      <vt:lpstr>Earth's magnetic field</vt:lpstr>
      <vt:lpstr>Earth's magnetic field</vt:lpstr>
      <vt:lpstr>Earth's magnetic field</vt:lpstr>
      <vt:lpstr>Earth's magnetic field</vt:lpstr>
      <vt:lpstr>Earth's magnetic field</vt:lpstr>
      <vt:lpstr>Earth's magnetic field</vt:lpstr>
      <vt:lpstr>Earth's magnetic field</vt:lpstr>
      <vt:lpstr>Earth's magnetic field</vt:lpstr>
      <vt:lpstr>Earth's magnetic field</vt:lpstr>
      <vt:lpstr>Earth's magnetic field</vt:lpstr>
      <vt:lpstr>Earth's magnetic field</vt:lpstr>
      <vt:lpstr>Content</vt:lpstr>
      <vt:lpstr>Magnetic Test Detail</vt:lpstr>
      <vt:lpstr>Magnetic Test Detail</vt:lpstr>
      <vt:lpstr>Magnetic Test Detail</vt:lpstr>
      <vt:lpstr>Magnetic Test Detail</vt:lpstr>
      <vt:lpstr>Magnetic Test Detail</vt:lpstr>
      <vt:lpstr>Magnetic Test Detail</vt:lpstr>
      <vt:lpstr>Magnetic Test Detail</vt:lpstr>
      <vt:lpstr>Magnetic Test Detail</vt:lpstr>
      <vt:lpstr>Magnetic Test Detail</vt:lpstr>
      <vt:lpstr>Magnetic Test Detail</vt:lpstr>
      <vt:lpstr>Magnetic Test Detail</vt:lpstr>
      <vt:lpstr>Magnetic Test Detail</vt:lpstr>
      <vt:lpstr>Magnetic Test Detail</vt:lpstr>
      <vt:lpstr>Magnetic Test Detail</vt:lpstr>
      <vt:lpstr>Magnetic Test Detail</vt:lpstr>
      <vt:lpstr>Magnetic Test Detail</vt:lpstr>
      <vt:lpstr>Magnetic Test Detail</vt:lpstr>
      <vt:lpstr>Content</vt:lpstr>
      <vt:lpstr>Magnetic Test Example</vt:lpstr>
      <vt:lpstr>Magnetic Test Example</vt:lpstr>
      <vt:lpstr>Magnetic Test Example</vt:lpstr>
      <vt:lpstr>Magnetic Test Example</vt:lpstr>
      <vt:lpstr>Content</vt:lpstr>
      <vt:lpstr>Exercise</vt:lpstr>
      <vt:lpstr>Test design </vt:lpstr>
    </vt:vector>
  </TitlesOfParts>
  <Company>dfh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李宁</dc:creator>
  <cp:lastModifiedBy>侯天宝</cp:lastModifiedBy>
  <cp:revision>1133</cp:revision>
  <dcterms:created xsi:type="dcterms:W3CDTF">2013-04-18T01:59:38Z</dcterms:created>
  <dcterms:modified xsi:type="dcterms:W3CDTF">2019-02-27T03:29:01Z</dcterms:modified>
</cp:coreProperties>
</file>