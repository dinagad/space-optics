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wdp" ContentType="image/vnd.ms-photo"/>
  <Default Extension="gif" ContentType="image/gif"/>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71.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61" r:id="rId2"/>
  </p:sldMasterIdLst>
  <p:notesMasterIdLst>
    <p:notesMasterId r:id="rId104"/>
  </p:notesMasterIdLst>
  <p:handoutMasterIdLst>
    <p:handoutMasterId r:id="rId105"/>
  </p:handoutMasterIdLst>
  <p:sldIdLst>
    <p:sldId id="275" r:id="rId3"/>
    <p:sldId id="274" r:id="rId4"/>
    <p:sldId id="276" r:id="rId5"/>
    <p:sldId id="277" r:id="rId6"/>
    <p:sldId id="278" r:id="rId7"/>
    <p:sldId id="280" r:id="rId8"/>
    <p:sldId id="279" r:id="rId9"/>
    <p:sldId id="281" r:id="rId10"/>
    <p:sldId id="282" r:id="rId11"/>
    <p:sldId id="284" r:id="rId12"/>
    <p:sldId id="287" r:id="rId13"/>
    <p:sldId id="291" r:id="rId14"/>
    <p:sldId id="292" r:id="rId15"/>
    <p:sldId id="285" r:id="rId16"/>
    <p:sldId id="286" r:id="rId17"/>
    <p:sldId id="482" r:id="rId18"/>
    <p:sldId id="290" r:id="rId19"/>
    <p:sldId id="288" r:id="rId20"/>
    <p:sldId id="355" r:id="rId21"/>
    <p:sldId id="354" r:id="rId22"/>
    <p:sldId id="353" r:id="rId23"/>
    <p:sldId id="350" r:id="rId24"/>
    <p:sldId id="369" r:id="rId25"/>
    <p:sldId id="370" r:id="rId26"/>
    <p:sldId id="374" r:id="rId27"/>
    <p:sldId id="371" r:id="rId28"/>
    <p:sldId id="372" r:id="rId29"/>
    <p:sldId id="376" r:id="rId30"/>
    <p:sldId id="377" r:id="rId31"/>
    <p:sldId id="378" r:id="rId32"/>
    <p:sldId id="382" r:id="rId33"/>
    <p:sldId id="383" r:id="rId34"/>
    <p:sldId id="387" r:id="rId35"/>
    <p:sldId id="388" r:id="rId36"/>
    <p:sldId id="389" r:id="rId37"/>
    <p:sldId id="492" r:id="rId38"/>
    <p:sldId id="493" r:id="rId39"/>
    <p:sldId id="494" r:id="rId40"/>
    <p:sldId id="391" r:id="rId41"/>
    <p:sldId id="485" r:id="rId42"/>
    <p:sldId id="486" r:id="rId43"/>
    <p:sldId id="491" r:id="rId44"/>
    <p:sldId id="489" r:id="rId45"/>
    <p:sldId id="490" r:id="rId46"/>
    <p:sldId id="495" r:id="rId47"/>
    <p:sldId id="488" r:id="rId48"/>
    <p:sldId id="496" r:id="rId49"/>
    <p:sldId id="497" r:id="rId50"/>
    <p:sldId id="498" r:id="rId51"/>
    <p:sldId id="487" r:id="rId52"/>
    <p:sldId id="483" r:id="rId53"/>
    <p:sldId id="401" r:id="rId54"/>
    <p:sldId id="405" r:id="rId55"/>
    <p:sldId id="406" r:id="rId56"/>
    <p:sldId id="502" r:id="rId57"/>
    <p:sldId id="408" r:id="rId58"/>
    <p:sldId id="500" r:id="rId59"/>
    <p:sldId id="499" r:id="rId60"/>
    <p:sldId id="501" r:id="rId61"/>
    <p:sldId id="409" r:id="rId62"/>
    <p:sldId id="410" r:id="rId63"/>
    <p:sldId id="417" r:id="rId64"/>
    <p:sldId id="418" r:id="rId65"/>
    <p:sldId id="427" r:id="rId66"/>
    <p:sldId id="446" r:id="rId67"/>
    <p:sldId id="428" r:id="rId68"/>
    <p:sldId id="429" r:id="rId69"/>
    <p:sldId id="430" r:id="rId70"/>
    <p:sldId id="431" r:id="rId71"/>
    <p:sldId id="432" r:id="rId72"/>
    <p:sldId id="433" r:id="rId73"/>
    <p:sldId id="434" r:id="rId74"/>
    <p:sldId id="435" r:id="rId75"/>
    <p:sldId id="436" r:id="rId76"/>
    <p:sldId id="437" r:id="rId77"/>
    <p:sldId id="438" r:id="rId78"/>
    <p:sldId id="439" r:id="rId79"/>
    <p:sldId id="440" r:id="rId80"/>
    <p:sldId id="441" r:id="rId81"/>
    <p:sldId id="442" r:id="rId82"/>
    <p:sldId id="443" r:id="rId83"/>
    <p:sldId id="444" r:id="rId84"/>
    <p:sldId id="445" r:id="rId85"/>
    <p:sldId id="447" r:id="rId86"/>
    <p:sldId id="457" r:id="rId87"/>
    <p:sldId id="458" r:id="rId88"/>
    <p:sldId id="459" r:id="rId89"/>
    <p:sldId id="460" r:id="rId90"/>
    <p:sldId id="461" r:id="rId91"/>
    <p:sldId id="462" r:id="rId92"/>
    <p:sldId id="463" r:id="rId93"/>
    <p:sldId id="464" r:id="rId94"/>
    <p:sldId id="465" r:id="rId95"/>
    <p:sldId id="476" r:id="rId96"/>
    <p:sldId id="503" r:id="rId97"/>
    <p:sldId id="477" r:id="rId98"/>
    <p:sldId id="504" r:id="rId99"/>
    <p:sldId id="505" r:id="rId100"/>
    <p:sldId id="478" r:id="rId101"/>
    <p:sldId id="480" r:id="rId102"/>
    <p:sldId id="479" r:id="rId103"/>
  </p:sldIdLst>
  <p:sldSz cx="9144000" cy="6858000" type="screen4x3"/>
  <p:notesSz cx="6797675" cy="992822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FF"/>
    <a:srgbClr val="2577DB"/>
    <a:srgbClr val="0099FF"/>
    <a:srgbClr val="0983F1"/>
    <a:srgbClr val="16567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6D9F66E-5EB9-4882-86FB-DCBF35E3C3E4}" styleName="中度样式 4 - 强调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CF1AB2-1976-4502-BF36-3FF5EA218861}" styleName="中度样式 4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E8B1032C-EA38-4F05-BA0D-38AFFFC7BED3}" styleName="浅色样式 3 - 强调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8799B23B-EC83-4686-B30A-512413B5E67A}" styleName="浅色样式 3 - 强调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5DA37D80-6434-44D0-A028-1B22A696006F}" styleName="浅色样式 3 - 强调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horzBarState="maximized">
    <p:restoredLeft sz="11920" autoAdjust="0"/>
    <p:restoredTop sz="94660"/>
  </p:normalViewPr>
  <p:slideViewPr>
    <p:cSldViewPr>
      <p:cViewPr varScale="1">
        <p:scale>
          <a:sx n="111" d="100"/>
          <a:sy n="111" d="100"/>
        </p:scale>
        <p:origin x="-870" y="-84"/>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3804"/>
    </p:cViewPr>
  </p:sorterViewPr>
  <p:notesViewPr>
    <p:cSldViewPr>
      <p:cViewPr varScale="1">
        <p:scale>
          <a:sx n="84" d="100"/>
          <a:sy n="84" d="100"/>
        </p:scale>
        <p:origin x="-3168" y="-78"/>
      </p:cViewPr>
      <p:guideLst>
        <p:guide orient="horz" pos="3127"/>
        <p:guide pos="2141"/>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07" Type="http://schemas.openxmlformats.org/officeDocument/2006/relationships/viewProps" Target="viewProps.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slide" Target="slides/slide72.xml"/><Relationship Id="rId79" Type="http://schemas.openxmlformats.org/officeDocument/2006/relationships/slide" Target="slides/slide77.xml"/><Relationship Id="rId87" Type="http://schemas.openxmlformats.org/officeDocument/2006/relationships/slide" Target="slides/slide85.xml"/><Relationship Id="rId102" Type="http://schemas.openxmlformats.org/officeDocument/2006/relationships/slide" Target="slides/slide100.xml"/><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slide" Target="slides/slide80.xml"/><Relationship Id="rId90" Type="http://schemas.openxmlformats.org/officeDocument/2006/relationships/slide" Target="slides/slide88.xml"/><Relationship Id="rId95" Type="http://schemas.openxmlformats.org/officeDocument/2006/relationships/slide" Target="slides/slide93.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handoutMaster" Target="handoutMasters/handoutMaster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slide" Target="slides/slide83.xml"/><Relationship Id="rId93" Type="http://schemas.openxmlformats.org/officeDocument/2006/relationships/slide" Target="slides/slide91.xml"/><Relationship Id="rId98" Type="http://schemas.openxmlformats.org/officeDocument/2006/relationships/slide" Target="slides/slide9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103" Type="http://schemas.openxmlformats.org/officeDocument/2006/relationships/slide" Target="slides/slide101.xml"/><Relationship Id="rId108"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6" Type="http://schemas.openxmlformats.org/officeDocument/2006/relationships/presProps" Target="presProp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tableStyles" Target="tableStyles.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notesMaster" Target="notesMasters/notesMaster1.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7561055-1EE3-4A5E-B4A0-EE4DB18CC3BC}" type="doc">
      <dgm:prSet loTypeId="urn:microsoft.com/office/officeart/2005/8/layout/lProcess3" loCatId="process" qsTypeId="urn:microsoft.com/office/officeart/2005/8/quickstyle/simple1" qsCatId="simple" csTypeId="urn:microsoft.com/office/officeart/2005/8/colors/accent1_2" csCatId="accent1" phldr="1"/>
      <dgm:spPr/>
      <dgm:t>
        <a:bodyPr/>
        <a:lstStyle/>
        <a:p>
          <a:endParaRPr lang="zh-CN" altLang="en-US"/>
        </a:p>
      </dgm:t>
    </dgm:pt>
    <dgm:pt modelId="{DE0D93B9-6D42-4940-81EF-A348B41CF320}">
      <dgm:prSet phldrT="[文本]"/>
      <dgm:spPr/>
      <dgm:t>
        <a:bodyPr/>
        <a:lstStyle/>
        <a:p>
          <a:r>
            <a:rPr lang="en-US" altLang="zh-CN" dirty="0" smtClean="0"/>
            <a:t>N Second</a:t>
          </a:r>
          <a:endParaRPr lang="zh-CN" altLang="en-US" dirty="0"/>
        </a:p>
      </dgm:t>
    </dgm:pt>
    <dgm:pt modelId="{6D5A5BD0-96FA-402D-966C-4560FE11C667}" type="parTrans" cxnId="{AB2C5F3A-0653-4011-876B-9C8D50E0ABF3}">
      <dgm:prSet/>
      <dgm:spPr/>
      <dgm:t>
        <a:bodyPr/>
        <a:lstStyle/>
        <a:p>
          <a:endParaRPr lang="zh-CN" altLang="en-US"/>
        </a:p>
      </dgm:t>
    </dgm:pt>
    <dgm:pt modelId="{1D9F384E-32DA-4D52-929A-424A1B6187EE}" type="sibTrans" cxnId="{AB2C5F3A-0653-4011-876B-9C8D50E0ABF3}">
      <dgm:prSet/>
      <dgm:spPr/>
      <dgm:t>
        <a:bodyPr/>
        <a:lstStyle/>
        <a:p>
          <a:endParaRPr lang="zh-CN" altLang="en-US"/>
        </a:p>
      </dgm:t>
    </dgm:pt>
    <dgm:pt modelId="{D088F9E3-FDBF-4EEE-A6A4-A17897E0F9D2}">
      <dgm:prSet phldrT="[文本]"/>
      <dgm:spPr/>
      <dgm:t>
        <a:bodyPr/>
        <a:lstStyle/>
        <a:p>
          <a:r>
            <a:rPr lang="en-US" altLang="zh-CN" dirty="0" smtClean="0">
              <a:solidFill>
                <a:schemeClr val="tx1"/>
              </a:solidFill>
            </a:rPr>
            <a:t>real-time telemetry packet </a:t>
          </a:r>
          <a:endParaRPr lang="zh-CN" altLang="en-US" dirty="0"/>
        </a:p>
      </dgm:t>
    </dgm:pt>
    <dgm:pt modelId="{45CDA85F-5D97-4D12-83E2-2250AA98878F}" type="parTrans" cxnId="{D3D21398-A8E6-4E29-AEA5-FC11C26C8B10}">
      <dgm:prSet/>
      <dgm:spPr/>
      <dgm:t>
        <a:bodyPr/>
        <a:lstStyle/>
        <a:p>
          <a:endParaRPr lang="zh-CN" altLang="en-US"/>
        </a:p>
      </dgm:t>
    </dgm:pt>
    <dgm:pt modelId="{BF2FC3C7-9C69-4326-8A94-F7ED73FFA6EF}" type="sibTrans" cxnId="{D3D21398-A8E6-4E29-AEA5-FC11C26C8B10}">
      <dgm:prSet/>
      <dgm:spPr/>
      <dgm:t>
        <a:bodyPr/>
        <a:lstStyle/>
        <a:p>
          <a:endParaRPr lang="zh-CN" altLang="en-US"/>
        </a:p>
      </dgm:t>
    </dgm:pt>
    <dgm:pt modelId="{B2A718D5-ABA9-488C-B9D2-6D4C16956C6A}">
      <dgm:prSet phldrT="[文本]"/>
      <dgm:spPr/>
      <dgm:t>
        <a:bodyPr/>
        <a:lstStyle/>
        <a:p>
          <a:r>
            <a:rPr lang="en-US" altLang="zh-CN" dirty="0" smtClean="0">
              <a:solidFill>
                <a:schemeClr val="tx1"/>
              </a:solidFill>
            </a:rPr>
            <a:t>real-time telemetry packet </a:t>
          </a:r>
          <a:endParaRPr lang="zh-CN" altLang="en-US" dirty="0"/>
        </a:p>
      </dgm:t>
    </dgm:pt>
    <dgm:pt modelId="{F4B23371-D3BE-4F99-83C7-D59F5A35F829}" type="parTrans" cxnId="{4500A77A-E4CC-4530-A766-D41EB69E3B27}">
      <dgm:prSet/>
      <dgm:spPr/>
      <dgm:t>
        <a:bodyPr/>
        <a:lstStyle/>
        <a:p>
          <a:endParaRPr lang="zh-CN" altLang="en-US"/>
        </a:p>
      </dgm:t>
    </dgm:pt>
    <dgm:pt modelId="{4C1BAB00-F040-4D6F-9846-4CCA926D3C43}" type="sibTrans" cxnId="{4500A77A-E4CC-4530-A766-D41EB69E3B27}">
      <dgm:prSet/>
      <dgm:spPr/>
      <dgm:t>
        <a:bodyPr/>
        <a:lstStyle/>
        <a:p>
          <a:endParaRPr lang="zh-CN" altLang="en-US"/>
        </a:p>
      </dgm:t>
    </dgm:pt>
    <dgm:pt modelId="{55F0AE2A-D2BF-4734-BA98-E670195EBC94}">
      <dgm:prSet phldrT="[文本]"/>
      <dgm:spPr/>
      <dgm:t>
        <a:bodyPr/>
        <a:lstStyle/>
        <a:p>
          <a:r>
            <a:rPr lang="en-US" altLang="zh-CN" dirty="0" smtClean="0"/>
            <a:t>N+1 Second</a:t>
          </a:r>
          <a:endParaRPr lang="zh-CN" altLang="en-US" dirty="0"/>
        </a:p>
      </dgm:t>
    </dgm:pt>
    <dgm:pt modelId="{AFD5FFC4-6B8E-4E52-ADCD-8F68E8B06167}" type="parTrans" cxnId="{2C67AE92-3239-4AE9-BC44-73093193456E}">
      <dgm:prSet/>
      <dgm:spPr/>
      <dgm:t>
        <a:bodyPr/>
        <a:lstStyle/>
        <a:p>
          <a:endParaRPr lang="zh-CN" altLang="en-US"/>
        </a:p>
      </dgm:t>
    </dgm:pt>
    <dgm:pt modelId="{6EA79970-880A-46AD-B606-2613295E5774}" type="sibTrans" cxnId="{2C67AE92-3239-4AE9-BC44-73093193456E}">
      <dgm:prSet/>
      <dgm:spPr/>
      <dgm:t>
        <a:bodyPr/>
        <a:lstStyle/>
        <a:p>
          <a:endParaRPr lang="zh-CN" altLang="en-US"/>
        </a:p>
      </dgm:t>
    </dgm:pt>
    <dgm:pt modelId="{6DAF1067-FB7F-44F6-B8EC-902C9F10194C}">
      <dgm:prSet phldrT="[文本]"/>
      <dgm:spPr/>
      <dgm:t>
        <a:bodyPr/>
        <a:lstStyle/>
        <a:p>
          <a:r>
            <a:rPr lang="en-US" altLang="zh-CN" dirty="0" smtClean="0">
              <a:solidFill>
                <a:schemeClr val="tx1"/>
              </a:solidFill>
            </a:rPr>
            <a:t>real-time telemetry packet </a:t>
          </a:r>
          <a:endParaRPr lang="zh-CN" altLang="zh-CN" dirty="0">
            <a:effectLst/>
          </a:endParaRPr>
        </a:p>
      </dgm:t>
    </dgm:pt>
    <dgm:pt modelId="{5C3EE423-80B8-4FE9-8F05-EDA73FCD6D78}" type="parTrans" cxnId="{4383D901-8B23-4C75-9056-9D5E89050AC7}">
      <dgm:prSet/>
      <dgm:spPr/>
      <dgm:t>
        <a:bodyPr/>
        <a:lstStyle/>
        <a:p>
          <a:endParaRPr lang="zh-CN" altLang="en-US"/>
        </a:p>
      </dgm:t>
    </dgm:pt>
    <dgm:pt modelId="{079D9193-C061-4E76-8897-296DCAFCB2BC}" type="sibTrans" cxnId="{4383D901-8B23-4C75-9056-9D5E89050AC7}">
      <dgm:prSet/>
      <dgm:spPr/>
      <dgm:t>
        <a:bodyPr/>
        <a:lstStyle/>
        <a:p>
          <a:endParaRPr lang="zh-CN" altLang="en-US"/>
        </a:p>
      </dgm:t>
    </dgm:pt>
    <dgm:pt modelId="{29F385B4-CEE4-4D9A-B470-DC9FF1A52EF8}">
      <dgm:prSet phldrT="[文本]"/>
      <dgm:spPr/>
      <dgm:t>
        <a:bodyPr/>
        <a:lstStyle/>
        <a:p>
          <a:r>
            <a:rPr lang="en-US" altLang="zh-CN" dirty="0" smtClean="0"/>
            <a:t>N+2 Second</a:t>
          </a:r>
          <a:endParaRPr lang="zh-CN" altLang="en-US" dirty="0"/>
        </a:p>
      </dgm:t>
    </dgm:pt>
    <dgm:pt modelId="{8AD48503-DE46-450D-A2FB-3500DB017AAE}" type="parTrans" cxnId="{31457C93-37C9-40C1-A93E-924541AD3F3A}">
      <dgm:prSet/>
      <dgm:spPr/>
      <dgm:t>
        <a:bodyPr/>
        <a:lstStyle/>
        <a:p>
          <a:endParaRPr lang="zh-CN" altLang="en-US"/>
        </a:p>
      </dgm:t>
    </dgm:pt>
    <dgm:pt modelId="{5B8D3593-C4FD-4A00-8BE7-E523AC5F19C7}" type="sibTrans" cxnId="{31457C93-37C9-40C1-A93E-924541AD3F3A}">
      <dgm:prSet/>
      <dgm:spPr/>
      <dgm:t>
        <a:bodyPr/>
        <a:lstStyle/>
        <a:p>
          <a:endParaRPr lang="zh-CN" altLang="en-US"/>
        </a:p>
      </dgm:t>
    </dgm:pt>
    <dgm:pt modelId="{CF85C351-A78E-467F-99F2-9B54DA23DACB}">
      <dgm:prSet phldrT="[文本]"/>
      <dgm:spPr/>
      <dgm:t>
        <a:bodyPr/>
        <a:lstStyle/>
        <a:p>
          <a:r>
            <a:rPr lang="en-US" altLang="zh-CN" dirty="0" smtClean="0">
              <a:solidFill>
                <a:schemeClr val="tx1"/>
              </a:solidFill>
            </a:rPr>
            <a:t>real-time telemetry packet </a:t>
          </a:r>
          <a:endParaRPr lang="zh-CN" altLang="zh-CN" dirty="0">
            <a:effectLst/>
          </a:endParaRPr>
        </a:p>
      </dgm:t>
    </dgm:pt>
    <dgm:pt modelId="{675A509E-CE74-4179-9E32-01915EC70A4A}" type="parTrans" cxnId="{A2AD4719-534E-452B-95F7-922C6C1E0EFA}">
      <dgm:prSet/>
      <dgm:spPr/>
      <dgm:t>
        <a:bodyPr/>
        <a:lstStyle/>
        <a:p>
          <a:endParaRPr lang="zh-CN" altLang="en-US"/>
        </a:p>
      </dgm:t>
    </dgm:pt>
    <dgm:pt modelId="{22454972-E29D-47D3-8A1C-7167FC9115CD}" type="sibTrans" cxnId="{A2AD4719-534E-452B-95F7-922C6C1E0EFA}">
      <dgm:prSet/>
      <dgm:spPr/>
      <dgm:t>
        <a:bodyPr/>
        <a:lstStyle/>
        <a:p>
          <a:endParaRPr lang="zh-CN" altLang="en-US"/>
        </a:p>
      </dgm:t>
    </dgm:pt>
    <dgm:pt modelId="{4C7CEA39-74E1-4344-929E-AC9024DD4813}">
      <dgm:prSet phldrT="[文本]"/>
      <dgm:spPr/>
      <dgm:t>
        <a:bodyPr/>
        <a:lstStyle/>
        <a:p>
          <a:r>
            <a:rPr lang="en-US" altLang="zh-CN" dirty="0" smtClean="0"/>
            <a:t>N+3 Second</a:t>
          </a:r>
          <a:endParaRPr lang="zh-CN" altLang="en-US" dirty="0"/>
        </a:p>
      </dgm:t>
    </dgm:pt>
    <dgm:pt modelId="{B09CB7EB-66DB-4764-AB33-1B3367077CBF}" type="parTrans" cxnId="{89E287AC-15F3-4895-9EF6-0789554EE804}">
      <dgm:prSet/>
      <dgm:spPr/>
      <dgm:t>
        <a:bodyPr/>
        <a:lstStyle/>
        <a:p>
          <a:endParaRPr lang="zh-CN" altLang="en-US"/>
        </a:p>
      </dgm:t>
    </dgm:pt>
    <dgm:pt modelId="{643B4322-0CF3-4636-AEF1-782C834C8791}" type="sibTrans" cxnId="{89E287AC-15F3-4895-9EF6-0789554EE804}">
      <dgm:prSet/>
      <dgm:spPr/>
      <dgm:t>
        <a:bodyPr/>
        <a:lstStyle/>
        <a:p>
          <a:endParaRPr lang="zh-CN" altLang="en-US"/>
        </a:p>
      </dgm:t>
    </dgm:pt>
    <dgm:pt modelId="{34F23F45-F759-4CF8-B4B3-DA7290755B8B}">
      <dgm:prSet phldrT="[文本]"/>
      <dgm:spPr/>
      <dgm:t>
        <a:bodyPr/>
        <a:lstStyle/>
        <a:p>
          <a:r>
            <a:rPr lang="en-US" altLang="zh-CN" dirty="0" smtClean="0">
              <a:solidFill>
                <a:schemeClr val="tx1"/>
              </a:solidFill>
            </a:rPr>
            <a:t>delayed telemetry packet </a:t>
          </a:r>
          <a:endParaRPr lang="zh-CN" altLang="en-US" dirty="0"/>
        </a:p>
      </dgm:t>
    </dgm:pt>
    <dgm:pt modelId="{6017E150-2AD6-4BFE-B080-C6FD371F8969}" type="parTrans" cxnId="{339B5D51-13F1-4373-B611-A8389E5C860E}">
      <dgm:prSet/>
      <dgm:spPr/>
      <dgm:t>
        <a:bodyPr/>
        <a:lstStyle/>
        <a:p>
          <a:endParaRPr lang="zh-CN" altLang="en-US"/>
        </a:p>
      </dgm:t>
    </dgm:pt>
    <dgm:pt modelId="{D43E6F66-956F-4977-9A4D-D967AFF71A7E}" type="sibTrans" cxnId="{339B5D51-13F1-4373-B611-A8389E5C860E}">
      <dgm:prSet/>
      <dgm:spPr/>
      <dgm:t>
        <a:bodyPr/>
        <a:lstStyle/>
        <a:p>
          <a:endParaRPr lang="zh-CN" altLang="en-US"/>
        </a:p>
      </dgm:t>
    </dgm:pt>
    <dgm:pt modelId="{73254C51-E0BC-4DB0-AC14-A50E6E2AE642}">
      <dgm:prSet phldrT="[文本]"/>
      <dgm:spPr/>
      <dgm:t>
        <a:bodyPr/>
        <a:lstStyle/>
        <a:p>
          <a:r>
            <a:rPr lang="en-US" altLang="zh-CN" dirty="0" smtClean="0">
              <a:solidFill>
                <a:schemeClr val="tx1"/>
              </a:solidFill>
            </a:rPr>
            <a:t>real-time telemetry packet </a:t>
          </a:r>
          <a:endParaRPr lang="zh-CN" altLang="zh-CN" dirty="0">
            <a:effectLst/>
          </a:endParaRPr>
        </a:p>
      </dgm:t>
    </dgm:pt>
    <dgm:pt modelId="{B89D3F7A-7C9D-4345-A66A-BB28D22EBDEC}" type="parTrans" cxnId="{E3A4ABF8-2915-424D-8A1C-44DC27E6EAB4}">
      <dgm:prSet/>
      <dgm:spPr/>
      <dgm:t>
        <a:bodyPr/>
        <a:lstStyle/>
        <a:p>
          <a:endParaRPr lang="zh-CN" altLang="en-US"/>
        </a:p>
      </dgm:t>
    </dgm:pt>
    <dgm:pt modelId="{99FE5D08-FD9F-4E9C-B8B7-338545837805}" type="sibTrans" cxnId="{E3A4ABF8-2915-424D-8A1C-44DC27E6EAB4}">
      <dgm:prSet/>
      <dgm:spPr/>
      <dgm:t>
        <a:bodyPr/>
        <a:lstStyle/>
        <a:p>
          <a:endParaRPr lang="zh-CN" altLang="en-US"/>
        </a:p>
      </dgm:t>
    </dgm:pt>
    <dgm:pt modelId="{59024E9A-97DC-498D-ADC4-BC077FD816EF}">
      <dgm:prSet phldrT="[文本]"/>
      <dgm:spPr/>
      <dgm:t>
        <a:bodyPr/>
        <a:lstStyle/>
        <a:p>
          <a:r>
            <a:rPr lang="en-US" altLang="zh-CN" dirty="0" smtClean="0">
              <a:solidFill>
                <a:schemeClr val="tx1"/>
              </a:solidFill>
            </a:rPr>
            <a:t>delayed telemetry packet </a:t>
          </a:r>
          <a:endParaRPr lang="zh-CN" altLang="zh-CN" dirty="0">
            <a:effectLst/>
          </a:endParaRPr>
        </a:p>
      </dgm:t>
    </dgm:pt>
    <dgm:pt modelId="{246EF14D-787D-4944-ABCB-2F1130EEF1BE}" type="parTrans" cxnId="{BF0332A4-2724-40F8-B1CF-8B39432F4C23}">
      <dgm:prSet/>
      <dgm:spPr/>
      <dgm:t>
        <a:bodyPr/>
        <a:lstStyle/>
        <a:p>
          <a:endParaRPr lang="zh-CN" altLang="en-US"/>
        </a:p>
      </dgm:t>
    </dgm:pt>
    <dgm:pt modelId="{61227884-C06E-4F98-B9F0-5FFA22DA0C53}" type="sibTrans" cxnId="{BF0332A4-2724-40F8-B1CF-8B39432F4C23}">
      <dgm:prSet/>
      <dgm:spPr/>
      <dgm:t>
        <a:bodyPr/>
        <a:lstStyle/>
        <a:p>
          <a:endParaRPr lang="zh-CN" altLang="en-US"/>
        </a:p>
      </dgm:t>
    </dgm:pt>
    <dgm:pt modelId="{AAADAC34-2E70-49C5-8CDA-D3BD35D7F224}">
      <dgm:prSet phldrT="[文本]"/>
      <dgm:spPr/>
      <dgm:t>
        <a:bodyPr/>
        <a:lstStyle/>
        <a:p>
          <a:r>
            <a:rPr lang="en-US" altLang="zh-CN" dirty="0" smtClean="0">
              <a:solidFill>
                <a:schemeClr val="tx1"/>
              </a:solidFill>
            </a:rPr>
            <a:t>delayed telemetry </a:t>
          </a:r>
          <a:endParaRPr lang="zh-CN" altLang="en-US" dirty="0"/>
        </a:p>
      </dgm:t>
    </dgm:pt>
    <dgm:pt modelId="{3FAB9876-5FCB-4D32-A097-F019F624E006}" type="parTrans" cxnId="{8C87CB5A-4322-45B6-9103-352CC890A8BF}">
      <dgm:prSet/>
      <dgm:spPr/>
      <dgm:t>
        <a:bodyPr/>
        <a:lstStyle/>
        <a:p>
          <a:endParaRPr lang="zh-CN" altLang="en-US"/>
        </a:p>
      </dgm:t>
    </dgm:pt>
    <dgm:pt modelId="{4968CE21-43BB-4461-8B70-524A35AF7E75}" type="sibTrans" cxnId="{8C87CB5A-4322-45B6-9103-352CC890A8BF}">
      <dgm:prSet/>
      <dgm:spPr/>
      <dgm:t>
        <a:bodyPr/>
        <a:lstStyle/>
        <a:p>
          <a:endParaRPr lang="zh-CN" altLang="en-US"/>
        </a:p>
      </dgm:t>
    </dgm:pt>
    <dgm:pt modelId="{FC6971A2-06D9-44C9-A522-C88898427312}" type="pres">
      <dgm:prSet presAssocID="{67561055-1EE3-4A5E-B4A0-EE4DB18CC3BC}" presName="Name0" presStyleCnt="0">
        <dgm:presLayoutVars>
          <dgm:chPref val="3"/>
          <dgm:dir/>
          <dgm:animLvl val="lvl"/>
          <dgm:resizeHandles/>
        </dgm:presLayoutVars>
      </dgm:prSet>
      <dgm:spPr/>
      <dgm:t>
        <a:bodyPr/>
        <a:lstStyle/>
        <a:p>
          <a:endParaRPr lang="zh-CN" altLang="en-US"/>
        </a:p>
      </dgm:t>
    </dgm:pt>
    <dgm:pt modelId="{CB92BBEF-E882-4851-934A-89F7FB757B04}" type="pres">
      <dgm:prSet presAssocID="{DE0D93B9-6D42-4940-81EF-A348B41CF320}" presName="horFlow" presStyleCnt="0"/>
      <dgm:spPr/>
    </dgm:pt>
    <dgm:pt modelId="{CA3417E1-C75D-4EA6-8272-ADEF9E012CEC}" type="pres">
      <dgm:prSet presAssocID="{DE0D93B9-6D42-4940-81EF-A348B41CF320}" presName="bigChev" presStyleLbl="node1" presStyleIdx="0" presStyleCnt="4"/>
      <dgm:spPr/>
      <dgm:t>
        <a:bodyPr/>
        <a:lstStyle/>
        <a:p>
          <a:endParaRPr lang="zh-CN" altLang="en-US"/>
        </a:p>
      </dgm:t>
    </dgm:pt>
    <dgm:pt modelId="{DA28792F-F579-4207-86DC-7A2C54EDC10F}" type="pres">
      <dgm:prSet presAssocID="{45CDA85F-5D97-4D12-83E2-2250AA98878F}" presName="parTrans" presStyleCnt="0"/>
      <dgm:spPr/>
    </dgm:pt>
    <dgm:pt modelId="{1BCDBE4D-29D4-41E6-B800-D17A506D870E}" type="pres">
      <dgm:prSet presAssocID="{D088F9E3-FDBF-4EEE-A6A4-A17897E0F9D2}" presName="node" presStyleLbl="alignAccFollowNode1" presStyleIdx="0" presStyleCnt="8">
        <dgm:presLayoutVars>
          <dgm:bulletEnabled val="1"/>
        </dgm:presLayoutVars>
      </dgm:prSet>
      <dgm:spPr/>
      <dgm:t>
        <a:bodyPr/>
        <a:lstStyle/>
        <a:p>
          <a:endParaRPr lang="zh-CN" altLang="en-US"/>
        </a:p>
      </dgm:t>
    </dgm:pt>
    <dgm:pt modelId="{828946AF-029A-4AB9-8BB9-CC7CBCE1D39C}" type="pres">
      <dgm:prSet presAssocID="{BF2FC3C7-9C69-4326-8A94-F7ED73FFA6EF}" presName="sibTrans" presStyleCnt="0"/>
      <dgm:spPr/>
    </dgm:pt>
    <dgm:pt modelId="{BBCADE8E-E0CB-4004-92FA-648504DE38DA}" type="pres">
      <dgm:prSet presAssocID="{B2A718D5-ABA9-488C-B9D2-6D4C16956C6A}" presName="node" presStyleLbl="alignAccFollowNode1" presStyleIdx="1" presStyleCnt="8">
        <dgm:presLayoutVars>
          <dgm:bulletEnabled val="1"/>
        </dgm:presLayoutVars>
      </dgm:prSet>
      <dgm:spPr/>
      <dgm:t>
        <a:bodyPr/>
        <a:lstStyle/>
        <a:p>
          <a:endParaRPr lang="zh-CN" altLang="en-US"/>
        </a:p>
      </dgm:t>
    </dgm:pt>
    <dgm:pt modelId="{E48AED9F-B26E-4C5B-AB61-A646843C6D77}" type="pres">
      <dgm:prSet presAssocID="{DE0D93B9-6D42-4940-81EF-A348B41CF320}" presName="vSp" presStyleCnt="0"/>
      <dgm:spPr/>
    </dgm:pt>
    <dgm:pt modelId="{439B1C2F-8560-4913-9F55-4E3F146C25A8}" type="pres">
      <dgm:prSet presAssocID="{55F0AE2A-D2BF-4734-BA98-E670195EBC94}" presName="horFlow" presStyleCnt="0"/>
      <dgm:spPr/>
    </dgm:pt>
    <dgm:pt modelId="{CF2BA0FF-D360-4E35-A8DE-FD7420414584}" type="pres">
      <dgm:prSet presAssocID="{55F0AE2A-D2BF-4734-BA98-E670195EBC94}" presName="bigChev" presStyleLbl="node1" presStyleIdx="1" presStyleCnt="4"/>
      <dgm:spPr/>
      <dgm:t>
        <a:bodyPr/>
        <a:lstStyle/>
        <a:p>
          <a:endParaRPr lang="zh-CN" altLang="en-US"/>
        </a:p>
      </dgm:t>
    </dgm:pt>
    <dgm:pt modelId="{D8CD12F9-3D1B-46E2-ADEF-445BB791EE6A}" type="pres">
      <dgm:prSet presAssocID="{5C3EE423-80B8-4FE9-8F05-EDA73FCD6D78}" presName="parTrans" presStyleCnt="0"/>
      <dgm:spPr/>
    </dgm:pt>
    <dgm:pt modelId="{1DBF5C06-19AF-4765-BBD7-9523C70CDAB6}" type="pres">
      <dgm:prSet presAssocID="{6DAF1067-FB7F-44F6-B8EC-902C9F10194C}" presName="node" presStyleLbl="alignAccFollowNode1" presStyleIdx="2" presStyleCnt="8">
        <dgm:presLayoutVars>
          <dgm:bulletEnabled val="1"/>
        </dgm:presLayoutVars>
      </dgm:prSet>
      <dgm:spPr/>
      <dgm:t>
        <a:bodyPr/>
        <a:lstStyle/>
        <a:p>
          <a:endParaRPr lang="zh-CN" altLang="en-US"/>
        </a:p>
      </dgm:t>
    </dgm:pt>
    <dgm:pt modelId="{B6470200-C8AB-4741-BCCE-F546C35CA834}" type="pres">
      <dgm:prSet presAssocID="{079D9193-C061-4E76-8897-296DCAFCB2BC}" presName="sibTrans" presStyleCnt="0"/>
      <dgm:spPr/>
    </dgm:pt>
    <dgm:pt modelId="{E46DBF86-611A-45EE-9119-BEBC8527ED35}" type="pres">
      <dgm:prSet presAssocID="{73254C51-E0BC-4DB0-AC14-A50E6E2AE642}" presName="node" presStyleLbl="alignAccFollowNode1" presStyleIdx="3" presStyleCnt="8">
        <dgm:presLayoutVars>
          <dgm:bulletEnabled val="1"/>
        </dgm:presLayoutVars>
      </dgm:prSet>
      <dgm:spPr/>
      <dgm:t>
        <a:bodyPr/>
        <a:lstStyle/>
        <a:p>
          <a:endParaRPr lang="zh-CN" altLang="en-US"/>
        </a:p>
      </dgm:t>
    </dgm:pt>
    <dgm:pt modelId="{624552D8-EF1F-49ED-9099-9D6F9F279582}" type="pres">
      <dgm:prSet presAssocID="{55F0AE2A-D2BF-4734-BA98-E670195EBC94}" presName="vSp" presStyleCnt="0"/>
      <dgm:spPr/>
    </dgm:pt>
    <dgm:pt modelId="{1302B7D2-E88D-4B1A-9C76-3145B8C17692}" type="pres">
      <dgm:prSet presAssocID="{29F385B4-CEE4-4D9A-B470-DC9FF1A52EF8}" presName="horFlow" presStyleCnt="0"/>
      <dgm:spPr/>
    </dgm:pt>
    <dgm:pt modelId="{A57C6027-EBC9-43C1-91BC-79A4FC24B93C}" type="pres">
      <dgm:prSet presAssocID="{29F385B4-CEE4-4D9A-B470-DC9FF1A52EF8}" presName="bigChev" presStyleLbl="node1" presStyleIdx="2" presStyleCnt="4"/>
      <dgm:spPr/>
      <dgm:t>
        <a:bodyPr/>
        <a:lstStyle/>
        <a:p>
          <a:endParaRPr lang="zh-CN" altLang="en-US"/>
        </a:p>
      </dgm:t>
    </dgm:pt>
    <dgm:pt modelId="{7CD911D1-1AB9-4D7D-B4AB-DC2D2463B971}" type="pres">
      <dgm:prSet presAssocID="{675A509E-CE74-4179-9E32-01915EC70A4A}" presName="parTrans" presStyleCnt="0"/>
      <dgm:spPr/>
    </dgm:pt>
    <dgm:pt modelId="{23329991-7CF9-433A-9E03-657D869CD2F4}" type="pres">
      <dgm:prSet presAssocID="{CF85C351-A78E-467F-99F2-9B54DA23DACB}" presName="node" presStyleLbl="alignAccFollowNode1" presStyleIdx="4" presStyleCnt="8">
        <dgm:presLayoutVars>
          <dgm:bulletEnabled val="1"/>
        </dgm:presLayoutVars>
      </dgm:prSet>
      <dgm:spPr/>
      <dgm:t>
        <a:bodyPr/>
        <a:lstStyle/>
        <a:p>
          <a:endParaRPr lang="zh-CN" altLang="en-US"/>
        </a:p>
      </dgm:t>
    </dgm:pt>
    <dgm:pt modelId="{7653389F-C1DB-4CC7-BD66-4E3DED0ED7E3}" type="pres">
      <dgm:prSet presAssocID="{22454972-E29D-47D3-8A1C-7167FC9115CD}" presName="sibTrans" presStyleCnt="0"/>
      <dgm:spPr/>
    </dgm:pt>
    <dgm:pt modelId="{DAB8836C-6774-4CE4-8DA1-9AFD3AA75203}" type="pres">
      <dgm:prSet presAssocID="{59024E9A-97DC-498D-ADC4-BC077FD816EF}" presName="node" presStyleLbl="alignAccFollowNode1" presStyleIdx="5" presStyleCnt="8">
        <dgm:presLayoutVars>
          <dgm:bulletEnabled val="1"/>
        </dgm:presLayoutVars>
      </dgm:prSet>
      <dgm:spPr/>
      <dgm:t>
        <a:bodyPr/>
        <a:lstStyle/>
        <a:p>
          <a:endParaRPr lang="zh-CN" altLang="en-US"/>
        </a:p>
      </dgm:t>
    </dgm:pt>
    <dgm:pt modelId="{8945F3F4-A2EB-48DC-9BCE-16C1A231AD80}" type="pres">
      <dgm:prSet presAssocID="{29F385B4-CEE4-4D9A-B470-DC9FF1A52EF8}" presName="vSp" presStyleCnt="0"/>
      <dgm:spPr/>
    </dgm:pt>
    <dgm:pt modelId="{05E16DAD-A757-4A70-85C4-127B41BD298A}" type="pres">
      <dgm:prSet presAssocID="{4C7CEA39-74E1-4344-929E-AC9024DD4813}" presName="horFlow" presStyleCnt="0"/>
      <dgm:spPr/>
    </dgm:pt>
    <dgm:pt modelId="{F83E5515-6B91-41AE-AEA2-24486CFE2568}" type="pres">
      <dgm:prSet presAssocID="{4C7CEA39-74E1-4344-929E-AC9024DD4813}" presName="bigChev" presStyleLbl="node1" presStyleIdx="3" presStyleCnt="4"/>
      <dgm:spPr/>
      <dgm:t>
        <a:bodyPr/>
        <a:lstStyle/>
        <a:p>
          <a:endParaRPr lang="zh-CN" altLang="en-US"/>
        </a:p>
      </dgm:t>
    </dgm:pt>
    <dgm:pt modelId="{07C27999-D2EF-4EB9-ADA0-379AA07FCBD0}" type="pres">
      <dgm:prSet presAssocID="{6017E150-2AD6-4BFE-B080-C6FD371F8969}" presName="parTrans" presStyleCnt="0"/>
      <dgm:spPr/>
    </dgm:pt>
    <dgm:pt modelId="{6307338D-6C26-49B0-AC76-F5CFCC43D06B}" type="pres">
      <dgm:prSet presAssocID="{34F23F45-F759-4CF8-B4B3-DA7290755B8B}" presName="node" presStyleLbl="alignAccFollowNode1" presStyleIdx="6" presStyleCnt="8">
        <dgm:presLayoutVars>
          <dgm:bulletEnabled val="1"/>
        </dgm:presLayoutVars>
      </dgm:prSet>
      <dgm:spPr/>
      <dgm:t>
        <a:bodyPr/>
        <a:lstStyle/>
        <a:p>
          <a:endParaRPr lang="zh-CN" altLang="en-US"/>
        </a:p>
      </dgm:t>
    </dgm:pt>
    <dgm:pt modelId="{D05CAA00-9BA7-459E-8190-B8F4BD65EDA7}" type="pres">
      <dgm:prSet presAssocID="{D43E6F66-956F-4977-9A4D-D967AFF71A7E}" presName="sibTrans" presStyleCnt="0"/>
      <dgm:spPr/>
    </dgm:pt>
    <dgm:pt modelId="{E71E7B97-9309-4463-B90F-D35D7A634BF7}" type="pres">
      <dgm:prSet presAssocID="{AAADAC34-2E70-49C5-8CDA-D3BD35D7F224}" presName="node" presStyleLbl="alignAccFollowNode1" presStyleIdx="7" presStyleCnt="8">
        <dgm:presLayoutVars>
          <dgm:bulletEnabled val="1"/>
        </dgm:presLayoutVars>
      </dgm:prSet>
      <dgm:spPr/>
      <dgm:t>
        <a:bodyPr/>
        <a:lstStyle/>
        <a:p>
          <a:endParaRPr lang="zh-CN" altLang="en-US"/>
        </a:p>
      </dgm:t>
    </dgm:pt>
  </dgm:ptLst>
  <dgm:cxnLst>
    <dgm:cxn modelId="{A2AD4719-534E-452B-95F7-922C6C1E0EFA}" srcId="{29F385B4-CEE4-4D9A-B470-DC9FF1A52EF8}" destId="{CF85C351-A78E-467F-99F2-9B54DA23DACB}" srcOrd="0" destOrd="0" parTransId="{675A509E-CE74-4179-9E32-01915EC70A4A}" sibTransId="{22454972-E29D-47D3-8A1C-7167FC9115CD}"/>
    <dgm:cxn modelId="{30DE9293-A89E-4849-B93C-9D9561744320}" type="presOf" srcId="{4C7CEA39-74E1-4344-929E-AC9024DD4813}" destId="{F83E5515-6B91-41AE-AEA2-24486CFE2568}" srcOrd="0" destOrd="0" presId="urn:microsoft.com/office/officeart/2005/8/layout/lProcess3"/>
    <dgm:cxn modelId="{31457C93-37C9-40C1-A93E-924541AD3F3A}" srcId="{67561055-1EE3-4A5E-B4A0-EE4DB18CC3BC}" destId="{29F385B4-CEE4-4D9A-B470-DC9FF1A52EF8}" srcOrd="2" destOrd="0" parTransId="{8AD48503-DE46-450D-A2FB-3500DB017AAE}" sibTransId="{5B8D3593-C4FD-4A00-8BE7-E523AC5F19C7}"/>
    <dgm:cxn modelId="{D62249C2-1E09-4961-964A-994A196D8247}" type="presOf" srcId="{73254C51-E0BC-4DB0-AC14-A50E6E2AE642}" destId="{E46DBF86-611A-45EE-9119-BEBC8527ED35}" srcOrd="0" destOrd="0" presId="urn:microsoft.com/office/officeart/2005/8/layout/lProcess3"/>
    <dgm:cxn modelId="{4500A77A-E4CC-4530-A766-D41EB69E3B27}" srcId="{DE0D93B9-6D42-4940-81EF-A348B41CF320}" destId="{B2A718D5-ABA9-488C-B9D2-6D4C16956C6A}" srcOrd="1" destOrd="0" parTransId="{F4B23371-D3BE-4F99-83C7-D59F5A35F829}" sibTransId="{4C1BAB00-F040-4D6F-9846-4CCA926D3C43}"/>
    <dgm:cxn modelId="{8C87CB5A-4322-45B6-9103-352CC890A8BF}" srcId="{4C7CEA39-74E1-4344-929E-AC9024DD4813}" destId="{AAADAC34-2E70-49C5-8CDA-D3BD35D7F224}" srcOrd="1" destOrd="0" parTransId="{3FAB9876-5FCB-4D32-A097-F019F624E006}" sibTransId="{4968CE21-43BB-4461-8B70-524A35AF7E75}"/>
    <dgm:cxn modelId="{46224D4D-3CAB-4A6D-AF49-64143DE22802}" type="presOf" srcId="{DE0D93B9-6D42-4940-81EF-A348B41CF320}" destId="{CA3417E1-C75D-4EA6-8272-ADEF9E012CEC}" srcOrd="0" destOrd="0" presId="urn:microsoft.com/office/officeart/2005/8/layout/lProcess3"/>
    <dgm:cxn modelId="{270C4AE2-B7CD-4BB7-8927-557E0177BF4C}" type="presOf" srcId="{D088F9E3-FDBF-4EEE-A6A4-A17897E0F9D2}" destId="{1BCDBE4D-29D4-41E6-B800-D17A506D870E}" srcOrd="0" destOrd="0" presId="urn:microsoft.com/office/officeart/2005/8/layout/lProcess3"/>
    <dgm:cxn modelId="{E3A4ABF8-2915-424D-8A1C-44DC27E6EAB4}" srcId="{55F0AE2A-D2BF-4734-BA98-E670195EBC94}" destId="{73254C51-E0BC-4DB0-AC14-A50E6E2AE642}" srcOrd="1" destOrd="0" parTransId="{B89D3F7A-7C9D-4345-A66A-BB28D22EBDEC}" sibTransId="{99FE5D08-FD9F-4E9C-B8B7-338545837805}"/>
    <dgm:cxn modelId="{2D6D5D7C-4340-42CE-9BB1-86E52AE291F3}" type="presOf" srcId="{B2A718D5-ABA9-488C-B9D2-6D4C16956C6A}" destId="{BBCADE8E-E0CB-4004-92FA-648504DE38DA}" srcOrd="0" destOrd="0" presId="urn:microsoft.com/office/officeart/2005/8/layout/lProcess3"/>
    <dgm:cxn modelId="{41B98238-4357-4680-BC8A-765E03B0C6D7}" type="presOf" srcId="{CF85C351-A78E-467F-99F2-9B54DA23DACB}" destId="{23329991-7CF9-433A-9E03-657D869CD2F4}" srcOrd="0" destOrd="0" presId="urn:microsoft.com/office/officeart/2005/8/layout/lProcess3"/>
    <dgm:cxn modelId="{49F76678-23B6-43C8-8DEF-3A73496119E9}" type="presOf" srcId="{55F0AE2A-D2BF-4734-BA98-E670195EBC94}" destId="{CF2BA0FF-D360-4E35-A8DE-FD7420414584}" srcOrd="0" destOrd="0" presId="urn:microsoft.com/office/officeart/2005/8/layout/lProcess3"/>
    <dgm:cxn modelId="{D9516D83-EC6E-44E4-AFA6-0F4281AE96A9}" type="presOf" srcId="{59024E9A-97DC-498D-ADC4-BC077FD816EF}" destId="{DAB8836C-6774-4CE4-8DA1-9AFD3AA75203}" srcOrd="0" destOrd="0" presId="urn:microsoft.com/office/officeart/2005/8/layout/lProcess3"/>
    <dgm:cxn modelId="{F2ABBFD5-5E03-48BC-8F2D-E039C71BE0F8}" type="presOf" srcId="{AAADAC34-2E70-49C5-8CDA-D3BD35D7F224}" destId="{E71E7B97-9309-4463-B90F-D35D7A634BF7}" srcOrd="0" destOrd="0" presId="urn:microsoft.com/office/officeart/2005/8/layout/lProcess3"/>
    <dgm:cxn modelId="{89E287AC-15F3-4895-9EF6-0789554EE804}" srcId="{67561055-1EE3-4A5E-B4A0-EE4DB18CC3BC}" destId="{4C7CEA39-74E1-4344-929E-AC9024DD4813}" srcOrd="3" destOrd="0" parTransId="{B09CB7EB-66DB-4764-AB33-1B3367077CBF}" sibTransId="{643B4322-0CF3-4636-AEF1-782C834C8791}"/>
    <dgm:cxn modelId="{339B5D51-13F1-4373-B611-A8389E5C860E}" srcId="{4C7CEA39-74E1-4344-929E-AC9024DD4813}" destId="{34F23F45-F759-4CF8-B4B3-DA7290755B8B}" srcOrd="0" destOrd="0" parTransId="{6017E150-2AD6-4BFE-B080-C6FD371F8969}" sibTransId="{D43E6F66-956F-4977-9A4D-D967AFF71A7E}"/>
    <dgm:cxn modelId="{BBF7648A-3709-41A9-9EB5-C0538027135E}" type="presOf" srcId="{34F23F45-F759-4CF8-B4B3-DA7290755B8B}" destId="{6307338D-6C26-49B0-AC76-F5CFCC43D06B}" srcOrd="0" destOrd="0" presId="urn:microsoft.com/office/officeart/2005/8/layout/lProcess3"/>
    <dgm:cxn modelId="{4383D901-8B23-4C75-9056-9D5E89050AC7}" srcId="{55F0AE2A-D2BF-4734-BA98-E670195EBC94}" destId="{6DAF1067-FB7F-44F6-B8EC-902C9F10194C}" srcOrd="0" destOrd="0" parTransId="{5C3EE423-80B8-4FE9-8F05-EDA73FCD6D78}" sibTransId="{079D9193-C061-4E76-8897-296DCAFCB2BC}"/>
    <dgm:cxn modelId="{2C67AE92-3239-4AE9-BC44-73093193456E}" srcId="{67561055-1EE3-4A5E-B4A0-EE4DB18CC3BC}" destId="{55F0AE2A-D2BF-4734-BA98-E670195EBC94}" srcOrd="1" destOrd="0" parTransId="{AFD5FFC4-6B8E-4E52-ADCD-8F68E8B06167}" sibTransId="{6EA79970-880A-46AD-B606-2613295E5774}"/>
    <dgm:cxn modelId="{BF0332A4-2724-40F8-B1CF-8B39432F4C23}" srcId="{29F385B4-CEE4-4D9A-B470-DC9FF1A52EF8}" destId="{59024E9A-97DC-498D-ADC4-BC077FD816EF}" srcOrd="1" destOrd="0" parTransId="{246EF14D-787D-4944-ABCB-2F1130EEF1BE}" sibTransId="{61227884-C06E-4F98-B9F0-5FFA22DA0C53}"/>
    <dgm:cxn modelId="{44363DD3-312D-4673-9466-1A07C2E64032}" type="presOf" srcId="{29F385B4-CEE4-4D9A-B470-DC9FF1A52EF8}" destId="{A57C6027-EBC9-43C1-91BC-79A4FC24B93C}" srcOrd="0" destOrd="0" presId="urn:microsoft.com/office/officeart/2005/8/layout/lProcess3"/>
    <dgm:cxn modelId="{2B4621C0-28E2-439F-9DBD-EFBBDA7FAC32}" type="presOf" srcId="{67561055-1EE3-4A5E-B4A0-EE4DB18CC3BC}" destId="{FC6971A2-06D9-44C9-A522-C88898427312}" srcOrd="0" destOrd="0" presId="urn:microsoft.com/office/officeart/2005/8/layout/lProcess3"/>
    <dgm:cxn modelId="{ABDD2829-59D2-4E7E-BCA2-339DD625FC6A}" type="presOf" srcId="{6DAF1067-FB7F-44F6-B8EC-902C9F10194C}" destId="{1DBF5C06-19AF-4765-BBD7-9523C70CDAB6}" srcOrd="0" destOrd="0" presId="urn:microsoft.com/office/officeart/2005/8/layout/lProcess3"/>
    <dgm:cxn modelId="{D3D21398-A8E6-4E29-AEA5-FC11C26C8B10}" srcId="{DE0D93B9-6D42-4940-81EF-A348B41CF320}" destId="{D088F9E3-FDBF-4EEE-A6A4-A17897E0F9D2}" srcOrd="0" destOrd="0" parTransId="{45CDA85F-5D97-4D12-83E2-2250AA98878F}" sibTransId="{BF2FC3C7-9C69-4326-8A94-F7ED73FFA6EF}"/>
    <dgm:cxn modelId="{AB2C5F3A-0653-4011-876B-9C8D50E0ABF3}" srcId="{67561055-1EE3-4A5E-B4A0-EE4DB18CC3BC}" destId="{DE0D93B9-6D42-4940-81EF-A348B41CF320}" srcOrd="0" destOrd="0" parTransId="{6D5A5BD0-96FA-402D-966C-4560FE11C667}" sibTransId="{1D9F384E-32DA-4D52-929A-424A1B6187EE}"/>
    <dgm:cxn modelId="{BF9F2CE0-DDEE-4ABE-BCA8-1006A81DFE17}" type="presParOf" srcId="{FC6971A2-06D9-44C9-A522-C88898427312}" destId="{CB92BBEF-E882-4851-934A-89F7FB757B04}" srcOrd="0" destOrd="0" presId="urn:microsoft.com/office/officeart/2005/8/layout/lProcess3"/>
    <dgm:cxn modelId="{E02DF943-B3BE-40B3-B029-D3190889FF4E}" type="presParOf" srcId="{CB92BBEF-E882-4851-934A-89F7FB757B04}" destId="{CA3417E1-C75D-4EA6-8272-ADEF9E012CEC}" srcOrd="0" destOrd="0" presId="urn:microsoft.com/office/officeart/2005/8/layout/lProcess3"/>
    <dgm:cxn modelId="{9D6328AD-3358-4BD4-AC7E-F9E2B2056F7F}" type="presParOf" srcId="{CB92BBEF-E882-4851-934A-89F7FB757B04}" destId="{DA28792F-F579-4207-86DC-7A2C54EDC10F}" srcOrd="1" destOrd="0" presId="urn:microsoft.com/office/officeart/2005/8/layout/lProcess3"/>
    <dgm:cxn modelId="{FCB14C70-81B5-40CA-A42A-D39AE4F2FC4F}" type="presParOf" srcId="{CB92BBEF-E882-4851-934A-89F7FB757B04}" destId="{1BCDBE4D-29D4-41E6-B800-D17A506D870E}" srcOrd="2" destOrd="0" presId="urn:microsoft.com/office/officeart/2005/8/layout/lProcess3"/>
    <dgm:cxn modelId="{862EDE74-627F-449B-A0B7-CC136BA6E5B8}" type="presParOf" srcId="{CB92BBEF-E882-4851-934A-89F7FB757B04}" destId="{828946AF-029A-4AB9-8BB9-CC7CBCE1D39C}" srcOrd="3" destOrd="0" presId="urn:microsoft.com/office/officeart/2005/8/layout/lProcess3"/>
    <dgm:cxn modelId="{448FEDEA-2859-4945-9ABB-E75DE2FC5D06}" type="presParOf" srcId="{CB92BBEF-E882-4851-934A-89F7FB757B04}" destId="{BBCADE8E-E0CB-4004-92FA-648504DE38DA}" srcOrd="4" destOrd="0" presId="urn:microsoft.com/office/officeart/2005/8/layout/lProcess3"/>
    <dgm:cxn modelId="{202F969E-7542-4070-94CF-EC5B52EB3CE4}" type="presParOf" srcId="{FC6971A2-06D9-44C9-A522-C88898427312}" destId="{E48AED9F-B26E-4C5B-AB61-A646843C6D77}" srcOrd="1" destOrd="0" presId="urn:microsoft.com/office/officeart/2005/8/layout/lProcess3"/>
    <dgm:cxn modelId="{E6A499E8-0FEF-48BF-B99D-54E1B7DFC7A2}" type="presParOf" srcId="{FC6971A2-06D9-44C9-A522-C88898427312}" destId="{439B1C2F-8560-4913-9F55-4E3F146C25A8}" srcOrd="2" destOrd="0" presId="urn:microsoft.com/office/officeart/2005/8/layout/lProcess3"/>
    <dgm:cxn modelId="{E7901BA4-0FD3-4AA1-B5EF-846D4FC6D309}" type="presParOf" srcId="{439B1C2F-8560-4913-9F55-4E3F146C25A8}" destId="{CF2BA0FF-D360-4E35-A8DE-FD7420414584}" srcOrd="0" destOrd="0" presId="urn:microsoft.com/office/officeart/2005/8/layout/lProcess3"/>
    <dgm:cxn modelId="{C7FF4896-3D50-4CC2-B2F2-FCF1D59DDD2D}" type="presParOf" srcId="{439B1C2F-8560-4913-9F55-4E3F146C25A8}" destId="{D8CD12F9-3D1B-46E2-ADEF-445BB791EE6A}" srcOrd="1" destOrd="0" presId="urn:microsoft.com/office/officeart/2005/8/layout/lProcess3"/>
    <dgm:cxn modelId="{6A7FA288-C3ED-4C5E-A09D-D50A64A0703F}" type="presParOf" srcId="{439B1C2F-8560-4913-9F55-4E3F146C25A8}" destId="{1DBF5C06-19AF-4765-BBD7-9523C70CDAB6}" srcOrd="2" destOrd="0" presId="urn:microsoft.com/office/officeart/2005/8/layout/lProcess3"/>
    <dgm:cxn modelId="{7E165005-A7DC-45F0-841D-1ADCF84C750B}" type="presParOf" srcId="{439B1C2F-8560-4913-9F55-4E3F146C25A8}" destId="{B6470200-C8AB-4741-BCCE-F546C35CA834}" srcOrd="3" destOrd="0" presId="urn:microsoft.com/office/officeart/2005/8/layout/lProcess3"/>
    <dgm:cxn modelId="{3DB688F5-50BB-43E1-B37F-A6912673119E}" type="presParOf" srcId="{439B1C2F-8560-4913-9F55-4E3F146C25A8}" destId="{E46DBF86-611A-45EE-9119-BEBC8527ED35}" srcOrd="4" destOrd="0" presId="urn:microsoft.com/office/officeart/2005/8/layout/lProcess3"/>
    <dgm:cxn modelId="{5BD72976-832B-4080-AAF9-1E36CBDEA30D}" type="presParOf" srcId="{FC6971A2-06D9-44C9-A522-C88898427312}" destId="{624552D8-EF1F-49ED-9099-9D6F9F279582}" srcOrd="3" destOrd="0" presId="urn:microsoft.com/office/officeart/2005/8/layout/lProcess3"/>
    <dgm:cxn modelId="{D6003D48-95E4-420B-97BD-990EEC0D737C}" type="presParOf" srcId="{FC6971A2-06D9-44C9-A522-C88898427312}" destId="{1302B7D2-E88D-4B1A-9C76-3145B8C17692}" srcOrd="4" destOrd="0" presId="urn:microsoft.com/office/officeart/2005/8/layout/lProcess3"/>
    <dgm:cxn modelId="{66713AF7-629A-48EE-BAF3-F960A7BB937A}" type="presParOf" srcId="{1302B7D2-E88D-4B1A-9C76-3145B8C17692}" destId="{A57C6027-EBC9-43C1-91BC-79A4FC24B93C}" srcOrd="0" destOrd="0" presId="urn:microsoft.com/office/officeart/2005/8/layout/lProcess3"/>
    <dgm:cxn modelId="{A30FFE95-FEEE-466C-B653-1F398C36DB97}" type="presParOf" srcId="{1302B7D2-E88D-4B1A-9C76-3145B8C17692}" destId="{7CD911D1-1AB9-4D7D-B4AB-DC2D2463B971}" srcOrd="1" destOrd="0" presId="urn:microsoft.com/office/officeart/2005/8/layout/lProcess3"/>
    <dgm:cxn modelId="{710FC922-BC18-4AA1-8328-2141D1ED0BD8}" type="presParOf" srcId="{1302B7D2-E88D-4B1A-9C76-3145B8C17692}" destId="{23329991-7CF9-433A-9E03-657D869CD2F4}" srcOrd="2" destOrd="0" presId="urn:microsoft.com/office/officeart/2005/8/layout/lProcess3"/>
    <dgm:cxn modelId="{2EBFF82B-CAEC-4D77-BBD6-C8CF0BEF6F6C}" type="presParOf" srcId="{1302B7D2-E88D-4B1A-9C76-3145B8C17692}" destId="{7653389F-C1DB-4CC7-BD66-4E3DED0ED7E3}" srcOrd="3" destOrd="0" presId="urn:microsoft.com/office/officeart/2005/8/layout/lProcess3"/>
    <dgm:cxn modelId="{E14DF7A0-F850-4498-A1CA-35F01047C035}" type="presParOf" srcId="{1302B7D2-E88D-4B1A-9C76-3145B8C17692}" destId="{DAB8836C-6774-4CE4-8DA1-9AFD3AA75203}" srcOrd="4" destOrd="0" presId="urn:microsoft.com/office/officeart/2005/8/layout/lProcess3"/>
    <dgm:cxn modelId="{79807249-1528-4218-9928-FBD4D8A3D747}" type="presParOf" srcId="{FC6971A2-06D9-44C9-A522-C88898427312}" destId="{8945F3F4-A2EB-48DC-9BCE-16C1A231AD80}" srcOrd="5" destOrd="0" presId="urn:microsoft.com/office/officeart/2005/8/layout/lProcess3"/>
    <dgm:cxn modelId="{65F4C99F-3AC3-4486-9A3F-2D24634BF8B2}" type="presParOf" srcId="{FC6971A2-06D9-44C9-A522-C88898427312}" destId="{05E16DAD-A757-4A70-85C4-127B41BD298A}" srcOrd="6" destOrd="0" presId="urn:microsoft.com/office/officeart/2005/8/layout/lProcess3"/>
    <dgm:cxn modelId="{4F5402DC-3B67-4E01-A1A7-698EF49F3979}" type="presParOf" srcId="{05E16DAD-A757-4A70-85C4-127B41BD298A}" destId="{F83E5515-6B91-41AE-AEA2-24486CFE2568}" srcOrd="0" destOrd="0" presId="urn:microsoft.com/office/officeart/2005/8/layout/lProcess3"/>
    <dgm:cxn modelId="{048B573D-C0BF-493C-B557-3D4EA7107591}" type="presParOf" srcId="{05E16DAD-A757-4A70-85C4-127B41BD298A}" destId="{07C27999-D2EF-4EB9-ADA0-379AA07FCBD0}" srcOrd="1" destOrd="0" presId="urn:microsoft.com/office/officeart/2005/8/layout/lProcess3"/>
    <dgm:cxn modelId="{5C66F635-8CC3-48A4-84A3-F0C7677C6AC8}" type="presParOf" srcId="{05E16DAD-A757-4A70-85C4-127B41BD298A}" destId="{6307338D-6C26-49B0-AC76-F5CFCC43D06B}" srcOrd="2" destOrd="0" presId="urn:microsoft.com/office/officeart/2005/8/layout/lProcess3"/>
    <dgm:cxn modelId="{9EAE373C-1ACC-4DE4-876E-59BFEDCF0505}" type="presParOf" srcId="{05E16DAD-A757-4A70-85C4-127B41BD298A}" destId="{D05CAA00-9BA7-459E-8190-B8F4BD65EDA7}" srcOrd="3" destOrd="0" presId="urn:microsoft.com/office/officeart/2005/8/layout/lProcess3"/>
    <dgm:cxn modelId="{FBA571B6-F256-4AEB-8AA6-40A28BF430D1}" type="presParOf" srcId="{05E16DAD-A757-4A70-85C4-127B41BD298A}" destId="{E71E7B97-9309-4463-B90F-D35D7A634BF7}" srcOrd="4" destOrd="0" presId="urn:microsoft.com/office/officeart/2005/8/layout/l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D0AE192-A54B-4F8F-9ACD-5AE336673596}"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zh-CN" altLang="en-US"/>
        </a:p>
      </dgm:t>
    </dgm:pt>
    <dgm:pt modelId="{D21DF026-6E64-4A72-BC13-96C8B698E95E}">
      <dgm:prSet phldrT="[文本]"/>
      <dgm:spPr/>
      <dgm:t>
        <a:bodyPr/>
        <a:lstStyle/>
        <a:p>
          <a:r>
            <a:rPr lang="en-US" altLang="zh-CN" dirty="0" smtClean="0"/>
            <a:t>Application Layer</a:t>
          </a:r>
          <a:endParaRPr lang="zh-CN" altLang="en-US" dirty="0"/>
        </a:p>
      </dgm:t>
    </dgm:pt>
    <dgm:pt modelId="{6580F9F2-627D-4C4E-92DE-73E572274209}" type="parTrans" cxnId="{EE2EB69C-3A90-4073-964A-8174210CD3F7}">
      <dgm:prSet/>
      <dgm:spPr/>
      <dgm:t>
        <a:bodyPr/>
        <a:lstStyle/>
        <a:p>
          <a:endParaRPr lang="zh-CN" altLang="en-US"/>
        </a:p>
      </dgm:t>
    </dgm:pt>
    <dgm:pt modelId="{2A4A1EE2-060E-4406-A916-10DC5BA475B9}" type="sibTrans" cxnId="{EE2EB69C-3A90-4073-964A-8174210CD3F7}">
      <dgm:prSet/>
      <dgm:spPr/>
      <dgm:t>
        <a:bodyPr/>
        <a:lstStyle/>
        <a:p>
          <a:endParaRPr lang="zh-CN" altLang="en-US"/>
        </a:p>
      </dgm:t>
    </dgm:pt>
    <dgm:pt modelId="{DE87061C-EE34-4EF2-A702-5E30D8C0D1FB}">
      <dgm:prSet phldrT="[文本]"/>
      <dgm:spPr/>
      <dgm:t>
        <a:bodyPr/>
        <a:lstStyle/>
        <a:p>
          <a:r>
            <a:rPr lang="en-US" altLang="zh-CN" dirty="0" smtClean="0"/>
            <a:t>Presentation Layer</a:t>
          </a:r>
          <a:endParaRPr lang="zh-CN" altLang="en-US" dirty="0"/>
        </a:p>
      </dgm:t>
    </dgm:pt>
    <dgm:pt modelId="{9B496D51-C545-4920-BEAC-5D58DA2F3414}" type="parTrans" cxnId="{31B5D318-E847-4FEE-BBD7-F1B4E293B348}">
      <dgm:prSet/>
      <dgm:spPr/>
      <dgm:t>
        <a:bodyPr/>
        <a:lstStyle/>
        <a:p>
          <a:endParaRPr lang="zh-CN" altLang="en-US"/>
        </a:p>
      </dgm:t>
    </dgm:pt>
    <dgm:pt modelId="{3091ADF7-4E3D-451C-A56F-4B8B45DB2556}" type="sibTrans" cxnId="{31B5D318-E847-4FEE-BBD7-F1B4E293B348}">
      <dgm:prSet/>
      <dgm:spPr/>
      <dgm:t>
        <a:bodyPr/>
        <a:lstStyle/>
        <a:p>
          <a:endParaRPr lang="zh-CN" altLang="en-US"/>
        </a:p>
      </dgm:t>
    </dgm:pt>
    <dgm:pt modelId="{02F51D77-439A-4EDE-B28A-EB6D0F54E789}">
      <dgm:prSet phldrT="[文本]"/>
      <dgm:spPr/>
      <dgm:t>
        <a:bodyPr/>
        <a:lstStyle/>
        <a:p>
          <a:r>
            <a:rPr lang="en-US" altLang="zh-CN" dirty="0" smtClean="0"/>
            <a:t>Session Layer</a:t>
          </a:r>
          <a:endParaRPr lang="zh-CN" altLang="en-US" dirty="0"/>
        </a:p>
      </dgm:t>
    </dgm:pt>
    <dgm:pt modelId="{98C8EBD8-4A01-484F-8A02-5B40AD9E7FB2}" type="parTrans" cxnId="{C51F9915-EBF9-45EB-AA02-2CCD07E6FAAD}">
      <dgm:prSet/>
      <dgm:spPr/>
      <dgm:t>
        <a:bodyPr/>
        <a:lstStyle/>
        <a:p>
          <a:endParaRPr lang="zh-CN" altLang="en-US"/>
        </a:p>
      </dgm:t>
    </dgm:pt>
    <dgm:pt modelId="{C156C4F3-3A13-44EC-B0A4-B2CF2456A6B8}" type="sibTrans" cxnId="{C51F9915-EBF9-45EB-AA02-2CCD07E6FAAD}">
      <dgm:prSet/>
      <dgm:spPr/>
      <dgm:t>
        <a:bodyPr/>
        <a:lstStyle/>
        <a:p>
          <a:endParaRPr lang="zh-CN" altLang="en-US"/>
        </a:p>
      </dgm:t>
    </dgm:pt>
    <dgm:pt modelId="{86215514-33C1-4BE4-BDF0-5F91CAFDA135}">
      <dgm:prSet phldrT="[文本]"/>
      <dgm:spPr/>
      <dgm:t>
        <a:bodyPr/>
        <a:lstStyle/>
        <a:p>
          <a:r>
            <a:rPr lang="en-US" altLang="zh-CN" dirty="0" smtClean="0"/>
            <a:t>Transport Layer</a:t>
          </a:r>
          <a:endParaRPr lang="zh-CN" altLang="en-US" dirty="0"/>
        </a:p>
      </dgm:t>
    </dgm:pt>
    <dgm:pt modelId="{4EF3F774-5F8F-409D-973B-F8D56386E9B6}" type="parTrans" cxnId="{F7C67EB9-8865-4181-9012-BB1E8ADB57B6}">
      <dgm:prSet/>
      <dgm:spPr/>
      <dgm:t>
        <a:bodyPr/>
        <a:lstStyle/>
        <a:p>
          <a:endParaRPr lang="zh-CN" altLang="en-US"/>
        </a:p>
      </dgm:t>
    </dgm:pt>
    <dgm:pt modelId="{5716916B-076B-4841-85E1-FA90B69E9548}" type="sibTrans" cxnId="{F7C67EB9-8865-4181-9012-BB1E8ADB57B6}">
      <dgm:prSet/>
      <dgm:spPr/>
      <dgm:t>
        <a:bodyPr/>
        <a:lstStyle/>
        <a:p>
          <a:endParaRPr lang="zh-CN" altLang="en-US"/>
        </a:p>
      </dgm:t>
    </dgm:pt>
    <dgm:pt modelId="{B720ED81-8F48-4999-831C-19B6EB37CE26}">
      <dgm:prSet phldrT="[文本]"/>
      <dgm:spPr/>
      <dgm:t>
        <a:bodyPr/>
        <a:lstStyle/>
        <a:p>
          <a:r>
            <a:rPr lang="en-US" altLang="zh-CN" dirty="0" smtClean="0"/>
            <a:t>Network Layer</a:t>
          </a:r>
          <a:endParaRPr lang="zh-CN" altLang="en-US" dirty="0"/>
        </a:p>
      </dgm:t>
    </dgm:pt>
    <dgm:pt modelId="{2AE22A7E-8C1E-4AF2-B17A-0C76443B2E25}" type="parTrans" cxnId="{10EB4477-2088-452C-A252-260717863F9A}">
      <dgm:prSet/>
      <dgm:spPr/>
      <dgm:t>
        <a:bodyPr/>
        <a:lstStyle/>
        <a:p>
          <a:endParaRPr lang="zh-CN" altLang="en-US"/>
        </a:p>
      </dgm:t>
    </dgm:pt>
    <dgm:pt modelId="{27283ECD-0363-4D20-B166-E35CB53306F0}" type="sibTrans" cxnId="{10EB4477-2088-452C-A252-260717863F9A}">
      <dgm:prSet/>
      <dgm:spPr/>
      <dgm:t>
        <a:bodyPr/>
        <a:lstStyle/>
        <a:p>
          <a:endParaRPr lang="zh-CN" altLang="en-US"/>
        </a:p>
      </dgm:t>
    </dgm:pt>
    <dgm:pt modelId="{A499E0C1-74E0-4ED3-9AB6-4946EBCE5CEF}">
      <dgm:prSet phldrT="[文本]"/>
      <dgm:spPr/>
      <dgm:t>
        <a:bodyPr/>
        <a:lstStyle/>
        <a:p>
          <a:r>
            <a:rPr lang="en-US" altLang="zh-CN" dirty="0" smtClean="0"/>
            <a:t>Data link Layer</a:t>
          </a:r>
          <a:endParaRPr lang="zh-CN" altLang="en-US" dirty="0"/>
        </a:p>
      </dgm:t>
    </dgm:pt>
    <dgm:pt modelId="{5BA32F7F-1E8B-4330-8BC5-DE720CF5C541}" type="parTrans" cxnId="{04E2BAD2-244E-4FE6-A978-E1E9F2EC474B}">
      <dgm:prSet/>
      <dgm:spPr/>
      <dgm:t>
        <a:bodyPr/>
        <a:lstStyle/>
        <a:p>
          <a:endParaRPr lang="zh-CN" altLang="en-US"/>
        </a:p>
      </dgm:t>
    </dgm:pt>
    <dgm:pt modelId="{91B02A2C-0E01-465B-B6B8-49347C968793}" type="sibTrans" cxnId="{04E2BAD2-244E-4FE6-A978-E1E9F2EC474B}">
      <dgm:prSet/>
      <dgm:spPr/>
      <dgm:t>
        <a:bodyPr/>
        <a:lstStyle/>
        <a:p>
          <a:endParaRPr lang="zh-CN" altLang="en-US"/>
        </a:p>
      </dgm:t>
    </dgm:pt>
    <dgm:pt modelId="{E3F2ED0A-49AD-4FE2-87D9-852BC41E584B}">
      <dgm:prSet phldrT="[文本]"/>
      <dgm:spPr/>
      <dgm:t>
        <a:bodyPr/>
        <a:lstStyle/>
        <a:p>
          <a:r>
            <a:rPr lang="en-US" altLang="zh-CN" dirty="0" smtClean="0"/>
            <a:t>Physical Layer</a:t>
          </a:r>
          <a:endParaRPr lang="zh-CN" altLang="en-US" dirty="0"/>
        </a:p>
      </dgm:t>
    </dgm:pt>
    <dgm:pt modelId="{8E354095-1FA5-440C-B623-0502089F64F1}" type="parTrans" cxnId="{7EBC9C78-691D-4BDF-A1E3-FB40499BF387}">
      <dgm:prSet/>
      <dgm:spPr/>
      <dgm:t>
        <a:bodyPr/>
        <a:lstStyle/>
        <a:p>
          <a:endParaRPr lang="zh-CN" altLang="en-US"/>
        </a:p>
      </dgm:t>
    </dgm:pt>
    <dgm:pt modelId="{C839A7D9-86EF-4EF3-AF62-FFB4809F36EF}" type="sibTrans" cxnId="{7EBC9C78-691D-4BDF-A1E3-FB40499BF387}">
      <dgm:prSet/>
      <dgm:spPr/>
      <dgm:t>
        <a:bodyPr/>
        <a:lstStyle/>
        <a:p>
          <a:endParaRPr lang="zh-CN" altLang="en-US"/>
        </a:p>
      </dgm:t>
    </dgm:pt>
    <dgm:pt modelId="{59725240-FE08-46E4-AFF5-A5A11E55BDC6}" type="pres">
      <dgm:prSet presAssocID="{3D0AE192-A54B-4F8F-9ACD-5AE336673596}" presName="linear" presStyleCnt="0">
        <dgm:presLayoutVars>
          <dgm:animLvl val="lvl"/>
          <dgm:resizeHandles val="exact"/>
        </dgm:presLayoutVars>
      </dgm:prSet>
      <dgm:spPr/>
      <dgm:t>
        <a:bodyPr/>
        <a:lstStyle/>
        <a:p>
          <a:endParaRPr lang="zh-CN" altLang="en-US"/>
        </a:p>
      </dgm:t>
    </dgm:pt>
    <dgm:pt modelId="{25468E3F-A715-4511-BCDA-6C65E112335A}" type="pres">
      <dgm:prSet presAssocID="{D21DF026-6E64-4A72-BC13-96C8B698E95E}" presName="parentText" presStyleLbl="node1" presStyleIdx="0" presStyleCnt="7">
        <dgm:presLayoutVars>
          <dgm:chMax val="0"/>
          <dgm:bulletEnabled val="1"/>
        </dgm:presLayoutVars>
      </dgm:prSet>
      <dgm:spPr/>
      <dgm:t>
        <a:bodyPr/>
        <a:lstStyle/>
        <a:p>
          <a:endParaRPr lang="zh-CN" altLang="en-US"/>
        </a:p>
      </dgm:t>
    </dgm:pt>
    <dgm:pt modelId="{83E52D31-3F89-43B4-BE78-2B74E4017EB0}" type="pres">
      <dgm:prSet presAssocID="{2A4A1EE2-060E-4406-A916-10DC5BA475B9}" presName="spacer" presStyleCnt="0"/>
      <dgm:spPr/>
    </dgm:pt>
    <dgm:pt modelId="{33BF5E06-EDEF-47CC-A890-5EF897842D52}" type="pres">
      <dgm:prSet presAssocID="{DE87061C-EE34-4EF2-A702-5E30D8C0D1FB}" presName="parentText" presStyleLbl="node1" presStyleIdx="1" presStyleCnt="7">
        <dgm:presLayoutVars>
          <dgm:chMax val="0"/>
          <dgm:bulletEnabled val="1"/>
        </dgm:presLayoutVars>
      </dgm:prSet>
      <dgm:spPr/>
      <dgm:t>
        <a:bodyPr/>
        <a:lstStyle/>
        <a:p>
          <a:endParaRPr lang="zh-CN" altLang="en-US"/>
        </a:p>
      </dgm:t>
    </dgm:pt>
    <dgm:pt modelId="{CACAE5AA-68AC-43AD-8B47-E627E64487CF}" type="pres">
      <dgm:prSet presAssocID="{3091ADF7-4E3D-451C-A56F-4B8B45DB2556}" presName="spacer" presStyleCnt="0"/>
      <dgm:spPr/>
    </dgm:pt>
    <dgm:pt modelId="{FC54922B-0532-4D28-BBD2-F0A7C27CEDBD}" type="pres">
      <dgm:prSet presAssocID="{02F51D77-439A-4EDE-B28A-EB6D0F54E789}" presName="parentText" presStyleLbl="node1" presStyleIdx="2" presStyleCnt="7">
        <dgm:presLayoutVars>
          <dgm:chMax val="0"/>
          <dgm:bulletEnabled val="1"/>
        </dgm:presLayoutVars>
      </dgm:prSet>
      <dgm:spPr/>
      <dgm:t>
        <a:bodyPr/>
        <a:lstStyle/>
        <a:p>
          <a:endParaRPr lang="zh-CN" altLang="en-US"/>
        </a:p>
      </dgm:t>
    </dgm:pt>
    <dgm:pt modelId="{E9AFF49C-DED3-4652-9244-A32018DDA6EF}" type="pres">
      <dgm:prSet presAssocID="{C156C4F3-3A13-44EC-B0A4-B2CF2456A6B8}" presName="spacer" presStyleCnt="0"/>
      <dgm:spPr/>
    </dgm:pt>
    <dgm:pt modelId="{079BD916-FAD4-4952-831C-E9306F7599B8}" type="pres">
      <dgm:prSet presAssocID="{86215514-33C1-4BE4-BDF0-5F91CAFDA135}" presName="parentText" presStyleLbl="node1" presStyleIdx="3" presStyleCnt="7">
        <dgm:presLayoutVars>
          <dgm:chMax val="0"/>
          <dgm:bulletEnabled val="1"/>
        </dgm:presLayoutVars>
      </dgm:prSet>
      <dgm:spPr/>
      <dgm:t>
        <a:bodyPr/>
        <a:lstStyle/>
        <a:p>
          <a:endParaRPr lang="zh-CN" altLang="en-US"/>
        </a:p>
      </dgm:t>
    </dgm:pt>
    <dgm:pt modelId="{28018E02-AF29-45CA-A810-59C09181DBE7}" type="pres">
      <dgm:prSet presAssocID="{5716916B-076B-4841-85E1-FA90B69E9548}" presName="spacer" presStyleCnt="0"/>
      <dgm:spPr/>
    </dgm:pt>
    <dgm:pt modelId="{0AECDC54-711B-451E-9865-CB5F0B2C5807}" type="pres">
      <dgm:prSet presAssocID="{B720ED81-8F48-4999-831C-19B6EB37CE26}" presName="parentText" presStyleLbl="node1" presStyleIdx="4" presStyleCnt="7">
        <dgm:presLayoutVars>
          <dgm:chMax val="0"/>
          <dgm:bulletEnabled val="1"/>
        </dgm:presLayoutVars>
      </dgm:prSet>
      <dgm:spPr/>
      <dgm:t>
        <a:bodyPr/>
        <a:lstStyle/>
        <a:p>
          <a:endParaRPr lang="zh-CN" altLang="en-US"/>
        </a:p>
      </dgm:t>
    </dgm:pt>
    <dgm:pt modelId="{C9BAD5F8-435C-47EA-BED6-5412A3A76894}" type="pres">
      <dgm:prSet presAssocID="{27283ECD-0363-4D20-B166-E35CB53306F0}" presName="spacer" presStyleCnt="0"/>
      <dgm:spPr/>
    </dgm:pt>
    <dgm:pt modelId="{A8998D0D-A543-440B-B511-D0DA89E38BA8}" type="pres">
      <dgm:prSet presAssocID="{A499E0C1-74E0-4ED3-9AB6-4946EBCE5CEF}" presName="parentText" presStyleLbl="node1" presStyleIdx="5" presStyleCnt="7">
        <dgm:presLayoutVars>
          <dgm:chMax val="0"/>
          <dgm:bulletEnabled val="1"/>
        </dgm:presLayoutVars>
      </dgm:prSet>
      <dgm:spPr/>
      <dgm:t>
        <a:bodyPr/>
        <a:lstStyle/>
        <a:p>
          <a:endParaRPr lang="zh-CN" altLang="en-US"/>
        </a:p>
      </dgm:t>
    </dgm:pt>
    <dgm:pt modelId="{359CCA9E-BD94-458E-ADA9-2592E92684CB}" type="pres">
      <dgm:prSet presAssocID="{91B02A2C-0E01-465B-B6B8-49347C968793}" presName="spacer" presStyleCnt="0"/>
      <dgm:spPr/>
    </dgm:pt>
    <dgm:pt modelId="{6EBB8B05-7DE6-4D7D-A827-FBB246B55538}" type="pres">
      <dgm:prSet presAssocID="{E3F2ED0A-49AD-4FE2-87D9-852BC41E584B}" presName="parentText" presStyleLbl="node1" presStyleIdx="6" presStyleCnt="7">
        <dgm:presLayoutVars>
          <dgm:chMax val="0"/>
          <dgm:bulletEnabled val="1"/>
        </dgm:presLayoutVars>
      </dgm:prSet>
      <dgm:spPr/>
      <dgm:t>
        <a:bodyPr/>
        <a:lstStyle/>
        <a:p>
          <a:endParaRPr lang="zh-CN" altLang="en-US"/>
        </a:p>
      </dgm:t>
    </dgm:pt>
  </dgm:ptLst>
  <dgm:cxnLst>
    <dgm:cxn modelId="{1F84492A-BBD0-4B77-AA57-4760C2B152CF}" type="presOf" srcId="{DE87061C-EE34-4EF2-A702-5E30D8C0D1FB}" destId="{33BF5E06-EDEF-47CC-A890-5EF897842D52}" srcOrd="0" destOrd="0" presId="urn:microsoft.com/office/officeart/2005/8/layout/vList2"/>
    <dgm:cxn modelId="{7182BC23-622C-462B-8F91-4E62394CE636}" type="presOf" srcId="{A499E0C1-74E0-4ED3-9AB6-4946EBCE5CEF}" destId="{A8998D0D-A543-440B-B511-D0DA89E38BA8}" srcOrd="0" destOrd="0" presId="urn:microsoft.com/office/officeart/2005/8/layout/vList2"/>
    <dgm:cxn modelId="{1CA61D37-DB29-4B42-95BA-FAD0ED10DADE}" type="presOf" srcId="{D21DF026-6E64-4A72-BC13-96C8B698E95E}" destId="{25468E3F-A715-4511-BCDA-6C65E112335A}" srcOrd="0" destOrd="0" presId="urn:microsoft.com/office/officeart/2005/8/layout/vList2"/>
    <dgm:cxn modelId="{EE2EB69C-3A90-4073-964A-8174210CD3F7}" srcId="{3D0AE192-A54B-4F8F-9ACD-5AE336673596}" destId="{D21DF026-6E64-4A72-BC13-96C8B698E95E}" srcOrd="0" destOrd="0" parTransId="{6580F9F2-627D-4C4E-92DE-73E572274209}" sibTransId="{2A4A1EE2-060E-4406-A916-10DC5BA475B9}"/>
    <dgm:cxn modelId="{E83E5242-2234-41C3-BEC7-F39B6E7986F1}" type="presOf" srcId="{86215514-33C1-4BE4-BDF0-5F91CAFDA135}" destId="{079BD916-FAD4-4952-831C-E9306F7599B8}" srcOrd="0" destOrd="0" presId="urn:microsoft.com/office/officeart/2005/8/layout/vList2"/>
    <dgm:cxn modelId="{4E09C056-9963-4057-899D-B2F4F5C99346}" type="presOf" srcId="{E3F2ED0A-49AD-4FE2-87D9-852BC41E584B}" destId="{6EBB8B05-7DE6-4D7D-A827-FBB246B55538}" srcOrd="0" destOrd="0" presId="urn:microsoft.com/office/officeart/2005/8/layout/vList2"/>
    <dgm:cxn modelId="{31B5D318-E847-4FEE-BBD7-F1B4E293B348}" srcId="{3D0AE192-A54B-4F8F-9ACD-5AE336673596}" destId="{DE87061C-EE34-4EF2-A702-5E30D8C0D1FB}" srcOrd="1" destOrd="0" parTransId="{9B496D51-C545-4920-BEAC-5D58DA2F3414}" sibTransId="{3091ADF7-4E3D-451C-A56F-4B8B45DB2556}"/>
    <dgm:cxn modelId="{10EB4477-2088-452C-A252-260717863F9A}" srcId="{3D0AE192-A54B-4F8F-9ACD-5AE336673596}" destId="{B720ED81-8F48-4999-831C-19B6EB37CE26}" srcOrd="4" destOrd="0" parTransId="{2AE22A7E-8C1E-4AF2-B17A-0C76443B2E25}" sibTransId="{27283ECD-0363-4D20-B166-E35CB53306F0}"/>
    <dgm:cxn modelId="{3D80241A-55B3-45BE-9F13-E006FCCB6553}" type="presOf" srcId="{3D0AE192-A54B-4F8F-9ACD-5AE336673596}" destId="{59725240-FE08-46E4-AFF5-A5A11E55BDC6}" srcOrd="0" destOrd="0" presId="urn:microsoft.com/office/officeart/2005/8/layout/vList2"/>
    <dgm:cxn modelId="{04E2BAD2-244E-4FE6-A978-E1E9F2EC474B}" srcId="{3D0AE192-A54B-4F8F-9ACD-5AE336673596}" destId="{A499E0C1-74E0-4ED3-9AB6-4946EBCE5CEF}" srcOrd="5" destOrd="0" parTransId="{5BA32F7F-1E8B-4330-8BC5-DE720CF5C541}" sibTransId="{91B02A2C-0E01-465B-B6B8-49347C968793}"/>
    <dgm:cxn modelId="{7EBC9C78-691D-4BDF-A1E3-FB40499BF387}" srcId="{3D0AE192-A54B-4F8F-9ACD-5AE336673596}" destId="{E3F2ED0A-49AD-4FE2-87D9-852BC41E584B}" srcOrd="6" destOrd="0" parTransId="{8E354095-1FA5-440C-B623-0502089F64F1}" sibTransId="{C839A7D9-86EF-4EF3-AF62-FFB4809F36EF}"/>
    <dgm:cxn modelId="{C51F9915-EBF9-45EB-AA02-2CCD07E6FAAD}" srcId="{3D0AE192-A54B-4F8F-9ACD-5AE336673596}" destId="{02F51D77-439A-4EDE-B28A-EB6D0F54E789}" srcOrd="2" destOrd="0" parTransId="{98C8EBD8-4A01-484F-8A02-5B40AD9E7FB2}" sibTransId="{C156C4F3-3A13-44EC-B0A4-B2CF2456A6B8}"/>
    <dgm:cxn modelId="{1268FF0C-B52E-448C-A3D6-13DFC68AF543}" type="presOf" srcId="{B720ED81-8F48-4999-831C-19B6EB37CE26}" destId="{0AECDC54-711B-451E-9865-CB5F0B2C5807}" srcOrd="0" destOrd="0" presId="urn:microsoft.com/office/officeart/2005/8/layout/vList2"/>
    <dgm:cxn modelId="{F7C67EB9-8865-4181-9012-BB1E8ADB57B6}" srcId="{3D0AE192-A54B-4F8F-9ACD-5AE336673596}" destId="{86215514-33C1-4BE4-BDF0-5F91CAFDA135}" srcOrd="3" destOrd="0" parTransId="{4EF3F774-5F8F-409D-973B-F8D56386E9B6}" sibTransId="{5716916B-076B-4841-85E1-FA90B69E9548}"/>
    <dgm:cxn modelId="{4A2DD28E-8CC5-42D9-B1EF-B818E89AB768}" type="presOf" srcId="{02F51D77-439A-4EDE-B28A-EB6D0F54E789}" destId="{FC54922B-0532-4D28-BBD2-F0A7C27CEDBD}" srcOrd="0" destOrd="0" presId="urn:microsoft.com/office/officeart/2005/8/layout/vList2"/>
    <dgm:cxn modelId="{76EB310A-3030-43F2-B7DF-FEB0763DE757}" type="presParOf" srcId="{59725240-FE08-46E4-AFF5-A5A11E55BDC6}" destId="{25468E3F-A715-4511-BCDA-6C65E112335A}" srcOrd="0" destOrd="0" presId="urn:microsoft.com/office/officeart/2005/8/layout/vList2"/>
    <dgm:cxn modelId="{C4760996-7EAD-4BBC-BCC6-1C5FD5D1F216}" type="presParOf" srcId="{59725240-FE08-46E4-AFF5-A5A11E55BDC6}" destId="{83E52D31-3F89-43B4-BE78-2B74E4017EB0}" srcOrd="1" destOrd="0" presId="urn:microsoft.com/office/officeart/2005/8/layout/vList2"/>
    <dgm:cxn modelId="{65247C15-CAF7-4BC3-9058-17E20895C587}" type="presParOf" srcId="{59725240-FE08-46E4-AFF5-A5A11E55BDC6}" destId="{33BF5E06-EDEF-47CC-A890-5EF897842D52}" srcOrd="2" destOrd="0" presId="urn:microsoft.com/office/officeart/2005/8/layout/vList2"/>
    <dgm:cxn modelId="{06C5BB8B-3294-45A9-8F2E-C3B7C0605428}" type="presParOf" srcId="{59725240-FE08-46E4-AFF5-A5A11E55BDC6}" destId="{CACAE5AA-68AC-43AD-8B47-E627E64487CF}" srcOrd="3" destOrd="0" presId="urn:microsoft.com/office/officeart/2005/8/layout/vList2"/>
    <dgm:cxn modelId="{529F85FD-332E-4AC2-82BE-5A12E98472C7}" type="presParOf" srcId="{59725240-FE08-46E4-AFF5-A5A11E55BDC6}" destId="{FC54922B-0532-4D28-BBD2-F0A7C27CEDBD}" srcOrd="4" destOrd="0" presId="urn:microsoft.com/office/officeart/2005/8/layout/vList2"/>
    <dgm:cxn modelId="{99BBC001-EA18-4FDE-8241-5452C3184082}" type="presParOf" srcId="{59725240-FE08-46E4-AFF5-A5A11E55BDC6}" destId="{E9AFF49C-DED3-4652-9244-A32018DDA6EF}" srcOrd="5" destOrd="0" presId="urn:microsoft.com/office/officeart/2005/8/layout/vList2"/>
    <dgm:cxn modelId="{41ACC4CE-15BF-437B-B136-8DF9948674B4}" type="presParOf" srcId="{59725240-FE08-46E4-AFF5-A5A11E55BDC6}" destId="{079BD916-FAD4-4952-831C-E9306F7599B8}" srcOrd="6" destOrd="0" presId="urn:microsoft.com/office/officeart/2005/8/layout/vList2"/>
    <dgm:cxn modelId="{0A421985-2EF0-4FF5-8119-BB0115A1548D}" type="presParOf" srcId="{59725240-FE08-46E4-AFF5-A5A11E55BDC6}" destId="{28018E02-AF29-45CA-A810-59C09181DBE7}" srcOrd="7" destOrd="0" presId="urn:microsoft.com/office/officeart/2005/8/layout/vList2"/>
    <dgm:cxn modelId="{FBF74244-B63E-47EE-ACAB-2A3558FCEDF9}" type="presParOf" srcId="{59725240-FE08-46E4-AFF5-A5A11E55BDC6}" destId="{0AECDC54-711B-451E-9865-CB5F0B2C5807}" srcOrd="8" destOrd="0" presId="urn:microsoft.com/office/officeart/2005/8/layout/vList2"/>
    <dgm:cxn modelId="{CFFF870E-65AB-44B8-A0DD-D7309A1C39BE}" type="presParOf" srcId="{59725240-FE08-46E4-AFF5-A5A11E55BDC6}" destId="{C9BAD5F8-435C-47EA-BED6-5412A3A76894}" srcOrd="9" destOrd="0" presId="urn:microsoft.com/office/officeart/2005/8/layout/vList2"/>
    <dgm:cxn modelId="{CEE0F9FA-3EC3-43A9-A72C-0E094A17BECD}" type="presParOf" srcId="{59725240-FE08-46E4-AFF5-A5A11E55BDC6}" destId="{A8998D0D-A543-440B-B511-D0DA89E38BA8}" srcOrd="10" destOrd="0" presId="urn:microsoft.com/office/officeart/2005/8/layout/vList2"/>
    <dgm:cxn modelId="{B6695987-F93B-46BD-BEC4-7032A0A0B5B3}" type="presParOf" srcId="{59725240-FE08-46E4-AFF5-A5A11E55BDC6}" destId="{359CCA9E-BD94-458E-ADA9-2592E92684CB}" srcOrd="11" destOrd="0" presId="urn:microsoft.com/office/officeart/2005/8/layout/vList2"/>
    <dgm:cxn modelId="{A85A87C0-F346-47E6-93AB-1886A2D8DCF4}" type="presParOf" srcId="{59725240-FE08-46E4-AFF5-A5A11E55BDC6}" destId="{6EBB8B05-7DE6-4D7D-A827-FBB246B55538}" srcOrd="1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D0AE192-A54B-4F8F-9ACD-5AE336673596}"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zh-CN" altLang="en-US"/>
        </a:p>
      </dgm:t>
    </dgm:pt>
    <dgm:pt modelId="{D21DF026-6E64-4A72-BC13-96C8B698E95E}">
      <dgm:prSet phldrT="[文本]"/>
      <dgm:spPr/>
      <dgm:t>
        <a:bodyPr/>
        <a:lstStyle/>
        <a:p>
          <a:endParaRPr lang="zh-CN" altLang="en-US" dirty="0"/>
        </a:p>
      </dgm:t>
    </dgm:pt>
    <dgm:pt modelId="{6580F9F2-627D-4C4E-92DE-73E572274209}" type="parTrans" cxnId="{EE2EB69C-3A90-4073-964A-8174210CD3F7}">
      <dgm:prSet/>
      <dgm:spPr/>
      <dgm:t>
        <a:bodyPr/>
        <a:lstStyle/>
        <a:p>
          <a:endParaRPr lang="zh-CN" altLang="en-US"/>
        </a:p>
      </dgm:t>
    </dgm:pt>
    <dgm:pt modelId="{2A4A1EE2-060E-4406-A916-10DC5BA475B9}" type="sibTrans" cxnId="{EE2EB69C-3A90-4073-964A-8174210CD3F7}">
      <dgm:prSet/>
      <dgm:spPr/>
      <dgm:t>
        <a:bodyPr/>
        <a:lstStyle/>
        <a:p>
          <a:endParaRPr lang="zh-CN" altLang="en-US"/>
        </a:p>
      </dgm:t>
    </dgm:pt>
    <dgm:pt modelId="{DE87061C-EE34-4EF2-A702-5E30D8C0D1FB}">
      <dgm:prSet phldrT="[文本]"/>
      <dgm:spPr/>
      <dgm:t>
        <a:bodyPr/>
        <a:lstStyle/>
        <a:p>
          <a:r>
            <a:rPr lang="en-US" altLang="zh-CN" dirty="0" smtClean="0"/>
            <a:t> </a:t>
          </a:r>
          <a:endParaRPr lang="zh-CN" altLang="en-US" dirty="0"/>
        </a:p>
      </dgm:t>
    </dgm:pt>
    <dgm:pt modelId="{9B496D51-C545-4920-BEAC-5D58DA2F3414}" type="parTrans" cxnId="{31B5D318-E847-4FEE-BBD7-F1B4E293B348}">
      <dgm:prSet/>
      <dgm:spPr/>
      <dgm:t>
        <a:bodyPr/>
        <a:lstStyle/>
        <a:p>
          <a:endParaRPr lang="zh-CN" altLang="en-US"/>
        </a:p>
      </dgm:t>
    </dgm:pt>
    <dgm:pt modelId="{3091ADF7-4E3D-451C-A56F-4B8B45DB2556}" type="sibTrans" cxnId="{31B5D318-E847-4FEE-BBD7-F1B4E293B348}">
      <dgm:prSet/>
      <dgm:spPr/>
      <dgm:t>
        <a:bodyPr/>
        <a:lstStyle/>
        <a:p>
          <a:endParaRPr lang="zh-CN" altLang="en-US"/>
        </a:p>
      </dgm:t>
    </dgm:pt>
    <dgm:pt modelId="{A499E0C1-74E0-4ED3-9AB6-4946EBCE5CEF}">
      <dgm:prSet phldrT="[文本]"/>
      <dgm:spPr/>
      <dgm:t>
        <a:bodyPr/>
        <a:lstStyle/>
        <a:p>
          <a:r>
            <a:rPr lang="en-US" altLang="zh-CN" dirty="0" smtClean="0"/>
            <a:t>Data link Layer</a:t>
          </a:r>
          <a:endParaRPr lang="zh-CN" altLang="en-US" dirty="0"/>
        </a:p>
      </dgm:t>
    </dgm:pt>
    <dgm:pt modelId="{5BA32F7F-1E8B-4330-8BC5-DE720CF5C541}" type="parTrans" cxnId="{04E2BAD2-244E-4FE6-A978-E1E9F2EC474B}">
      <dgm:prSet/>
      <dgm:spPr/>
      <dgm:t>
        <a:bodyPr/>
        <a:lstStyle/>
        <a:p>
          <a:endParaRPr lang="zh-CN" altLang="en-US"/>
        </a:p>
      </dgm:t>
    </dgm:pt>
    <dgm:pt modelId="{91B02A2C-0E01-465B-B6B8-49347C968793}" type="sibTrans" cxnId="{04E2BAD2-244E-4FE6-A978-E1E9F2EC474B}">
      <dgm:prSet/>
      <dgm:spPr/>
      <dgm:t>
        <a:bodyPr/>
        <a:lstStyle/>
        <a:p>
          <a:endParaRPr lang="zh-CN" altLang="en-US"/>
        </a:p>
      </dgm:t>
    </dgm:pt>
    <dgm:pt modelId="{E3F2ED0A-49AD-4FE2-87D9-852BC41E584B}">
      <dgm:prSet phldrT="[文本]"/>
      <dgm:spPr/>
      <dgm:t>
        <a:bodyPr/>
        <a:lstStyle/>
        <a:p>
          <a:r>
            <a:rPr lang="en-US" altLang="zh-CN" dirty="0" smtClean="0"/>
            <a:t>Physical Layer</a:t>
          </a:r>
          <a:endParaRPr lang="zh-CN" altLang="en-US" dirty="0"/>
        </a:p>
      </dgm:t>
    </dgm:pt>
    <dgm:pt modelId="{8E354095-1FA5-440C-B623-0502089F64F1}" type="parTrans" cxnId="{7EBC9C78-691D-4BDF-A1E3-FB40499BF387}">
      <dgm:prSet/>
      <dgm:spPr/>
      <dgm:t>
        <a:bodyPr/>
        <a:lstStyle/>
        <a:p>
          <a:endParaRPr lang="zh-CN" altLang="en-US"/>
        </a:p>
      </dgm:t>
    </dgm:pt>
    <dgm:pt modelId="{C839A7D9-86EF-4EF3-AF62-FFB4809F36EF}" type="sibTrans" cxnId="{7EBC9C78-691D-4BDF-A1E3-FB40499BF387}">
      <dgm:prSet/>
      <dgm:spPr/>
      <dgm:t>
        <a:bodyPr/>
        <a:lstStyle/>
        <a:p>
          <a:endParaRPr lang="zh-CN" altLang="en-US"/>
        </a:p>
      </dgm:t>
    </dgm:pt>
    <dgm:pt modelId="{04E147DB-1CC8-4534-A8B7-C7E62790A625}">
      <dgm:prSet phldrT="[文本]"/>
      <dgm:spPr/>
      <dgm:t>
        <a:bodyPr/>
        <a:lstStyle/>
        <a:p>
          <a:endParaRPr lang="zh-CN" altLang="en-US" dirty="0"/>
        </a:p>
      </dgm:t>
    </dgm:pt>
    <dgm:pt modelId="{4593BF1E-C5F9-4F79-87C8-828540A348C8}" type="parTrans" cxnId="{43B5B12B-2600-4B5E-99CA-4583CDAAD358}">
      <dgm:prSet/>
      <dgm:spPr/>
      <dgm:t>
        <a:bodyPr/>
        <a:lstStyle/>
        <a:p>
          <a:endParaRPr lang="zh-CN" altLang="en-US"/>
        </a:p>
      </dgm:t>
    </dgm:pt>
    <dgm:pt modelId="{AAEF41AF-F0A5-4013-8C6D-758DB9F6B1B6}" type="sibTrans" cxnId="{43B5B12B-2600-4B5E-99CA-4583CDAAD358}">
      <dgm:prSet/>
      <dgm:spPr/>
      <dgm:t>
        <a:bodyPr/>
        <a:lstStyle/>
        <a:p>
          <a:endParaRPr lang="zh-CN" altLang="en-US"/>
        </a:p>
      </dgm:t>
    </dgm:pt>
    <dgm:pt modelId="{732F7CCB-C282-4603-BA8D-1412FE6D3794}">
      <dgm:prSet phldrT="[文本]"/>
      <dgm:spPr/>
      <dgm:t>
        <a:bodyPr/>
        <a:lstStyle/>
        <a:p>
          <a:endParaRPr lang="zh-CN" altLang="en-US" dirty="0"/>
        </a:p>
      </dgm:t>
    </dgm:pt>
    <dgm:pt modelId="{A5585124-44BC-4FC9-869F-062EF0727D19}" type="parTrans" cxnId="{495DE2CE-01EB-4ABE-AFEC-467F3543DB22}">
      <dgm:prSet/>
      <dgm:spPr/>
      <dgm:t>
        <a:bodyPr/>
        <a:lstStyle/>
        <a:p>
          <a:endParaRPr lang="zh-CN" altLang="en-US"/>
        </a:p>
      </dgm:t>
    </dgm:pt>
    <dgm:pt modelId="{1725A5F5-D63F-463B-A4B5-45EC456A6223}" type="sibTrans" cxnId="{495DE2CE-01EB-4ABE-AFEC-467F3543DB22}">
      <dgm:prSet/>
      <dgm:spPr/>
      <dgm:t>
        <a:bodyPr/>
        <a:lstStyle/>
        <a:p>
          <a:endParaRPr lang="zh-CN" altLang="en-US"/>
        </a:p>
      </dgm:t>
    </dgm:pt>
    <dgm:pt modelId="{E967C1BB-3240-476E-9F53-5CF69CD2D77F}">
      <dgm:prSet phldrT="[文本]"/>
      <dgm:spPr/>
      <dgm:t>
        <a:bodyPr/>
        <a:lstStyle/>
        <a:p>
          <a:endParaRPr lang="zh-CN" altLang="en-US" dirty="0"/>
        </a:p>
      </dgm:t>
    </dgm:pt>
    <dgm:pt modelId="{1D242C4C-3FA0-45BE-96DF-F540064CE19D}" type="parTrans" cxnId="{3A890A45-27F4-447F-9106-36B7E4800FCD}">
      <dgm:prSet/>
      <dgm:spPr/>
      <dgm:t>
        <a:bodyPr/>
        <a:lstStyle/>
        <a:p>
          <a:endParaRPr lang="zh-CN" altLang="en-US"/>
        </a:p>
      </dgm:t>
    </dgm:pt>
    <dgm:pt modelId="{9980B634-AEF9-4953-8490-90A4C5B1101F}" type="sibTrans" cxnId="{3A890A45-27F4-447F-9106-36B7E4800FCD}">
      <dgm:prSet/>
      <dgm:spPr/>
      <dgm:t>
        <a:bodyPr/>
        <a:lstStyle/>
        <a:p>
          <a:endParaRPr lang="zh-CN" altLang="en-US"/>
        </a:p>
      </dgm:t>
    </dgm:pt>
    <dgm:pt modelId="{59725240-FE08-46E4-AFF5-A5A11E55BDC6}" type="pres">
      <dgm:prSet presAssocID="{3D0AE192-A54B-4F8F-9ACD-5AE336673596}" presName="linear" presStyleCnt="0">
        <dgm:presLayoutVars>
          <dgm:animLvl val="lvl"/>
          <dgm:resizeHandles val="exact"/>
        </dgm:presLayoutVars>
      </dgm:prSet>
      <dgm:spPr/>
      <dgm:t>
        <a:bodyPr/>
        <a:lstStyle/>
        <a:p>
          <a:endParaRPr lang="zh-CN" altLang="en-US"/>
        </a:p>
      </dgm:t>
    </dgm:pt>
    <dgm:pt modelId="{25468E3F-A715-4511-BCDA-6C65E112335A}" type="pres">
      <dgm:prSet presAssocID="{D21DF026-6E64-4A72-BC13-96C8B698E95E}" presName="parentText" presStyleLbl="node1" presStyleIdx="0" presStyleCnt="7">
        <dgm:presLayoutVars>
          <dgm:chMax val="0"/>
          <dgm:bulletEnabled val="1"/>
        </dgm:presLayoutVars>
      </dgm:prSet>
      <dgm:spPr/>
      <dgm:t>
        <a:bodyPr/>
        <a:lstStyle/>
        <a:p>
          <a:endParaRPr lang="zh-CN" altLang="en-US"/>
        </a:p>
      </dgm:t>
    </dgm:pt>
    <dgm:pt modelId="{83E52D31-3F89-43B4-BE78-2B74E4017EB0}" type="pres">
      <dgm:prSet presAssocID="{2A4A1EE2-060E-4406-A916-10DC5BA475B9}" presName="spacer" presStyleCnt="0"/>
      <dgm:spPr/>
    </dgm:pt>
    <dgm:pt modelId="{33BF5E06-EDEF-47CC-A890-5EF897842D52}" type="pres">
      <dgm:prSet presAssocID="{DE87061C-EE34-4EF2-A702-5E30D8C0D1FB}" presName="parentText" presStyleLbl="node1" presStyleIdx="1" presStyleCnt="7">
        <dgm:presLayoutVars>
          <dgm:chMax val="0"/>
          <dgm:bulletEnabled val="1"/>
        </dgm:presLayoutVars>
      </dgm:prSet>
      <dgm:spPr/>
      <dgm:t>
        <a:bodyPr/>
        <a:lstStyle/>
        <a:p>
          <a:endParaRPr lang="zh-CN" altLang="en-US"/>
        </a:p>
      </dgm:t>
    </dgm:pt>
    <dgm:pt modelId="{CACAE5AA-68AC-43AD-8B47-E627E64487CF}" type="pres">
      <dgm:prSet presAssocID="{3091ADF7-4E3D-451C-A56F-4B8B45DB2556}" presName="spacer" presStyleCnt="0"/>
      <dgm:spPr/>
    </dgm:pt>
    <dgm:pt modelId="{954687D5-330B-4B51-81E6-454FFA1F1878}" type="pres">
      <dgm:prSet presAssocID="{732F7CCB-C282-4603-BA8D-1412FE6D3794}" presName="parentText" presStyleLbl="node1" presStyleIdx="2" presStyleCnt="7">
        <dgm:presLayoutVars>
          <dgm:chMax val="0"/>
          <dgm:bulletEnabled val="1"/>
        </dgm:presLayoutVars>
      </dgm:prSet>
      <dgm:spPr/>
      <dgm:t>
        <a:bodyPr/>
        <a:lstStyle/>
        <a:p>
          <a:endParaRPr lang="zh-CN" altLang="en-US"/>
        </a:p>
      </dgm:t>
    </dgm:pt>
    <dgm:pt modelId="{435F77CC-C7A5-4C7D-9053-226B4265BC44}" type="pres">
      <dgm:prSet presAssocID="{1725A5F5-D63F-463B-A4B5-45EC456A6223}" presName="spacer" presStyleCnt="0"/>
      <dgm:spPr/>
    </dgm:pt>
    <dgm:pt modelId="{9895A268-A4E2-4F24-9611-1D5684EFCA7B}" type="pres">
      <dgm:prSet presAssocID="{E967C1BB-3240-476E-9F53-5CF69CD2D77F}" presName="parentText" presStyleLbl="node1" presStyleIdx="3" presStyleCnt="7">
        <dgm:presLayoutVars>
          <dgm:chMax val="0"/>
          <dgm:bulletEnabled val="1"/>
        </dgm:presLayoutVars>
      </dgm:prSet>
      <dgm:spPr/>
      <dgm:t>
        <a:bodyPr/>
        <a:lstStyle/>
        <a:p>
          <a:endParaRPr lang="zh-CN" altLang="en-US"/>
        </a:p>
      </dgm:t>
    </dgm:pt>
    <dgm:pt modelId="{49E24A9E-64B1-49AC-8740-EBDF6245C7C5}" type="pres">
      <dgm:prSet presAssocID="{9980B634-AEF9-4953-8490-90A4C5B1101F}" presName="spacer" presStyleCnt="0"/>
      <dgm:spPr/>
    </dgm:pt>
    <dgm:pt modelId="{AF5DB6AE-1B56-411B-A20A-C66E3739FD7B}" type="pres">
      <dgm:prSet presAssocID="{04E147DB-1CC8-4534-A8B7-C7E62790A625}" presName="parentText" presStyleLbl="node1" presStyleIdx="4" presStyleCnt="7">
        <dgm:presLayoutVars>
          <dgm:chMax val="0"/>
          <dgm:bulletEnabled val="1"/>
        </dgm:presLayoutVars>
      </dgm:prSet>
      <dgm:spPr/>
      <dgm:t>
        <a:bodyPr/>
        <a:lstStyle/>
        <a:p>
          <a:endParaRPr lang="zh-CN" altLang="en-US"/>
        </a:p>
      </dgm:t>
    </dgm:pt>
    <dgm:pt modelId="{F81BE443-9BA1-4605-9DFE-1D55EA0F6DF3}" type="pres">
      <dgm:prSet presAssocID="{AAEF41AF-F0A5-4013-8C6D-758DB9F6B1B6}" presName="spacer" presStyleCnt="0"/>
      <dgm:spPr/>
    </dgm:pt>
    <dgm:pt modelId="{A8998D0D-A543-440B-B511-D0DA89E38BA8}" type="pres">
      <dgm:prSet presAssocID="{A499E0C1-74E0-4ED3-9AB6-4946EBCE5CEF}" presName="parentText" presStyleLbl="node1" presStyleIdx="5" presStyleCnt="7">
        <dgm:presLayoutVars>
          <dgm:chMax val="0"/>
          <dgm:bulletEnabled val="1"/>
        </dgm:presLayoutVars>
      </dgm:prSet>
      <dgm:spPr/>
      <dgm:t>
        <a:bodyPr/>
        <a:lstStyle/>
        <a:p>
          <a:endParaRPr lang="zh-CN" altLang="en-US"/>
        </a:p>
      </dgm:t>
    </dgm:pt>
    <dgm:pt modelId="{359CCA9E-BD94-458E-ADA9-2592E92684CB}" type="pres">
      <dgm:prSet presAssocID="{91B02A2C-0E01-465B-B6B8-49347C968793}" presName="spacer" presStyleCnt="0"/>
      <dgm:spPr/>
    </dgm:pt>
    <dgm:pt modelId="{6EBB8B05-7DE6-4D7D-A827-FBB246B55538}" type="pres">
      <dgm:prSet presAssocID="{E3F2ED0A-49AD-4FE2-87D9-852BC41E584B}" presName="parentText" presStyleLbl="node1" presStyleIdx="6" presStyleCnt="7">
        <dgm:presLayoutVars>
          <dgm:chMax val="0"/>
          <dgm:bulletEnabled val="1"/>
        </dgm:presLayoutVars>
      </dgm:prSet>
      <dgm:spPr/>
      <dgm:t>
        <a:bodyPr/>
        <a:lstStyle/>
        <a:p>
          <a:endParaRPr lang="zh-CN" altLang="en-US"/>
        </a:p>
      </dgm:t>
    </dgm:pt>
  </dgm:ptLst>
  <dgm:cxnLst>
    <dgm:cxn modelId="{6708B5FF-299F-42C6-BBBE-3CA9B454AB4E}" type="presOf" srcId="{E3F2ED0A-49AD-4FE2-87D9-852BC41E584B}" destId="{6EBB8B05-7DE6-4D7D-A827-FBB246B55538}" srcOrd="0" destOrd="0" presId="urn:microsoft.com/office/officeart/2005/8/layout/vList2"/>
    <dgm:cxn modelId="{3A890A45-27F4-447F-9106-36B7E4800FCD}" srcId="{3D0AE192-A54B-4F8F-9ACD-5AE336673596}" destId="{E967C1BB-3240-476E-9F53-5CF69CD2D77F}" srcOrd="3" destOrd="0" parTransId="{1D242C4C-3FA0-45BE-96DF-F540064CE19D}" sibTransId="{9980B634-AEF9-4953-8490-90A4C5B1101F}"/>
    <dgm:cxn modelId="{9661CBBE-882B-42C5-9350-A0ACD3E835C6}" type="presOf" srcId="{DE87061C-EE34-4EF2-A702-5E30D8C0D1FB}" destId="{33BF5E06-EDEF-47CC-A890-5EF897842D52}" srcOrd="0" destOrd="0" presId="urn:microsoft.com/office/officeart/2005/8/layout/vList2"/>
    <dgm:cxn modelId="{43B5B12B-2600-4B5E-99CA-4583CDAAD358}" srcId="{3D0AE192-A54B-4F8F-9ACD-5AE336673596}" destId="{04E147DB-1CC8-4534-A8B7-C7E62790A625}" srcOrd="4" destOrd="0" parTransId="{4593BF1E-C5F9-4F79-87C8-828540A348C8}" sibTransId="{AAEF41AF-F0A5-4013-8C6D-758DB9F6B1B6}"/>
    <dgm:cxn modelId="{EE2EB69C-3A90-4073-964A-8174210CD3F7}" srcId="{3D0AE192-A54B-4F8F-9ACD-5AE336673596}" destId="{D21DF026-6E64-4A72-BC13-96C8B698E95E}" srcOrd="0" destOrd="0" parTransId="{6580F9F2-627D-4C4E-92DE-73E572274209}" sibTransId="{2A4A1EE2-060E-4406-A916-10DC5BA475B9}"/>
    <dgm:cxn modelId="{F80983C7-5768-4B9E-A41B-A7F74016F8A0}" type="presOf" srcId="{A499E0C1-74E0-4ED3-9AB6-4946EBCE5CEF}" destId="{A8998D0D-A543-440B-B511-D0DA89E38BA8}" srcOrd="0" destOrd="0" presId="urn:microsoft.com/office/officeart/2005/8/layout/vList2"/>
    <dgm:cxn modelId="{EFFB1006-D1E1-4251-9B6B-3126DB2BE660}" type="presOf" srcId="{732F7CCB-C282-4603-BA8D-1412FE6D3794}" destId="{954687D5-330B-4B51-81E6-454FFA1F1878}" srcOrd="0" destOrd="0" presId="urn:microsoft.com/office/officeart/2005/8/layout/vList2"/>
    <dgm:cxn modelId="{495DE2CE-01EB-4ABE-AFEC-467F3543DB22}" srcId="{3D0AE192-A54B-4F8F-9ACD-5AE336673596}" destId="{732F7CCB-C282-4603-BA8D-1412FE6D3794}" srcOrd="2" destOrd="0" parTransId="{A5585124-44BC-4FC9-869F-062EF0727D19}" sibTransId="{1725A5F5-D63F-463B-A4B5-45EC456A6223}"/>
    <dgm:cxn modelId="{31B5D318-E847-4FEE-BBD7-F1B4E293B348}" srcId="{3D0AE192-A54B-4F8F-9ACD-5AE336673596}" destId="{DE87061C-EE34-4EF2-A702-5E30D8C0D1FB}" srcOrd="1" destOrd="0" parTransId="{9B496D51-C545-4920-BEAC-5D58DA2F3414}" sibTransId="{3091ADF7-4E3D-451C-A56F-4B8B45DB2556}"/>
    <dgm:cxn modelId="{04E2BAD2-244E-4FE6-A978-E1E9F2EC474B}" srcId="{3D0AE192-A54B-4F8F-9ACD-5AE336673596}" destId="{A499E0C1-74E0-4ED3-9AB6-4946EBCE5CEF}" srcOrd="5" destOrd="0" parTransId="{5BA32F7F-1E8B-4330-8BC5-DE720CF5C541}" sibTransId="{91B02A2C-0E01-465B-B6B8-49347C968793}"/>
    <dgm:cxn modelId="{7EBC9C78-691D-4BDF-A1E3-FB40499BF387}" srcId="{3D0AE192-A54B-4F8F-9ACD-5AE336673596}" destId="{E3F2ED0A-49AD-4FE2-87D9-852BC41E584B}" srcOrd="6" destOrd="0" parTransId="{8E354095-1FA5-440C-B623-0502089F64F1}" sibTransId="{C839A7D9-86EF-4EF3-AF62-FFB4809F36EF}"/>
    <dgm:cxn modelId="{FF42B4EB-BB06-4CD5-898F-354C6C5F5A61}" type="presOf" srcId="{04E147DB-1CC8-4534-A8B7-C7E62790A625}" destId="{AF5DB6AE-1B56-411B-A20A-C66E3739FD7B}" srcOrd="0" destOrd="0" presId="urn:microsoft.com/office/officeart/2005/8/layout/vList2"/>
    <dgm:cxn modelId="{50E81300-AC91-495C-A107-763285AC3B37}" type="presOf" srcId="{D21DF026-6E64-4A72-BC13-96C8B698E95E}" destId="{25468E3F-A715-4511-BCDA-6C65E112335A}" srcOrd="0" destOrd="0" presId="urn:microsoft.com/office/officeart/2005/8/layout/vList2"/>
    <dgm:cxn modelId="{2DCD8919-1898-429F-A063-75432B49857D}" type="presOf" srcId="{3D0AE192-A54B-4F8F-9ACD-5AE336673596}" destId="{59725240-FE08-46E4-AFF5-A5A11E55BDC6}" srcOrd="0" destOrd="0" presId="urn:microsoft.com/office/officeart/2005/8/layout/vList2"/>
    <dgm:cxn modelId="{5D8FB815-A099-49F8-A774-0221117DF06A}" type="presOf" srcId="{E967C1BB-3240-476E-9F53-5CF69CD2D77F}" destId="{9895A268-A4E2-4F24-9611-1D5684EFCA7B}" srcOrd="0" destOrd="0" presId="urn:microsoft.com/office/officeart/2005/8/layout/vList2"/>
    <dgm:cxn modelId="{410DEC80-43D6-407E-AD26-BF109926FF21}" type="presParOf" srcId="{59725240-FE08-46E4-AFF5-A5A11E55BDC6}" destId="{25468E3F-A715-4511-BCDA-6C65E112335A}" srcOrd="0" destOrd="0" presId="urn:microsoft.com/office/officeart/2005/8/layout/vList2"/>
    <dgm:cxn modelId="{EBD6FDEC-23C4-49B6-8A58-0E2EDB1FDBA4}" type="presParOf" srcId="{59725240-FE08-46E4-AFF5-A5A11E55BDC6}" destId="{83E52D31-3F89-43B4-BE78-2B74E4017EB0}" srcOrd="1" destOrd="0" presId="urn:microsoft.com/office/officeart/2005/8/layout/vList2"/>
    <dgm:cxn modelId="{009A0420-7AC8-4BE4-BC59-EAA4D75C8CD9}" type="presParOf" srcId="{59725240-FE08-46E4-AFF5-A5A11E55BDC6}" destId="{33BF5E06-EDEF-47CC-A890-5EF897842D52}" srcOrd="2" destOrd="0" presId="urn:microsoft.com/office/officeart/2005/8/layout/vList2"/>
    <dgm:cxn modelId="{AAAB10F3-68B4-4D06-9013-A4FE999C61C6}" type="presParOf" srcId="{59725240-FE08-46E4-AFF5-A5A11E55BDC6}" destId="{CACAE5AA-68AC-43AD-8B47-E627E64487CF}" srcOrd="3" destOrd="0" presId="urn:microsoft.com/office/officeart/2005/8/layout/vList2"/>
    <dgm:cxn modelId="{89872B96-EA7F-4B1B-8315-AF84D4527CD3}" type="presParOf" srcId="{59725240-FE08-46E4-AFF5-A5A11E55BDC6}" destId="{954687D5-330B-4B51-81E6-454FFA1F1878}" srcOrd="4" destOrd="0" presId="urn:microsoft.com/office/officeart/2005/8/layout/vList2"/>
    <dgm:cxn modelId="{4360CA75-66CD-4111-84D3-38E966AFDEDB}" type="presParOf" srcId="{59725240-FE08-46E4-AFF5-A5A11E55BDC6}" destId="{435F77CC-C7A5-4C7D-9053-226B4265BC44}" srcOrd="5" destOrd="0" presId="urn:microsoft.com/office/officeart/2005/8/layout/vList2"/>
    <dgm:cxn modelId="{BA56F0D0-A598-4651-9602-4E9F2B68D76E}" type="presParOf" srcId="{59725240-FE08-46E4-AFF5-A5A11E55BDC6}" destId="{9895A268-A4E2-4F24-9611-1D5684EFCA7B}" srcOrd="6" destOrd="0" presId="urn:microsoft.com/office/officeart/2005/8/layout/vList2"/>
    <dgm:cxn modelId="{1E0030A1-898E-49B2-8B7B-D4C4594AB33A}" type="presParOf" srcId="{59725240-FE08-46E4-AFF5-A5A11E55BDC6}" destId="{49E24A9E-64B1-49AC-8740-EBDF6245C7C5}" srcOrd="7" destOrd="0" presId="urn:microsoft.com/office/officeart/2005/8/layout/vList2"/>
    <dgm:cxn modelId="{02B7C854-3820-40C6-B30B-C44F895F5AEF}" type="presParOf" srcId="{59725240-FE08-46E4-AFF5-A5A11E55BDC6}" destId="{AF5DB6AE-1B56-411B-A20A-C66E3739FD7B}" srcOrd="8" destOrd="0" presId="urn:microsoft.com/office/officeart/2005/8/layout/vList2"/>
    <dgm:cxn modelId="{112DAE9C-C45F-4312-B9EE-A5BC9D0561E6}" type="presParOf" srcId="{59725240-FE08-46E4-AFF5-A5A11E55BDC6}" destId="{F81BE443-9BA1-4605-9DFE-1D55EA0F6DF3}" srcOrd="9" destOrd="0" presId="urn:microsoft.com/office/officeart/2005/8/layout/vList2"/>
    <dgm:cxn modelId="{C6E023BC-2AF1-4695-A4DE-4E1E4B224689}" type="presParOf" srcId="{59725240-FE08-46E4-AFF5-A5A11E55BDC6}" destId="{A8998D0D-A543-440B-B511-D0DA89E38BA8}" srcOrd="10" destOrd="0" presId="urn:microsoft.com/office/officeart/2005/8/layout/vList2"/>
    <dgm:cxn modelId="{EBA5F791-2E8C-4B76-9111-81CCA2E75012}" type="presParOf" srcId="{59725240-FE08-46E4-AFF5-A5A11E55BDC6}" destId="{359CCA9E-BD94-458E-ADA9-2592E92684CB}" srcOrd="11" destOrd="0" presId="urn:microsoft.com/office/officeart/2005/8/layout/vList2"/>
    <dgm:cxn modelId="{BFBE4509-B5BF-484C-B9A0-F103D91E20AF}" type="presParOf" srcId="{59725240-FE08-46E4-AFF5-A5A11E55BDC6}" destId="{6EBB8B05-7DE6-4D7D-A827-FBB246B55538}" srcOrd="12"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F0E0A0A-7494-44B5-8F1A-7CC3AA334C7E}" type="doc">
      <dgm:prSet loTypeId="urn:microsoft.com/office/officeart/2009/layout/ReverseList" loCatId="relationship" qsTypeId="urn:microsoft.com/office/officeart/2005/8/quickstyle/3d3" qsCatId="3D" csTypeId="urn:microsoft.com/office/officeart/2005/8/colors/accent2_2" csCatId="accent2" phldr="1"/>
      <dgm:spPr/>
      <dgm:t>
        <a:bodyPr/>
        <a:lstStyle/>
        <a:p>
          <a:endParaRPr lang="zh-CN" altLang="en-US"/>
        </a:p>
      </dgm:t>
    </dgm:pt>
    <dgm:pt modelId="{CD518633-C39E-43D7-9DF6-E1B1E9B75878}">
      <dgm:prSet phldrT="[文本]"/>
      <dgm:spPr>
        <a:solidFill>
          <a:schemeClr val="accent1">
            <a:lumMod val="60000"/>
            <a:lumOff val="40000"/>
          </a:schemeClr>
        </a:solidFill>
      </dgm:spPr>
      <dgm:t>
        <a:bodyPr/>
        <a:lstStyle/>
        <a:p>
          <a:r>
            <a:rPr lang="en-US" altLang="en-US" b="1" dirty="0" smtClean="0"/>
            <a:t>GPS</a:t>
          </a:r>
          <a:endParaRPr lang="zh-CN" altLang="en-US" b="1" dirty="0"/>
        </a:p>
      </dgm:t>
    </dgm:pt>
    <dgm:pt modelId="{A263417B-B789-4172-A34E-872F48122B60}" type="parTrans" cxnId="{6D8D34A6-BCF5-4196-8104-E8D9998685DD}">
      <dgm:prSet/>
      <dgm:spPr/>
      <dgm:t>
        <a:bodyPr/>
        <a:lstStyle/>
        <a:p>
          <a:endParaRPr lang="zh-CN" altLang="en-US"/>
        </a:p>
      </dgm:t>
    </dgm:pt>
    <dgm:pt modelId="{020FF82C-6460-4C76-B881-29C1FDE7B643}" type="sibTrans" cxnId="{6D8D34A6-BCF5-4196-8104-E8D9998685DD}">
      <dgm:prSet/>
      <dgm:spPr/>
      <dgm:t>
        <a:bodyPr/>
        <a:lstStyle/>
        <a:p>
          <a:endParaRPr lang="zh-CN" altLang="en-US"/>
        </a:p>
      </dgm:t>
    </dgm:pt>
    <dgm:pt modelId="{137B797F-B263-42B2-87F5-818FDB94C3E0}">
      <dgm:prSet phldrT="[文本]"/>
      <dgm:spPr>
        <a:solidFill>
          <a:schemeClr val="accent1">
            <a:lumMod val="60000"/>
            <a:lumOff val="40000"/>
          </a:schemeClr>
        </a:solidFill>
      </dgm:spPr>
      <dgm:t>
        <a:bodyPr/>
        <a:lstStyle/>
        <a:p>
          <a:r>
            <a:rPr lang="en-US" altLang="en-US" b="1" dirty="0" smtClean="0"/>
            <a:t>OBC</a:t>
          </a:r>
          <a:endParaRPr lang="zh-CN" altLang="en-US" b="1" u="none" dirty="0"/>
        </a:p>
      </dgm:t>
    </dgm:pt>
    <dgm:pt modelId="{5F39BDFE-B9E3-4A20-BEDA-0DB3B985E572}" type="sibTrans" cxnId="{A5D37234-2594-4F95-BFFD-973DB351EA1D}">
      <dgm:prSet/>
      <dgm:spPr/>
      <dgm:t>
        <a:bodyPr/>
        <a:lstStyle/>
        <a:p>
          <a:endParaRPr lang="zh-CN" altLang="en-US"/>
        </a:p>
      </dgm:t>
    </dgm:pt>
    <dgm:pt modelId="{800CCF30-6C1F-441C-B588-0AAF281A4A38}" type="parTrans" cxnId="{A5D37234-2594-4F95-BFFD-973DB351EA1D}">
      <dgm:prSet/>
      <dgm:spPr/>
      <dgm:t>
        <a:bodyPr/>
        <a:lstStyle/>
        <a:p>
          <a:endParaRPr lang="zh-CN" altLang="en-US"/>
        </a:p>
      </dgm:t>
    </dgm:pt>
    <dgm:pt modelId="{1BBEEAA6-2155-4C35-A85D-6BF98A75CF25}">
      <dgm:prSet/>
      <dgm:spPr/>
      <dgm:t>
        <a:bodyPr/>
        <a:lstStyle/>
        <a:p>
          <a:endParaRPr lang="zh-CN" altLang="en-US" b="1" dirty="0" smtClean="0"/>
        </a:p>
      </dgm:t>
    </dgm:pt>
    <dgm:pt modelId="{65A4716A-1231-4A5A-B643-2D68A42B24AC}" type="parTrans" cxnId="{620F6134-EB30-4A50-9158-3B19736C78AC}">
      <dgm:prSet/>
      <dgm:spPr/>
      <dgm:t>
        <a:bodyPr/>
        <a:lstStyle/>
        <a:p>
          <a:endParaRPr lang="zh-CN" altLang="en-US"/>
        </a:p>
      </dgm:t>
    </dgm:pt>
    <dgm:pt modelId="{1AA72C1B-A7D3-456E-942C-7AB5AA918FA0}" type="sibTrans" cxnId="{620F6134-EB30-4A50-9158-3B19736C78AC}">
      <dgm:prSet/>
      <dgm:spPr/>
      <dgm:t>
        <a:bodyPr/>
        <a:lstStyle/>
        <a:p>
          <a:endParaRPr lang="zh-CN" altLang="en-US"/>
        </a:p>
      </dgm:t>
    </dgm:pt>
    <dgm:pt modelId="{2B6A7281-1F5D-4B7D-891F-46E6AA23D2D9}" type="pres">
      <dgm:prSet presAssocID="{AF0E0A0A-7494-44B5-8F1A-7CC3AA334C7E}" presName="Name0" presStyleCnt="0">
        <dgm:presLayoutVars>
          <dgm:chMax val="2"/>
          <dgm:chPref val="2"/>
          <dgm:animLvl val="lvl"/>
        </dgm:presLayoutVars>
      </dgm:prSet>
      <dgm:spPr/>
      <dgm:t>
        <a:bodyPr/>
        <a:lstStyle/>
        <a:p>
          <a:endParaRPr lang="zh-CN" altLang="en-US"/>
        </a:p>
      </dgm:t>
    </dgm:pt>
    <dgm:pt modelId="{421B4AE9-C96C-40C7-B0F2-E25371EE292D}" type="pres">
      <dgm:prSet presAssocID="{AF0E0A0A-7494-44B5-8F1A-7CC3AA334C7E}" presName="LeftText" presStyleLbl="revTx" presStyleIdx="0" presStyleCnt="0">
        <dgm:presLayoutVars>
          <dgm:bulletEnabled val="1"/>
        </dgm:presLayoutVars>
      </dgm:prSet>
      <dgm:spPr/>
      <dgm:t>
        <a:bodyPr/>
        <a:lstStyle/>
        <a:p>
          <a:endParaRPr lang="zh-CN" altLang="en-US"/>
        </a:p>
      </dgm:t>
    </dgm:pt>
    <dgm:pt modelId="{12BDAD12-80F2-4F30-AFF5-10A9AC3C8CEB}" type="pres">
      <dgm:prSet presAssocID="{AF0E0A0A-7494-44B5-8F1A-7CC3AA334C7E}" presName="LeftNode" presStyleLbl="bgImgPlace1" presStyleIdx="0" presStyleCnt="2" custLinFactNeighborX="-36358" custLinFactNeighborY="2900">
        <dgm:presLayoutVars>
          <dgm:chMax val="2"/>
          <dgm:chPref val="2"/>
        </dgm:presLayoutVars>
      </dgm:prSet>
      <dgm:spPr/>
      <dgm:t>
        <a:bodyPr/>
        <a:lstStyle/>
        <a:p>
          <a:endParaRPr lang="zh-CN" altLang="en-US"/>
        </a:p>
      </dgm:t>
    </dgm:pt>
    <dgm:pt modelId="{5D451539-D8A8-403F-BC73-2701C787EE72}" type="pres">
      <dgm:prSet presAssocID="{AF0E0A0A-7494-44B5-8F1A-7CC3AA334C7E}" presName="RightText" presStyleLbl="revTx" presStyleIdx="0" presStyleCnt="0">
        <dgm:presLayoutVars>
          <dgm:bulletEnabled val="1"/>
        </dgm:presLayoutVars>
      </dgm:prSet>
      <dgm:spPr/>
      <dgm:t>
        <a:bodyPr/>
        <a:lstStyle/>
        <a:p>
          <a:endParaRPr lang="zh-CN" altLang="en-US"/>
        </a:p>
      </dgm:t>
    </dgm:pt>
    <dgm:pt modelId="{3F86F89D-4F95-4FCE-AE33-957687A13BD5}" type="pres">
      <dgm:prSet presAssocID="{AF0E0A0A-7494-44B5-8F1A-7CC3AA334C7E}" presName="RightNode" presStyleLbl="bgImgPlace1" presStyleIdx="1" presStyleCnt="2" custLinFactNeighborX="66838" custLinFactNeighborY="2536">
        <dgm:presLayoutVars>
          <dgm:chMax val="0"/>
          <dgm:chPref val="0"/>
        </dgm:presLayoutVars>
      </dgm:prSet>
      <dgm:spPr/>
      <dgm:t>
        <a:bodyPr/>
        <a:lstStyle/>
        <a:p>
          <a:endParaRPr lang="zh-CN" altLang="en-US"/>
        </a:p>
      </dgm:t>
    </dgm:pt>
    <dgm:pt modelId="{8645B626-F71E-4C3D-9681-683CB0349F9B}" type="pres">
      <dgm:prSet presAssocID="{AF0E0A0A-7494-44B5-8F1A-7CC3AA334C7E}" presName="TopArrow" presStyleLbl="node1" presStyleIdx="0" presStyleCnt="2" custLinFactNeighborX="15848" custLinFactNeighborY="26445"/>
      <dgm:spPr>
        <a:solidFill>
          <a:schemeClr val="tx2">
            <a:lumMod val="60000"/>
            <a:lumOff val="40000"/>
          </a:schemeClr>
        </a:solidFill>
      </dgm:spPr>
      <dgm:t>
        <a:bodyPr/>
        <a:lstStyle/>
        <a:p>
          <a:endParaRPr lang="zh-CN" altLang="en-US"/>
        </a:p>
      </dgm:t>
    </dgm:pt>
    <dgm:pt modelId="{F8CC050A-6BBA-46A5-84EF-40246E9500DD}" type="pres">
      <dgm:prSet presAssocID="{AF0E0A0A-7494-44B5-8F1A-7CC3AA334C7E}" presName="BottomArrow" presStyleLbl="node1" presStyleIdx="1" presStyleCnt="2" custLinFactNeighborX="12580" custLinFactNeighborY="-42103"/>
      <dgm:spPr>
        <a:solidFill>
          <a:schemeClr val="tx2">
            <a:lumMod val="60000"/>
            <a:lumOff val="40000"/>
          </a:schemeClr>
        </a:solidFill>
      </dgm:spPr>
      <dgm:t>
        <a:bodyPr/>
        <a:lstStyle/>
        <a:p>
          <a:endParaRPr lang="zh-CN" altLang="en-US"/>
        </a:p>
      </dgm:t>
    </dgm:pt>
  </dgm:ptLst>
  <dgm:cxnLst>
    <dgm:cxn modelId="{BECE8510-7432-4DB4-91DA-FA95E57F8A6D}" type="presOf" srcId="{CD518633-C39E-43D7-9DF6-E1B1E9B75878}" destId="{3F86F89D-4F95-4FCE-AE33-957687A13BD5}" srcOrd="1" destOrd="0" presId="urn:microsoft.com/office/officeart/2009/layout/ReverseList"/>
    <dgm:cxn modelId="{31B9EAD3-E931-4786-8D35-FE4E6F2EB226}" type="presOf" srcId="{AF0E0A0A-7494-44B5-8F1A-7CC3AA334C7E}" destId="{2B6A7281-1F5D-4B7D-891F-46E6AA23D2D9}" srcOrd="0" destOrd="0" presId="urn:microsoft.com/office/officeart/2009/layout/ReverseList"/>
    <dgm:cxn modelId="{75B92772-F241-45D1-923B-F31E61344852}" type="presOf" srcId="{CD518633-C39E-43D7-9DF6-E1B1E9B75878}" destId="{5D451539-D8A8-403F-BC73-2701C787EE72}" srcOrd="0" destOrd="0" presId="urn:microsoft.com/office/officeart/2009/layout/ReverseList"/>
    <dgm:cxn modelId="{6D8D34A6-BCF5-4196-8104-E8D9998685DD}" srcId="{AF0E0A0A-7494-44B5-8F1A-7CC3AA334C7E}" destId="{CD518633-C39E-43D7-9DF6-E1B1E9B75878}" srcOrd="1" destOrd="0" parTransId="{A263417B-B789-4172-A34E-872F48122B60}" sibTransId="{020FF82C-6460-4C76-B881-29C1FDE7B643}"/>
    <dgm:cxn modelId="{A5D37234-2594-4F95-BFFD-973DB351EA1D}" srcId="{AF0E0A0A-7494-44B5-8F1A-7CC3AA334C7E}" destId="{137B797F-B263-42B2-87F5-818FDB94C3E0}" srcOrd="0" destOrd="0" parTransId="{800CCF30-6C1F-441C-B588-0AAF281A4A38}" sibTransId="{5F39BDFE-B9E3-4A20-BEDA-0DB3B985E572}"/>
    <dgm:cxn modelId="{620F6134-EB30-4A50-9158-3B19736C78AC}" srcId="{AF0E0A0A-7494-44B5-8F1A-7CC3AA334C7E}" destId="{1BBEEAA6-2155-4C35-A85D-6BF98A75CF25}" srcOrd="2" destOrd="0" parTransId="{65A4716A-1231-4A5A-B643-2D68A42B24AC}" sibTransId="{1AA72C1B-A7D3-456E-942C-7AB5AA918FA0}"/>
    <dgm:cxn modelId="{009B655D-05DC-48B4-8EBE-6A5EC0122705}" type="presOf" srcId="{137B797F-B263-42B2-87F5-818FDB94C3E0}" destId="{12BDAD12-80F2-4F30-AFF5-10A9AC3C8CEB}" srcOrd="1" destOrd="0" presId="urn:microsoft.com/office/officeart/2009/layout/ReverseList"/>
    <dgm:cxn modelId="{BF55FA8B-01EC-4BEF-9B37-879D7EE06B94}" type="presOf" srcId="{137B797F-B263-42B2-87F5-818FDB94C3E0}" destId="{421B4AE9-C96C-40C7-B0F2-E25371EE292D}" srcOrd="0" destOrd="0" presId="urn:microsoft.com/office/officeart/2009/layout/ReverseList"/>
    <dgm:cxn modelId="{E06A98DB-9CBA-442B-B67C-FC671CCEB88E}" type="presParOf" srcId="{2B6A7281-1F5D-4B7D-891F-46E6AA23D2D9}" destId="{421B4AE9-C96C-40C7-B0F2-E25371EE292D}" srcOrd="0" destOrd="0" presId="urn:microsoft.com/office/officeart/2009/layout/ReverseList"/>
    <dgm:cxn modelId="{CA6185DC-5223-4D6E-B9C8-6445077D9DA2}" type="presParOf" srcId="{2B6A7281-1F5D-4B7D-891F-46E6AA23D2D9}" destId="{12BDAD12-80F2-4F30-AFF5-10A9AC3C8CEB}" srcOrd="1" destOrd="0" presId="urn:microsoft.com/office/officeart/2009/layout/ReverseList"/>
    <dgm:cxn modelId="{3C7DEB9C-41C0-4535-9315-E2D4C73DBE3C}" type="presParOf" srcId="{2B6A7281-1F5D-4B7D-891F-46E6AA23D2D9}" destId="{5D451539-D8A8-403F-BC73-2701C787EE72}" srcOrd="2" destOrd="0" presId="urn:microsoft.com/office/officeart/2009/layout/ReverseList"/>
    <dgm:cxn modelId="{D26AF9A0-4B53-47F5-A558-93399546B044}" type="presParOf" srcId="{2B6A7281-1F5D-4B7D-891F-46E6AA23D2D9}" destId="{3F86F89D-4F95-4FCE-AE33-957687A13BD5}" srcOrd="3" destOrd="0" presId="urn:microsoft.com/office/officeart/2009/layout/ReverseList"/>
    <dgm:cxn modelId="{6E07C238-3EB1-4B99-B698-A03A031058BC}" type="presParOf" srcId="{2B6A7281-1F5D-4B7D-891F-46E6AA23D2D9}" destId="{8645B626-F71E-4C3D-9681-683CB0349F9B}" srcOrd="4" destOrd="0" presId="urn:microsoft.com/office/officeart/2009/layout/ReverseList"/>
    <dgm:cxn modelId="{25111EDC-C3B7-48DE-9D84-FE46FA996A09}" type="presParOf" srcId="{2B6A7281-1F5D-4B7D-891F-46E6AA23D2D9}" destId="{F8CC050A-6BBA-46A5-84EF-40246E9500DD}" srcOrd="5" destOrd="0" presId="urn:microsoft.com/office/officeart/2009/layout/Revers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F0E0A0A-7494-44B5-8F1A-7CC3AA334C7E}" type="doc">
      <dgm:prSet loTypeId="urn:microsoft.com/office/officeart/2009/layout/ReverseList" loCatId="relationship" qsTypeId="urn:microsoft.com/office/officeart/2005/8/quickstyle/3d3" qsCatId="3D" csTypeId="urn:microsoft.com/office/officeart/2005/8/colors/accent2_2" csCatId="accent2" phldr="1"/>
      <dgm:spPr/>
      <dgm:t>
        <a:bodyPr/>
        <a:lstStyle/>
        <a:p>
          <a:endParaRPr lang="zh-CN" altLang="en-US"/>
        </a:p>
      </dgm:t>
    </dgm:pt>
    <dgm:pt modelId="{CD518633-C39E-43D7-9DF6-E1B1E9B75878}">
      <dgm:prSet phldrT="[文本]"/>
      <dgm:spPr>
        <a:solidFill>
          <a:schemeClr val="accent1">
            <a:lumMod val="60000"/>
            <a:lumOff val="40000"/>
          </a:schemeClr>
        </a:solidFill>
      </dgm:spPr>
      <dgm:t>
        <a:bodyPr/>
        <a:lstStyle/>
        <a:p>
          <a:r>
            <a:rPr lang="en-US" altLang="en-US" b="1" dirty="0" smtClean="0"/>
            <a:t>GPS</a:t>
          </a:r>
          <a:endParaRPr lang="zh-CN" altLang="en-US" b="1" dirty="0"/>
        </a:p>
      </dgm:t>
    </dgm:pt>
    <dgm:pt modelId="{A263417B-B789-4172-A34E-872F48122B60}" type="parTrans" cxnId="{6D8D34A6-BCF5-4196-8104-E8D9998685DD}">
      <dgm:prSet/>
      <dgm:spPr/>
      <dgm:t>
        <a:bodyPr/>
        <a:lstStyle/>
        <a:p>
          <a:endParaRPr lang="zh-CN" altLang="en-US"/>
        </a:p>
      </dgm:t>
    </dgm:pt>
    <dgm:pt modelId="{020FF82C-6460-4C76-B881-29C1FDE7B643}" type="sibTrans" cxnId="{6D8D34A6-BCF5-4196-8104-E8D9998685DD}">
      <dgm:prSet/>
      <dgm:spPr/>
      <dgm:t>
        <a:bodyPr/>
        <a:lstStyle/>
        <a:p>
          <a:endParaRPr lang="zh-CN" altLang="en-US"/>
        </a:p>
      </dgm:t>
    </dgm:pt>
    <dgm:pt modelId="{137B797F-B263-42B2-87F5-818FDB94C3E0}">
      <dgm:prSet phldrT="[文本]"/>
      <dgm:spPr>
        <a:solidFill>
          <a:schemeClr val="accent1">
            <a:lumMod val="60000"/>
            <a:lumOff val="40000"/>
          </a:schemeClr>
        </a:solidFill>
      </dgm:spPr>
      <dgm:t>
        <a:bodyPr/>
        <a:lstStyle/>
        <a:p>
          <a:r>
            <a:rPr lang="en-US" altLang="en-US" b="1" dirty="0" smtClean="0"/>
            <a:t>OBC</a:t>
          </a:r>
          <a:endParaRPr lang="zh-CN" altLang="en-US" b="1" u="none" dirty="0"/>
        </a:p>
      </dgm:t>
    </dgm:pt>
    <dgm:pt modelId="{5F39BDFE-B9E3-4A20-BEDA-0DB3B985E572}" type="sibTrans" cxnId="{A5D37234-2594-4F95-BFFD-973DB351EA1D}">
      <dgm:prSet/>
      <dgm:spPr/>
      <dgm:t>
        <a:bodyPr/>
        <a:lstStyle/>
        <a:p>
          <a:endParaRPr lang="zh-CN" altLang="en-US"/>
        </a:p>
      </dgm:t>
    </dgm:pt>
    <dgm:pt modelId="{800CCF30-6C1F-441C-B588-0AAF281A4A38}" type="parTrans" cxnId="{A5D37234-2594-4F95-BFFD-973DB351EA1D}">
      <dgm:prSet/>
      <dgm:spPr/>
      <dgm:t>
        <a:bodyPr/>
        <a:lstStyle/>
        <a:p>
          <a:endParaRPr lang="zh-CN" altLang="en-US"/>
        </a:p>
      </dgm:t>
    </dgm:pt>
    <dgm:pt modelId="{1BBEEAA6-2155-4C35-A85D-6BF98A75CF25}">
      <dgm:prSet/>
      <dgm:spPr/>
      <dgm:t>
        <a:bodyPr/>
        <a:lstStyle/>
        <a:p>
          <a:endParaRPr lang="zh-CN" altLang="en-US" b="1" dirty="0" smtClean="0"/>
        </a:p>
      </dgm:t>
    </dgm:pt>
    <dgm:pt modelId="{65A4716A-1231-4A5A-B643-2D68A42B24AC}" type="parTrans" cxnId="{620F6134-EB30-4A50-9158-3B19736C78AC}">
      <dgm:prSet/>
      <dgm:spPr/>
      <dgm:t>
        <a:bodyPr/>
        <a:lstStyle/>
        <a:p>
          <a:endParaRPr lang="zh-CN" altLang="en-US"/>
        </a:p>
      </dgm:t>
    </dgm:pt>
    <dgm:pt modelId="{1AA72C1B-A7D3-456E-942C-7AB5AA918FA0}" type="sibTrans" cxnId="{620F6134-EB30-4A50-9158-3B19736C78AC}">
      <dgm:prSet/>
      <dgm:spPr/>
      <dgm:t>
        <a:bodyPr/>
        <a:lstStyle/>
        <a:p>
          <a:endParaRPr lang="zh-CN" altLang="en-US"/>
        </a:p>
      </dgm:t>
    </dgm:pt>
    <dgm:pt modelId="{2B6A7281-1F5D-4B7D-891F-46E6AA23D2D9}" type="pres">
      <dgm:prSet presAssocID="{AF0E0A0A-7494-44B5-8F1A-7CC3AA334C7E}" presName="Name0" presStyleCnt="0">
        <dgm:presLayoutVars>
          <dgm:chMax val="2"/>
          <dgm:chPref val="2"/>
          <dgm:animLvl val="lvl"/>
        </dgm:presLayoutVars>
      </dgm:prSet>
      <dgm:spPr/>
      <dgm:t>
        <a:bodyPr/>
        <a:lstStyle/>
        <a:p>
          <a:endParaRPr lang="zh-CN" altLang="en-US"/>
        </a:p>
      </dgm:t>
    </dgm:pt>
    <dgm:pt modelId="{421B4AE9-C96C-40C7-B0F2-E25371EE292D}" type="pres">
      <dgm:prSet presAssocID="{AF0E0A0A-7494-44B5-8F1A-7CC3AA334C7E}" presName="LeftText" presStyleLbl="revTx" presStyleIdx="0" presStyleCnt="0">
        <dgm:presLayoutVars>
          <dgm:bulletEnabled val="1"/>
        </dgm:presLayoutVars>
      </dgm:prSet>
      <dgm:spPr/>
      <dgm:t>
        <a:bodyPr/>
        <a:lstStyle/>
        <a:p>
          <a:endParaRPr lang="zh-CN" altLang="en-US"/>
        </a:p>
      </dgm:t>
    </dgm:pt>
    <dgm:pt modelId="{12BDAD12-80F2-4F30-AFF5-10A9AC3C8CEB}" type="pres">
      <dgm:prSet presAssocID="{AF0E0A0A-7494-44B5-8F1A-7CC3AA334C7E}" presName="LeftNode" presStyleLbl="bgImgPlace1" presStyleIdx="0" presStyleCnt="2" custLinFactNeighborX="-36358" custLinFactNeighborY="2900">
        <dgm:presLayoutVars>
          <dgm:chMax val="2"/>
          <dgm:chPref val="2"/>
        </dgm:presLayoutVars>
      </dgm:prSet>
      <dgm:spPr/>
      <dgm:t>
        <a:bodyPr/>
        <a:lstStyle/>
        <a:p>
          <a:endParaRPr lang="zh-CN" altLang="en-US"/>
        </a:p>
      </dgm:t>
    </dgm:pt>
    <dgm:pt modelId="{5D451539-D8A8-403F-BC73-2701C787EE72}" type="pres">
      <dgm:prSet presAssocID="{AF0E0A0A-7494-44B5-8F1A-7CC3AA334C7E}" presName="RightText" presStyleLbl="revTx" presStyleIdx="0" presStyleCnt="0">
        <dgm:presLayoutVars>
          <dgm:bulletEnabled val="1"/>
        </dgm:presLayoutVars>
      </dgm:prSet>
      <dgm:spPr/>
      <dgm:t>
        <a:bodyPr/>
        <a:lstStyle/>
        <a:p>
          <a:endParaRPr lang="zh-CN" altLang="en-US"/>
        </a:p>
      </dgm:t>
    </dgm:pt>
    <dgm:pt modelId="{3F86F89D-4F95-4FCE-AE33-957687A13BD5}" type="pres">
      <dgm:prSet presAssocID="{AF0E0A0A-7494-44B5-8F1A-7CC3AA334C7E}" presName="RightNode" presStyleLbl="bgImgPlace1" presStyleIdx="1" presStyleCnt="2" custLinFactNeighborX="66838" custLinFactNeighborY="2536">
        <dgm:presLayoutVars>
          <dgm:chMax val="0"/>
          <dgm:chPref val="0"/>
        </dgm:presLayoutVars>
      </dgm:prSet>
      <dgm:spPr/>
      <dgm:t>
        <a:bodyPr/>
        <a:lstStyle/>
        <a:p>
          <a:endParaRPr lang="zh-CN" altLang="en-US"/>
        </a:p>
      </dgm:t>
    </dgm:pt>
    <dgm:pt modelId="{8645B626-F71E-4C3D-9681-683CB0349F9B}" type="pres">
      <dgm:prSet presAssocID="{AF0E0A0A-7494-44B5-8F1A-7CC3AA334C7E}" presName="TopArrow" presStyleLbl="node1" presStyleIdx="0" presStyleCnt="2" custLinFactNeighborX="15848" custLinFactNeighborY="26445"/>
      <dgm:spPr>
        <a:solidFill>
          <a:schemeClr val="accent1">
            <a:lumMod val="75000"/>
          </a:schemeClr>
        </a:solidFill>
      </dgm:spPr>
      <dgm:t>
        <a:bodyPr/>
        <a:lstStyle/>
        <a:p>
          <a:endParaRPr lang="zh-CN" altLang="en-US"/>
        </a:p>
      </dgm:t>
    </dgm:pt>
    <dgm:pt modelId="{F8CC050A-6BBA-46A5-84EF-40246E9500DD}" type="pres">
      <dgm:prSet presAssocID="{AF0E0A0A-7494-44B5-8F1A-7CC3AA334C7E}" presName="BottomArrow" presStyleLbl="node1" presStyleIdx="1" presStyleCnt="2" custLinFactNeighborX="12580" custLinFactNeighborY="-42103"/>
      <dgm:spPr>
        <a:solidFill>
          <a:schemeClr val="accent1">
            <a:lumMod val="75000"/>
          </a:schemeClr>
        </a:solidFill>
      </dgm:spPr>
      <dgm:t>
        <a:bodyPr/>
        <a:lstStyle/>
        <a:p>
          <a:endParaRPr lang="zh-CN" altLang="en-US"/>
        </a:p>
      </dgm:t>
    </dgm:pt>
  </dgm:ptLst>
  <dgm:cxnLst>
    <dgm:cxn modelId="{6D8D34A6-BCF5-4196-8104-E8D9998685DD}" srcId="{AF0E0A0A-7494-44B5-8F1A-7CC3AA334C7E}" destId="{CD518633-C39E-43D7-9DF6-E1B1E9B75878}" srcOrd="1" destOrd="0" parTransId="{A263417B-B789-4172-A34E-872F48122B60}" sibTransId="{020FF82C-6460-4C76-B881-29C1FDE7B643}"/>
    <dgm:cxn modelId="{9EEE4881-B737-41FA-8C66-F854E6974C62}" type="presOf" srcId="{137B797F-B263-42B2-87F5-818FDB94C3E0}" destId="{12BDAD12-80F2-4F30-AFF5-10A9AC3C8CEB}" srcOrd="1" destOrd="0" presId="urn:microsoft.com/office/officeart/2009/layout/ReverseList"/>
    <dgm:cxn modelId="{F73F1972-570F-4F02-A2B4-15A3FA05FCC8}" type="presOf" srcId="{CD518633-C39E-43D7-9DF6-E1B1E9B75878}" destId="{5D451539-D8A8-403F-BC73-2701C787EE72}" srcOrd="0" destOrd="0" presId="urn:microsoft.com/office/officeart/2009/layout/ReverseList"/>
    <dgm:cxn modelId="{926B6714-9C9B-4480-A5F1-3F66AFD6DD89}" type="presOf" srcId="{AF0E0A0A-7494-44B5-8F1A-7CC3AA334C7E}" destId="{2B6A7281-1F5D-4B7D-891F-46E6AA23D2D9}" srcOrd="0" destOrd="0" presId="urn:microsoft.com/office/officeart/2009/layout/ReverseList"/>
    <dgm:cxn modelId="{A5D37234-2594-4F95-BFFD-973DB351EA1D}" srcId="{AF0E0A0A-7494-44B5-8F1A-7CC3AA334C7E}" destId="{137B797F-B263-42B2-87F5-818FDB94C3E0}" srcOrd="0" destOrd="0" parTransId="{800CCF30-6C1F-441C-B588-0AAF281A4A38}" sibTransId="{5F39BDFE-B9E3-4A20-BEDA-0DB3B985E572}"/>
    <dgm:cxn modelId="{620F6134-EB30-4A50-9158-3B19736C78AC}" srcId="{AF0E0A0A-7494-44B5-8F1A-7CC3AA334C7E}" destId="{1BBEEAA6-2155-4C35-A85D-6BF98A75CF25}" srcOrd="2" destOrd="0" parTransId="{65A4716A-1231-4A5A-B643-2D68A42B24AC}" sibTransId="{1AA72C1B-A7D3-456E-942C-7AB5AA918FA0}"/>
    <dgm:cxn modelId="{E106EB88-1359-4806-928D-8F2AA8519D64}" type="presOf" srcId="{CD518633-C39E-43D7-9DF6-E1B1E9B75878}" destId="{3F86F89D-4F95-4FCE-AE33-957687A13BD5}" srcOrd="1" destOrd="0" presId="urn:microsoft.com/office/officeart/2009/layout/ReverseList"/>
    <dgm:cxn modelId="{73402F6F-0A90-4AA3-8BE3-573D1BD483D6}" type="presOf" srcId="{137B797F-B263-42B2-87F5-818FDB94C3E0}" destId="{421B4AE9-C96C-40C7-B0F2-E25371EE292D}" srcOrd="0" destOrd="0" presId="urn:microsoft.com/office/officeart/2009/layout/ReverseList"/>
    <dgm:cxn modelId="{C07D84BA-A431-43D2-95A9-28355F00DAE1}" type="presParOf" srcId="{2B6A7281-1F5D-4B7D-891F-46E6AA23D2D9}" destId="{421B4AE9-C96C-40C7-B0F2-E25371EE292D}" srcOrd="0" destOrd="0" presId="urn:microsoft.com/office/officeart/2009/layout/ReverseList"/>
    <dgm:cxn modelId="{B06EECC9-C810-4607-B594-CB948D999417}" type="presParOf" srcId="{2B6A7281-1F5D-4B7D-891F-46E6AA23D2D9}" destId="{12BDAD12-80F2-4F30-AFF5-10A9AC3C8CEB}" srcOrd="1" destOrd="0" presId="urn:microsoft.com/office/officeart/2009/layout/ReverseList"/>
    <dgm:cxn modelId="{60A39B83-6E8C-414E-AD93-F39A58A93FCA}" type="presParOf" srcId="{2B6A7281-1F5D-4B7D-891F-46E6AA23D2D9}" destId="{5D451539-D8A8-403F-BC73-2701C787EE72}" srcOrd="2" destOrd="0" presId="urn:microsoft.com/office/officeart/2009/layout/ReverseList"/>
    <dgm:cxn modelId="{3DB5E195-C447-4B29-9B46-B221AFCB21C4}" type="presParOf" srcId="{2B6A7281-1F5D-4B7D-891F-46E6AA23D2D9}" destId="{3F86F89D-4F95-4FCE-AE33-957687A13BD5}" srcOrd="3" destOrd="0" presId="urn:microsoft.com/office/officeart/2009/layout/ReverseList"/>
    <dgm:cxn modelId="{61DF6F8E-0BAE-45DE-9B78-3D788328BB66}" type="presParOf" srcId="{2B6A7281-1F5D-4B7D-891F-46E6AA23D2D9}" destId="{8645B626-F71E-4C3D-9681-683CB0349F9B}" srcOrd="4" destOrd="0" presId="urn:microsoft.com/office/officeart/2009/layout/ReverseList"/>
    <dgm:cxn modelId="{115EAA6D-3DA9-4559-ABE0-B61CC67986FC}" type="presParOf" srcId="{2B6A7281-1F5D-4B7D-891F-46E6AA23D2D9}" destId="{F8CC050A-6BBA-46A5-84EF-40246E9500DD}" srcOrd="5" destOrd="0" presId="urn:microsoft.com/office/officeart/2009/layout/Revers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3417E1-C75D-4EA6-8272-ADEF9E012CEC}">
      <dsp:nvSpPr>
        <dsp:cNvPr id="0" name=""/>
        <dsp:cNvSpPr/>
      </dsp:nvSpPr>
      <dsp:spPr>
        <a:xfrm>
          <a:off x="274656" y="650"/>
          <a:ext cx="2297906" cy="919162"/>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9370" tIns="19685" rIns="0" bIns="19685" numCol="1" spcCol="1270" anchor="ctr" anchorCtr="0">
          <a:noAutofit/>
        </a:bodyPr>
        <a:lstStyle/>
        <a:p>
          <a:pPr lvl="0" algn="ctr" defTabSz="1377950">
            <a:lnSpc>
              <a:spcPct val="90000"/>
            </a:lnSpc>
            <a:spcBef>
              <a:spcPct val="0"/>
            </a:spcBef>
            <a:spcAft>
              <a:spcPct val="35000"/>
            </a:spcAft>
          </a:pPr>
          <a:r>
            <a:rPr lang="en-US" altLang="zh-CN" sz="3100" kern="1200" dirty="0" smtClean="0"/>
            <a:t>N Second</a:t>
          </a:r>
          <a:endParaRPr lang="zh-CN" altLang="en-US" sz="3100" kern="1200" dirty="0"/>
        </a:p>
      </dsp:txBody>
      <dsp:txXfrm>
        <a:off x="734237" y="650"/>
        <a:ext cx="1378744" cy="919162"/>
      </dsp:txXfrm>
    </dsp:sp>
    <dsp:sp modelId="{1BCDBE4D-29D4-41E6-B800-D17A506D870E}">
      <dsp:nvSpPr>
        <dsp:cNvPr id="0" name=""/>
        <dsp:cNvSpPr/>
      </dsp:nvSpPr>
      <dsp:spPr>
        <a:xfrm>
          <a:off x="2273835" y="78779"/>
          <a:ext cx="1907262" cy="762904"/>
        </a:xfrm>
        <a:prstGeom prst="chevron">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1590" tIns="10795" rIns="0" bIns="10795" numCol="1" spcCol="1270" anchor="ctr" anchorCtr="0">
          <a:noAutofit/>
        </a:bodyPr>
        <a:lstStyle/>
        <a:p>
          <a:pPr lvl="0" algn="ctr" defTabSz="755650">
            <a:lnSpc>
              <a:spcPct val="90000"/>
            </a:lnSpc>
            <a:spcBef>
              <a:spcPct val="0"/>
            </a:spcBef>
            <a:spcAft>
              <a:spcPct val="35000"/>
            </a:spcAft>
          </a:pPr>
          <a:r>
            <a:rPr lang="en-US" altLang="zh-CN" sz="1700" kern="1200" dirty="0" smtClean="0">
              <a:solidFill>
                <a:schemeClr val="tx1"/>
              </a:solidFill>
            </a:rPr>
            <a:t>real-time telemetry packet </a:t>
          </a:r>
          <a:endParaRPr lang="zh-CN" altLang="en-US" sz="1700" kern="1200" dirty="0"/>
        </a:p>
      </dsp:txBody>
      <dsp:txXfrm>
        <a:off x="2655287" y="78779"/>
        <a:ext cx="1144358" cy="762904"/>
      </dsp:txXfrm>
    </dsp:sp>
    <dsp:sp modelId="{BBCADE8E-E0CB-4004-92FA-648504DE38DA}">
      <dsp:nvSpPr>
        <dsp:cNvPr id="0" name=""/>
        <dsp:cNvSpPr/>
      </dsp:nvSpPr>
      <dsp:spPr>
        <a:xfrm>
          <a:off x="3914080" y="78779"/>
          <a:ext cx="1907262" cy="762904"/>
        </a:xfrm>
        <a:prstGeom prst="chevron">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1590" tIns="10795" rIns="0" bIns="10795" numCol="1" spcCol="1270" anchor="ctr" anchorCtr="0">
          <a:noAutofit/>
        </a:bodyPr>
        <a:lstStyle/>
        <a:p>
          <a:pPr lvl="0" algn="ctr" defTabSz="755650">
            <a:lnSpc>
              <a:spcPct val="90000"/>
            </a:lnSpc>
            <a:spcBef>
              <a:spcPct val="0"/>
            </a:spcBef>
            <a:spcAft>
              <a:spcPct val="35000"/>
            </a:spcAft>
          </a:pPr>
          <a:r>
            <a:rPr lang="en-US" altLang="zh-CN" sz="1700" kern="1200" dirty="0" smtClean="0">
              <a:solidFill>
                <a:schemeClr val="tx1"/>
              </a:solidFill>
            </a:rPr>
            <a:t>real-time telemetry packet </a:t>
          </a:r>
          <a:endParaRPr lang="zh-CN" altLang="en-US" sz="1700" kern="1200" dirty="0"/>
        </a:p>
      </dsp:txBody>
      <dsp:txXfrm>
        <a:off x="4295532" y="78779"/>
        <a:ext cx="1144358" cy="762904"/>
      </dsp:txXfrm>
    </dsp:sp>
    <dsp:sp modelId="{CF2BA0FF-D360-4E35-A8DE-FD7420414584}">
      <dsp:nvSpPr>
        <dsp:cNvPr id="0" name=""/>
        <dsp:cNvSpPr/>
      </dsp:nvSpPr>
      <dsp:spPr>
        <a:xfrm>
          <a:off x="274656" y="1048496"/>
          <a:ext cx="2297906" cy="919162"/>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9370" tIns="19685" rIns="0" bIns="19685" numCol="1" spcCol="1270" anchor="ctr" anchorCtr="0">
          <a:noAutofit/>
        </a:bodyPr>
        <a:lstStyle/>
        <a:p>
          <a:pPr lvl="0" algn="ctr" defTabSz="1377950">
            <a:lnSpc>
              <a:spcPct val="90000"/>
            </a:lnSpc>
            <a:spcBef>
              <a:spcPct val="0"/>
            </a:spcBef>
            <a:spcAft>
              <a:spcPct val="35000"/>
            </a:spcAft>
          </a:pPr>
          <a:r>
            <a:rPr lang="en-US" altLang="zh-CN" sz="3100" kern="1200" dirty="0" smtClean="0"/>
            <a:t>N+1 Second</a:t>
          </a:r>
          <a:endParaRPr lang="zh-CN" altLang="en-US" sz="3100" kern="1200" dirty="0"/>
        </a:p>
      </dsp:txBody>
      <dsp:txXfrm>
        <a:off x="734237" y="1048496"/>
        <a:ext cx="1378744" cy="919162"/>
      </dsp:txXfrm>
    </dsp:sp>
    <dsp:sp modelId="{1DBF5C06-19AF-4765-BBD7-9523C70CDAB6}">
      <dsp:nvSpPr>
        <dsp:cNvPr id="0" name=""/>
        <dsp:cNvSpPr/>
      </dsp:nvSpPr>
      <dsp:spPr>
        <a:xfrm>
          <a:off x="2273835" y="1126624"/>
          <a:ext cx="1907262" cy="762904"/>
        </a:xfrm>
        <a:prstGeom prst="chevron">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1590" tIns="10795" rIns="0" bIns="10795" numCol="1" spcCol="1270" anchor="ctr" anchorCtr="0">
          <a:noAutofit/>
        </a:bodyPr>
        <a:lstStyle/>
        <a:p>
          <a:pPr lvl="0" algn="ctr" defTabSz="755650">
            <a:lnSpc>
              <a:spcPct val="90000"/>
            </a:lnSpc>
            <a:spcBef>
              <a:spcPct val="0"/>
            </a:spcBef>
            <a:spcAft>
              <a:spcPct val="35000"/>
            </a:spcAft>
          </a:pPr>
          <a:r>
            <a:rPr lang="en-US" altLang="zh-CN" sz="1700" kern="1200" dirty="0" smtClean="0">
              <a:solidFill>
                <a:schemeClr val="tx1"/>
              </a:solidFill>
            </a:rPr>
            <a:t>real-time telemetry packet </a:t>
          </a:r>
          <a:endParaRPr lang="zh-CN" altLang="zh-CN" sz="1700" kern="1200" dirty="0">
            <a:effectLst/>
          </a:endParaRPr>
        </a:p>
      </dsp:txBody>
      <dsp:txXfrm>
        <a:off x="2655287" y="1126624"/>
        <a:ext cx="1144358" cy="762904"/>
      </dsp:txXfrm>
    </dsp:sp>
    <dsp:sp modelId="{E46DBF86-611A-45EE-9119-BEBC8527ED35}">
      <dsp:nvSpPr>
        <dsp:cNvPr id="0" name=""/>
        <dsp:cNvSpPr/>
      </dsp:nvSpPr>
      <dsp:spPr>
        <a:xfrm>
          <a:off x="3914080" y="1126624"/>
          <a:ext cx="1907262" cy="762904"/>
        </a:xfrm>
        <a:prstGeom prst="chevron">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1590" tIns="10795" rIns="0" bIns="10795" numCol="1" spcCol="1270" anchor="ctr" anchorCtr="0">
          <a:noAutofit/>
        </a:bodyPr>
        <a:lstStyle/>
        <a:p>
          <a:pPr lvl="0" algn="ctr" defTabSz="755650">
            <a:lnSpc>
              <a:spcPct val="90000"/>
            </a:lnSpc>
            <a:spcBef>
              <a:spcPct val="0"/>
            </a:spcBef>
            <a:spcAft>
              <a:spcPct val="35000"/>
            </a:spcAft>
          </a:pPr>
          <a:r>
            <a:rPr lang="en-US" altLang="zh-CN" sz="1700" kern="1200" dirty="0" smtClean="0">
              <a:solidFill>
                <a:schemeClr val="tx1"/>
              </a:solidFill>
            </a:rPr>
            <a:t>real-time telemetry packet </a:t>
          </a:r>
          <a:endParaRPr lang="zh-CN" altLang="zh-CN" sz="1700" kern="1200" dirty="0">
            <a:effectLst/>
          </a:endParaRPr>
        </a:p>
      </dsp:txBody>
      <dsp:txXfrm>
        <a:off x="4295532" y="1126624"/>
        <a:ext cx="1144358" cy="762904"/>
      </dsp:txXfrm>
    </dsp:sp>
    <dsp:sp modelId="{A57C6027-EBC9-43C1-91BC-79A4FC24B93C}">
      <dsp:nvSpPr>
        <dsp:cNvPr id="0" name=""/>
        <dsp:cNvSpPr/>
      </dsp:nvSpPr>
      <dsp:spPr>
        <a:xfrm>
          <a:off x="274656" y="2096341"/>
          <a:ext cx="2297906" cy="919162"/>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9370" tIns="19685" rIns="0" bIns="19685" numCol="1" spcCol="1270" anchor="ctr" anchorCtr="0">
          <a:noAutofit/>
        </a:bodyPr>
        <a:lstStyle/>
        <a:p>
          <a:pPr lvl="0" algn="ctr" defTabSz="1377950">
            <a:lnSpc>
              <a:spcPct val="90000"/>
            </a:lnSpc>
            <a:spcBef>
              <a:spcPct val="0"/>
            </a:spcBef>
            <a:spcAft>
              <a:spcPct val="35000"/>
            </a:spcAft>
          </a:pPr>
          <a:r>
            <a:rPr lang="en-US" altLang="zh-CN" sz="3100" kern="1200" dirty="0" smtClean="0"/>
            <a:t>N+2 Second</a:t>
          </a:r>
          <a:endParaRPr lang="zh-CN" altLang="en-US" sz="3100" kern="1200" dirty="0"/>
        </a:p>
      </dsp:txBody>
      <dsp:txXfrm>
        <a:off x="734237" y="2096341"/>
        <a:ext cx="1378744" cy="919162"/>
      </dsp:txXfrm>
    </dsp:sp>
    <dsp:sp modelId="{23329991-7CF9-433A-9E03-657D869CD2F4}">
      <dsp:nvSpPr>
        <dsp:cNvPr id="0" name=""/>
        <dsp:cNvSpPr/>
      </dsp:nvSpPr>
      <dsp:spPr>
        <a:xfrm>
          <a:off x="2273835" y="2174470"/>
          <a:ext cx="1907262" cy="762904"/>
        </a:xfrm>
        <a:prstGeom prst="chevron">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1590" tIns="10795" rIns="0" bIns="10795" numCol="1" spcCol="1270" anchor="ctr" anchorCtr="0">
          <a:noAutofit/>
        </a:bodyPr>
        <a:lstStyle/>
        <a:p>
          <a:pPr lvl="0" algn="ctr" defTabSz="755650">
            <a:lnSpc>
              <a:spcPct val="90000"/>
            </a:lnSpc>
            <a:spcBef>
              <a:spcPct val="0"/>
            </a:spcBef>
            <a:spcAft>
              <a:spcPct val="35000"/>
            </a:spcAft>
          </a:pPr>
          <a:r>
            <a:rPr lang="en-US" altLang="zh-CN" sz="1700" kern="1200" dirty="0" smtClean="0">
              <a:solidFill>
                <a:schemeClr val="tx1"/>
              </a:solidFill>
            </a:rPr>
            <a:t>real-time telemetry packet </a:t>
          </a:r>
          <a:endParaRPr lang="zh-CN" altLang="zh-CN" sz="1700" kern="1200" dirty="0">
            <a:effectLst/>
          </a:endParaRPr>
        </a:p>
      </dsp:txBody>
      <dsp:txXfrm>
        <a:off x="2655287" y="2174470"/>
        <a:ext cx="1144358" cy="762904"/>
      </dsp:txXfrm>
    </dsp:sp>
    <dsp:sp modelId="{DAB8836C-6774-4CE4-8DA1-9AFD3AA75203}">
      <dsp:nvSpPr>
        <dsp:cNvPr id="0" name=""/>
        <dsp:cNvSpPr/>
      </dsp:nvSpPr>
      <dsp:spPr>
        <a:xfrm>
          <a:off x="3914080" y="2174470"/>
          <a:ext cx="1907262" cy="762904"/>
        </a:xfrm>
        <a:prstGeom prst="chevron">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1590" tIns="10795" rIns="0" bIns="10795" numCol="1" spcCol="1270" anchor="ctr" anchorCtr="0">
          <a:noAutofit/>
        </a:bodyPr>
        <a:lstStyle/>
        <a:p>
          <a:pPr lvl="0" algn="ctr" defTabSz="755650">
            <a:lnSpc>
              <a:spcPct val="90000"/>
            </a:lnSpc>
            <a:spcBef>
              <a:spcPct val="0"/>
            </a:spcBef>
            <a:spcAft>
              <a:spcPct val="35000"/>
            </a:spcAft>
          </a:pPr>
          <a:r>
            <a:rPr lang="en-US" altLang="zh-CN" sz="1700" kern="1200" dirty="0" smtClean="0">
              <a:solidFill>
                <a:schemeClr val="tx1"/>
              </a:solidFill>
            </a:rPr>
            <a:t>delayed telemetry packet </a:t>
          </a:r>
          <a:endParaRPr lang="zh-CN" altLang="zh-CN" sz="1700" kern="1200" dirty="0">
            <a:effectLst/>
          </a:endParaRPr>
        </a:p>
      </dsp:txBody>
      <dsp:txXfrm>
        <a:off x="4295532" y="2174470"/>
        <a:ext cx="1144358" cy="762904"/>
      </dsp:txXfrm>
    </dsp:sp>
    <dsp:sp modelId="{F83E5515-6B91-41AE-AEA2-24486CFE2568}">
      <dsp:nvSpPr>
        <dsp:cNvPr id="0" name=""/>
        <dsp:cNvSpPr/>
      </dsp:nvSpPr>
      <dsp:spPr>
        <a:xfrm>
          <a:off x="274656" y="3144186"/>
          <a:ext cx="2297906" cy="919162"/>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9370" tIns="19685" rIns="0" bIns="19685" numCol="1" spcCol="1270" anchor="ctr" anchorCtr="0">
          <a:noAutofit/>
        </a:bodyPr>
        <a:lstStyle/>
        <a:p>
          <a:pPr lvl="0" algn="ctr" defTabSz="1377950">
            <a:lnSpc>
              <a:spcPct val="90000"/>
            </a:lnSpc>
            <a:spcBef>
              <a:spcPct val="0"/>
            </a:spcBef>
            <a:spcAft>
              <a:spcPct val="35000"/>
            </a:spcAft>
          </a:pPr>
          <a:r>
            <a:rPr lang="en-US" altLang="zh-CN" sz="3100" kern="1200" dirty="0" smtClean="0"/>
            <a:t>N+3 Second</a:t>
          </a:r>
          <a:endParaRPr lang="zh-CN" altLang="en-US" sz="3100" kern="1200" dirty="0"/>
        </a:p>
      </dsp:txBody>
      <dsp:txXfrm>
        <a:off x="734237" y="3144186"/>
        <a:ext cx="1378744" cy="919162"/>
      </dsp:txXfrm>
    </dsp:sp>
    <dsp:sp modelId="{6307338D-6C26-49B0-AC76-F5CFCC43D06B}">
      <dsp:nvSpPr>
        <dsp:cNvPr id="0" name=""/>
        <dsp:cNvSpPr/>
      </dsp:nvSpPr>
      <dsp:spPr>
        <a:xfrm>
          <a:off x="2273835" y="3222315"/>
          <a:ext cx="1907262" cy="762904"/>
        </a:xfrm>
        <a:prstGeom prst="chevron">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1590" tIns="10795" rIns="0" bIns="10795" numCol="1" spcCol="1270" anchor="ctr" anchorCtr="0">
          <a:noAutofit/>
        </a:bodyPr>
        <a:lstStyle/>
        <a:p>
          <a:pPr lvl="0" algn="ctr" defTabSz="755650">
            <a:lnSpc>
              <a:spcPct val="90000"/>
            </a:lnSpc>
            <a:spcBef>
              <a:spcPct val="0"/>
            </a:spcBef>
            <a:spcAft>
              <a:spcPct val="35000"/>
            </a:spcAft>
          </a:pPr>
          <a:r>
            <a:rPr lang="en-US" altLang="zh-CN" sz="1700" kern="1200" dirty="0" smtClean="0">
              <a:solidFill>
                <a:schemeClr val="tx1"/>
              </a:solidFill>
            </a:rPr>
            <a:t>delayed telemetry packet </a:t>
          </a:r>
          <a:endParaRPr lang="zh-CN" altLang="en-US" sz="1700" kern="1200" dirty="0"/>
        </a:p>
      </dsp:txBody>
      <dsp:txXfrm>
        <a:off x="2655287" y="3222315"/>
        <a:ext cx="1144358" cy="762904"/>
      </dsp:txXfrm>
    </dsp:sp>
    <dsp:sp modelId="{E71E7B97-9309-4463-B90F-D35D7A634BF7}">
      <dsp:nvSpPr>
        <dsp:cNvPr id="0" name=""/>
        <dsp:cNvSpPr/>
      </dsp:nvSpPr>
      <dsp:spPr>
        <a:xfrm>
          <a:off x="3914080" y="3222315"/>
          <a:ext cx="1907262" cy="762904"/>
        </a:xfrm>
        <a:prstGeom prst="chevron">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1590" tIns="10795" rIns="0" bIns="10795" numCol="1" spcCol="1270" anchor="ctr" anchorCtr="0">
          <a:noAutofit/>
        </a:bodyPr>
        <a:lstStyle/>
        <a:p>
          <a:pPr lvl="0" algn="ctr" defTabSz="755650">
            <a:lnSpc>
              <a:spcPct val="90000"/>
            </a:lnSpc>
            <a:spcBef>
              <a:spcPct val="0"/>
            </a:spcBef>
            <a:spcAft>
              <a:spcPct val="35000"/>
            </a:spcAft>
          </a:pPr>
          <a:r>
            <a:rPr lang="en-US" altLang="zh-CN" sz="1700" kern="1200" dirty="0" smtClean="0">
              <a:solidFill>
                <a:schemeClr val="tx1"/>
              </a:solidFill>
            </a:rPr>
            <a:t>delayed telemetry </a:t>
          </a:r>
          <a:endParaRPr lang="zh-CN" altLang="en-US" sz="1700" kern="1200" dirty="0"/>
        </a:p>
      </dsp:txBody>
      <dsp:txXfrm>
        <a:off x="4295532" y="3222315"/>
        <a:ext cx="1144358" cy="76290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468E3F-A715-4511-BCDA-6C65E112335A}">
      <dsp:nvSpPr>
        <dsp:cNvPr id="0" name=""/>
        <dsp:cNvSpPr/>
      </dsp:nvSpPr>
      <dsp:spPr>
        <a:xfrm>
          <a:off x="0" y="18076"/>
          <a:ext cx="2543944" cy="40774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a:lnSpc>
              <a:spcPct val="90000"/>
            </a:lnSpc>
            <a:spcBef>
              <a:spcPct val="0"/>
            </a:spcBef>
            <a:spcAft>
              <a:spcPct val="35000"/>
            </a:spcAft>
          </a:pPr>
          <a:r>
            <a:rPr lang="en-US" altLang="zh-CN" sz="1700" kern="1200" dirty="0" smtClean="0"/>
            <a:t>Application Layer</a:t>
          </a:r>
          <a:endParaRPr lang="zh-CN" altLang="en-US" sz="1700" kern="1200" dirty="0"/>
        </a:p>
      </dsp:txBody>
      <dsp:txXfrm>
        <a:off x="19904" y="37980"/>
        <a:ext cx="2504136" cy="367937"/>
      </dsp:txXfrm>
    </dsp:sp>
    <dsp:sp modelId="{33BF5E06-EDEF-47CC-A890-5EF897842D52}">
      <dsp:nvSpPr>
        <dsp:cNvPr id="0" name=""/>
        <dsp:cNvSpPr/>
      </dsp:nvSpPr>
      <dsp:spPr>
        <a:xfrm>
          <a:off x="0" y="474781"/>
          <a:ext cx="2543944" cy="40774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a:lnSpc>
              <a:spcPct val="90000"/>
            </a:lnSpc>
            <a:spcBef>
              <a:spcPct val="0"/>
            </a:spcBef>
            <a:spcAft>
              <a:spcPct val="35000"/>
            </a:spcAft>
          </a:pPr>
          <a:r>
            <a:rPr lang="en-US" altLang="zh-CN" sz="1700" kern="1200" dirty="0" smtClean="0"/>
            <a:t>Presentation Layer</a:t>
          </a:r>
          <a:endParaRPr lang="zh-CN" altLang="en-US" sz="1700" kern="1200" dirty="0"/>
        </a:p>
      </dsp:txBody>
      <dsp:txXfrm>
        <a:off x="19904" y="494685"/>
        <a:ext cx="2504136" cy="367937"/>
      </dsp:txXfrm>
    </dsp:sp>
    <dsp:sp modelId="{FC54922B-0532-4D28-BBD2-F0A7C27CEDBD}">
      <dsp:nvSpPr>
        <dsp:cNvPr id="0" name=""/>
        <dsp:cNvSpPr/>
      </dsp:nvSpPr>
      <dsp:spPr>
        <a:xfrm>
          <a:off x="0" y="931486"/>
          <a:ext cx="2543944" cy="40774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a:lnSpc>
              <a:spcPct val="90000"/>
            </a:lnSpc>
            <a:spcBef>
              <a:spcPct val="0"/>
            </a:spcBef>
            <a:spcAft>
              <a:spcPct val="35000"/>
            </a:spcAft>
          </a:pPr>
          <a:r>
            <a:rPr lang="en-US" altLang="zh-CN" sz="1700" kern="1200" dirty="0" smtClean="0"/>
            <a:t>Session Layer</a:t>
          </a:r>
          <a:endParaRPr lang="zh-CN" altLang="en-US" sz="1700" kern="1200" dirty="0"/>
        </a:p>
      </dsp:txBody>
      <dsp:txXfrm>
        <a:off x="19904" y="951390"/>
        <a:ext cx="2504136" cy="367937"/>
      </dsp:txXfrm>
    </dsp:sp>
    <dsp:sp modelId="{079BD916-FAD4-4952-831C-E9306F7599B8}">
      <dsp:nvSpPr>
        <dsp:cNvPr id="0" name=""/>
        <dsp:cNvSpPr/>
      </dsp:nvSpPr>
      <dsp:spPr>
        <a:xfrm>
          <a:off x="0" y="1388191"/>
          <a:ext cx="2543944" cy="40774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a:lnSpc>
              <a:spcPct val="90000"/>
            </a:lnSpc>
            <a:spcBef>
              <a:spcPct val="0"/>
            </a:spcBef>
            <a:spcAft>
              <a:spcPct val="35000"/>
            </a:spcAft>
          </a:pPr>
          <a:r>
            <a:rPr lang="en-US" altLang="zh-CN" sz="1700" kern="1200" dirty="0" smtClean="0"/>
            <a:t>Transport Layer</a:t>
          </a:r>
          <a:endParaRPr lang="zh-CN" altLang="en-US" sz="1700" kern="1200" dirty="0"/>
        </a:p>
      </dsp:txBody>
      <dsp:txXfrm>
        <a:off x="19904" y="1408095"/>
        <a:ext cx="2504136" cy="367937"/>
      </dsp:txXfrm>
    </dsp:sp>
    <dsp:sp modelId="{0AECDC54-711B-451E-9865-CB5F0B2C5807}">
      <dsp:nvSpPr>
        <dsp:cNvPr id="0" name=""/>
        <dsp:cNvSpPr/>
      </dsp:nvSpPr>
      <dsp:spPr>
        <a:xfrm>
          <a:off x="0" y="1844896"/>
          <a:ext cx="2543944" cy="40774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a:lnSpc>
              <a:spcPct val="90000"/>
            </a:lnSpc>
            <a:spcBef>
              <a:spcPct val="0"/>
            </a:spcBef>
            <a:spcAft>
              <a:spcPct val="35000"/>
            </a:spcAft>
          </a:pPr>
          <a:r>
            <a:rPr lang="en-US" altLang="zh-CN" sz="1700" kern="1200" dirty="0" smtClean="0"/>
            <a:t>Network Layer</a:t>
          </a:r>
          <a:endParaRPr lang="zh-CN" altLang="en-US" sz="1700" kern="1200" dirty="0"/>
        </a:p>
      </dsp:txBody>
      <dsp:txXfrm>
        <a:off x="19904" y="1864800"/>
        <a:ext cx="2504136" cy="367937"/>
      </dsp:txXfrm>
    </dsp:sp>
    <dsp:sp modelId="{A8998D0D-A543-440B-B511-D0DA89E38BA8}">
      <dsp:nvSpPr>
        <dsp:cNvPr id="0" name=""/>
        <dsp:cNvSpPr/>
      </dsp:nvSpPr>
      <dsp:spPr>
        <a:xfrm>
          <a:off x="0" y="2301601"/>
          <a:ext cx="2543944" cy="40774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a:lnSpc>
              <a:spcPct val="90000"/>
            </a:lnSpc>
            <a:spcBef>
              <a:spcPct val="0"/>
            </a:spcBef>
            <a:spcAft>
              <a:spcPct val="35000"/>
            </a:spcAft>
          </a:pPr>
          <a:r>
            <a:rPr lang="en-US" altLang="zh-CN" sz="1700" kern="1200" dirty="0" smtClean="0"/>
            <a:t>Data link Layer</a:t>
          </a:r>
          <a:endParaRPr lang="zh-CN" altLang="en-US" sz="1700" kern="1200" dirty="0"/>
        </a:p>
      </dsp:txBody>
      <dsp:txXfrm>
        <a:off x="19904" y="2321505"/>
        <a:ext cx="2504136" cy="367937"/>
      </dsp:txXfrm>
    </dsp:sp>
    <dsp:sp modelId="{6EBB8B05-7DE6-4D7D-A827-FBB246B55538}">
      <dsp:nvSpPr>
        <dsp:cNvPr id="0" name=""/>
        <dsp:cNvSpPr/>
      </dsp:nvSpPr>
      <dsp:spPr>
        <a:xfrm>
          <a:off x="0" y="2758306"/>
          <a:ext cx="2543944" cy="40774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a:lnSpc>
              <a:spcPct val="90000"/>
            </a:lnSpc>
            <a:spcBef>
              <a:spcPct val="0"/>
            </a:spcBef>
            <a:spcAft>
              <a:spcPct val="35000"/>
            </a:spcAft>
          </a:pPr>
          <a:r>
            <a:rPr lang="en-US" altLang="zh-CN" sz="1700" kern="1200" dirty="0" smtClean="0"/>
            <a:t>Physical Layer</a:t>
          </a:r>
          <a:endParaRPr lang="zh-CN" altLang="en-US" sz="1700" kern="1200" dirty="0"/>
        </a:p>
      </dsp:txBody>
      <dsp:txXfrm>
        <a:off x="19904" y="2778210"/>
        <a:ext cx="2504136" cy="36793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468E3F-A715-4511-BCDA-6C65E112335A}">
      <dsp:nvSpPr>
        <dsp:cNvPr id="0" name=""/>
        <dsp:cNvSpPr/>
      </dsp:nvSpPr>
      <dsp:spPr>
        <a:xfrm>
          <a:off x="0" y="18076"/>
          <a:ext cx="2543944" cy="40774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a:lnSpc>
              <a:spcPct val="90000"/>
            </a:lnSpc>
            <a:spcBef>
              <a:spcPct val="0"/>
            </a:spcBef>
            <a:spcAft>
              <a:spcPct val="35000"/>
            </a:spcAft>
          </a:pPr>
          <a:endParaRPr lang="zh-CN" altLang="en-US" sz="1700" kern="1200" dirty="0"/>
        </a:p>
      </dsp:txBody>
      <dsp:txXfrm>
        <a:off x="19904" y="37980"/>
        <a:ext cx="2504136" cy="367937"/>
      </dsp:txXfrm>
    </dsp:sp>
    <dsp:sp modelId="{33BF5E06-EDEF-47CC-A890-5EF897842D52}">
      <dsp:nvSpPr>
        <dsp:cNvPr id="0" name=""/>
        <dsp:cNvSpPr/>
      </dsp:nvSpPr>
      <dsp:spPr>
        <a:xfrm>
          <a:off x="0" y="474781"/>
          <a:ext cx="2543944" cy="40774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a:lnSpc>
              <a:spcPct val="90000"/>
            </a:lnSpc>
            <a:spcBef>
              <a:spcPct val="0"/>
            </a:spcBef>
            <a:spcAft>
              <a:spcPct val="35000"/>
            </a:spcAft>
          </a:pPr>
          <a:r>
            <a:rPr lang="en-US" altLang="zh-CN" sz="1700" kern="1200" dirty="0" smtClean="0"/>
            <a:t> </a:t>
          </a:r>
          <a:endParaRPr lang="zh-CN" altLang="en-US" sz="1700" kern="1200" dirty="0"/>
        </a:p>
      </dsp:txBody>
      <dsp:txXfrm>
        <a:off x="19904" y="494685"/>
        <a:ext cx="2504136" cy="367937"/>
      </dsp:txXfrm>
    </dsp:sp>
    <dsp:sp modelId="{954687D5-330B-4B51-81E6-454FFA1F1878}">
      <dsp:nvSpPr>
        <dsp:cNvPr id="0" name=""/>
        <dsp:cNvSpPr/>
      </dsp:nvSpPr>
      <dsp:spPr>
        <a:xfrm>
          <a:off x="0" y="931486"/>
          <a:ext cx="2543944" cy="40774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a:lnSpc>
              <a:spcPct val="90000"/>
            </a:lnSpc>
            <a:spcBef>
              <a:spcPct val="0"/>
            </a:spcBef>
            <a:spcAft>
              <a:spcPct val="35000"/>
            </a:spcAft>
          </a:pPr>
          <a:endParaRPr lang="zh-CN" altLang="en-US" sz="1700" kern="1200" dirty="0"/>
        </a:p>
      </dsp:txBody>
      <dsp:txXfrm>
        <a:off x="19904" y="951390"/>
        <a:ext cx="2504136" cy="367937"/>
      </dsp:txXfrm>
    </dsp:sp>
    <dsp:sp modelId="{9895A268-A4E2-4F24-9611-1D5684EFCA7B}">
      <dsp:nvSpPr>
        <dsp:cNvPr id="0" name=""/>
        <dsp:cNvSpPr/>
      </dsp:nvSpPr>
      <dsp:spPr>
        <a:xfrm>
          <a:off x="0" y="1388191"/>
          <a:ext cx="2543944" cy="40774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a:lnSpc>
              <a:spcPct val="90000"/>
            </a:lnSpc>
            <a:spcBef>
              <a:spcPct val="0"/>
            </a:spcBef>
            <a:spcAft>
              <a:spcPct val="35000"/>
            </a:spcAft>
          </a:pPr>
          <a:endParaRPr lang="zh-CN" altLang="en-US" sz="1700" kern="1200" dirty="0"/>
        </a:p>
      </dsp:txBody>
      <dsp:txXfrm>
        <a:off x="19904" y="1408095"/>
        <a:ext cx="2504136" cy="367937"/>
      </dsp:txXfrm>
    </dsp:sp>
    <dsp:sp modelId="{AF5DB6AE-1B56-411B-A20A-C66E3739FD7B}">
      <dsp:nvSpPr>
        <dsp:cNvPr id="0" name=""/>
        <dsp:cNvSpPr/>
      </dsp:nvSpPr>
      <dsp:spPr>
        <a:xfrm>
          <a:off x="0" y="1844896"/>
          <a:ext cx="2543944" cy="40774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a:lnSpc>
              <a:spcPct val="90000"/>
            </a:lnSpc>
            <a:spcBef>
              <a:spcPct val="0"/>
            </a:spcBef>
            <a:spcAft>
              <a:spcPct val="35000"/>
            </a:spcAft>
          </a:pPr>
          <a:endParaRPr lang="zh-CN" altLang="en-US" sz="1700" kern="1200" dirty="0"/>
        </a:p>
      </dsp:txBody>
      <dsp:txXfrm>
        <a:off x="19904" y="1864800"/>
        <a:ext cx="2504136" cy="367937"/>
      </dsp:txXfrm>
    </dsp:sp>
    <dsp:sp modelId="{A8998D0D-A543-440B-B511-D0DA89E38BA8}">
      <dsp:nvSpPr>
        <dsp:cNvPr id="0" name=""/>
        <dsp:cNvSpPr/>
      </dsp:nvSpPr>
      <dsp:spPr>
        <a:xfrm>
          <a:off x="0" y="2301601"/>
          <a:ext cx="2543944" cy="40774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a:lnSpc>
              <a:spcPct val="90000"/>
            </a:lnSpc>
            <a:spcBef>
              <a:spcPct val="0"/>
            </a:spcBef>
            <a:spcAft>
              <a:spcPct val="35000"/>
            </a:spcAft>
          </a:pPr>
          <a:r>
            <a:rPr lang="en-US" altLang="zh-CN" sz="1700" kern="1200" dirty="0" smtClean="0"/>
            <a:t>Data link Layer</a:t>
          </a:r>
          <a:endParaRPr lang="zh-CN" altLang="en-US" sz="1700" kern="1200" dirty="0"/>
        </a:p>
      </dsp:txBody>
      <dsp:txXfrm>
        <a:off x="19904" y="2321505"/>
        <a:ext cx="2504136" cy="367937"/>
      </dsp:txXfrm>
    </dsp:sp>
    <dsp:sp modelId="{6EBB8B05-7DE6-4D7D-A827-FBB246B55538}">
      <dsp:nvSpPr>
        <dsp:cNvPr id="0" name=""/>
        <dsp:cNvSpPr/>
      </dsp:nvSpPr>
      <dsp:spPr>
        <a:xfrm>
          <a:off x="0" y="2758306"/>
          <a:ext cx="2543944" cy="40774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a:lnSpc>
              <a:spcPct val="90000"/>
            </a:lnSpc>
            <a:spcBef>
              <a:spcPct val="0"/>
            </a:spcBef>
            <a:spcAft>
              <a:spcPct val="35000"/>
            </a:spcAft>
          </a:pPr>
          <a:r>
            <a:rPr lang="en-US" altLang="zh-CN" sz="1700" kern="1200" dirty="0" smtClean="0"/>
            <a:t>Physical Layer</a:t>
          </a:r>
          <a:endParaRPr lang="zh-CN" altLang="en-US" sz="1700" kern="1200" dirty="0"/>
        </a:p>
      </dsp:txBody>
      <dsp:txXfrm>
        <a:off x="19904" y="2778210"/>
        <a:ext cx="2504136" cy="36793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BDAD12-80F2-4F30-AFF5-10A9AC3C8CEB}">
      <dsp:nvSpPr>
        <dsp:cNvPr id="0" name=""/>
        <dsp:cNvSpPr/>
      </dsp:nvSpPr>
      <dsp:spPr>
        <a:xfrm rot="16200000">
          <a:off x="370173" y="1086592"/>
          <a:ext cx="2167762" cy="1324732"/>
        </a:xfrm>
        <a:prstGeom prst="round2SameRect">
          <a:avLst>
            <a:gd name="adj1" fmla="val 16670"/>
            <a:gd name="adj2" fmla="val 0"/>
          </a:avLst>
        </a:prstGeom>
        <a:solidFill>
          <a:schemeClr val="accent1">
            <a:lumMod val="60000"/>
            <a:lumOff val="40000"/>
          </a:schemeClr>
        </a:solid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txBody>
        <a:bodyPr spcFirstLastPara="0" vert="horz" wrap="square" lIns="148590" tIns="247650" rIns="222885" bIns="247650" numCol="1" spcCol="1270" anchor="t" anchorCtr="0">
          <a:noAutofit/>
        </a:bodyPr>
        <a:lstStyle/>
        <a:p>
          <a:pPr lvl="0" algn="l" defTabSz="1733550">
            <a:lnSpc>
              <a:spcPct val="90000"/>
            </a:lnSpc>
            <a:spcBef>
              <a:spcPct val="0"/>
            </a:spcBef>
            <a:spcAft>
              <a:spcPct val="35000"/>
            </a:spcAft>
          </a:pPr>
          <a:r>
            <a:rPr lang="en-US" altLang="en-US" sz="3900" b="1" kern="1200" dirty="0" smtClean="0"/>
            <a:t>OBC</a:t>
          </a:r>
          <a:endParaRPr lang="zh-CN" altLang="en-US" sz="3900" b="1" u="none" kern="1200" dirty="0"/>
        </a:p>
      </dsp:txBody>
      <dsp:txXfrm rot="5400000">
        <a:off x="856368" y="729757"/>
        <a:ext cx="1260052" cy="2038402"/>
      </dsp:txXfrm>
    </dsp:sp>
    <dsp:sp modelId="{3F86F89D-4F95-4FCE-AE33-957687A13BD5}">
      <dsp:nvSpPr>
        <dsp:cNvPr id="0" name=""/>
        <dsp:cNvSpPr/>
      </dsp:nvSpPr>
      <dsp:spPr>
        <a:xfrm rot="5400000">
          <a:off x="3122130" y="1078701"/>
          <a:ext cx="2167762" cy="1324732"/>
        </a:xfrm>
        <a:prstGeom prst="round2SameRect">
          <a:avLst>
            <a:gd name="adj1" fmla="val 16670"/>
            <a:gd name="adj2" fmla="val 0"/>
          </a:avLst>
        </a:prstGeom>
        <a:solidFill>
          <a:schemeClr val="accent1">
            <a:lumMod val="60000"/>
            <a:lumOff val="40000"/>
          </a:schemeClr>
        </a:solid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txBody>
        <a:bodyPr spcFirstLastPara="0" vert="horz" wrap="square" lIns="222885" tIns="247650" rIns="148590" bIns="247650" numCol="1" spcCol="1270" anchor="t" anchorCtr="0">
          <a:noAutofit/>
        </a:bodyPr>
        <a:lstStyle/>
        <a:p>
          <a:pPr lvl="0" algn="l" defTabSz="1733550">
            <a:lnSpc>
              <a:spcPct val="90000"/>
            </a:lnSpc>
            <a:spcBef>
              <a:spcPct val="0"/>
            </a:spcBef>
            <a:spcAft>
              <a:spcPct val="35000"/>
            </a:spcAft>
          </a:pPr>
          <a:r>
            <a:rPr lang="en-US" altLang="en-US" sz="3900" b="1" kern="1200" dirty="0" smtClean="0"/>
            <a:t>GPS</a:t>
          </a:r>
          <a:endParaRPr lang="zh-CN" altLang="en-US" sz="3900" b="1" kern="1200" dirty="0"/>
        </a:p>
      </dsp:txBody>
      <dsp:txXfrm rot="-5400000">
        <a:off x="3543645" y="721866"/>
        <a:ext cx="1260052" cy="2038402"/>
      </dsp:txXfrm>
    </dsp:sp>
    <dsp:sp modelId="{8645B626-F71E-4C3D-9681-683CB0349F9B}">
      <dsp:nvSpPr>
        <dsp:cNvPr id="0" name=""/>
        <dsp:cNvSpPr/>
      </dsp:nvSpPr>
      <dsp:spPr>
        <a:xfrm>
          <a:off x="2155041" y="366215"/>
          <a:ext cx="1384886" cy="1384818"/>
        </a:xfrm>
        <a:prstGeom prst="circularArrow">
          <a:avLst>
            <a:gd name="adj1" fmla="val 12500"/>
            <a:gd name="adj2" fmla="val 1142322"/>
            <a:gd name="adj3" fmla="val 20457678"/>
            <a:gd name="adj4" fmla="val 10800000"/>
            <a:gd name="adj5" fmla="val 12500"/>
          </a:avLst>
        </a:prstGeom>
        <a:solidFill>
          <a:schemeClr val="tx2">
            <a:lumMod val="60000"/>
            <a:lumOff val="4000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F8CC050A-6BBA-46A5-84EF-40246E9500DD}">
      <dsp:nvSpPr>
        <dsp:cNvPr id="0" name=""/>
        <dsp:cNvSpPr/>
      </dsp:nvSpPr>
      <dsp:spPr>
        <a:xfrm rot="10800000">
          <a:off x="2109783" y="1403980"/>
          <a:ext cx="1384886" cy="1384818"/>
        </a:xfrm>
        <a:prstGeom prst="circularArrow">
          <a:avLst>
            <a:gd name="adj1" fmla="val 12500"/>
            <a:gd name="adj2" fmla="val 1142322"/>
            <a:gd name="adj3" fmla="val 20457678"/>
            <a:gd name="adj4" fmla="val 10800000"/>
            <a:gd name="adj5" fmla="val 12500"/>
          </a:avLst>
        </a:prstGeom>
        <a:solidFill>
          <a:schemeClr val="tx2">
            <a:lumMod val="60000"/>
            <a:lumOff val="4000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BDAD12-80F2-4F30-AFF5-10A9AC3C8CEB}">
      <dsp:nvSpPr>
        <dsp:cNvPr id="0" name=""/>
        <dsp:cNvSpPr/>
      </dsp:nvSpPr>
      <dsp:spPr>
        <a:xfrm rot="16200000">
          <a:off x="370014" y="1086592"/>
          <a:ext cx="2167762" cy="1324732"/>
        </a:xfrm>
        <a:prstGeom prst="round2SameRect">
          <a:avLst>
            <a:gd name="adj1" fmla="val 16670"/>
            <a:gd name="adj2" fmla="val 0"/>
          </a:avLst>
        </a:prstGeom>
        <a:solidFill>
          <a:schemeClr val="accent1">
            <a:lumMod val="60000"/>
            <a:lumOff val="40000"/>
          </a:schemeClr>
        </a:solid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txBody>
        <a:bodyPr spcFirstLastPara="0" vert="horz" wrap="square" lIns="148590" tIns="247650" rIns="222885" bIns="247650" numCol="1" spcCol="1270" anchor="t" anchorCtr="0">
          <a:noAutofit/>
        </a:bodyPr>
        <a:lstStyle/>
        <a:p>
          <a:pPr lvl="0" algn="l" defTabSz="1733550">
            <a:lnSpc>
              <a:spcPct val="90000"/>
            </a:lnSpc>
            <a:spcBef>
              <a:spcPct val="0"/>
            </a:spcBef>
            <a:spcAft>
              <a:spcPct val="35000"/>
            </a:spcAft>
          </a:pPr>
          <a:r>
            <a:rPr lang="en-US" altLang="en-US" sz="3900" b="1" kern="1200" dirty="0" smtClean="0"/>
            <a:t>OBC</a:t>
          </a:r>
          <a:endParaRPr lang="zh-CN" altLang="en-US" sz="3900" b="1" u="none" kern="1200" dirty="0"/>
        </a:p>
      </dsp:txBody>
      <dsp:txXfrm rot="5400000">
        <a:off x="856209" y="729757"/>
        <a:ext cx="1260052" cy="2038402"/>
      </dsp:txXfrm>
    </dsp:sp>
    <dsp:sp modelId="{3F86F89D-4F95-4FCE-AE33-957687A13BD5}">
      <dsp:nvSpPr>
        <dsp:cNvPr id="0" name=""/>
        <dsp:cNvSpPr/>
      </dsp:nvSpPr>
      <dsp:spPr>
        <a:xfrm rot="5400000">
          <a:off x="3121971" y="1078701"/>
          <a:ext cx="2167762" cy="1324732"/>
        </a:xfrm>
        <a:prstGeom prst="round2SameRect">
          <a:avLst>
            <a:gd name="adj1" fmla="val 16670"/>
            <a:gd name="adj2" fmla="val 0"/>
          </a:avLst>
        </a:prstGeom>
        <a:solidFill>
          <a:schemeClr val="accent1">
            <a:lumMod val="60000"/>
            <a:lumOff val="40000"/>
          </a:schemeClr>
        </a:solid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txBody>
        <a:bodyPr spcFirstLastPara="0" vert="horz" wrap="square" lIns="222885" tIns="247650" rIns="148590" bIns="247650" numCol="1" spcCol="1270" anchor="t" anchorCtr="0">
          <a:noAutofit/>
        </a:bodyPr>
        <a:lstStyle/>
        <a:p>
          <a:pPr lvl="0" algn="l" defTabSz="1733550">
            <a:lnSpc>
              <a:spcPct val="90000"/>
            </a:lnSpc>
            <a:spcBef>
              <a:spcPct val="0"/>
            </a:spcBef>
            <a:spcAft>
              <a:spcPct val="35000"/>
            </a:spcAft>
          </a:pPr>
          <a:r>
            <a:rPr lang="en-US" altLang="en-US" sz="3900" b="1" kern="1200" dirty="0" smtClean="0"/>
            <a:t>GPS</a:t>
          </a:r>
          <a:endParaRPr lang="zh-CN" altLang="en-US" sz="3900" b="1" kern="1200" dirty="0"/>
        </a:p>
      </dsp:txBody>
      <dsp:txXfrm rot="-5400000">
        <a:off x="3543486" y="721866"/>
        <a:ext cx="1260052" cy="2038402"/>
      </dsp:txXfrm>
    </dsp:sp>
    <dsp:sp modelId="{8645B626-F71E-4C3D-9681-683CB0349F9B}">
      <dsp:nvSpPr>
        <dsp:cNvPr id="0" name=""/>
        <dsp:cNvSpPr/>
      </dsp:nvSpPr>
      <dsp:spPr>
        <a:xfrm>
          <a:off x="2154883" y="366215"/>
          <a:ext cx="1384886" cy="1384818"/>
        </a:xfrm>
        <a:prstGeom prst="circularArrow">
          <a:avLst>
            <a:gd name="adj1" fmla="val 12500"/>
            <a:gd name="adj2" fmla="val 1142322"/>
            <a:gd name="adj3" fmla="val 20457678"/>
            <a:gd name="adj4" fmla="val 10800000"/>
            <a:gd name="adj5" fmla="val 12500"/>
          </a:avLst>
        </a:prstGeom>
        <a:solidFill>
          <a:schemeClr val="accent1">
            <a:lumMod val="7500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F8CC050A-6BBA-46A5-84EF-40246E9500DD}">
      <dsp:nvSpPr>
        <dsp:cNvPr id="0" name=""/>
        <dsp:cNvSpPr/>
      </dsp:nvSpPr>
      <dsp:spPr>
        <a:xfrm rot="10800000">
          <a:off x="2109625" y="1403980"/>
          <a:ext cx="1384886" cy="1384818"/>
        </a:xfrm>
        <a:prstGeom prst="circularArrow">
          <a:avLst>
            <a:gd name="adj1" fmla="val 12500"/>
            <a:gd name="adj2" fmla="val 1142322"/>
            <a:gd name="adj3" fmla="val 20457678"/>
            <a:gd name="adj4" fmla="val 10800000"/>
            <a:gd name="adj5" fmla="val 12500"/>
          </a:avLst>
        </a:prstGeom>
        <a:solidFill>
          <a:schemeClr val="accent1">
            <a:lumMod val="7500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lProcess3">
  <dgm:title val=""/>
  <dgm:desc val=""/>
  <dgm:catLst>
    <dgm:cat type="process" pri="11000"/>
    <dgm:cat type="convert"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2"/>
      </dgm:ptLst>
      <dgm:cxnLst>
        <dgm:cxn modelId="4" srcId="0" destId="1" srcOrd="0" destOrd="0"/>
        <dgm:cxn modelId="5" srcId="1" destId="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chPref val="3"/>
      <dgm:dir/>
      <dgm:animLvl val="lvl"/>
      <dgm:resizeHandles/>
    </dgm:varLst>
    <dgm:choose name="Name1">
      <dgm:if name="Name2" func="var" arg="dir" op="equ" val="norm">
        <dgm:alg type="lin">
          <dgm:param type="linDir" val="fromT"/>
          <dgm:param type="vertAlign" val="mid"/>
          <dgm:param type="nodeHorzAlign" val="l"/>
          <dgm:param type="nodeVertAlign" val="t"/>
          <dgm:param type="fallback" val="2D"/>
        </dgm:alg>
      </dgm:if>
      <dgm:else name="Name3">
        <dgm:alg type="lin">
          <dgm:param type="linDir" val="fromT"/>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w" for="des" forName="bigChev" refType="w"/>
      <dgm:constr type="h" for="des" forName="bigChev" refType="w" refFor="des" refForName="bigChev" op="equ" fact="0.4"/>
      <dgm:constr type="w" for="des" forName="node" refType="w" refFor="des" refForName="bigChev" fact="0.83"/>
      <dgm:constr type="h" for="des" forName="node" refType="w" refFor="des" refForName="node" op="equ" fact="0.4"/>
      <dgm:constr type="w" for="des" forName="parTrans" refType="w" refFor="des" refForName="bigChev" op="equ" fact="-0.13"/>
      <dgm:constr type="w" for="des" forName="sibTrans" refType="w" refFor="des" refForName="node" op="equ" fact="-0.14"/>
      <dgm:constr type="h" for="ch" forName="vSp" refType="h" refFor="des" refForName="bigChev" op="equ" fact="0.14"/>
      <dgm:constr type="primFontSz" for="des" forName="node" op="equ"/>
      <dgm:constr type="primFontSz" for="des" forName="bigChev" op="equ"/>
    </dgm:constrLst>
    <dgm:ruleLst/>
    <dgm:forEach name="Name4" axis="ch" ptType="node">
      <dgm:layoutNode name="horFlow">
        <dgm:choose name="Name5">
          <dgm:if name="Name6" func="var" arg="dir" op="equ" val="norm">
            <dgm:alg type="lin">
              <dgm:param type="linDir" val="fromL"/>
              <dgm:param type="nodeHorzAlign" val="l"/>
              <dgm:param type="nodeVertAlign" val="mid"/>
              <dgm:param type="fallback" val="2D"/>
            </dgm:alg>
          </dgm:if>
          <dgm:else name="Name7">
            <dgm:alg type="lin">
              <dgm:param type="linDir" val="fromR"/>
              <dgm:param type="nodeHorzAlign" val="r"/>
              <dgm:param type="nodeVertAlign" val="mid"/>
              <dgm:param type="fallback" val="2D"/>
            </dgm:alg>
          </dgm:else>
        </dgm:choose>
        <dgm:shape xmlns:r="http://schemas.openxmlformats.org/officeDocument/2006/relationships" r:blip="">
          <dgm:adjLst/>
        </dgm:shape>
        <dgm:presOf/>
        <dgm:constrLst/>
        <dgm:ruleLst/>
        <dgm:layoutNode name="bigChev" styleLbl="node1">
          <dgm:alg type="tx"/>
          <dgm:choose name="Name8">
            <dgm:if name="Name9" func="var" arg="dir" op="equ" val="norm">
              <dgm:shape xmlns:r="http://schemas.openxmlformats.org/officeDocument/2006/relationships" type="chevron" r:blip="">
                <dgm:adjLst/>
              </dgm:shape>
              <dgm:presOf axis="self"/>
              <dgm:constrLst>
                <dgm:constr type="primFontSz" val="65"/>
                <dgm:constr type="rMarg"/>
                <dgm:constr type="lMarg" refType="primFontSz" fact="0.1"/>
                <dgm:constr type="tMarg" refType="primFontSz" fact="0.05"/>
                <dgm:constr type="bMarg" refType="primFontSz" fact="0.05"/>
              </dgm:constrLst>
            </dgm:if>
            <dgm:else name="Name10">
              <dgm:shape xmlns:r="http://schemas.openxmlformats.org/officeDocument/2006/relationships" rot="180" type="chevron" r:blip="">
                <dgm:adjLst/>
              </dgm:shape>
              <dgm:presOf axis="self"/>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parTransForEach" axis="ch" ptType="parTrans" cnt="1">
          <dgm:layoutNode name="parTrans">
            <dgm:alg type="sp"/>
            <dgm:shape xmlns:r="http://schemas.openxmlformats.org/officeDocument/2006/relationships" r:blip="">
              <dgm:adjLst/>
            </dgm:shape>
            <dgm:presOf/>
            <dgm:constrLst/>
            <dgm:ruleLst/>
          </dgm:layoutNode>
        </dgm:forEach>
        <dgm:forEach name="Name11" axis="ch" ptType="node">
          <dgm:layoutNode name="node" styleLbl="alignAccFollowNode1">
            <dgm:varLst>
              <dgm:bulletEnabled val="1"/>
            </dgm:varLst>
            <dgm:alg type="tx"/>
            <dgm:choose name="Name12">
              <dgm:if name="Name13" func="var" arg="dir" op="equ" val="norm">
                <dgm:shape xmlns:r="http://schemas.openxmlformats.org/officeDocument/2006/relationships" type="chevron" r:blip="">
                  <dgm:adjLst/>
                </dgm:shape>
                <dgm:presOf axis="desOrSelf" ptType="node"/>
                <dgm:constrLst>
                  <dgm:constr type="primFontSz" val="65"/>
                  <dgm:constr type="rMarg"/>
                  <dgm:constr type="lMarg" refType="primFontSz" fact="0.1"/>
                  <dgm:constr type="tMarg" refType="primFontSz" fact="0.05"/>
                  <dgm:constr type="bMarg" refType="primFontSz" fact="0.05"/>
                </dgm:constrLst>
              </dgm:if>
              <dgm:else name="Name14">
                <dgm:shape xmlns:r="http://schemas.openxmlformats.org/officeDocument/2006/relationships" rot="180" type="chevron" r:blip="">
                  <dgm:adjLst/>
                </dgm:shape>
                <dgm:presOf axis="desOrSelf" ptType="node"/>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choose name="Name15">
        <dgm:if name="Name16" axis="self" ptType="node" func="revPos" op="gte" val="2">
          <dgm:layoutNode name="vSp">
            <dgm:alg type="sp"/>
            <dgm:shape xmlns:r="http://schemas.openxmlformats.org/officeDocument/2006/relationships" r:blip="">
              <dgm:adjLst/>
            </dgm:shape>
            <dgm:presOf/>
            <dgm:constrLst/>
            <dgm:ruleLst/>
          </dgm:layoutNode>
        </dgm:if>
        <dgm:else name="Name17"/>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9/layout/ReverseList">
  <dgm:title val=""/>
  <dgm:desc val=""/>
  <dgm:catLst>
    <dgm:cat type="relationship" pri="3800"/>
  </dgm:catLst>
  <dgm:sampData>
    <dgm:dataModel>
      <dgm:ptLst>
        <dgm:pt modelId="0" type="doc"/>
        <dgm:pt modelId="10">
          <dgm:prSet phldr="1"/>
        </dgm:pt>
        <dgm:pt modelId="20">
          <dgm:prSet phldr="1"/>
        </dgm:pt>
      </dgm:ptLst>
      <dgm:cxnLst>
        <dgm:cxn modelId="40" srcId="0" destId="10" srcOrd="0" destOrd="0"/>
        <dgm:cxn modelId="50" srcId="0" destId="20" srcOrd="1" destOrd="0"/>
      </dgm:cxnLst>
      <dgm:bg/>
      <dgm:whole/>
    </dgm:dataModel>
  </dgm:sampData>
  <dgm:styleData>
    <dgm:dataModel>
      <dgm:ptLst>
        <dgm:pt modelId="0" type="doc"/>
        <dgm:pt modelId="10">
          <dgm:prSet phldr="1"/>
        </dgm:pt>
        <dgm:pt modelId="20">
          <dgm:prSet phldr="1"/>
        </dgm:pt>
      </dgm:ptLst>
      <dgm:cxnLst>
        <dgm:cxn modelId="40" srcId="0" destId="10" srcOrd="0" destOrd="0"/>
        <dgm:cxn modelId="50" srcId="0" destId="20" srcOrd="1" destOrd="0"/>
      </dgm:cxnLst>
      <dgm:bg/>
      <dgm:whole/>
    </dgm:dataModel>
  </dgm:styleData>
  <dgm:clrData>
    <dgm:dataModel>
      <dgm:ptLst>
        <dgm:pt modelId="0" type="doc"/>
        <dgm:pt modelId="10">
          <dgm:prSet phldr="1"/>
        </dgm:pt>
        <dgm:pt modelId="20">
          <dgm:prSet phldr="1"/>
        </dgm:pt>
      </dgm:ptLst>
      <dgm:cxnLst>
        <dgm:cxn modelId="40" srcId="0" destId="10" srcOrd="0" destOrd="0"/>
        <dgm:cxn modelId="50" srcId="0" destId="20" srcOrd="1" destOrd="0"/>
      </dgm:cxnLst>
      <dgm:bg/>
      <dgm:whole/>
    </dgm:dataModel>
  </dgm:clrData>
  <dgm:layoutNode name="Name0">
    <dgm:varLst>
      <dgm:chMax val="2"/>
      <dgm:chPref val="2"/>
      <dgm:animLvl val="lvl"/>
    </dgm:varLst>
    <dgm:choose name="Name1">
      <dgm:if name="Name2" axis="ch" ptType="node" func="cnt" op="lte" val="1">
        <dgm:alg type="composite">
          <dgm:param type="ar" val="0.9993"/>
        </dgm:alg>
      </dgm:if>
      <dgm:else name="Name3">
        <dgm:alg type="composite">
          <dgm:param type="ar" val="0.8036"/>
        </dgm:alg>
      </dgm:else>
    </dgm:choose>
    <dgm:shape xmlns:r="http://schemas.openxmlformats.org/officeDocument/2006/relationships" r:blip="">
      <dgm:adjLst/>
    </dgm:shape>
    <dgm:choose name="Name4">
      <dgm:if name="Name5" axis="ch" ptType="node" func="cnt" op="lte" val="1">
        <dgm:constrLst>
          <dgm:constr type="primFontSz" for="des" ptType="node" op="equ" val="65"/>
          <dgm:constr type="l" for="ch" forName="LeftNode" refType="w" fact="0"/>
          <dgm:constr type="t" for="ch" forName="LeftNode" refType="h" fact="0.25"/>
          <dgm:constr type="w" for="ch" forName="LeftNode" refType="w" fact="0.5"/>
          <dgm:constr type="h" for="ch" forName="LeftNode" refType="h"/>
          <dgm:constr type="l" for="ch" forName="LeftText" refType="w" fact="0"/>
          <dgm:constr type="t" for="ch" forName="LeftText" refType="h" fact="0.25"/>
          <dgm:constr type="w" for="ch" forName="LeftText" refType="w" fact="0.5"/>
          <dgm:constr type="h" for="ch" forName="LeftText" refType="h"/>
        </dgm:constrLst>
      </dgm:if>
      <dgm:else name="Name6">
        <dgm:constrLst>
          <dgm:constr type="primFontSz" for="des" ptType="node" op="equ" val="65"/>
          <dgm:constr type="l" for="ch" forName="LeftNode" refType="w" fact="0"/>
          <dgm:constr type="t" for="ch" forName="LeftNode" refType="h" fact="0.1786"/>
          <dgm:constr type="w" for="ch" forName="LeftNode" refType="w" fact="0.4889"/>
          <dgm:constr type="h" for="ch" forName="LeftNode" refType="h" fact="0.6429"/>
          <dgm:constr type="l" for="ch" forName="LeftText" refType="w" fact="0"/>
          <dgm:constr type="t" for="ch" forName="LeftText" refType="h" fact="0.1786"/>
          <dgm:constr type="w" for="ch" forName="LeftText" refType="w" fact="0.4889"/>
          <dgm:constr type="h" for="ch" forName="LeftText" refType="h" fact="0.6429"/>
          <dgm:constr type="l" for="ch" forName="RightNode" refType="w" fact="0.5111"/>
          <dgm:constr type="t" for="ch" forName="RightNode" refType="h" fact="0.1786"/>
          <dgm:constr type="w" for="ch" forName="RightNode" refType="w" fact="0.4889"/>
          <dgm:constr type="h" for="ch" forName="RightNode" refType="h" fact="0.6429"/>
          <dgm:constr type="l" for="ch" forName="RightText" refType="w" fact="0.5111"/>
          <dgm:constr type="t" for="ch" forName="RightText" refType="h" fact="0.1786"/>
          <dgm:constr type="w" for="ch" forName="RightText" refType="w" fact="0.4889"/>
          <dgm:constr type="h" for="ch" forName="RightText" refType="h" fact="0.6429"/>
          <dgm:constr type="l" for="ch" forName="TopArrow" refType="w" fact="0.2444"/>
          <dgm:constr type="t" for="ch" forName="TopArrow" refType="h" fact="0"/>
          <dgm:constr type="w" for="ch" forName="TopArrow" refType="w" fact="0.5111"/>
          <dgm:constr type="h" for="ch" forName="TopArrow" refType="h" fact="0.4107"/>
          <dgm:constr type="l" for="ch" forName="BottomArrow" refType="w" fact="0.2444"/>
          <dgm:constr type="t" for="ch" forName="BottomArrow" refType="h" fact="0.5893"/>
          <dgm:constr type="w" for="ch" forName="BottomArrow" refType="w" fact="0.5111"/>
          <dgm:constr type="h" for="ch" forName="BottomArrow" refType="h" fact="0.4107"/>
        </dgm:constrLst>
      </dgm:else>
    </dgm:choose>
    <dgm:choose name="Name7">
      <dgm:if name="Name8" axis="ch" ptType="node" func="cnt" op="gte" val="1">
        <dgm:layoutNode name="LeftText" styleLbl="revTx" moveWith="LeftNode">
          <dgm:varLst>
            <dgm:bulletEnabled val="1"/>
          </dgm:varLst>
          <dgm:alg type="tx">
            <dgm:param type="txAnchorVert" val="t"/>
            <dgm:param type="parTxLTRAlign" val="l"/>
          </dgm:alg>
          <dgm:choose name="Name9">
            <dgm:if name="Name10" axis="ch" ptType="node" func="cnt" op="lte" val="1">
              <dgm:shape xmlns:r="http://schemas.openxmlformats.org/officeDocument/2006/relationships" type="roundRect" r:blip="" hideGeom="1">
                <dgm:adjLst>
                  <dgm:adj idx="1" val="0.1667"/>
                  <dgm:adj idx="2" val="0"/>
                </dgm:adjLst>
              </dgm:shape>
              <dgm:presOf axis="ch desOrSelf" ptType="node node" st="1 1" cnt="1 0"/>
              <dgm:constrLst>
                <dgm:constr type="lMarg" refType="primFontSz" fact="0.3"/>
                <dgm:constr type="rMarg" refType="primFontSz" fact="0.3"/>
                <dgm:constr type="tMarg" refType="primFontSz" fact="0.5"/>
                <dgm:constr type="bMarg" refType="primFontSz" fact="0.5"/>
              </dgm:constrLst>
            </dgm:if>
            <dgm:else name="Name11">
              <dgm:shape xmlns:r="http://schemas.openxmlformats.org/officeDocument/2006/relationships" rot="270" type="round2SameRect" r:blip="" hideGeom="1">
                <dgm:adjLst>
                  <dgm:adj idx="1" val="0.1667"/>
                  <dgm:adj idx="2" val="0"/>
                </dgm:adjLst>
              </dgm:shape>
              <dgm:presOf axis="ch desOrSelf" ptType="node node" st="1 1" cnt="1 0"/>
              <dgm:constrLst>
                <dgm:constr type="lMarg" refType="primFontSz" fact="0.3"/>
                <dgm:constr type="rMarg" refType="primFontSz" fact="0.45"/>
                <dgm:constr type="tMarg" refType="primFontSz" fact="0.5"/>
                <dgm:constr type="bMarg" refType="primFontSz" fact="0.5"/>
              </dgm:constrLst>
            </dgm:else>
          </dgm:choose>
          <dgm:ruleLst>
            <dgm:rule type="primFontSz" val="5" fact="NaN" max="NaN"/>
          </dgm:ruleLst>
        </dgm:layoutNode>
        <dgm:layoutNode name="LeftNode" styleLbl="bgImgPlace1">
          <dgm:varLst>
            <dgm:chMax val="2"/>
            <dgm:chPref val="2"/>
          </dgm:varLst>
          <dgm:alg type="sp"/>
          <dgm:choose name="Name12">
            <dgm:if name="Name13" axis="ch" ptType="node" func="cnt" op="lte" val="1">
              <dgm:shape xmlns:r="http://schemas.openxmlformats.org/officeDocument/2006/relationships" type="roundRect" r:blip="">
                <dgm:adjLst>
                  <dgm:adj idx="1" val="0.1667"/>
                  <dgm:adj idx="2" val="0"/>
                </dgm:adjLst>
              </dgm:shape>
            </dgm:if>
            <dgm:else name="Name14">
              <dgm:shape xmlns:r="http://schemas.openxmlformats.org/officeDocument/2006/relationships" rot="270" type="round2SameRect" r:blip="">
                <dgm:adjLst>
                  <dgm:adj idx="1" val="0.1667"/>
                  <dgm:adj idx="2" val="0"/>
                </dgm:adjLst>
              </dgm:shape>
            </dgm:else>
          </dgm:choose>
          <dgm:presOf axis="ch desOrSelf" ptType="node node" st="1 1" cnt="1 0"/>
        </dgm:layoutNode>
        <dgm:choose name="Name15">
          <dgm:if name="Name16" axis="ch" ptType="node" func="cnt" op="gte" val="2">
            <dgm:layoutNode name="RightText" styleLbl="revTx" moveWith="RightNode">
              <dgm:varLst>
                <dgm:bulletEnabled val="1"/>
              </dgm:varLst>
              <dgm:alg type="tx">
                <dgm:param type="txAnchorVert" val="t"/>
                <dgm:param type="parTxLTRAlign" val="l"/>
              </dgm:alg>
              <dgm:shape xmlns:r="http://schemas.openxmlformats.org/officeDocument/2006/relationships" rot="90" type="round2SameRect" r:blip="" hideGeom="1">
                <dgm:adjLst>
                  <dgm:adj idx="1" val="0.1667"/>
                  <dgm:adj idx="2" val="0"/>
                </dgm:adjLst>
              </dgm:shape>
              <dgm:presOf axis="ch desOrSelf" ptType="node node" st="2 1" cnt="1 0"/>
              <dgm:constrLst>
                <dgm:constr type="lMarg" refType="primFontSz" fact="0.45"/>
                <dgm:constr type="rMarg" refType="primFontSz" fact="0.3"/>
                <dgm:constr type="tMarg" refType="primFontSz" fact="0.5"/>
                <dgm:constr type="bMarg" refType="primFontSz" fact="0.5"/>
              </dgm:constrLst>
              <dgm:ruleLst>
                <dgm:rule type="primFontSz" val="5" fact="NaN" max="NaN"/>
              </dgm:ruleLst>
            </dgm:layoutNode>
            <dgm:layoutNode name="RightNode" styleLbl="bgImgPlace1">
              <dgm:varLst>
                <dgm:chMax val="0"/>
                <dgm:chPref val="0"/>
              </dgm:varLst>
              <dgm:alg type="sp"/>
              <dgm:shape xmlns:r="http://schemas.openxmlformats.org/officeDocument/2006/relationships" rot="90" type="round2SameRect" r:blip="">
                <dgm:adjLst>
                  <dgm:adj idx="1" val="0.1667"/>
                  <dgm:adj idx="2" val="0"/>
                </dgm:adjLst>
              </dgm:shape>
              <dgm:presOf axis="ch desOrSelf" ptType="node node" st="2 1" cnt="1 0"/>
            </dgm:layoutNode>
            <dgm:layoutNode name="TopArrow">
              <dgm:alg type="sp"/>
              <dgm:shape xmlns:r="http://schemas.openxmlformats.org/officeDocument/2006/relationships" type="circularArrow" r:blip="">
                <dgm:adjLst>
                  <dgm:adj idx="1" val="0.125"/>
                  <dgm:adj idx="2" val="19.0387"/>
                  <dgm:adj idx="3" val="-19.0387"/>
                  <dgm:adj idx="4" val="180"/>
                  <dgm:adj idx="5" val="0.125"/>
                </dgm:adjLst>
              </dgm:shape>
              <dgm:presOf/>
            </dgm:layoutNode>
            <dgm:layoutNode name="BottomArrow">
              <dgm:alg type="sp"/>
              <dgm:shape xmlns:r="http://schemas.openxmlformats.org/officeDocument/2006/relationships" rot="180" type="circularArrow" r:blip="">
                <dgm:adjLst>
                  <dgm:adj idx="1" val="0.125"/>
                  <dgm:adj idx="2" val="19.0387"/>
                  <dgm:adj idx="3" val="-19.0387"/>
                  <dgm:adj idx="4" val="180"/>
                  <dgm:adj idx="5" val="0.125"/>
                </dgm:adjLst>
              </dgm:shape>
              <dgm:presOf/>
            </dgm:layoutNode>
          </dgm:if>
          <dgm:else name="Name17"/>
        </dgm:choose>
      </dgm:if>
      <dgm:else name="Name18"/>
    </dgm:choose>
  </dgm:layoutNode>
</dgm:layoutDef>
</file>

<file path=ppt/diagrams/layout5.xml><?xml version="1.0" encoding="utf-8"?>
<dgm:layoutDef xmlns:dgm="http://schemas.openxmlformats.org/drawingml/2006/diagram" xmlns:a="http://schemas.openxmlformats.org/drawingml/2006/main" uniqueId="urn:microsoft.com/office/officeart/2009/layout/ReverseList">
  <dgm:title val=""/>
  <dgm:desc val=""/>
  <dgm:catLst>
    <dgm:cat type="relationship" pri="3800"/>
  </dgm:catLst>
  <dgm:sampData>
    <dgm:dataModel>
      <dgm:ptLst>
        <dgm:pt modelId="0" type="doc"/>
        <dgm:pt modelId="10">
          <dgm:prSet phldr="1"/>
        </dgm:pt>
        <dgm:pt modelId="20">
          <dgm:prSet phldr="1"/>
        </dgm:pt>
      </dgm:ptLst>
      <dgm:cxnLst>
        <dgm:cxn modelId="40" srcId="0" destId="10" srcOrd="0" destOrd="0"/>
        <dgm:cxn modelId="50" srcId="0" destId="20" srcOrd="1" destOrd="0"/>
      </dgm:cxnLst>
      <dgm:bg/>
      <dgm:whole/>
    </dgm:dataModel>
  </dgm:sampData>
  <dgm:styleData>
    <dgm:dataModel>
      <dgm:ptLst>
        <dgm:pt modelId="0" type="doc"/>
        <dgm:pt modelId="10">
          <dgm:prSet phldr="1"/>
        </dgm:pt>
        <dgm:pt modelId="20">
          <dgm:prSet phldr="1"/>
        </dgm:pt>
      </dgm:ptLst>
      <dgm:cxnLst>
        <dgm:cxn modelId="40" srcId="0" destId="10" srcOrd="0" destOrd="0"/>
        <dgm:cxn modelId="50" srcId="0" destId="20" srcOrd="1" destOrd="0"/>
      </dgm:cxnLst>
      <dgm:bg/>
      <dgm:whole/>
    </dgm:dataModel>
  </dgm:styleData>
  <dgm:clrData>
    <dgm:dataModel>
      <dgm:ptLst>
        <dgm:pt modelId="0" type="doc"/>
        <dgm:pt modelId="10">
          <dgm:prSet phldr="1"/>
        </dgm:pt>
        <dgm:pt modelId="20">
          <dgm:prSet phldr="1"/>
        </dgm:pt>
      </dgm:ptLst>
      <dgm:cxnLst>
        <dgm:cxn modelId="40" srcId="0" destId="10" srcOrd="0" destOrd="0"/>
        <dgm:cxn modelId="50" srcId="0" destId="20" srcOrd="1" destOrd="0"/>
      </dgm:cxnLst>
      <dgm:bg/>
      <dgm:whole/>
    </dgm:dataModel>
  </dgm:clrData>
  <dgm:layoutNode name="Name0">
    <dgm:varLst>
      <dgm:chMax val="2"/>
      <dgm:chPref val="2"/>
      <dgm:animLvl val="lvl"/>
    </dgm:varLst>
    <dgm:choose name="Name1">
      <dgm:if name="Name2" axis="ch" ptType="node" func="cnt" op="lte" val="1">
        <dgm:alg type="composite">
          <dgm:param type="ar" val="0.9993"/>
        </dgm:alg>
      </dgm:if>
      <dgm:else name="Name3">
        <dgm:alg type="composite">
          <dgm:param type="ar" val="0.8036"/>
        </dgm:alg>
      </dgm:else>
    </dgm:choose>
    <dgm:shape xmlns:r="http://schemas.openxmlformats.org/officeDocument/2006/relationships" r:blip="">
      <dgm:adjLst/>
    </dgm:shape>
    <dgm:choose name="Name4">
      <dgm:if name="Name5" axis="ch" ptType="node" func="cnt" op="lte" val="1">
        <dgm:constrLst>
          <dgm:constr type="primFontSz" for="des" ptType="node" op="equ" val="65"/>
          <dgm:constr type="l" for="ch" forName="LeftNode" refType="w" fact="0"/>
          <dgm:constr type="t" for="ch" forName="LeftNode" refType="h" fact="0.25"/>
          <dgm:constr type="w" for="ch" forName="LeftNode" refType="w" fact="0.5"/>
          <dgm:constr type="h" for="ch" forName="LeftNode" refType="h"/>
          <dgm:constr type="l" for="ch" forName="LeftText" refType="w" fact="0"/>
          <dgm:constr type="t" for="ch" forName="LeftText" refType="h" fact="0.25"/>
          <dgm:constr type="w" for="ch" forName="LeftText" refType="w" fact="0.5"/>
          <dgm:constr type="h" for="ch" forName="LeftText" refType="h"/>
        </dgm:constrLst>
      </dgm:if>
      <dgm:else name="Name6">
        <dgm:constrLst>
          <dgm:constr type="primFontSz" for="des" ptType="node" op="equ" val="65"/>
          <dgm:constr type="l" for="ch" forName="LeftNode" refType="w" fact="0"/>
          <dgm:constr type="t" for="ch" forName="LeftNode" refType="h" fact="0.1786"/>
          <dgm:constr type="w" for="ch" forName="LeftNode" refType="w" fact="0.4889"/>
          <dgm:constr type="h" for="ch" forName="LeftNode" refType="h" fact="0.6429"/>
          <dgm:constr type="l" for="ch" forName="LeftText" refType="w" fact="0"/>
          <dgm:constr type="t" for="ch" forName="LeftText" refType="h" fact="0.1786"/>
          <dgm:constr type="w" for="ch" forName="LeftText" refType="w" fact="0.4889"/>
          <dgm:constr type="h" for="ch" forName="LeftText" refType="h" fact="0.6429"/>
          <dgm:constr type="l" for="ch" forName="RightNode" refType="w" fact="0.5111"/>
          <dgm:constr type="t" for="ch" forName="RightNode" refType="h" fact="0.1786"/>
          <dgm:constr type="w" for="ch" forName="RightNode" refType="w" fact="0.4889"/>
          <dgm:constr type="h" for="ch" forName="RightNode" refType="h" fact="0.6429"/>
          <dgm:constr type="l" for="ch" forName="RightText" refType="w" fact="0.5111"/>
          <dgm:constr type="t" for="ch" forName="RightText" refType="h" fact="0.1786"/>
          <dgm:constr type="w" for="ch" forName="RightText" refType="w" fact="0.4889"/>
          <dgm:constr type="h" for="ch" forName="RightText" refType="h" fact="0.6429"/>
          <dgm:constr type="l" for="ch" forName="TopArrow" refType="w" fact="0.2444"/>
          <dgm:constr type="t" for="ch" forName="TopArrow" refType="h" fact="0"/>
          <dgm:constr type="w" for="ch" forName="TopArrow" refType="w" fact="0.5111"/>
          <dgm:constr type="h" for="ch" forName="TopArrow" refType="h" fact="0.4107"/>
          <dgm:constr type="l" for="ch" forName="BottomArrow" refType="w" fact="0.2444"/>
          <dgm:constr type="t" for="ch" forName="BottomArrow" refType="h" fact="0.5893"/>
          <dgm:constr type="w" for="ch" forName="BottomArrow" refType="w" fact="0.5111"/>
          <dgm:constr type="h" for="ch" forName="BottomArrow" refType="h" fact="0.4107"/>
        </dgm:constrLst>
      </dgm:else>
    </dgm:choose>
    <dgm:choose name="Name7">
      <dgm:if name="Name8" axis="ch" ptType="node" func="cnt" op="gte" val="1">
        <dgm:layoutNode name="LeftText" styleLbl="revTx" moveWith="LeftNode">
          <dgm:varLst>
            <dgm:bulletEnabled val="1"/>
          </dgm:varLst>
          <dgm:alg type="tx">
            <dgm:param type="txAnchorVert" val="t"/>
            <dgm:param type="parTxLTRAlign" val="l"/>
          </dgm:alg>
          <dgm:choose name="Name9">
            <dgm:if name="Name10" axis="ch" ptType="node" func="cnt" op="lte" val="1">
              <dgm:shape xmlns:r="http://schemas.openxmlformats.org/officeDocument/2006/relationships" type="roundRect" r:blip="" hideGeom="1">
                <dgm:adjLst>
                  <dgm:adj idx="1" val="0.1667"/>
                  <dgm:adj idx="2" val="0"/>
                </dgm:adjLst>
              </dgm:shape>
              <dgm:presOf axis="ch desOrSelf" ptType="node node" st="1 1" cnt="1 0"/>
              <dgm:constrLst>
                <dgm:constr type="lMarg" refType="primFontSz" fact="0.3"/>
                <dgm:constr type="rMarg" refType="primFontSz" fact="0.3"/>
                <dgm:constr type="tMarg" refType="primFontSz" fact="0.5"/>
                <dgm:constr type="bMarg" refType="primFontSz" fact="0.5"/>
              </dgm:constrLst>
            </dgm:if>
            <dgm:else name="Name11">
              <dgm:shape xmlns:r="http://schemas.openxmlformats.org/officeDocument/2006/relationships" rot="270" type="round2SameRect" r:blip="" hideGeom="1">
                <dgm:adjLst>
                  <dgm:adj idx="1" val="0.1667"/>
                  <dgm:adj idx="2" val="0"/>
                </dgm:adjLst>
              </dgm:shape>
              <dgm:presOf axis="ch desOrSelf" ptType="node node" st="1 1" cnt="1 0"/>
              <dgm:constrLst>
                <dgm:constr type="lMarg" refType="primFontSz" fact="0.3"/>
                <dgm:constr type="rMarg" refType="primFontSz" fact="0.45"/>
                <dgm:constr type="tMarg" refType="primFontSz" fact="0.5"/>
                <dgm:constr type="bMarg" refType="primFontSz" fact="0.5"/>
              </dgm:constrLst>
            </dgm:else>
          </dgm:choose>
          <dgm:ruleLst>
            <dgm:rule type="primFontSz" val="5" fact="NaN" max="NaN"/>
          </dgm:ruleLst>
        </dgm:layoutNode>
        <dgm:layoutNode name="LeftNode" styleLbl="bgImgPlace1">
          <dgm:varLst>
            <dgm:chMax val="2"/>
            <dgm:chPref val="2"/>
          </dgm:varLst>
          <dgm:alg type="sp"/>
          <dgm:choose name="Name12">
            <dgm:if name="Name13" axis="ch" ptType="node" func="cnt" op="lte" val="1">
              <dgm:shape xmlns:r="http://schemas.openxmlformats.org/officeDocument/2006/relationships" type="roundRect" r:blip="">
                <dgm:adjLst>
                  <dgm:adj idx="1" val="0.1667"/>
                  <dgm:adj idx="2" val="0"/>
                </dgm:adjLst>
              </dgm:shape>
            </dgm:if>
            <dgm:else name="Name14">
              <dgm:shape xmlns:r="http://schemas.openxmlformats.org/officeDocument/2006/relationships" rot="270" type="round2SameRect" r:blip="">
                <dgm:adjLst>
                  <dgm:adj idx="1" val="0.1667"/>
                  <dgm:adj idx="2" val="0"/>
                </dgm:adjLst>
              </dgm:shape>
            </dgm:else>
          </dgm:choose>
          <dgm:presOf axis="ch desOrSelf" ptType="node node" st="1 1" cnt="1 0"/>
        </dgm:layoutNode>
        <dgm:choose name="Name15">
          <dgm:if name="Name16" axis="ch" ptType="node" func="cnt" op="gte" val="2">
            <dgm:layoutNode name="RightText" styleLbl="revTx" moveWith="RightNode">
              <dgm:varLst>
                <dgm:bulletEnabled val="1"/>
              </dgm:varLst>
              <dgm:alg type="tx">
                <dgm:param type="txAnchorVert" val="t"/>
                <dgm:param type="parTxLTRAlign" val="l"/>
              </dgm:alg>
              <dgm:shape xmlns:r="http://schemas.openxmlformats.org/officeDocument/2006/relationships" rot="90" type="round2SameRect" r:blip="" hideGeom="1">
                <dgm:adjLst>
                  <dgm:adj idx="1" val="0.1667"/>
                  <dgm:adj idx="2" val="0"/>
                </dgm:adjLst>
              </dgm:shape>
              <dgm:presOf axis="ch desOrSelf" ptType="node node" st="2 1" cnt="1 0"/>
              <dgm:constrLst>
                <dgm:constr type="lMarg" refType="primFontSz" fact="0.45"/>
                <dgm:constr type="rMarg" refType="primFontSz" fact="0.3"/>
                <dgm:constr type="tMarg" refType="primFontSz" fact="0.5"/>
                <dgm:constr type="bMarg" refType="primFontSz" fact="0.5"/>
              </dgm:constrLst>
              <dgm:ruleLst>
                <dgm:rule type="primFontSz" val="5" fact="NaN" max="NaN"/>
              </dgm:ruleLst>
            </dgm:layoutNode>
            <dgm:layoutNode name="RightNode" styleLbl="bgImgPlace1">
              <dgm:varLst>
                <dgm:chMax val="0"/>
                <dgm:chPref val="0"/>
              </dgm:varLst>
              <dgm:alg type="sp"/>
              <dgm:shape xmlns:r="http://schemas.openxmlformats.org/officeDocument/2006/relationships" rot="90" type="round2SameRect" r:blip="">
                <dgm:adjLst>
                  <dgm:adj idx="1" val="0.1667"/>
                  <dgm:adj idx="2" val="0"/>
                </dgm:adjLst>
              </dgm:shape>
              <dgm:presOf axis="ch desOrSelf" ptType="node node" st="2 1" cnt="1 0"/>
            </dgm:layoutNode>
            <dgm:layoutNode name="TopArrow">
              <dgm:alg type="sp"/>
              <dgm:shape xmlns:r="http://schemas.openxmlformats.org/officeDocument/2006/relationships" type="circularArrow" r:blip="">
                <dgm:adjLst>
                  <dgm:adj idx="1" val="0.125"/>
                  <dgm:adj idx="2" val="19.0387"/>
                  <dgm:adj idx="3" val="-19.0387"/>
                  <dgm:adj idx="4" val="180"/>
                  <dgm:adj idx="5" val="0.125"/>
                </dgm:adjLst>
              </dgm:shape>
              <dgm:presOf/>
            </dgm:layoutNode>
            <dgm:layoutNode name="BottomArrow">
              <dgm:alg type="sp"/>
              <dgm:shape xmlns:r="http://schemas.openxmlformats.org/officeDocument/2006/relationships" rot="180" type="circularArrow" r:blip="">
                <dgm:adjLst>
                  <dgm:adj idx="1" val="0.125"/>
                  <dgm:adj idx="2" val="19.0387"/>
                  <dgm:adj idx="3" val="-19.0387"/>
                  <dgm:adj idx="4" val="180"/>
                  <dgm:adj idx="5" val="0.125"/>
                </dgm:adjLst>
              </dgm:shape>
              <dgm:presOf/>
            </dgm:layoutNode>
          </dgm:if>
          <dgm:else name="Name17"/>
        </dgm:choose>
      </dgm:if>
      <dgm:else name="Name18"/>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image" Target="../media/image20.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6.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7.e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image" Target="../media/image28.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32.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6411"/>
          </a:xfrm>
          <a:prstGeom prst="rect">
            <a:avLst/>
          </a:prstGeom>
        </p:spPr>
        <p:txBody>
          <a:bodyPr vert="horz" lIns="91440" tIns="45720" rIns="91440" bIns="45720" rtlCol="0"/>
          <a:lstStyle>
            <a:lvl1pPr algn="l">
              <a:defRPr sz="1200"/>
            </a:lvl1pPr>
          </a:lstStyle>
          <a:p>
            <a:endParaRPr lang="zh-CN" altLang="en-US"/>
          </a:p>
        </p:txBody>
      </p:sp>
      <p:sp>
        <p:nvSpPr>
          <p:cNvPr id="4" name="页脚占位符 3"/>
          <p:cNvSpPr>
            <a:spLocks noGrp="1"/>
          </p:cNvSpPr>
          <p:nvPr>
            <p:ph type="ftr" sz="quarter" idx="2"/>
          </p:nvPr>
        </p:nvSpPr>
        <p:spPr>
          <a:xfrm>
            <a:off x="0" y="9430091"/>
            <a:ext cx="2945659" cy="496411"/>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50443" y="9430091"/>
            <a:ext cx="2945659" cy="496411"/>
          </a:xfrm>
          <a:prstGeom prst="rect">
            <a:avLst/>
          </a:prstGeom>
        </p:spPr>
        <p:txBody>
          <a:bodyPr vert="horz" lIns="91440" tIns="45720" rIns="91440" bIns="45720" rtlCol="0" anchor="b"/>
          <a:lstStyle>
            <a:lvl1pPr algn="r">
              <a:defRPr sz="1200"/>
            </a:lvl1pPr>
          </a:lstStyle>
          <a:p>
            <a:fld id="{AA860109-53DF-457F-AED6-1BA9F3CD28FC}" type="slidenum">
              <a:rPr lang="zh-CN" altLang="en-US" smtClean="0"/>
              <a:pPr/>
              <a:t>‹#›</a:t>
            </a:fld>
            <a:endParaRPr lang="zh-CN" altLang="en-US"/>
          </a:p>
        </p:txBody>
      </p:sp>
    </p:spTree>
    <p:extLst>
      <p:ext uri="{BB962C8B-B14F-4D97-AF65-F5344CB8AC3E}">
        <p14:creationId xmlns:p14="http://schemas.microsoft.com/office/powerpoint/2010/main" val="304158966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6411"/>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50443" y="0"/>
            <a:ext cx="2945659" cy="496411"/>
          </a:xfrm>
          <a:prstGeom prst="rect">
            <a:avLst/>
          </a:prstGeom>
        </p:spPr>
        <p:txBody>
          <a:bodyPr vert="horz" lIns="91440" tIns="45720" rIns="91440" bIns="45720" rtlCol="0"/>
          <a:lstStyle>
            <a:lvl1pPr algn="r">
              <a:defRPr sz="1200"/>
            </a:lvl1pPr>
          </a:lstStyle>
          <a:p>
            <a:fld id="{DED8E1AA-0947-4ECF-BF79-B825971169E5}" type="datetimeFigureOut">
              <a:rPr lang="zh-CN" altLang="en-US" smtClean="0"/>
              <a:pPr/>
              <a:t>2019-2-21</a:t>
            </a:fld>
            <a:endParaRPr lang="zh-CN" altLang="en-US"/>
          </a:p>
        </p:txBody>
      </p:sp>
      <p:sp>
        <p:nvSpPr>
          <p:cNvPr id="4" name="幻灯片图像占位符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79768" y="4715907"/>
            <a:ext cx="5438140" cy="4467701"/>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9430091"/>
            <a:ext cx="2945659" cy="496411"/>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50443" y="9430091"/>
            <a:ext cx="2945659" cy="496411"/>
          </a:xfrm>
          <a:prstGeom prst="rect">
            <a:avLst/>
          </a:prstGeom>
        </p:spPr>
        <p:txBody>
          <a:bodyPr vert="horz" lIns="91440" tIns="45720" rIns="91440" bIns="45720" rtlCol="0" anchor="b"/>
          <a:lstStyle>
            <a:lvl1pPr algn="r">
              <a:defRPr sz="1200"/>
            </a:lvl1pPr>
          </a:lstStyle>
          <a:p>
            <a:fld id="{74935D53-AD83-4E32-86F2-0C01B0AFA71E}" type="slidenum">
              <a:rPr lang="zh-CN" altLang="en-US" smtClean="0"/>
              <a:pPr/>
              <a:t>‹#›</a:t>
            </a:fld>
            <a:endParaRPr lang="zh-CN" altLang="en-US"/>
          </a:p>
        </p:txBody>
      </p:sp>
    </p:spTree>
    <p:extLst>
      <p:ext uri="{BB962C8B-B14F-4D97-AF65-F5344CB8AC3E}">
        <p14:creationId xmlns:p14="http://schemas.microsoft.com/office/powerpoint/2010/main" val="2124609885"/>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1</a:t>
            </a:fld>
            <a:endParaRPr lang="zh-CN" altLang="en-US"/>
          </a:p>
        </p:txBody>
      </p:sp>
    </p:spTree>
    <p:extLst>
      <p:ext uri="{BB962C8B-B14F-4D97-AF65-F5344CB8AC3E}">
        <p14:creationId xmlns:p14="http://schemas.microsoft.com/office/powerpoint/2010/main" val="4002994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2</a:t>
            </a:fld>
            <a:endParaRPr lang="zh-CN" altLang="en-US"/>
          </a:p>
        </p:txBody>
      </p:sp>
    </p:spTree>
    <p:extLst>
      <p:ext uri="{BB962C8B-B14F-4D97-AF65-F5344CB8AC3E}">
        <p14:creationId xmlns:p14="http://schemas.microsoft.com/office/powerpoint/2010/main" val="15911482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3</a:t>
            </a:fld>
            <a:endParaRPr lang="zh-CN" altLang="en-US"/>
          </a:p>
        </p:txBody>
      </p:sp>
    </p:spTree>
    <p:extLst>
      <p:ext uri="{BB962C8B-B14F-4D97-AF65-F5344CB8AC3E}">
        <p14:creationId xmlns:p14="http://schemas.microsoft.com/office/powerpoint/2010/main" val="27245576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4</a:t>
            </a:fld>
            <a:endParaRPr lang="zh-CN" altLang="en-US"/>
          </a:p>
        </p:txBody>
      </p:sp>
    </p:spTree>
    <p:extLst>
      <p:ext uri="{BB962C8B-B14F-4D97-AF65-F5344CB8AC3E}">
        <p14:creationId xmlns:p14="http://schemas.microsoft.com/office/powerpoint/2010/main" val="27245576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5</a:t>
            </a:fld>
            <a:endParaRPr lang="zh-CN" altLang="en-US"/>
          </a:p>
        </p:txBody>
      </p:sp>
    </p:spTree>
    <p:extLst>
      <p:ext uri="{BB962C8B-B14F-4D97-AF65-F5344CB8AC3E}">
        <p14:creationId xmlns:p14="http://schemas.microsoft.com/office/powerpoint/2010/main" val="27245576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6</a:t>
            </a:fld>
            <a:endParaRPr lang="zh-CN" altLang="en-US"/>
          </a:p>
        </p:txBody>
      </p:sp>
    </p:spTree>
    <p:extLst>
      <p:ext uri="{BB962C8B-B14F-4D97-AF65-F5344CB8AC3E}">
        <p14:creationId xmlns:p14="http://schemas.microsoft.com/office/powerpoint/2010/main" val="27245576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7</a:t>
            </a:fld>
            <a:endParaRPr lang="zh-CN" altLang="en-US"/>
          </a:p>
        </p:txBody>
      </p:sp>
    </p:spTree>
    <p:extLst>
      <p:ext uri="{BB962C8B-B14F-4D97-AF65-F5344CB8AC3E}">
        <p14:creationId xmlns:p14="http://schemas.microsoft.com/office/powerpoint/2010/main" val="27245576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8</a:t>
            </a:fld>
            <a:endParaRPr lang="zh-CN" altLang="en-US"/>
          </a:p>
        </p:txBody>
      </p:sp>
    </p:spTree>
    <p:extLst>
      <p:ext uri="{BB962C8B-B14F-4D97-AF65-F5344CB8AC3E}">
        <p14:creationId xmlns:p14="http://schemas.microsoft.com/office/powerpoint/2010/main" val="27245576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9</a:t>
            </a:fld>
            <a:endParaRPr lang="zh-CN" altLang="en-US"/>
          </a:p>
        </p:txBody>
      </p:sp>
    </p:spTree>
    <p:extLst>
      <p:ext uri="{BB962C8B-B14F-4D97-AF65-F5344CB8AC3E}">
        <p14:creationId xmlns:p14="http://schemas.microsoft.com/office/powerpoint/2010/main" val="27245576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10</a:t>
            </a:fld>
            <a:endParaRPr lang="zh-CN" altLang="en-US"/>
          </a:p>
        </p:txBody>
      </p:sp>
    </p:spTree>
    <p:extLst>
      <p:ext uri="{BB962C8B-B14F-4D97-AF65-F5344CB8AC3E}">
        <p14:creationId xmlns:p14="http://schemas.microsoft.com/office/powerpoint/2010/main" val="27245576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11</a:t>
            </a:fld>
            <a:endParaRPr lang="zh-CN" altLang="en-US"/>
          </a:p>
        </p:txBody>
      </p:sp>
    </p:spTree>
    <p:extLst>
      <p:ext uri="{BB962C8B-B14F-4D97-AF65-F5344CB8AC3E}">
        <p14:creationId xmlns:p14="http://schemas.microsoft.com/office/powerpoint/2010/main" val="27245576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12</a:t>
            </a:fld>
            <a:endParaRPr lang="zh-CN" altLang="en-US"/>
          </a:p>
        </p:txBody>
      </p:sp>
    </p:spTree>
    <p:extLst>
      <p:ext uri="{BB962C8B-B14F-4D97-AF65-F5344CB8AC3E}">
        <p14:creationId xmlns:p14="http://schemas.microsoft.com/office/powerpoint/2010/main" val="27245576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13</a:t>
            </a:fld>
            <a:endParaRPr lang="zh-CN" altLang="en-US"/>
          </a:p>
        </p:txBody>
      </p:sp>
    </p:spTree>
    <p:extLst>
      <p:ext uri="{BB962C8B-B14F-4D97-AF65-F5344CB8AC3E}">
        <p14:creationId xmlns:p14="http://schemas.microsoft.com/office/powerpoint/2010/main" val="27245576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14</a:t>
            </a:fld>
            <a:endParaRPr lang="zh-CN" altLang="en-US"/>
          </a:p>
        </p:txBody>
      </p:sp>
    </p:spTree>
    <p:extLst>
      <p:ext uri="{BB962C8B-B14F-4D97-AF65-F5344CB8AC3E}">
        <p14:creationId xmlns:p14="http://schemas.microsoft.com/office/powerpoint/2010/main" val="27245576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15</a:t>
            </a:fld>
            <a:endParaRPr lang="zh-CN" altLang="en-US"/>
          </a:p>
        </p:txBody>
      </p:sp>
    </p:spTree>
    <p:extLst>
      <p:ext uri="{BB962C8B-B14F-4D97-AF65-F5344CB8AC3E}">
        <p14:creationId xmlns:p14="http://schemas.microsoft.com/office/powerpoint/2010/main" val="27245576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16</a:t>
            </a:fld>
            <a:endParaRPr lang="zh-CN" altLang="en-US"/>
          </a:p>
        </p:txBody>
      </p:sp>
    </p:spTree>
    <p:extLst>
      <p:ext uri="{BB962C8B-B14F-4D97-AF65-F5344CB8AC3E}">
        <p14:creationId xmlns:p14="http://schemas.microsoft.com/office/powerpoint/2010/main" val="1292565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17</a:t>
            </a:fld>
            <a:endParaRPr lang="zh-CN" altLang="en-US"/>
          </a:p>
        </p:txBody>
      </p:sp>
    </p:spTree>
    <p:extLst>
      <p:ext uri="{BB962C8B-B14F-4D97-AF65-F5344CB8AC3E}">
        <p14:creationId xmlns:p14="http://schemas.microsoft.com/office/powerpoint/2010/main" val="272455767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18</a:t>
            </a:fld>
            <a:endParaRPr lang="zh-CN" altLang="en-US"/>
          </a:p>
        </p:txBody>
      </p:sp>
    </p:spTree>
    <p:extLst>
      <p:ext uri="{BB962C8B-B14F-4D97-AF65-F5344CB8AC3E}">
        <p14:creationId xmlns:p14="http://schemas.microsoft.com/office/powerpoint/2010/main" val="27245576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19</a:t>
            </a:fld>
            <a:endParaRPr lang="zh-CN" altLang="en-US"/>
          </a:p>
        </p:txBody>
      </p:sp>
    </p:spTree>
    <p:extLst>
      <p:ext uri="{BB962C8B-B14F-4D97-AF65-F5344CB8AC3E}">
        <p14:creationId xmlns:p14="http://schemas.microsoft.com/office/powerpoint/2010/main" val="272455767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20</a:t>
            </a:fld>
            <a:endParaRPr lang="zh-CN" altLang="en-US"/>
          </a:p>
        </p:txBody>
      </p:sp>
    </p:spTree>
    <p:extLst>
      <p:ext uri="{BB962C8B-B14F-4D97-AF65-F5344CB8AC3E}">
        <p14:creationId xmlns:p14="http://schemas.microsoft.com/office/powerpoint/2010/main" val="272455767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21</a:t>
            </a:fld>
            <a:endParaRPr lang="zh-CN" altLang="en-US"/>
          </a:p>
        </p:txBody>
      </p:sp>
    </p:spTree>
    <p:extLst>
      <p:ext uri="{BB962C8B-B14F-4D97-AF65-F5344CB8AC3E}">
        <p14:creationId xmlns:p14="http://schemas.microsoft.com/office/powerpoint/2010/main" val="272455767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22</a:t>
            </a:fld>
            <a:endParaRPr lang="zh-CN" altLang="en-US"/>
          </a:p>
        </p:txBody>
      </p:sp>
    </p:spTree>
    <p:extLst>
      <p:ext uri="{BB962C8B-B14F-4D97-AF65-F5344CB8AC3E}">
        <p14:creationId xmlns:p14="http://schemas.microsoft.com/office/powerpoint/2010/main" val="391269895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23</a:t>
            </a:fld>
            <a:endParaRPr lang="zh-CN" altLang="en-US"/>
          </a:p>
        </p:txBody>
      </p:sp>
    </p:spTree>
    <p:extLst>
      <p:ext uri="{BB962C8B-B14F-4D97-AF65-F5344CB8AC3E}">
        <p14:creationId xmlns:p14="http://schemas.microsoft.com/office/powerpoint/2010/main" val="227291964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24</a:t>
            </a:fld>
            <a:endParaRPr lang="zh-CN" altLang="en-US"/>
          </a:p>
        </p:txBody>
      </p:sp>
    </p:spTree>
    <p:extLst>
      <p:ext uri="{BB962C8B-B14F-4D97-AF65-F5344CB8AC3E}">
        <p14:creationId xmlns:p14="http://schemas.microsoft.com/office/powerpoint/2010/main" val="151908054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25</a:t>
            </a:fld>
            <a:endParaRPr lang="zh-CN" altLang="en-US"/>
          </a:p>
        </p:txBody>
      </p:sp>
    </p:spTree>
    <p:extLst>
      <p:ext uri="{BB962C8B-B14F-4D97-AF65-F5344CB8AC3E}">
        <p14:creationId xmlns:p14="http://schemas.microsoft.com/office/powerpoint/2010/main" val="12504664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26</a:t>
            </a:fld>
            <a:endParaRPr lang="zh-CN" altLang="en-US"/>
          </a:p>
        </p:txBody>
      </p:sp>
    </p:spTree>
    <p:extLst>
      <p:ext uri="{BB962C8B-B14F-4D97-AF65-F5344CB8AC3E}">
        <p14:creationId xmlns:p14="http://schemas.microsoft.com/office/powerpoint/2010/main" val="109384169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27</a:t>
            </a:fld>
            <a:endParaRPr lang="zh-CN" altLang="en-US"/>
          </a:p>
        </p:txBody>
      </p:sp>
    </p:spTree>
    <p:extLst>
      <p:ext uri="{BB962C8B-B14F-4D97-AF65-F5344CB8AC3E}">
        <p14:creationId xmlns:p14="http://schemas.microsoft.com/office/powerpoint/2010/main" val="109906933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28</a:t>
            </a:fld>
            <a:endParaRPr lang="zh-CN" altLang="en-US"/>
          </a:p>
        </p:txBody>
      </p:sp>
    </p:spTree>
    <p:extLst>
      <p:ext uri="{BB962C8B-B14F-4D97-AF65-F5344CB8AC3E}">
        <p14:creationId xmlns:p14="http://schemas.microsoft.com/office/powerpoint/2010/main" val="109361132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29</a:t>
            </a:fld>
            <a:endParaRPr lang="zh-CN" altLang="en-US"/>
          </a:p>
        </p:txBody>
      </p:sp>
    </p:spTree>
    <p:extLst>
      <p:ext uri="{BB962C8B-B14F-4D97-AF65-F5344CB8AC3E}">
        <p14:creationId xmlns:p14="http://schemas.microsoft.com/office/powerpoint/2010/main" val="281681958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30</a:t>
            </a:fld>
            <a:endParaRPr lang="zh-CN" altLang="en-US"/>
          </a:p>
        </p:txBody>
      </p:sp>
    </p:spTree>
    <p:extLst>
      <p:ext uri="{BB962C8B-B14F-4D97-AF65-F5344CB8AC3E}">
        <p14:creationId xmlns:p14="http://schemas.microsoft.com/office/powerpoint/2010/main" val="298760704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31</a:t>
            </a:fld>
            <a:endParaRPr lang="zh-CN" altLang="en-US"/>
          </a:p>
        </p:txBody>
      </p:sp>
    </p:spTree>
    <p:extLst>
      <p:ext uri="{BB962C8B-B14F-4D97-AF65-F5344CB8AC3E}">
        <p14:creationId xmlns:p14="http://schemas.microsoft.com/office/powerpoint/2010/main" val="248679165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32</a:t>
            </a:fld>
            <a:endParaRPr lang="zh-CN" altLang="en-US"/>
          </a:p>
        </p:txBody>
      </p:sp>
    </p:spTree>
    <p:extLst>
      <p:ext uri="{BB962C8B-B14F-4D97-AF65-F5344CB8AC3E}">
        <p14:creationId xmlns:p14="http://schemas.microsoft.com/office/powerpoint/2010/main" val="63232913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33</a:t>
            </a:fld>
            <a:endParaRPr lang="zh-CN" altLang="en-US"/>
          </a:p>
        </p:txBody>
      </p:sp>
    </p:spTree>
    <p:extLst>
      <p:ext uri="{BB962C8B-B14F-4D97-AF65-F5344CB8AC3E}">
        <p14:creationId xmlns:p14="http://schemas.microsoft.com/office/powerpoint/2010/main" val="97034286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34</a:t>
            </a:fld>
            <a:endParaRPr lang="zh-CN" altLang="en-US"/>
          </a:p>
        </p:txBody>
      </p:sp>
    </p:spTree>
    <p:extLst>
      <p:ext uri="{BB962C8B-B14F-4D97-AF65-F5344CB8AC3E}">
        <p14:creationId xmlns:p14="http://schemas.microsoft.com/office/powerpoint/2010/main" val="97859133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35</a:t>
            </a:fld>
            <a:endParaRPr lang="zh-CN" altLang="en-US"/>
          </a:p>
        </p:txBody>
      </p:sp>
    </p:spTree>
    <p:extLst>
      <p:ext uri="{BB962C8B-B14F-4D97-AF65-F5344CB8AC3E}">
        <p14:creationId xmlns:p14="http://schemas.microsoft.com/office/powerpoint/2010/main" val="149281896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36</a:t>
            </a:fld>
            <a:endParaRPr lang="zh-CN" altLang="en-US"/>
          </a:p>
        </p:txBody>
      </p:sp>
    </p:spTree>
    <p:extLst>
      <p:ext uri="{BB962C8B-B14F-4D97-AF65-F5344CB8AC3E}">
        <p14:creationId xmlns:p14="http://schemas.microsoft.com/office/powerpoint/2010/main" val="419442012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37</a:t>
            </a:fld>
            <a:endParaRPr lang="zh-CN" altLang="en-US"/>
          </a:p>
        </p:txBody>
      </p:sp>
    </p:spTree>
    <p:extLst>
      <p:ext uri="{BB962C8B-B14F-4D97-AF65-F5344CB8AC3E}">
        <p14:creationId xmlns:p14="http://schemas.microsoft.com/office/powerpoint/2010/main" val="133617347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38</a:t>
            </a:fld>
            <a:endParaRPr lang="zh-CN" altLang="en-US"/>
          </a:p>
        </p:txBody>
      </p:sp>
    </p:spTree>
    <p:extLst>
      <p:ext uri="{BB962C8B-B14F-4D97-AF65-F5344CB8AC3E}">
        <p14:creationId xmlns:p14="http://schemas.microsoft.com/office/powerpoint/2010/main" val="199205633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39</a:t>
            </a:fld>
            <a:endParaRPr lang="zh-CN" altLang="en-US"/>
          </a:p>
        </p:txBody>
      </p:sp>
    </p:spTree>
    <p:extLst>
      <p:ext uri="{BB962C8B-B14F-4D97-AF65-F5344CB8AC3E}">
        <p14:creationId xmlns:p14="http://schemas.microsoft.com/office/powerpoint/2010/main" val="200322211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40</a:t>
            </a:fld>
            <a:endParaRPr lang="zh-CN" altLang="en-US"/>
          </a:p>
        </p:txBody>
      </p:sp>
    </p:spTree>
    <p:extLst>
      <p:ext uri="{BB962C8B-B14F-4D97-AF65-F5344CB8AC3E}">
        <p14:creationId xmlns:p14="http://schemas.microsoft.com/office/powerpoint/2010/main" val="226756142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41</a:t>
            </a:fld>
            <a:endParaRPr lang="zh-CN" altLang="en-US"/>
          </a:p>
        </p:txBody>
      </p:sp>
    </p:spTree>
    <p:extLst>
      <p:ext uri="{BB962C8B-B14F-4D97-AF65-F5344CB8AC3E}">
        <p14:creationId xmlns:p14="http://schemas.microsoft.com/office/powerpoint/2010/main" val="379055686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42</a:t>
            </a:fld>
            <a:endParaRPr lang="zh-CN" altLang="en-US"/>
          </a:p>
        </p:txBody>
      </p:sp>
    </p:spTree>
    <p:extLst>
      <p:ext uri="{BB962C8B-B14F-4D97-AF65-F5344CB8AC3E}">
        <p14:creationId xmlns:p14="http://schemas.microsoft.com/office/powerpoint/2010/main" val="287903238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43</a:t>
            </a:fld>
            <a:endParaRPr lang="zh-CN" altLang="en-US"/>
          </a:p>
        </p:txBody>
      </p:sp>
    </p:spTree>
    <p:extLst>
      <p:ext uri="{BB962C8B-B14F-4D97-AF65-F5344CB8AC3E}">
        <p14:creationId xmlns:p14="http://schemas.microsoft.com/office/powerpoint/2010/main" val="178312231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44</a:t>
            </a:fld>
            <a:endParaRPr lang="zh-CN" altLang="en-US"/>
          </a:p>
        </p:txBody>
      </p:sp>
    </p:spTree>
    <p:extLst>
      <p:ext uri="{BB962C8B-B14F-4D97-AF65-F5344CB8AC3E}">
        <p14:creationId xmlns:p14="http://schemas.microsoft.com/office/powerpoint/2010/main" val="127462742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45</a:t>
            </a:fld>
            <a:endParaRPr lang="zh-CN" altLang="en-US"/>
          </a:p>
        </p:txBody>
      </p:sp>
    </p:spTree>
    <p:extLst>
      <p:ext uri="{BB962C8B-B14F-4D97-AF65-F5344CB8AC3E}">
        <p14:creationId xmlns:p14="http://schemas.microsoft.com/office/powerpoint/2010/main" val="200040165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46</a:t>
            </a:fld>
            <a:endParaRPr lang="zh-CN" altLang="en-US"/>
          </a:p>
        </p:txBody>
      </p:sp>
    </p:spTree>
    <p:extLst>
      <p:ext uri="{BB962C8B-B14F-4D97-AF65-F5344CB8AC3E}">
        <p14:creationId xmlns:p14="http://schemas.microsoft.com/office/powerpoint/2010/main" val="162412800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47</a:t>
            </a:fld>
            <a:endParaRPr lang="zh-CN" altLang="en-US"/>
          </a:p>
        </p:txBody>
      </p:sp>
    </p:spTree>
    <p:extLst>
      <p:ext uri="{BB962C8B-B14F-4D97-AF65-F5344CB8AC3E}">
        <p14:creationId xmlns:p14="http://schemas.microsoft.com/office/powerpoint/2010/main" val="144107159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48</a:t>
            </a:fld>
            <a:endParaRPr lang="zh-CN" altLang="en-US"/>
          </a:p>
        </p:txBody>
      </p:sp>
    </p:spTree>
    <p:extLst>
      <p:ext uri="{BB962C8B-B14F-4D97-AF65-F5344CB8AC3E}">
        <p14:creationId xmlns:p14="http://schemas.microsoft.com/office/powerpoint/2010/main" val="322979811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49</a:t>
            </a:fld>
            <a:endParaRPr lang="zh-CN" altLang="en-US"/>
          </a:p>
        </p:txBody>
      </p:sp>
    </p:spTree>
    <p:extLst>
      <p:ext uri="{BB962C8B-B14F-4D97-AF65-F5344CB8AC3E}">
        <p14:creationId xmlns:p14="http://schemas.microsoft.com/office/powerpoint/2010/main" val="368539295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50</a:t>
            </a:fld>
            <a:endParaRPr lang="zh-CN" altLang="en-US"/>
          </a:p>
        </p:txBody>
      </p:sp>
    </p:spTree>
    <p:extLst>
      <p:ext uri="{BB962C8B-B14F-4D97-AF65-F5344CB8AC3E}">
        <p14:creationId xmlns:p14="http://schemas.microsoft.com/office/powerpoint/2010/main" val="353580489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51</a:t>
            </a:fld>
            <a:endParaRPr lang="zh-CN" altLang="en-US"/>
          </a:p>
        </p:txBody>
      </p:sp>
    </p:spTree>
    <p:extLst>
      <p:ext uri="{BB962C8B-B14F-4D97-AF65-F5344CB8AC3E}">
        <p14:creationId xmlns:p14="http://schemas.microsoft.com/office/powerpoint/2010/main" val="68308519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52</a:t>
            </a:fld>
            <a:endParaRPr lang="zh-CN" altLang="en-US"/>
          </a:p>
        </p:txBody>
      </p:sp>
    </p:spTree>
    <p:extLst>
      <p:ext uri="{BB962C8B-B14F-4D97-AF65-F5344CB8AC3E}">
        <p14:creationId xmlns:p14="http://schemas.microsoft.com/office/powerpoint/2010/main" val="24308335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53</a:t>
            </a:fld>
            <a:endParaRPr lang="zh-CN" altLang="en-US"/>
          </a:p>
        </p:txBody>
      </p:sp>
    </p:spTree>
    <p:extLst>
      <p:ext uri="{BB962C8B-B14F-4D97-AF65-F5344CB8AC3E}">
        <p14:creationId xmlns:p14="http://schemas.microsoft.com/office/powerpoint/2010/main" val="202039836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54</a:t>
            </a:fld>
            <a:endParaRPr lang="zh-CN" altLang="en-US"/>
          </a:p>
        </p:txBody>
      </p:sp>
    </p:spTree>
    <p:extLst>
      <p:ext uri="{BB962C8B-B14F-4D97-AF65-F5344CB8AC3E}">
        <p14:creationId xmlns:p14="http://schemas.microsoft.com/office/powerpoint/2010/main" val="38002067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55</a:t>
            </a:fld>
            <a:endParaRPr lang="zh-CN" altLang="en-US"/>
          </a:p>
        </p:txBody>
      </p:sp>
    </p:spTree>
    <p:extLst>
      <p:ext uri="{BB962C8B-B14F-4D97-AF65-F5344CB8AC3E}">
        <p14:creationId xmlns:p14="http://schemas.microsoft.com/office/powerpoint/2010/main" val="341935607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56</a:t>
            </a:fld>
            <a:endParaRPr lang="zh-CN" altLang="en-US"/>
          </a:p>
        </p:txBody>
      </p:sp>
    </p:spTree>
    <p:extLst>
      <p:ext uri="{BB962C8B-B14F-4D97-AF65-F5344CB8AC3E}">
        <p14:creationId xmlns:p14="http://schemas.microsoft.com/office/powerpoint/2010/main" val="332763992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57</a:t>
            </a:fld>
            <a:endParaRPr lang="zh-CN" altLang="en-US"/>
          </a:p>
        </p:txBody>
      </p:sp>
    </p:spTree>
    <p:extLst>
      <p:ext uri="{BB962C8B-B14F-4D97-AF65-F5344CB8AC3E}">
        <p14:creationId xmlns:p14="http://schemas.microsoft.com/office/powerpoint/2010/main" val="175803402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58</a:t>
            </a:fld>
            <a:endParaRPr lang="zh-CN" altLang="en-US"/>
          </a:p>
        </p:txBody>
      </p:sp>
    </p:spTree>
    <p:extLst>
      <p:ext uri="{BB962C8B-B14F-4D97-AF65-F5344CB8AC3E}">
        <p14:creationId xmlns:p14="http://schemas.microsoft.com/office/powerpoint/2010/main" val="115226187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59</a:t>
            </a:fld>
            <a:endParaRPr lang="zh-CN" altLang="en-US"/>
          </a:p>
        </p:txBody>
      </p:sp>
    </p:spTree>
    <p:extLst>
      <p:ext uri="{BB962C8B-B14F-4D97-AF65-F5344CB8AC3E}">
        <p14:creationId xmlns:p14="http://schemas.microsoft.com/office/powerpoint/2010/main" val="347916994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60</a:t>
            </a:fld>
            <a:endParaRPr lang="zh-CN" altLang="en-US"/>
          </a:p>
        </p:txBody>
      </p:sp>
    </p:spTree>
    <p:extLst>
      <p:ext uri="{BB962C8B-B14F-4D97-AF65-F5344CB8AC3E}">
        <p14:creationId xmlns:p14="http://schemas.microsoft.com/office/powerpoint/2010/main" val="106626843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61</a:t>
            </a:fld>
            <a:endParaRPr lang="zh-CN" altLang="en-US"/>
          </a:p>
        </p:txBody>
      </p:sp>
    </p:spTree>
    <p:extLst>
      <p:ext uri="{BB962C8B-B14F-4D97-AF65-F5344CB8AC3E}">
        <p14:creationId xmlns:p14="http://schemas.microsoft.com/office/powerpoint/2010/main" val="393388287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62</a:t>
            </a:fld>
            <a:endParaRPr lang="zh-CN" altLang="en-US"/>
          </a:p>
        </p:txBody>
      </p:sp>
    </p:spTree>
    <p:extLst>
      <p:ext uri="{BB962C8B-B14F-4D97-AF65-F5344CB8AC3E}">
        <p14:creationId xmlns:p14="http://schemas.microsoft.com/office/powerpoint/2010/main" val="283067324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63</a:t>
            </a:fld>
            <a:endParaRPr lang="zh-CN" altLang="en-US"/>
          </a:p>
        </p:txBody>
      </p:sp>
    </p:spTree>
    <p:extLst>
      <p:ext uri="{BB962C8B-B14F-4D97-AF65-F5344CB8AC3E}">
        <p14:creationId xmlns:p14="http://schemas.microsoft.com/office/powerpoint/2010/main" val="229304704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64</a:t>
            </a:fld>
            <a:endParaRPr lang="zh-CN" altLang="en-US"/>
          </a:p>
        </p:txBody>
      </p:sp>
    </p:spTree>
    <p:extLst>
      <p:ext uri="{BB962C8B-B14F-4D97-AF65-F5344CB8AC3E}">
        <p14:creationId xmlns:p14="http://schemas.microsoft.com/office/powerpoint/2010/main" val="418547503"/>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65</a:t>
            </a:fld>
            <a:endParaRPr lang="zh-CN" altLang="en-US"/>
          </a:p>
        </p:txBody>
      </p:sp>
    </p:spTree>
    <p:extLst>
      <p:ext uri="{BB962C8B-B14F-4D97-AF65-F5344CB8AC3E}">
        <p14:creationId xmlns:p14="http://schemas.microsoft.com/office/powerpoint/2010/main" val="52197366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66</a:t>
            </a:fld>
            <a:endParaRPr lang="zh-CN" altLang="en-US"/>
          </a:p>
        </p:txBody>
      </p:sp>
    </p:spTree>
    <p:extLst>
      <p:ext uri="{BB962C8B-B14F-4D97-AF65-F5344CB8AC3E}">
        <p14:creationId xmlns:p14="http://schemas.microsoft.com/office/powerpoint/2010/main" val="224430514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67</a:t>
            </a:fld>
            <a:endParaRPr lang="zh-CN" altLang="en-US"/>
          </a:p>
        </p:txBody>
      </p:sp>
    </p:spTree>
    <p:extLst>
      <p:ext uri="{BB962C8B-B14F-4D97-AF65-F5344CB8AC3E}">
        <p14:creationId xmlns:p14="http://schemas.microsoft.com/office/powerpoint/2010/main" val="150681594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68</a:t>
            </a:fld>
            <a:endParaRPr lang="zh-CN" altLang="en-US"/>
          </a:p>
        </p:txBody>
      </p:sp>
    </p:spTree>
    <p:extLst>
      <p:ext uri="{BB962C8B-B14F-4D97-AF65-F5344CB8AC3E}">
        <p14:creationId xmlns:p14="http://schemas.microsoft.com/office/powerpoint/2010/main" val="1861831617"/>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69</a:t>
            </a:fld>
            <a:endParaRPr lang="zh-CN" altLang="en-US"/>
          </a:p>
        </p:txBody>
      </p:sp>
    </p:spTree>
    <p:extLst>
      <p:ext uri="{BB962C8B-B14F-4D97-AF65-F5344CB8AC3E}">
        <p14:creationId xmlns:p14="http://schemas.microsoft.com/office/powerpoint/2010/main" val="325509870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70</a:t>
            </a:fld>
            <a:endParaRPr lang="zh-CN" altLang="en-US"/>
          </a:p>
        </p:txBody>
      </p:sp>
    </p:spTree>
    <p:extLst>
      <p:ext uri="{BB962C8B-B14F-4D97-AF65-F5344CB8AC3E}">
        <p14:creationId xmlns:p14="http://schemas.microsoft.com/office/powerpoint/2010/main" val="3022576255"/>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71</a:t>
            </a:fld>
            <a:endParaRPr lang="zh-CN" altLang="en-US"/>
          </a:p>
        </p:txBody>
      </p:sp>
    </p:spTree>
    <p:extLst>
      <p:ext uri="{BB962C8B-B14F-4D97-AF65-F5344CB8AC3E}">
        <p14:creationId xmlns:p14="http://schemas.microsoft.com/office/powerpoint/2010/main" val="200671713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72</a:t>
            </a:fld>
            <a:endParaRPr lang="zh-CN" altLang="en-US"/>
          </a:p>
        </p:txBody>
      </p:sp>
    </p:spTree>
    <p:extLst>
      <p:ext uri="{BB962C8B-B14F-4D97-AF65-F5344CB8AC3E}">
        <p14:creationId xmlns:p14="http://schemas.microsoft.com/office/powerpoint/2010/main" val="192771654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73</a:t>
            </a:fld>
            <a:endParaRPr lang="zh-CN" altLang="en-US"/>
          </a:p>
        </p:txBody>
      </p:sp>
    </p:spTree>
    <p:extLst>
      <p:ext uri="{BB962C8B-B14F-4D97-AF65-F5344CB8AC3E}">
        <p14:creationId xmlns:p14="http://schemas.microsoft.com/office/powerpoint/2010/main" val="3566871372"/>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74</a:t>
            </a:fld>
            <a:endParaRPr lang="zh-CN" altLang="en-US"/>
          </a:p>
        </p:txBody>
      </p:sp>
    </p:spTree>
    <p:extLst>
      <p:ext uri="{BB962C8B-B14F-4D97-AF65-F5344CB8AC3E}">
        <p14:creationId xmlns:p14="http://schemas.microsoft.com/office/powerpoint/2010/main" val="2725123766"/>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75</a:t>
            </a:fld>
            <a:endParaRPr lang="zh-CN" altLang="en-US"/>
          </a:p>
        </p:txBody>
      </p:sp>
    </p:spTree>
    <p:extLst>
      <p:ext uri="{BB962C8B-B14F-4D97-AF65-F5344CB8AC3E}">
        <p14:creationId xmlns:p14="http://schemas.microsoft.com/office/powerpoint/2010/main" val="873443300"/>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76</a:t>
            </a:fld>
            <a:endParaRPr lang="zh-CN" altLang="en-US"/>
          </a:p>
        </p:txBody>
      </p:sp>
    </p:spTree>
    <p:extLst>
      <p:ext uri="{BB962C8B-B14F-4D97-AF65-F5344CB8AC3E}">
        <p14:creationId xmlns:p14="http://schemas.microsoft.com/office/powerpoint/2010/main" val="3236317628"/>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77</a:t>
            </a:fld>
            <a:endParaRPr lang="zh-CN" altLang="en-US"/>
          </a:p>
        </p:txBody>
      </p:sp>
    </p:spTree>
    <p:extLst>
      <p:ext uri="{BB962C8B-B14F-4D97-AF65-F5344CB8AC3E}">
        <p14:creationId xmlns:p14="http://schemas.microsoft.com/office/powerpoint/2010/main" val="916753164"/>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78</a:t>
            </a:fld>
            <a:endParaRPr lang="zh-CN" altLang="en-US"/>
          </a:p>
        </p:txBody>
      </p:sp>
    </p:spTree>
    <p:extLst>
      <p:ext uri="{BB962C8B-B14F-4D97-AF65-F5344CB8AC3E}">
        <p14:creationId xmlns:p14="http://schemas.microsoft.com/office/powerpoint/2010/main" val="497617694"/>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79</a:t>
            </a:fld>
            <a:endParaRPr lang="zh-CN" altLang="en-US"/>
          </a:p>
        </p:txBody>
      </p:sp>
    </p:spTree>
    <p:extLst>
      <p:ext uri="{BB962C8B-B14F-4D97-AF65-F5344CB8AC3E}">
        <p14:creationId xmlns:p14="http://schemas.microsoft.com/office/powerpoint/2010/main" val="380950745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80</a:t>
            </a:fld>
            <a:endParaRPr lang="zh-CN" altLang="en-US"/>
          </a:p>
        </p:txBody>
      </p:sp>
    </p:spTree>
    <p:extLst>
      <p:ext uri="{BB962C8B-B14F-4D97-AF65-F5344CB8AC3E}">
        <p14:creationId xmlns:p14="http://schemas.microsoft.com/office/powerpoint/2010/main" val="190209608"/>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81</a:t>
            </a:fld>
            <a:endParaRPr lang="zh-CN" altLang="en-US"/>
          </a:p>
        </p:txBody>
      </p:sp>
    </p:spTree>
    <p:extLst>
      <p:ext uri="{BB962C8B-B14F-4D97-AF65-F5344CB8AC3E}">
        <p14:creationId xmlns:p14="http://schemas.microsoft.com/office/powerpoint/2010/main" val="248407604"/>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82</a:t>
            </a:fld>
            <a:endParaRPr lang="zh-CN" altLang="en-US"/>
          </a:p>
        </p:txBody>
      </p:sp>
    </p:spTree>
    <p:extLst>
      <p:ext uri="{BB962C8B-B14F-4D97-AF65-F5344CB8AC3E}">
        <p14:creationId xmlns:p14="http://schemas.microsoft.com/office/powerpoint/2010/main" val="357799824"/>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83</a:t>
            </a:fld>
            <a:endParaRPr lang="zh-CN" altLang="en-US"/>
          </a:p>
        </p:txBody>
      </p:sp>
    </p:spTree>
    <p:extLst>
      <p:ext uri="{BB962C8B-B14F-4D97-AF65-F5344CB8AC3E}">
        <p14:creationId xmlns:p14="http://schemas.microsoft.com/office/powerpoint/2010/main" val="605237570"/>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84</a:t>
            </a:fld>
            <a:endParaRPr lang="zh-CN" altLang="en-US"/>
          </a:p>
        </p:txBody>
      </p:sp>
    </p:spTree>
    <p:extLst>
      <p:ext uri="{BB962C8B-B14F-4D97-AF65-F5344CB8AC3E}">
        <p14:creationId xmlns:p14="http://schemas.microsoft.com/office/powerpoint/2010/main" val="1559856866"/>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85</a:t>
            </a:fld>
            <a:endParaRPr lang="zh-CN" altLang="en-US"/>
          </a:p>
        </p:txBody>
      </p:sp>
    </p:spTree>
    <p:extLst>
      <p:ext uri="{BB962C8B-B14F-4D97-AF65-F5344CB8AC3E}">
        <p14:creationId xmlns:p14="http://schemas.microsoft.com/office/powerpoint/2010/main" val="690959732"/>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86</a:t>
            </a:fld>
            <a:endParaRPr lang="zh-CN" altLang="en-US"/>
          </a:p>
        </p:txBody>
      </p:sp>
    </p:spTree>
    <p:extLst>
      <p:ext uri="{BB962C8B-B14F-4D97-AF65-F5344CB8AC3E}">
        <p14:creationId xmlns:p14="http://schemas.microsoft.com/office/powerpoint/2010/main" val="3720746988"/>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87</a:t>
            </a:fld>
            <a:endParaRPr lang="zh-CN" altLang="en-US"/>
          </a:p>
        </p:txBody>
      </p:sp>
    </p:spTree>
    <p:extLst>
      <p:ext uri="{BB962C8B-B14F-4D97-AF65-F5344CB8AC3E}">
        <p14:creationId xmlns:p14="http://schemas.microsoft.com/office/powerpoint/2010/main" val="142180210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88</a:t>
            </a:fld>
            <a:endParaRPr lang="zh-CN" altLang="en-US"/>
          </a:p>
        </p:txBody>
      </p:sp>
    </p:spTree>
    <p:extLst>
      <p:ext uri="{BB962C8B-B14F-4D97-AF65-F5344CB8AC3E}">
        <p14:creationId xmlns:p14="http://schemas.microsoft.com/office/powerpoint/2010/main" val="2147551518"/>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89</a:t>
            </a:fld>
            <a:endParaRPr lang="zh-CN" altLang="en-US"/>
          </a:p>
        </p:txBody>
      </p:sp>
    </p:spTree>
    <p:extLst>
      <p:ext uri="{BB962C8B-B14F-4D97-AF65-F5344CB8AC3E}">
        <p14:creationId xmlns:p14="http://schemas.microsoft.com/office/powerpoint/2010/main" val="3967199594"/>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90</a:t>
            </a:fld>
            <a:endParaRPr lang="zh-CN" altLang="en-US"/>
          </a:p>
        </p:txBody>
      </p:sp>
    </p:spTree>
    <p:extLst>
      <p:ext uri="{BB962C8B-B14F-4D97-AF65-F5344CB8AC3E}">
        <p14:creationId xmlns:p14="http://schemas.microsoft.com/office/powerpoint/2010/main" val="1500619606"/>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91</a:t>
            </a:fld>
            <a:endParaRPr lang="zh-CN" altLang="en-US"/>
          </a:p>
        </p:txBody>
      </p:sp>
    </p:spTree>
    <p:extLst>
      <p:ext uri="{BB962C8B-B14F-4D97-AF65-F5344CB8AC3E}">
        <p14:creationId xmlns:p14="http://schemas.microsoft.com/office/powerpoint/2010/main" val="3157199742"/>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92</a:t>
            </a:fld>
            <a:endParaRPr lang="zh-CN" altLang="en-US"/>
          </a:p>
        </p:txBody>
      </p:sp>
    </p:spTree>
    <p:extLst>
      <p:ext uri="{BB962C8B-B14F-4D97-AF65-F5344CB8AC3E}">
        <p14:creationId xmlns:p14="http://schemas.microsoft.com/office/powerpoint/2010/main" val="3033152009"/>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93</a:t>
            </a:fld>
            <a:endParaRPr lang="zh-CN" altLang="en-US"/>
          </a:p>
        </p:txBody>
      </p:sp>
    </p:spTree>
    <p:extLst>
      <p:ext uri="{BB962C8B-B14F-4D97-AF65-F5344CB8AC3E}">
        <p14:creationId xmlns:p14="http://schemas.microsoft.com/office/powerpoint/2010/main" val="991036220"/>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94</a:t>
            </a:fld>
            <a:endParaRPr lang="zh-CN" altLang="en-US"/>
          </a:p>
        </p:txBody>
      </p:sp>
    </p:spTree>
    <p:extLst>
      <p:ext uri="{BB962C8B-B14F-4D97-AF65-F5344CB8AC3E}">
        <p14:creationId xmlns:p14="http://schemas.microsoft.com/office/powerpoint/2010/main" val="3996678219"/>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95</a:t>
            </a:fld>
            <a:endParaRPr lang="zh-CN" altLang="en-US"/>
          </a:p>
        </p:txBody>
      </p:sp>
    </p:spTree>
    <p:extLst>
      <p:ext uri="{BB962C8B-B14F-4D97-AF65-F5344CB8AC3E}">
        <p14:creationId xmlns:p14="http://schemas.microsoft.com/office/powerpoint/2010/main" val="2807277567"/>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96</a:t>
            </a:fld>
            <a:endParaRPr lang="zh-CN" altLang="en-US"/>
          </a:p>
        </p:txBody>
      </p:sp>
    </p:spTree>
    <p:extLst>
      <p:ext uri="{BB962C8B-B14F-4D97-AF65-F5344CB8AC3E}">
        <p14:creationId xmlns:p14="http://schemas.microsoft.com/office/powerpoint/2010/main" val="28385582"/>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97</a:t>
            </a:fld>
            <a:endParaRPr lang="zh-CN" altLang="en-US"/>
          </a:p>
        </p:txBody>
      </p:sp>
    </p:spTree>
    <p:extLst>
      <p:ext uri="{BB962C8B-B14F-4D97-AF65-F5344CB8AC3E}">
        <p14:creationId xmlns:p14="http://schemas.microsoft.com/office/powerpoint/2010/main" val="1071958387"/>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98</a:t>
            </a:fld>
            <a:endParaRPr lang="zh-CN" altLang="en-US"/>
          </a:p>
        </p:txBody>
      </p:sp>
    </p:spTree>
    <p:extLst>
      <p:ext uri="{BB962C8B-B14F-4D97-AF65-F5344CB8AC3E}">
        <p14:creationId xmlns:p14="http://schemas.microsoft.com/office/powerpoint/2010/main" val="1226333078"/>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99</a:t>
            </a:fld>
            <a:endParaRPr lang="zh-CN" altLang="en-US"/>
          </a:p>
        </p:txBody>
      </p:sp>
    </p:spTree>
    <p:extLst>
      <p:ext uri="{BB962C8B-B14F-4D97-AF65-F5344CB8AC3E}">
        <p14:creationId xmlns:p14="http://schemas.microsoft.com/office/powerpoint/2010/main" val="1071864910"/>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100</a:t>
            </a:fld>
            <a:endParaRPr lang="zh-CN" altLang="en-US"/>
          </a:p>
        </p:txBody>
      </p:sp>
    </p:spTree>
    <p:extLst>
      <p:ext uri="{BB962C8B-B14F-4D97-AF65-F5344CB8AC3E}">
        <p14:creationId xmlns:p14="http://schemas.microsoft.com/office/powerpoint/2010/main" val="2643890472"/>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101</a:t>
            </a:fld>
            <a:endParaRPr lang="zh-CN" altLang="en-US"/>
          </a:p>
        </p:txBody>
      </p:sp>
    </p:spTree>
    <p:extLst>
      <p:ext uri="{BB962C8B-B14F-4D97-AF65-F5344CB8AC3E}">
        <p14:creationId xmlns:p14="http://schemas.microsoft.com/office/powerpoint/2010/main" val="65456606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spTree>
      <p:nvGrpSpPr>
        <p:cNvPr id="1" name=""/>
        <p:cNvGrpSpPr/>
        <p:nvPr/>
      </p:nvGrpSpPr>
      <p:grpSpPr>
        <a:xfrm>
          <a:off x="0" y="0"/>
          <a:ext cx="0" cy="0"/>
          <a:chOff x="0" y="0"/>
          <a:chExt cx="0" cy="0"/>
        </a:xfrm>
      </p:grpSpPr>
      <p:pic>
        <p:nvPicPr>
          <p:cNvPr id="7" name="图片 6" descr="2938668_150805002142_2.jpg"/>
          <p:cNvPicPr>
            <a:picLocks noChangeAspect="1"/>
          </p:cNvPicPr>
          <p:nvPr userDrawn="1"/>
        </p:nvPicPr>
        <p:blipFill>
          <a:blip r:embed="rId2"/>
          <a:srcRect b="4167"/>
          <a:stretch>
            <a:fillRect/>
          </a:stretch>
        </p:blipFill>
        <p:spPr>
          <a:xfrm>
            <a:off x="0" y="0"/>
            <a:ext cx="9144000" cy="6858000"/>
          </a:xfrm>
          <a:prstGeom prst="rect">
            <a:avLst/>
          </a:prstGeom>
        </p:spPr>
      </p:pic>
      <p:sp>
        <p:nvSpPr>
          <p:cNvPr id="3" name="副标题 2"/>
          <p:cNvSpPr>
            <a:spLocks noGrp="1"/>
          </p:cNvSpPr>
          <p:nvPr>
            <p:ph type="subTitle" idx="1" hasCustomPrompt="1"/>
          </p:nvPr>
        </p:nvSpPr>
        <p:spPr>
          <a:xfrm>
            <a:off x="2195736" y="5085184"/>
            <a:ext cx="4914912" cy="685808"/>
          </a:xfrm>
        </p:spPr>
        <p:txBody>
          <a:bodyPr>
            <a:noAutofit/>
          </a:bodyPr>
          <a:lstStyle>
            <a:lvl1pPr marL="0" indent="0" algn="ctr">
              <a:buNone/>
              <a:defRPr sz="3200" b="1" cap="none" spc="0">
                <a:ln>
                  <a:noFill/>
                </a:ln>
                <a:solidFill>
                  <a:schemeClr val="bg1"/>
                </a:solidFill>
                <a:effectLst>
                  <a:outerShdw blurRad="38100" dist="38100" dir="2700000" algn="tl">
                    <a:srgbClr val="000000">
                      <a:alpha val="43137"/>
                    </a:srgbClr>
                  </a:outerShdw>
                </a:effectLst>
                <a:latin typeface="微软雅黑" pitchFamily="34" charset="-122"/>
                <a:ea typeface="微软雅黑" pitchFamily="34"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ltLang="zh-CN" dirty="0" smtClean="0"/>
              <a:t>DFH SATELLITE </a:t>
            </a:r>
            <a:r>
              <a:rPr lang="en-US" altLang="zh-CN" dirty="0" err="1" smtClean="0"/>
              <a:t>Co.,Ltd</a:t>
            </a:r>
            <a:endParaRPr lang="zh-CN" altLang="en-US" dirty="0"/>
          </a:p>
        </p:txBody>
      </p:sp>
      <p:sp>
        <p:nvSpPr>
          <p:cNvPr id="15" name="标题 14"/>
          <p:cNvSpPr>
            <a:spLocks noGrp="1"/>
          </p:cNvSpPr>
          <p:nvPr>
            <p:ph type="title"/>
          </p:nvPr>
        </p:nvSpPr>
        <p:spPr>
          <a:xfrm>
            <a:off x="714348" y="2409248"/>
            <a:ext cx="7586658" cy="1082660"/>
          </a:xfrm>
        </p:spPr>
        <p:txBody>
          <a:bodyPr>
            <a:normAutofit/>
          </a:bodyPr>
          <a:lstStyle>
            <a:lvl1pPr>
              <a:defRPr sz="4800">
                <a:solidFill>
                  <a:srgbClr val="002060"/>
                </a:solidFill>
                <a:effectLst>
                  <a:outerShdw blurRad="38100" dist="38100" dir="2700000" algn="tl">
                    <a:srgbClr val="000000">
                      <a:alpha val="43137"/>
                    </a:srgbClr>
                  </a:outerShdw>
                </a:effectLst>
              </a:defRPr>
            </a:lvl1pPr>
          </a:lstStyle>
          <a:p>
            <a:r>
              <a:rPr lang="zh-CN" altLang="en-US" dirty="0" smtClean="0"/>
              <a:t>单击此处编辑母版标题样式</a:t>
            </a:r>
            <a:endParaRPr lang="zh-CN" altLang="en-US" dirty="0"/>
          </a:p>
        </p:txBody>
      </p:sp>
      <p:pic>
        <p:nvPicPr>
          <p:cNvPr id="123906" name="Picture 2"/>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6732240" y="476672"/>
            <a:ext cx="1847850" cy="1298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页脚占位符 4"/>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6" name="灯片编号占位符 5"/>
          <p:cNvSpPr>
            <a:spLocks noGrp="1"/>
          </p:cNvSpPr>
          <p:nvPr>
            <p:ph type="sldNum" sz="quarter" idx="12"/>
          </p:nvPr>
        </p:nvSpPr>
        <p:spPr/>
        <p:txBody>
          <a:bodyPr/>
          <a:lstStyle>
            <a:lvl1pPr>
              <a:defRPr sz="1200"/>
            </a:lvl1pPr>
          </a:lstStyle>
          <a:p>
            <a:r>
              <a:rPr lang="en-US" altLang="zh-CN" dirty="0" smtClean="0">
                <a:latin typeface="微软雅黑" pitchFamily="34" charset="-122"/>
                <a:ea typeface="微软雅黑" pitchFamily="34" charset="-122"/>
              </a:rPr>
              <a:t>PAGE</a:t>
            </a:r>
            <a:r>
              <a:rPr lang="zh-CN" altLang="en-US" dirty="0" smtClean="0"/>
              <a:t> </a:t>
            </a:r>
            <a:fld id="{E1EFCB46-C834-4067-A327-0EA79FD50686}" type="slidenum">
              <a:rPr lang="zh-CN" altLang="en-US" smtClean="0"/>
              <a:pPr/>
              <a:t>‹#›</a:t>
            </a:fld>
            <a:r>
              <a:rPr lang="zh-CN" altLang="en-US" dirty="0" smtClean="0"/>
              <a:t> </a:t>
            </a:r>
            <a:endParaRPr lang="zh-CN" altLang="en-US" dirty="0">
              <a:latin typeface="微软雅黑" pitchFamily="34" charset="-122"/>
              <a:ea typeface="微软雅黑" pitchFamily="34" charset="-122"/>
            </a:endParaRPr>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5" name="页脚占位符 4"/>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6" name="灯片编号占位符 5"/>
          <p:cNvSpPr>
            <a:spLocks noGrp="1"/>
          </p:cNvSpPr>
          <p:nvPr>
            <p:ph type="sldNum" sz="quarter" idx="12"/>
          </p:nvPr>
        </p:nvSpPr>
        <p:spPr/>
        <p:txBody>
          <a:bodyPr/>
          <a:lstStyle>
            <a:lvl1pPr>
              <a:defRPr sz="1200"/>
            </a:lvl1pPr>
          </a:lstStyle>
          <a:p>
            <a:r>
              <a:rPr lang="en-US" altLang="zh-CN" dirty="0" smtClean="0">
                <a:latin typeface="微软雅黑" pitchFamily="34" charset="-122"/>
                <a:ea typeface="微软雅黑" pitchFamily="34" charset="-122"/>
              </a:rPr>
              <a:t>PAGE</a:t>
            </a:r>
            <a:r>
              <a:rPr lang="zh-CN" altLang="en-US" dirty="0" smtClean="0"/>
              <a:t> </a:t>
            </a:r>
            <a:fld id="{E1EFCB46-C834-4067-A327-0EA79FD50686}" type="slidenum">
              <a:rPr lang="zh-CN" altLang="en-US" smtClean="0"/>
              <a:pPr/>
              <a:t>‹#›</a:t>
            </a:fld>
            <a:r>
              <a:rPr lang="zh-CN" altLang="en-US" dirty="0" smtClean="0"/>
              <a:t> </a:t>
            </a:r>
            <a:endParaRPr lang="zh-CN" altLang="en-US" dirty="0">
              <a:latin typeface="微软雅黑" pitchFamily="34" charset="-122"/>
              <a:ea typeface="微软雅黑" pitchFamily="34" charset="-122"/>
            </a:endParaRPr>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6" name="页脚占位符 5"/>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7" name="灯片编号占位符 6"/>
          <p:cNvSpPr>
            <a:spLocks noGrp="1"/>
          </p:cNvSpPr>
          <p:nvPr>
            <p:ph type="sldNum" sz="quarter" idx="12"/>
          </p:nvPr>
        </p:nvSpPr>
        <p:spPr/>
        <p:txBody>
          <a:bodyPr/>
          <a:lstStyle>
            <a:lvl1pPr>
              <a:defRPr sz="1200"/>
            </a:lvl1pPr>
          </a:lstStyle>
          <a:p>
            <a:r>
              <a:rPr lang="en-US" altLang="zh-CN" dirty="0" smtClean="0">
                <a:latin typeface="微软雅黑" pitchFamily="34" charset="-122"/>
                <a:ea typeface="微软雅黑" pitchFamily="34" charset="-122"/>
              </a:rPr>
              <a:t>PAGE</a:t>
            </a:r>
            <a:r>
              <a:rPr lang="zh-CN" altLang="en-US" dirty="0" smtClean="0"/>
              <a:t> </a:t>
            </a:r>
            <a:fld id="{E1EFCB46-C834-4067-A327-0EA79FD50686}" type="slidenum">
              <a:rPr lang="zh-CN" altLang="en-US" smtClean="0"/>
              <a:pPr/>
              <a:t>‹#›</a:t>
            </a:fld>
            <a:r>
              <a:rPr lang="zh-CN" altLang="en-US" dirty="0" smtClean="0"/>
              <a:t> </a:t>
            </a:r>
            <a:endParaRPr lang="zh-CN" altLang="en-US" dirty="0">
              <a:latin typeface="微软雅黑" pitchFamily="34" charset="-122"/>
              <a:ea typeface="微软雅黑" pitchFamily="34"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仅标题">
    <p:spTree>
      <p:nvGrpSpPr>
        <p:cNvPr id="1" name=""/>
        <p:cNvGrpSpPr/>
        <p:nvPr/>
      </p:nvGrpSpPr>
      <p:grpSpPr>
        <a:xfrm>
          <a:off x="0" y="0"/>
          <a:ext cx="0" cy="0"/>
          <a:chOff x="0" y="0"/>
          <a:chExt cx="0" cy="0"/>
        </a:xfrm>
      </p:grpSpPr>
      <p:pic>
        <p:nvPicPr>
          <p:cNvPr id="6" name="图片 5" descr="2938668_150805002142_2.jpg"/>
          <p:cNvPicPr>
            <a:picLocks noChangeAspect="1"/>
          </p:cNvPicPr>
          <p:nvPr userDrawn="1"/>
        </p:nvPicPr>
        <p:blipFill>
          <a:blip r:embed="rId2"/>
          <a:srcRect b="4167"/>
          <a:stretch>
            <a:fillRect/>
          </a:stretch>
        </p:blipFill>
        <p:spPr>
          <a:xfrm>
            <a:off x="0" y="0"/>
            <a:ext cx="9144000" cy="6858000"/>
          </a:xfrm>
          <a:prstGeom prst="rect">
            <a:avLst/>
          </a:prstGeom>
        </p:spPr>
      </p:pic>
      <p:pic>
        <p:nvPicPr>
          <p:cNvPr id="13" name="图片 12" descr="小卫星.gif"/>
          <p:cNvPicPr>
            <a:picLocks noChangeAspect="1"/>
          </p:cNvPicPr>
          <p:nvPr userDrawn="1"/>
        </p:nvPicPr>
        <p:blipFill>
          <a:blip r:embed="rId3"/>
          <a:stretch>
            <a:fillRect/>
          </a:stretch>
        </p:blipFill>
        <p:spPr>
          <a:xfrm rot="2940000">
            <a:off x="6494849" y="540860"/>
            <a:ext cx="1961498" cy="1231277"/>
          </a:xfrm>
          <a:prstGeom prst="rect">
            <a:avLst/>
          </a:prstGeom>
        </p:spPr>
      </p:pic>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大小标题">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1160748"/>
            <a:ext cx="8229600" cy="4525963"/>
          </a:xfrm>
          <a:prstGeom prst="rect">
            <a:avLst/>
          </a:prstGeom>
        </p:spPr>
        <p:txBody>
          <a:bodyPr/>
          <a:lstStyle>
            <a:lvl1pPr>
              <a:defRPr b="1"/>
            </a:lvl1pPr>
            <a:lvl2pPr>
              <a:defRPr b="1"/>
            </a:lvl2pPr>
            <a:lvl3pPr>
              <a:defRPr b="1"/>
            </a:lvl3pPr>
            <a:lvl4pPr>
              <a:defRPr b="1"/>
            </a:lvl4pPr>
            <a:lvl5pPr marL="1828800" indent="0">
              <a:buNone/>
              <a:defRPr/>
            </a:lvl5p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p:txBody>
      </p:sp>
      <p:sp>
        <p:nvSpPr>
          <p:cNvPr id="2" name="标题 1"/>
          <p:cNvSpPr>
            <a:spLocks noGrp="1"/>
          </p:cNvSpPr>
          <p:nvPr>
            <p:ph type="title"/>
          </p:nvPr>
        </p:nvSpPr>
        <p:spPr>
          <a:xfrm>
            <a:off x="457200" y="274638"/>
            <a:ext cx="8229600" cy="1143000"/>
          </a:xfrm>
          <a:prstGeom prst="rect">
            <a:avLst/>
          </a:prstGeom>
        </p:spPr>
        <p:txBody>
          <a:bodyPr/>
          <a:lstStyle/>
          <a:p>
            <a:r>
              <a:rPr lang="zh-CN" altLang="en-US" dirty="0" smtClean="0"/>
              <a:t>单击此处编辑母版标题样式</a:t>
            </a:r>
            <a:endParaRPr lang="zh-CN" altLang="en-US" dirty="0"/>
          </a:p>
        </p:txBody>
      </p:sp>
    </p:spTree>
    <p:extLst>
      <p:ext uri="{BB962C8B-B14F-4D97-AF65-F5344CB8AC3E}">
        <p14:creationId xmlns:p14="http://schemas.microsoft.com/office/powerpoint/2010/main" val="40248291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8013554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08266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357298"/>
            <a:ext cx="8229600" cy="4768865"/>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a:xfrm>
            <a:off x="457200" y="6356350"/>
            <a:ext cx="2133600" cy="365125"/>
          </a:xfrm>
          <a:prstGeom prst="rect">
            <a:avLst/>
          </a:prstGeom>
        </p:spPr>
        <p:txBody>
          <a:bodyPr/>
          <a:lstStyle>
            <a:lvl1pPr>
              <a:defRPr/>
            </a:lvl1pPr>
          </a:lstStyle>
          <a:p>
            <a:pPr algn="ctr" fontAlgn="base">
              <a:spcBef>
                <a:spcPct val="0"/>
              </a:spcBef>
              <a:spcAft>
                <a:spcPct val="0"/>
              </a:spcAft>
              <a:defRPr/>
            </a:pPr>
            <a:fld id="{42ED75B0-865F-44E7-B781-539DDF24D99B}" type="datetime1">
              <a:rPr lang="zh-CN" altLang="en-US" sz="2000" b="1" smtClean="0">
                <a:solidFill>
                  <a:srgbClr val="575F6D"/>
                </a:solidFill>
              </a:rPr>
              <a:pPr algn="ctr" fontAlgn="base">
                <a:spcBef>
                  <a:spcPct val="0"/>
                </a:spcBef>
                <a:spcAft>
                  <a:spcPct val="0"/>
                </a:spcAft>
                <a:defRPr/>
              </a:pPr>
              <a:t>2019-2-21</a:t>
            </a:fld>
            <a:endParaRPr lang="zh-CN" altLang="en-US" sz="2000" b="1">
              <a:solidFill>
                <a:srgbClr val="575F6D"/>
              </a:solidFill>
            </a:endParaRPr>
          </a:p>
        </p:txBody>
      </p:sp>
      <p:sp>
        <p:nvSpPr>
          <p:cNvPr id="5" name="页脚占位符 4"/>
          <p:cNvSpPr>
            <a:spLocks noGrp="1"/>
          </p:cNvSpPr>
          <p:nvPr>
            <p:ph type="ftr" sz="quarter" idx="11"/>
          </p:nvPr>
        </p:nvSpPr>
        <p:spPr>
          <a:xfrm>
            <a:off x="3390900" y="6357938"/>
            <a:ext cx="2895600" cy="365125"/>
          </a:xfrm>
          <a:prstGeom prst="rect">
            <a:avLst/>
          </a:prstGeom>
        </p:spPr>
        <p:txBody>
          <a:bodyPr/>
          <a:lstStyle>
            <a:lvl1pPr>
              <a:defRPr/>
            </a:lvl1pPr>
          </a:lstStyle>
          <a:p>
            <a:pPr algn="ctr" fontAlgn="base">
              <a:spcBef>
                <a:spcPct val="0"/>
              </a:spcBef>
              <a:spcAft>
                <a:spcPct val="0"/>
              </a:spcAft>
              <a:defRPr/>
            </a:pPr>
            <a:r>
              <a:rPr lang="zh-CN" altLang="en-US" sz="2000" b="1" smtClean="0">
                <a:solidFill>
                  <a:srgbClr val="575F6D"/>
                </a:solidFill>
              </a:rPr>
              <a:t>航天东方红卫星有限公司</a:t>
            </a:r>
            <a:endParaRPr lang="zh-CN" altLang="en-US" sz="2000" b="1" dirty="0">
              <a:solidFill>
                <a:srgbClr val="575F6D"/>
              </a:solidFill>
            </a:endParaRPr>
          </a:p>
        </p:txBody>
      </p:sp>
      <p:sp>
        <p:nvSpPr>
          <p:cNvPr id="6" name="灯片编号占位符 5"/>
          <p:cNvSpPr>
            <a:spLocks noGrp="1"/>
          </p:cNvSpPr>
          <p:nvPr>
            <p:ph type="sldNum" sz="quarter" idx="12"/>
          </p:nvPr>
        </p:nvSpPr>
        <p:spPr>
          <a:xfrm>
            <a:off x="6553200" y="6356350"/>
            <a:ext cx="2133600" cy="365125"/>
          </a:xfrm>
          <a:prstGeom prst="rect">
            <a:avLst/>
          </a:prstGeom>
        </p:spPr>
        <p:txBody>
          <a:bodyPr/>
          <a:lstStyle>
            <a:lvl1pPr>
              <a:defRPr>
                <a:latin typeface="微软雅黑" pitchFamily="34" charset="-122"/>
                <a:ea typeface="微软雅黑" pitchFamily="34" charset="-122"/>
              </a:defRPr>
            </a:lvl1pPr>
          </a:lstStyle>
          <a:p>
            <a:pPr algn="ctr" fontAlgn="base">
              <a:spcBef>
                <a:spcPct val="0"/>
              </a:spcBef>
              <a:spcAft>
                <a:spcPct val="0"/>
              </a:spcAft>
              <a:defRPr/>
            </a:pPr>
            <a:r>
              <a:rPr lang="zh-CN" altLang="en-US" sz="2000" b="1">
                <a:solidFill>
                  <a:srgbClr val="575F6D"/>
                </a:solidFill>
              </a:rPr>
              <a:t>第 </a:t>
            </a:r>
            <a:fld id="{2356AAAC-74E5-4E8A-AE27-707AC7BEBAE3}" type="slidenum">
              <a:rPr lang="zh-CN" altLang="en-US" sz="2000" b="1">
                <a:solidFill>
                  <a:srgbClr val="575F6D"/>
                </a:solidFill>
              </a:rPr>
              <a:pPr algn="ctr" fontAlgn="base">
                <a:spcBef>
                  <a:spcPct val="0"/>
                </a:spcBef>
                <a:spcAft>
                  <a:spcPct val="0"/>
                </a:spcAft>
                <a:defRPr/>
              </a:pPr>
              <a:t>‹#›</a:t>
            </a:fld>
            <a:r>
              <a:rPr lang="zh-CN" altLang="en-US" sz="2000" b="1">
                <a:solidFill>
                  <a:srgbClr val="575F6D"/>
                </a:solidFill>
              </a:rPr>
              <a:t> 页</a:t>
            </a:r>
          </a:p>
        </p:txBody>
      </p:sp>
    </p:spTree>
    <p:extLst>
      <p:ext uri="{BB962C8B-B14F-4D97-AF65-F5344CB8AC3E}">
        <p14:creationId xmlns:p14="http://schemas.microsoft.com/office/powerpoint/2010/main" val="25446214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10" Type="http://schemas.microsoft.com/office/2007/relationships/hdphoto" Target="../media/hdphoto1.wdp"/><Relationship Id="rId4" Type="http://schemas.openxmlformats.org/officeDocument/2006/relationships/slideLayout" Target="../slideLayouts/slideLayout4.xml"/><Relationship Id="rId9" Type="http://schemas.openxmlformats.org/officeDocument/2006/relationships/image" Target="../media/image3.png"/></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图片 6" descr="2938668_150805002142_2.jpg"/>
          <p:cNvPicPr>
            <a:picLocks noChangeAspect="1"/>
          </p:cNvPicPr>
          <p:nvPr userDrawn="1"/>
        </p:nvPicPr>
        <p:blipFill>
          <a:blip r:embed="rId7"/>
          <a:srcRect t="10773" b="69020"/>
          <a:stretch>
            <a:fillRect/>
          </a:stretch>
        </p:blipFill>
        <p:spPr>
          <a:xfrm>
            <a:off x="0" y="0"/>
            <a:ext cx="9144000" cy="1214422"/>
          </a:xfrm>
          <a:prstGeom prst="rect">
            <a:avLst/>
          </a:prstGeom>
        </p:spPr>
      </p:pic>
      <p:sp>
        <p:nvSpPr>
          <p:cNvPr id="2" name="标题占位符 1"/>
          <p:cNvSpPr>
            <a:spLocks noGrp="1"/>
          </p:cNvSpPr>
          <p:nvPr>
            <p:ph type="title"/>
          </p:nvPr>
        </p:nvSpPr>
        <p:spPr>
          <a:xfrm>
            <a:off x="457200" y="274638"/>
            <a:ext cx="8229600" cy="1082660"/>
          </a:xfrm>
          <a:prstGeom prst="rect">
            <a:avLst/>
          </a:prstGeom>
        </p:spPr>
        <p:txBody>
          <a:bodyPr vert="horz" lIns="91440" tIns="45720" rIns="91440" bIns="45720" rtlCol="0" anchor="ctr">
            <a:normAutofit/>
          </a:bodyPr>
          <a:lstStyle/>
          <a:p>
            <a:r>
              <a:rPr lang="zh-CN" altLang="en-US" dirty="0" smtClean="0"/>
              <a:t>单击此处编辑母版标题样式</a:t>
            </a:r>
            <a:endParaRPr lang="zh-CN" altLang="en-US" dirty="0"/>
          </a:p>
        </p:txBody>
      </p:sp>
      <p:sp>
        <p:nvSpPr>
          <p:cNvPr id="3" name="文本占位符 2"/>
          <p:cNvSpPr>
            <a:spLocks noGrp="1"/>
          </p:cNvSpPr>
          <p:nvPr>
            <p:ph type="body" idx="1"/>
          </p:nvPr>
        </p:nvSpPr>
        <p:spPr>
          <a:xfrm>
            <a:off x="457200" y="1357298"/>
            <a:ext cx="8229600" cy="4768865"/>
          </a:xfrm>
          <a:prstGeom prst="rect">
            <a:avLst/>
          </a:prstGeom>
        </p:spPr>
        <p:txBody>
          <a:bodyPr vert="horz" lIns="91440" tIns="45720" rIns="91440" bIns="45720" rtlCol="0">
            <a:normAutofit/>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5" name="页脚占位符 4"/>
          <p:cNvSpPr>
            <a:spLocks noGrp="1"/>
          </p:cNvSpPr>
          <p:nvPr>
            <p:ph type="ftr" sz="quarter" idx="3"/>
          </p:nvPr>
        </p:nvSpPr>
        <p:spPr>
          <a:xfrm>
            <a:off x="971600" y="6359525"/>
            <a:ext cx="6480720" cy="363558"/>
          </a:xfrm>
          <a:prstGeom prst="rect">
            <a:avLst/>
          </a:prstGeom>
        </p:spPr>
        <p:txBody>
          <a:bodyPr vert="horz" lIns="91440" tIns="45720" rIns="91440" bIns="45720" rtlCol="0" anchor="ctr"/>
          <a:lstStyle>
            <a:lvl1pPr algn="ctr">
              <a:defRPr sz="700" b="0">
                <a:solidFill>
                  <a:schemeClr val="tx1"/>
                </a:solidFill>
                <a:latin typeface="微软雅黑" pitchFamily="34" charset="-122"/>
                <a:ea typeface="微软雅黑" pitchFamily="34" charset="-122"/>
                <a:cs typeface="Arial" pitchFamily="34" charset="0"/>
              </a:defRPr>
            </a:lvl1p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6" name="灯片编号占位符 5"/>
          <p:cNvSpPr>
            <a:spLocks noGrp="1"/>
          </p:cNvSpPr>
          <p:nvPr>
            <p:ph type="sldNum" sz="quarter" idx="4"/>
          </p:nvPr>
        </p:nvSpPr>
        <p:spPr>
          <a:xfrm>
            <a:off x="7884368" y="6356350"/>
            <a:ext cx="802432" cy="365125"/>
          </a:xfrm>
          <a:prstGeom prst="rect">
            <a:avLst/>
          </a:prstGeom>
        </p:spPr>
        <p:txBody>
          <a:bodyPr vert="horz" lIns="91440" tIns="45720" rIns="91440" bIns="45720" rtlCol="0" anchor="ctr"/>
          <a:lstStyle>
            <a:lvl1pPr algn="r">
              <a:defRPr sz="1200">
                <a:solidFill>
                  <a:schemeClr val="tx1"/>
                </a:solidFill>
                <a:latin typeface="Arial" pitchFamily="34" charset="0"/>
                <a:cs typeface="Arial" pitchFamily="34" charset="0"/>
              </a:defRPr>
            </a:lvl1pPr>
          </a:lstStyle>
          <a:p>
            <a:r>
              <a:rPr lang="en-US" altLang="zh-CN" sz="1050" dirty="0" smtClean="0">
                <a:latin typeface="微软雅黑" pitchFamily="34" charset="-122"/>
                <a:ea typeface="微软雅黑" pitchFamily="34" charset="-122"/>
              </a:rPr>
              <a:t>PAGE</a:t>
            </a:r>
            <a:r>
              <a:rPr lang="zh-CN" altLang="en-US" sz="1050" dirty="0" smtClean="0"/>
              <a:t> </a:t>
            </a:r>
            <a:fld id="{E1EFCB46-C834-4067-A327-0EA79FD50686}" type="slidenum">
              <a:rPr lang="zh-CN" altLang="en-US" sz="1050" smtClean="0"/>
              <a:pPr/>
              <a:t>‹#›</a:t>
            </a:fld>
            <a:r>
              <a:rPr lang="zh-CN" altLang="en-US" dirty="0" smtClean="0"/>
              <a:t> </a:t>
            </a:r>
            <a:endParaRPr lang="zh-CN" altLang="en-US" dirty="0">
              <a:latin typeface="微软雅黑" pitchFamily="34" charset="-122"/>
              <a:ea typeface="微软雅黑" pitchFamily="34" charset="-122"/>
            </a:endParaRPr>
          </a:p>
        </p:txBody>
      </p:sp>
      <p:pic>
        <p:nvPicPr>
          <p:cNvPr id="8" name="图片 7" descr="2938668_150805002142_2.jpg"/>
          <p:cNvPicPr>
            <a:picLocks noChangeAspect="1"/>
          </p:cNvPicPr>
          <p:nvPr userDrawn="1"/>
        </p:nvPicPr>
        <p:blipFill>
          <a:blip r:embed="rId7"/>
          <a:srcRect t="52304" b="41753"/>
          <a:stretch>
            <a:fillRect/>
          </a:stretch>
        </p:blipFill>
        <p:spPr>
          <a:xfrm>
            <a:off x="0" y="6715149"/>
            <a:ext cx="9144000" cy="321458"/>
          </a:xfrm>
          <a:prstGeom prst="rect">
            <a:avLst/>
          </a:prstGeom>
        </p:spPr>
      </p:pic>
      <p:pic>
        <p:nvPicPr>
          <p:cNvPr id="16" name="图片 15"/>
          <p:cNvPicPr>
            <a:picLocks noChangeAspect="1"/>
          </p:cNvPicPr>
          <p:nvPr userDrawn="1"/>
        </p:nvPicPr>
        <p:blipFill rotWithShape="1">
          <a:blip r:embed="rId8" cstate="print">
            <a:extLst>
              <a:ext uri="{28A0092B-C50C-407E-A947-70E740481C1C}">
                <a14:useLocalDpi xmlns:a14="http://schemas.microsoft.com/office/drawing/2010/main" val="0"/>
              </a:ext>
            </a:extLst>
          </a:blip>
          <a:srcRect b="34726"/>
          <a:stretch/>
        </p:blipFill>
        <p:spPr>
          <a:xfrm>
            <a:off x="171892" y="6339800"/>
            <a:ext cx="432048" cy="345317"/>
          </a:xfrm>
          <a:prstGeom prst="rect">
            <a:avLst/>
          </a:prstGeom>
        </p:spPr>
      </p:pic>
      <p:pic>
        <p:nvPicPr>
          <p:cNvPr id="10" name="Picture 3"/>
          <p:cNvPicPr>
            <a:picLocks noChangeAspect="1" noChangeArrowheads="1"/>
          </p:cNvPicPr>
          <p:nvPr userDrawn="1"/>
        </p:nvPicPr>
        <p:blipFill>
          <a:blip r:embed="rId9" cstate="print">
            <a:extLst>
              <a:ext uri="{BEBA8EAE-BF5A-486C-A8C5-ECC9F3942E4B}">
                <a14:imgProps xmlns:a14="http://schemas.microsoft.com/office/drawing/2010/main">
                  <a14:imgLayer r:embed="rId10">
                    <a14:imgEffect>
                      <a14:backgroundRemoval t="3196" b="99696" l="321" r="100000">
                        <a14:foregroundMark x1="7066" y1="8828" x2="16809" y2="9132"/>
                        <a14:foregroundMark x1="8565" y1="10046" x2="11242" y2="8828"/>
                        <a14:foregroundMark x1="12527" y1="7915" x2="12527" y2="7915"/>
                      </a14:backgroundRemoval>
                    </a14:imgEffect>
                  </a14:imgLayer>
                </a14:imgProps>
              </a:ext>
              <a:ext uri="{28A0092B-C50C-407E-A947-70E740481C1C}">
                <a14:useLocalDpi xmlns:a14="http://schemas.microsoft.com/office/drawing/2010/main" val="0"/>
              </a:ext>
            </a:extLst>
          </a:blip>
          <a:srcRect/>
          <a:stretch>
            <a:fillRect/>
          </a:stretch>
        </p:blipFill>
        <p:spPr bwMode="auto">
          <a:xfrm>
            <a:off x="7524328" y="174411"/>
            <a:ext cx="1248637" cy="878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7" r:id="rId4"/>
    <p:sldLayoutId id="2147483654" r:id="rId5"/>
  </p:sldLayoutIdLst>
  <p:timing>
    <p:tnLst>
      <p:par>
        <p:cTn id="1" dur="indefinite" restart="never" nodeType="tmRoot"/>
      </p:par>
    </p:tnLst>
  </p:timing>
  <p:hf hdr="0"/>
  <p:txStyles>
    <p:titleStyle>
      <a:lvl1pPr algn="ctr" defTabSz="914400" rtl="0" eaLnBrk="1" latinLnBrk="0" hangingPunct="1">
        <a:spcBef>
          <a:spcPct val="0"/>
        </a:spcBef>
        <a:buNone/>
        <a:defRPr sz="4000" b="1" kern="1200">
          <a:solidFill>
            <a:schemeClr val="bg1"/>
          </a:solidFill>
          <a:latin typeface="微软雅黑" pitchFamily="34" charset="-122"/>
          <a:ea typeface="微软雅黑" pitchFamily="34" charset="-122"/>
          <a:cs typeface="+mj-cs"/>
        </a:defRPr>
      </a:lvl1pPr>
    </p:titleStyle>
    <p:bodyStyle>
      <a:lvl1pPr marL="342900" indent="-342900" algn="l" defTabSz="914400" rtl="0" eaLnBrk="1" latinLnBrk="0" hangingPunct="1">
        <a:lnSpc>
          <a:spcPct val="150000"/>
        </a:lnSpc>
        <a:spcBef>
          <a:spcPts val="0"/>
        </a:spcBef>
        <a:buFont typeface="Arial" pitchFamily="34" charset="0"/>
        <a:buChar char="•"/>
        <a:defRPr sz="3200" b="1" kern="1200">
          <a:solidFill>
            <a:schemeClr val="tx1">
              <a:lumMod val="75000"/>
              <a:lumOff val="25000"/>
            </a:schemeClr>
          </a:solidFill>
          <a:latin typeface="微软雅黑" pitchFamily="34" charset="-122"/>
          <a:ea typeface="微软雅黑" pitchFamily="34" charset="-122"/>
          <a:cs typeface="+mn-cs"/>
        </a:defRPr>
      </a:lvl1pPr>
      <a:lvl2pPr marL="742950" indent="-285750" algn="l" defTabSz="914400" rtl="0" eaLnBrk="1" latinLnBrk="0" hangingPunct="1">
        <a:lnSpc>
          <a:spcPct val="150000"/>
        </a:lnSpc>
        <a:spcBef>
          <a:spcPts val="0"/>
        </a:spcBef>
        <a:buFont typeface="Arial" pitchFamily="34" charset="0"/>
        <a:buChar char="–"/>
        <a:defRPr sz="2800" b="1" kern="1200">
          <a:solidFill>
            <a:schemeClr val="tx1">
              <a:lumMod val="75000"/>
              <a:lumOff val="25000"/>
            </a:schemeClr>
          </a:solidFill>
          <a:latin typeface="微软雅黑" pitchFamily="34" charset="-122"/>
          <a:ea typeface="微软雅黑" pitchFamily="34" charset="-122"/>
          <a:cs typeface="+mn-cs"/>
        </a:defRPr>
      </a:lvl2pPr>
      <a:lvl3pPr marL="1143000" indent="-228600" algn="l" defTabSz="914400" rtl="0" eaLnBrk="1" latinLnBrk="0" hangingPunct="1">
        <a:lnSpc>
          <a:spcPct val="150000"/>
        </a:lnSpc>
        <a:spcBef>
          <a:spcPts val="0"/>
        </a:spcBef>
        <a:buFont typeface="Arial" pitchFamily="34" charset="0"/>
        <a:buChar char="•"/>
        <a:defRPr sz="2400" b="1" kern="1200">
          <a:solidFill>
            <a:schemeClr val="tx1">
              <a:lumMod val="75000"/>
              <a:lumOff val="25000"/>
            </a:schemeClr>
          </a:solidFill>
          <a:latin typeface="微软雅黑" pitchFamily="34" charset="-122"/>
          <a:ea typeface="微软雅黑" pitchFamily="34" charset="-122"/>
          <a:cs typeface="+mn-cs"/>
        </a:defRPr>
      </a:lvl3pPr>
      <a:lvl4pPr marL="1600200" indent="-228600" algn="l" defTabSz="914400" rtl="0" eaLnBrk="1" latinLnBrk="0" hangingPunct="1">
        <a:lnSpc>
          <a:spcPct val="150000"/>
        </a:lnSpc>
        <a:spcBef>
          <a:spcPts val="0"/>
        </a:spcBef>
        <a:buFont typeface="Arial" pitchFamily="34" charset="0"/>
        <a:buChar char="–"/>
        <a:defRPr sz="2000" b="1" kern="1200">
          <a:solidFill>
            <a:schemeClr val="tx1">
              <a:lumMod val="75000"/>
              <a:lumOff val="25000"/>
            </a:schemeClr>
          </a:solidFill>
          <a:latin typeface="微软雅黑" pitchFamily="34" charset="-122"/>
          <a:ea typeface="微软雅黑" pitchFamily="34" charset="-122"/>
          <a:cs typeface="+mn-cs"/>
        </a:defRPr>
      </a:lvl4pPr>
      <a:lvl5pPr marL="2057400" indent="-228600" algn="l" defTabSz="914400" rtl="0" eaLnBrk="1" latinLnBrk="0" hangingPunct="1">
        <a:lnSpc>
          <a:spcPct val="150000"/>
        </a:lnSpc>
        <a:spcBef>
          <a:spcPts val="0"/>
        </a:spcBef>
        <a:buFont typeface="Arial" pitchFamily="34" charset="0"/>
        <a:buChar char="»"/>
        <a:defRPr sz="2000" b="1" kern="1200">
          <a:solidFill>
            <a:schemeClr val="tx1">
              <a:lumMod val="75000"/>
              <a:lumOff val="25000"/>
            </a:schemeClr>
          </a:solidFill>
          <a:latin typeface="微软雅黑" pitchFamily="34" charset="-122"/>
          <a:ea typeface="微软雅黑"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accent1">
            <a:alpha val="0"/>
          </a:schemeClr>
        </a:solidFill>
        <a:effectLst/>
      </p:bgPr>
    </p:bg>
    <p:spTree>
      <p:nvGrpSpPr>
        <p:cNvPr id="1" name=""/>
        <p:cNvGrpSpPr/>
        <p:nvPr/>
      </p:nvGrpSpPr>
      <p:grpSpPr>
        <a:xfrm>
          <a:off x="0" y="0"/>
          <a:ext cx="0" cy="0"/>
          <a:chOff x="0" y="0"/>
          <a:chExt cx="0" cy="0"/>
        </a:xfrm>
      </p:grpSpPr>
      <p:sp>
        <p:nvSpPr>
          <p:cNvPr id="1026" name="Rectangle 7"/>
          <p:cNvSpPr>
            <a:spLocks noChangeArrowheads="1"/>
          </p:cNvSpPr>
          <p:nvPr/>
        </p:nvSpPr>
        <p:spPr bwMode="auto">
          <a:xfrm>
            <a:off x="0" y="6607175"/>
            <a:ext cx="9144000" cy="265113"/>
          </a:xfrm>
          <a:prstGeom prst="rect">
            <a:avLst/>
          </a:prstGeom>
          <a:solidFill>
            <a:srgbClr val="FF0000"/>
          </a:solidFill>
          <a:ln w="9525">
            <a:noFill/>
            <a:miter lim="800000"/>
            <a:headEnd/>
            <a:tailEnd/>
          </a:ln>
        </p:spPr>
        <p:txBody>
          <a:bodyPr wrap="none" anchor="ctr"/>
          <a:lstStyle/>
          <a:p>
            <a:pPr fontAlgn="base">
              <a:spcBef>
                <a:spcPct val="0"/>
              </a:spcBef>
              <a:spcAft>
                <a:spcPct val="0"/>
              </a:spcAft>
              <a:defRPr/>
            </a:pPr>
            <a:endParaRPr kumimoji="1" lang="zh-CN" altLang="zh-CN">
              <a:solidFill>
                <a:srgbClr val="000000"/>
              </a:solidFill>
            </a:endParaRPr>
          </a:p>
        </p:txBody>
      </p:sp>
      <p:sp>
        <p:nvSpPr>
          <p:cNvPr id="110603" name="Text Box 11"/>
          <p:cNvSpPr txBox="1">
            <a:spLocks noChangeArrowheads="1"/>
          </p:cNvSpPr>
          <p:nvPr/>
        </p:nvSpPr>
        <p:spPr bwMode="auto">
          <a:xfrm>
            <a:off x="358775" y="6492875"/>
            <a:ext cx="3816350" cy="461963"/>
          </a:xfrm>
          <a:prstGeom prst="rect">
            <a:avLst/>
          </a:prstGeom>
          <a:noFill/>
          <a:ln w="9525" algn="ctr">
            <a:noFill/>
            <a:miter lim="800000"/>
            <a:headEnd/>
            <a:tailEnd/>
          </a:ln>
          <a:effec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fontAlgn="base">
              <a:spcBef>
                <a:spcPct val="0"/>
              </a:spcBef>
              <a:spcAft>
                <a:spcPct val="0"/>
              </a:spcAft>
              <a:defRPr>
                <a:solidFill>
                  <a:schemeClr val="tx1"/>
                </a:solidFill>
                <a:latin typeface="Arial" charset="0"/>
                <a:ea typeface="宋体" pitchFamily="2" charset="-122"/>
              </a:defRPr>
            </a:lvl6pPr>
            <a:lvl7pPr marL="2971800" indent="-228600" fontAlgn="base">
              <a:spcBef>
                <a:spcPct val="0"/>
              </a:spcBef>
              <a:spcAft>
                <a:spcPct val="0"/>
              </a:spcAft>
              <a:defRPr>
                <a:solidFill>
                  <a:schemeClr val="tx1"/>
                </a:solidFill>
                <a:latin typeface="Arial" charset="0"/>
                <a:ea typeface="宋体" pitchFamily="2" charset="-122"/>
              </a:defRPr>
            </a:lvl7pPr>
            <a:lvl8pPr marL="3429000" indent="-228600" fontAlgn="base">
              <a:spcBef>
                <a:spcPct val="0"/>
              </a:spcBef>
              <a:spcAft>
                <a:spcPct val="0"/>
              </a:spcAft>
              <a:defRPr>
                <a:solidFill>
                  <a:schemeClr val="tx1"/>
                </a:solidFill>
                <a:latin typeface="Arial" charset="0"/>
                <a:ea typeface="宋体" pitchFamily="2" charset="-122"/>
              </a:defRPr>
            </a:lvl8pPr>
            <a:lvl9pPr marL="3886200" indent="-228600" fontAlgn="base">
              <a:spcBef>
                <a:spcPct val="0"/>
              </a:spcBef>
              <a:spcAft>
                <a:spcPct val="0"/>
              </a:spcAft>
              <a:defRPr>
                <a:solidFill>
                  <a:schemeClr val="tx1"/>
                </a:solidFill>
                <a:latin typeface="Arial" charset="0"/>
                <a:ea typeface="宋体" pitchFamily="2" charset="-122"/>
              </a:defRPr>
            </a:lvl9pPr>
          </a:lstStyle>
          <a:p>
            <a:pPr fontAlgn="base">
              <a:lnSpc>
                <a:spcPct val="150000"/>
              </a:lnSpc>
              <a:spcBef>
                <a:spcPct val="50000"/>
              </a:spcBef>
              <a:spcAft>
                <a:spcPct val="0"/>
              </a:spcAft>
              <a:defRPr/>
            </a:pPr>
            <a:r>
              <a:rPr lang="en-US" altLang="zh-CN" sz="1600" dirty="0" smtClean="0">
                <a:solidFill>
                  <a:srgbClr val="FFFFFF"/>
                </a:solidFill>
                <a:latin typeface="方正舒体" pitchFamily="2" charset="-122"/>
                <a:ea typeface="方正舒体" pitchFamily="2" charset="-122"/>
                <a:cs typeface="Arial" charset="0"/>
              </a:rPr>
              <a:t>PRSS-1 </a:t>
            </a:r>
            <a:r>
              <a:rPr lang="zh-CN" altLang="en-US" sz="1600" dirty="0" smtClean="0">
                <a:solidFill>
                  <a:srgbClr val="FFFFFF"/>
                </a:solidFill>
                <a:latin typeface="方正舒体" pitchFamily="2" charset="-122"/>
                <a:ea typeface="方正舒体" pitchFamily="2" charset="-122"/>
                <a:cs typeface="Arial" charset="0"/>
              </a:rPr>
              <a:t> </a:t>
            </a:r>
            <a:r>
              <a:rPr lang="en-US" altLang="zh-CN" sz="1600" dirty="0" smtClean="0">
                <a:solidFill>
                  <a:srgbClr val="FFFFFF"/>
                </a:solidFill>
                <a:latin typeface="方正舒体" pitchFamily="2" charset="-122"/>
                <a:ea typeface="方正舒体" pitchFamily="2" charset="-122"/>
                <a:cs typeface="Arial" charset="0"/>
              </a:rPr>
              <a:t>project training</a:t>
            </a:r>
          </a:p>
        </p:txBody>
      </p:sp>
      <p:sp>
        <p:nvSpPr>
          <p:cNvPr id="1028" name="Line 9"/>
          <p:cNvSpPr>
            <a:spLocks noChangeShapeType="1"/>
          </p:cNvSpPr>
          <p:nvPr userDrawn="1"/>
        </p:nvSpPr>
        <p:spPr bwMode="auto">
          <a:xfrm>
            <a:off x="358775" y="1052513"/>
            <a:ext cx="8351838" cy="0"/>
          </a:xfrm>
          <a:prstGeom prst="line">
            <a:avLst/>
          </a:prstGeom>
          <a:noFill/>
          <a:ln w="38100">
            <a:solidFill>
              <a:srgbClr val="FF0000"/>
            </a:solidFill>
            <a:round/>
            <a:headEnd/>
            <a:tailEnd/>
          </a:ln>
        </p:spPr>
        <p:txBody>
          <a:bodyPr/>
          <a:lstStyle/>
          <a:p>
            <a:pPr algn="ctr" fontAlgn="base">
              <a:spcBef>
                <a:spcPct val="0"/>
              </a:spcBef>
              <a:spcAft>
                <a:spcPct val="0"/>
              </a:spcAft>
              <a:defRPr/>
            </a:pPr>
            <a:endParaRPr lang="zh-CN" altLang="en-US" sz="2000" b="1">
              <a:solidFill>
                <a:srgbClr val="575F6D"/>
              </a:solidFill>
            </a:endParaRPr>
          </a:p>
        </p:txBody>
      </p:sp>
    </p:spTree>
    <p:extLst>
      <p:ext uri="{BB962C8B-B14F-4D97-AF65-F5344CB8AC3E}">
        <p14:creationId xmlns:p14="http://schemas.microsoft.com/office/powerpoint/2010/main" val="3120826166"/>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Lst>
  <p:timing>
    <p:tnLst>
      <p:par>
        <p:cTn id="1" dur="indefinite" restart="never" nodeType="tmRoot"/>
      </p:par>
    </p:tnLst>
  </p:timing>
  <p:hf hdr="0" ftr="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pitchFamily="2" charset="-122"/>
        </a:defRPr>
      </a:lvl2pPr>
      <a:lvl3pPr algn="ctr" rtl="0" eaLnBrk="0" fontAlgn="base" hangingPunct="0">
        <a:spcBef>
          <a:spcPct val="0"/>
        </a:spcBef>
        <a:spcAft>
          <a:spcPct val="0"/>
        </a:spcAft>
        <a:defRPr sz="4400">
          <a:solidFill>
            <a:schemeClr val="tx2"/>
          </a:solidFill>
          <a:latin typeface="Arial" charset="0"/>
          <a:ea typeface="宋体" pitchFamily="2" charset="-122"/>
        </a:defRPr>
      </a:lvl3pPr>
      <a:lvl4pPr algn="ctr" rtl="0" eaLnBrk="0" fontAlgn="base" hangingPunct="0">
        <a:spcBef>
          <a:spcPct val="0"/>
        </a:spcBef>
        <a:spcAft>
          <a:spcPct val="0"/>
        </a:spcAft>
        <a:defRPr sz="4400">
          <a:solidFill>
            <a:schemeClr val="tx2"/>
          </a:solidFill>
          <a:latin typeface="Arial" charset="0"/>
          <a:ea typeface="宋体" pitchFamily="2" charset="-122"/>
        </a:defRPr>
      </a:lvl4pPr>
      <a:lvl5pPr algn="ctr" rtl="0" eaLnBrk="0" fontAlgn="base" hangingPunct="0">
        <a:spcBef>
          <a:spcPct val="0"/>
        </a:spcBef>
        <a:spcAft>
          <a:spcPct val="0"/>
        </a:spcAft>
        <a:defRPr sz="4400">
          <a:solidFill>
            <a:schemeClr val="tx2"/>
          </a:solidFill>
          <a:latin typeface="Arial" charset="0"/>
          <a:ea typeface="宋体" pitchFamily="2" charset="-122"/>
        </a:defRPr>
      </a:lvl5pPr>
      <a:lvl6pPr marL="457200" algn="ctr" rtl="0" eaLnBrk="1" fontAlgn="base" hangingPunct="1">
        <a:spcBef>
          <a:spcPct val="0"/>
        </a:spcBef>
        <a:spcAft>
          <a:spcPct val="0"/>
        </a:spcAft>
        <a:defRPr sz="4400">
          <a:solidFill>
            <a:schemeClr val="tx2"/>
          </a:solidFill>
          <a:latin typeface="Arial" charset="0"/>
          <a:ea typeface="宋体" pitchFamily="2" charset="-122"/>
        </a:defRPr>
      </a:lvl6pPr>
      <a:lvl7pPr marL="914400" algn="ctr" rtl="0" eaLnBrk="1" fontAlgn="base" hangingPunct="1">
        <a:spcBef>
          <a:spcPct val="0"/>
        </a:spcBef>
        <a:spcAft>
          <a:spcPct val="0"/>
        </a:spcAft>
        <a:defRPr sz="4400">
          <a:solidFill>
            <a:schemeClr val="tx2"/>
          </a:solidFill>
          <a:latin typeface="Arial" charset="0"/>
          <a:ea typeface="宋体" pitchFamily="2" charset="-122"/>
        </a:defRPr>
      </a:lvl7pPr>
      <a:lvl8pPr marL="1371600" algn="ctr" rtl="0" eaLnBrk="1" fontAlgn="base" hangingPunct="1">
        <a:spcBef>
          <a:spcPct val="0"/>
        </a:spcBef>
        <a:spcAft>
          <a:spcPct val="0"/>
        </a:spcAft>
        <a:defRPr sz="4400">
          <a:solidFill>
            <a:schemeClr val="tx2"/>
          </a:solidFill>
          <a:latin typeface="Arial" charset="0"/>
          <a:ea typeface="宋体" pitchFamily="2" charset="-122"/>
        </a:defRPr>
      </a:lvl8pPr>
      <a:lvl9pPr marL="1828800" algn="ctr" rtl="0" eaLnBrk="1" fontAlgn="base" hangingPunct="1">
        <a:spcBef>
          <a:spcPct val="0"/>
        </a:spcBef>
        <a:spcAft>
          <a:spcPct val="0"/>
        </a:spcAft>
        <a:defRPr sz="4400">
          <a:solidFill>
            <a:schemeClr val="tx2"/>
          </a:solidFill>
          <a:latin typeface="Arial" charset="0"/>
          <a:ea typeface="宋体"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6.emf"/><Relationship Id="rId4" Type="http://schemas.openxmlformats.org/officeDocument/2006/relationships/oleObject" Target="../embeddings/oleObject1.bin"/></Relationships>
</file>

<file path=ppt/slides/_rels/slide1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10.emf"/><Relationship Id="rId4" Type="http://schemas.openxmlformats.org/officeDocument/2006/relationships/oleObject" Target="../embeddings/oleObject2.bin"/></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10.emf"/><Relationship Id="rId4" Type="http://schemas.openxmlformats.org/officeDocument/2006/relationships/oleObject" Target="../embeddings/oleObject3.bin"/></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2.gif"/><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slide" Target="slide66.xml"/><Relationship Id="rId5" Type="http://schemas.openxmlformats.org/officeDocument/2006/relationships/image" Target="../media/image19.emf"/><Relationship Id="rId4" Type="http://schemas.openxmlformats.org/officeDocument/2006/relationships/oleObject" Target="../embeddings/oleObject4.bin"/></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8" Type="http://schemas.openxmlformats.org/officeDocument/2006/relationships/diagramData" Target="../diagrams/data3.xml"/><Relationship Id="rId3" Type="http://schemas.openxmlformats.org/officeDocument/2006/relationships/diagramData" Target="../diagrams/data2.xml"/><Relationship Id="rId7" Type="http://schemas.microsoft.com/office/2007/relationships/diagramDrawing" Target="../diagrams/drawing2.xml"/><Relationship Id="rId12" Type="http://schemas.microsoft.com/office/2007/relationships/diagramDrawing" Target="../diagrams/drawing3.xml"/><Relationship Id="rId2" Type="http://schemas.openxmlformats.org/officeDocument/2006/relationships/notesSlide" Target="../notesSlides/notesSlide58.xml"/><Relationship Id="rId1" Type="http://schemas.openxmlformats.org/officeDocument/2006/relationships/slideLayout" Target="../slideLayouts/slideLayout2.xml"/><Relationship Id="rId6" Type="http://schemas.openxmlformats.org/officeDocument/2006/relationships/diagramColors" Target="../diagrams/colors2.xml"/><Relationship Id="rId11" Type="http://schemas.openxmlformats.org/officeDocument/2006/relationships/diagramColors" Target="../diagrams/colors3.xml"/><Relationship Id="rId5" Type="http://schemas.openxmlformats.org/officeDocument/2006/relationships/diagramQuickStyle" Target="../diagrams/quickStyle2.xml"/><Relationship Id="rId10" Type="http://schemas.openxmlformats.org/officeDocument/2006/relationships/diagramQuickStyle" Target="../diagrams/quickStyle3.xml"/><Relationship Id="rId4" Type="http://schemas.openxmlformats.org/officeDocument/2006/relationships/diagramLayout" Target="../diagrams/layout2.xml"/><Relationship Id="rId9" Type="http://schemas.openxmlformats.org/officeDocument/2006/relationships/diagramLayout" Target="../diagrams/layout3.xml"/></Relationships>
</file>

<file path=ppt/slides/_rels/slide59.xml.rels><?xml version="1.0" encoding="UTF-8" standalone="yes"?>
<Relationships xmlns="http://schemas.openxmlformats.org/package/2006/relationships"><Relationship Id="rId8" Type="http://schemas.openxmlformats.org/officeDocument/2006/relationships/image" Target="../media/image21.emf"/><Relationship Id="rId3" Type="http://schemas.openxmlformats.org/officeDocument/2006/relationships/notesSlide" Target="../notesSlides/notesSlide59.xml"/><Relationship Id="rId7"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20.emf"/><Relationship Id="rId5" Type="http://schemas.openxmlformats.org/officeDocument/2006/relationships/oleObject" Target="../embeddings/oleObject5.bin"/><Relationship Id="rId4" Type="http://schemas.openxmlformats.org/officeDocument/2006/relationships/image" Target="../media/image22.png"/></Relationships>
</file>

<file path=ppt/slides/_rels/slide60.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24.emf"/><Relationship Id="rId4" Type="http://schemas.openxmlformats.org/officeDocument/2006/relationships/oleObject" Target="../embeddings/oleObject7.bin"/></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2.xml"/><Relationship Id="rId1" Type="http://schemas.openxmlformats.org/officeDocument/2006/relationships/vmlDrawing" Target="../drawings/vmlDrawing7.vml"/><Relationship Id="rId5" Type="http://schemas.openxmlformats.org/officeDocument/2006/relationships/image" Target="../media/image25.emf"/><Relationship Id="rId4" Type="http://schemas.openxmlformats.org/officeDocument/2006/relationships/oleObject" Target="../embeddings/oleObject8.bin"/></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slide" Target="slide55.xml"/><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70.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71.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71.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notesSlide" Target="../notesSlides/notesSlide82.xml"/><Relationship Id="rId2" Type="http://schemas.openxmlformats.org/officeDocument/2006/relationships/slideLayout" Target="../slideLayouts/slideLayout2.xml"/><Relationship Id="rId1" Type="http://schemas.openxmlformats.org/officeDocument/2006/relationships/vmlDrawing" Target="../drawings/vmlDrawing8.vml"/><Relationship Id="rId5" Type="http://schemas.openxmlformats.org/officeDocument/2006/relationships/image" Target="../media/image26.emf"/><Relationship Id="rId4" Type="http://schemas.openxmlformats.org/officeDocument/2006/relationships/oleObject" Target="../embeddings/oleObject9.bin"/></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notesSlide" Target="../notesSlides/notesSlide86.xml"/><Relationship Id="rId2" Type="http://schemas.openxmlformats.org/officeDocument/2006/relationships/slideLayout" Target="../slideLayouts/slideLayout2.xml"/><Relationship Id="rId1" Type="http://schemas.openxmlformats.org/officeDocument/2006/relationships/vmlDrawing" Target="../drawings/vmlDrawing9.vml"/><Relationship Id="rId5" Type="http://schemas.openxmlformats.org/officeDocument/2006/relationships/image" Target="../media/image27.emf"/><Relationship Id="rId4" Type="http://schemas.openxmlformats.org/officeDocument/2006/relationships/oleObject" Target="../embeddings/oleObject10.bin"/></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8" Type="http://schemas.openxmlformats.org/officeDocument/2006/relationships/image" Target="../media/image29.emf"/><Relationship Id="rId3" Type="http://schemas.openxmlformats.org/officeDocument/2006/relationships/notesSlide" Target="../notesSlides/notesSlide95.xml"/><Relationship Id="rId7" Type="http://schemas.openxmlformats.org/officeDocument/2006/relationships/oleObject" Target="../embeddings/oleObject12.bin"/><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image" Target="../media/image28.emf"/><Relationship Id="rId5" Type="http://schemas.openxmlformats.org/officeDocument/2006/relationships/oleObject" Target="../embeddings/oleObject11.bin"/><Relationship Id="rId4" Type="http://schemas.openxmlformats.org/officeDocument/2006/relationships/image" Target="../media/image30.png"/></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notesSlide" Target="../notesSlides/notesSlide97.xml"/><Relationship Id="rId2" Type="http://schemas.openxmlformats.org/officeDocument/2006/relationships/slideLayout" Target="../slideLayouts/slideLayout2.xml"/><Relationship Id="rId1" Type="http://schemas.openxmlformats.org/officeDocument/2006/relationships/vmlDrawing" Target="../drawings/vmlDrawing11.vml"/><Relationship Id="rId5" Type="http://schemas.openxmlformats.org/officeDocument/2006/relationships/image" Target="../media/image31.emf"/><Relationship Id="rId4" Type="http://schemas.openxmlformats.org/officeDocument/2006/relationships/oleObject" Target="../embeddings/oleObject13.bin"/></Relationships>
</file>

<file path=ppt/slides/_rels/slide98.xml.rels><?xml version="1.0" encoding="UTF-8" standalone="yes"?>
<Relationships xmlns="http://schemas.openxmlformats.org/package/2006/relationships"><Relationship Id="rId3" Type="http://schemas.openxmlformats.org/officeDocument/2006/relationships/notesSlide" Target="../notesSlides/notesSlide98.xml"/><Relationship Id="rId2" Type="http://schemas.openxmlformats.org/officeDocument/2006/relationships/slideLayout" Target="../slideLayouts/slideLayout2.xml"/><Relationship Id="rId1" Type="http://schemas.openxmlformats.org/officeDocument/2006/relationships/vmlDrawing" Target="../drawings/vmlDrawing12.vml"/><Relationship Id="rId5" Type="http://schemas.openxmlformats.org/officeDocument/2006/relationships/image" Target="../media/image32.emf"/><Relationship Id="rId4" Type="http://schemas.openxmlformats.org/officeDocument/2006/relationships/oleObject" Target="../embeddings/oleObject14.bin"/></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a:xfrm>
            <a:off x="1907704" y="4797152"/>
            <a:ext cx="5328592" cy="1512168"/>
          </a:xfrm>
        </p:spPr>
        <p:txBody>
          <a:bodyPr/>
          <a:lstStyle/>
          <a:p>
            <a:r>
              <a:rPr lang="en-US" altLang="zh-CN" sz="2800" dirty="0">
                <a:solidFill>
                  <a:schemeClr val="bg1"/>
                </a:solidFill>
                <a:effectLst>
                  <a:outerShdw blurRad="38100" dist="38100" dir="2700000" algn="tl">
                    <a:srgbClr val="000000">
                      <a:alpha val="43137"/>
                    </a:srgbClr>
                  </a:outerShdw>
                </a:effectLst>
              </a:rPr>
              <a:t>DFH SATELLITE </a:t>
            </a:r>
            <a:r>
              <a:rPr lang="en-US" altLang="zh-CN" sz="2800" dirty="0" smtClean="0">
                <a:solidFill>
                  <a:schemeClr val="bg1"/>
                </a:solidFill>
                <a:effectLst>
                  <a:outerShdw blurRad="38100" dist="38100" dir="2700000" algn="tl">
                    <a:srgbClr val="000000">
                      <a:alpha val="43137"/>
                    </a:srgbClr>
                  </a:outerShdw>
                </a:effectLst>
              </a:rPr>
              <a:t>CO.,</a:t>
            </a:r>
            <a:r>
              <a:rPr lang="en-US" altLang="zh-CN" sz="2800" dirty="0" smtClean="0"/>
              <a:t> LTD</a:t>
            </a:r>
            <a:endParaRPr lang="zh-CN" altLang="en-US" sz="2800" dirty="0"/>
          </a:p>
          <a:p>
            <a:r>
              <a:rPr lang="en-US" altLang="zh-CN" dirty="0" smtClean="0"/>
              <a:t>February.2019</a:t>
            </a:r>
            <a:endParaRPr lang="zh-CN" altLang="en-US" dirty="0"/>
          </a:p>
          <a:p>
            <a:endParaRPr lang="zh-CN" altLang="en-US" dirty="0"/>
          </a:p>
        </p:txBody>
      </p:sp>
      <p:sp>
        <p:nvSpPr>
          <p:cNvPr id="3" name="标题 2"/>
          <p:cNvSpPr>
            <a:spLocks noGrp="1"/>
          </p:cNvSpPr>
          <p:nvPr>
            <p:ph type="title"/>
          </p:nvPr>
        </p:nvSpPr>
        <p:spPr>
          <a:xfrm>
            <a:off x="714348" y="1772816"/>
            <a:ext cx="7586658" cy="2088232"/>
          </a:xfrm>
        </p:spPr>
        <p:txBody>
          <a:bodyPr>
            <a:normAutofit fontScale="90000"/>
          </a:bodyPr>
          <a:lstStyle/>
          <a:p>
            <a:r>
              <a:rPr lang="en-US" altLang="zh-CN" dirty="0"/>
              <a:t>On Board Data Handling</a:t>
            </a:r>
            <a:br>
              <a:rPr lang="en-US" altLang="zh-CN" dirty="0"/>
            </a:br>
            <a:r>
              <a:rPr lang="en-US" altLang="zh-CN" dirty="0"/>
              <a:t>Subsystem Design</a:t>
            </a:r>
            <a:r>
              <a:rPr lang="en-US" altLang="zh-CN" dirty="0" smtClean="0">
                <a:solidFill>
                  <a:srgbClr val="002060"/>
                </a:solidFill>
                <a:effectLst>
                  <a:outerShdw blurRad="38100" dist="38100" dir="2700000" algn="tl">
                    <a:srgbClr val="000000">
                      <a:alpha val="43137"/>
                    </a:srgbClr>
                  </a:outerShdw>
                </a:effectLst>
              </a:rPr>
              <a:t/>
            </a:r>
            <a:br>
              <a:rPr lang="en-US" altLang="zh-CN" dirty="0" smtClean="0">
                <a:solidFill>
                  <a:srgbClr val="002060"/>
                </a:solidFill>
                <a:effectLst>
                  <a:outerShdw blurRad="38100" dist="38100" dir="2700000" algn="tl">
                    <a:srgbClr val="000000">
                      <a:alpha val="43137"/>
                    </a:srgbClr>
                  </a:outerShdw>
                </a:effectLst>
              </a:rPr>
            </a:br>
            <a:endParaRPr lang="zh-CN" altLang="en-US" dirty="0">
              <a:solidFill>
                <a:srgbClr val="00206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45297312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Outline</a:t>
            </a:r>
            <a:endParaRPr lang="zh-CN" altLang="en-US" dirty="0"/>
          </a:p>
        </p:txBody>
      </p:sp>
      <p:sp>
        <p:nvSpPr>
          <p:cNvPr id="3" name="内容占位符 2"/>
          <p:cNvSpPr>
            <a:spLocks noGrp="1"/>
          </p:cNvSpPr>
          <p:nvPr>
            <p:ph idx="1"/>
          </p:nvPr>
        </p:nvSpPr>
        <p:spPr/>
        <p:txBody>
          <a:bodyPr>
            <a:normAutofit fontScale="70000" lnSpcReduction="20000"/>
          </a:bodyPr>
          <a:lstStyle/>
          <a:p>
            <a:pPr marL="514350" lvl="1" indent="-514350">
              <a:buClr>
                <a:srgbClr val="0070C0"/>
              </a:buClr>
              <a:buFont typeface="Wingdings" panose="05000000000000000000" pitchFamily="2" charset="2"/>
              <a:buChar char="l"/>
            </a:pPr>
            <a:r>
              <a:rPr lang="en-US" altLang="zh-CN" sz="3000" dirty="0" smtClean="0"/>
              <a:t>OBDH </a:t>
            </a:r>
            <a:r>
              <a:rPr lang="en-US" altLang="zh-CN" sz="3000" dirty="0"/>
              <a:t>Specification</a:t>
            </a:r>
          </a:p>
          <a:p>
            <a:pPr marL="514350" lvl="1" indent="-514350">
              <a:buClr>
                <a:srgbClr val="0070C0"/>
              </a:buClr>
              <a:buFont typeface="Wingdings" panose="05000000000000000000" pitchFamily="2" charset="2"/>
              <a:buChar char="l"/>
            </a:pPr>
            <a:r>
              <a:rPr lang="en-US" altLang="zh-CN" sz="3000" dirty="0"/>
              <a:t>OBDH Composition</a:t>
            </a:r>
          </a:p>
          <a:p>
            <a:pPr marL="514350" lvl="1" indent="-514350">
              <a:buClr>
                <a:srgbClr val="0070C0"/>
              </a:buClr>
              <a:buFont typeface="Wingdings" panose="05000000000000000000" pitchFamily="2" charset="2"/>
              <a:buChar char="l"/>
            </a:pPr>
            <a:r>
              <a:rPr lang="en-US" altLang="zh-CN" sz="3000" dirty="0" err="1"/>
              <a:t>Telecommand</a:t>
            </a:r>
            <a:r>
              <a:rPr lang="en-US" altLang="zh-CN" sz="3000" dirty="0"/>
              <a:t> Management</a:t>
            </a:r>
          </a:p>
          <a:p>
            <a:pPr marL="514350" lvl="1" indent="-514350">
              <a:buClr>
                <a:srgbClr val="0070C0"/>
              </a:buClr>
              <a:buFont typeface="Wingdings" panose="05000000000000000000" pitchFamily="2" charset="2"/>
              <a:buChar char="l"/>
            </a:pPr>
            <a:r>
              <a:rPr lang="en-US" altLang="zh-CN" sz="3000" dirty="0"/>
              <a:t>Telemetry Management</a:t>
            </a:r>
          </a:p>
          <a:p>
            <a:pPr marL="514350" lvl="1" indent="-514350">
              <a:buClr>
                <a:srgbClr val="0070C0"/>
              </a:buClr>
              <a:buFont typeface="Wingdings" panose="05000000000000000000" pitchFamily="2" charset="2"/>
              <a:buChar char="l"/>
            </a:pPr>
            <a:r>
              <a:rPr lang="en-US" altLang="zh-CN" sz="3000" dirty="0"/>
              <a:t>Communication on-board</a:t>
            </a:r>
          </a:p>
          <a:p>
            <a:pPr marL="514350" lvl="1" indent="-514350">
              <a:buClr>
                <a:srgbClr val="0070C0"/>
              </a:buClr>
              <a:buFont typeface="Wingdings" panose="05000000000000000000" pitchFamily="2" charset="2"/>
              <a:buChar char="l"/>
            </a:pPr>
            <a:r>
              <a:rPr lang="en-US" altLang="zh-CN" sz="3000" dirty="0"/>
              <a:t>Time Management</a:t>
            </a:r>
          </a:p>
          <a:p>
            <a:pPr marL="514350" lvl="1" indent="-514350">
              <a:buClr>
                <a:srgbClr val="0070C0"/>
              </a:buClr>
              <a:buFont typeface="Wingdings" panose="05000000000000000000" pitchFamily="2" charset="2"/>
              <a:buChar char="l"/>
            </a:pPr>
            <a:r>
              <a:rPr lang="en-US" altLang="zh-CN" sz="3000" dirty="0"/>
              <a:t>Time-tagged </a:t>
            </a:r>
            <a:r>
              <a:rPr lang="en-US" altLang="zh-CN" sz="3000" dirty="0" smtClean="0"/>
              <a:t>Command</a:t>
            </a:r>
          </a:p>
          <a:p>
            <a:pPr marL="514350" lvl="1" indent="-514350">
              <a:buClr>
                <a:srgbClr val="0070C0"/>
              </a:buClr>
              <a:buFont typeface="Wingdings" panose="05000000000000000000" pitchFamily="2" charset="2"/>
              <a:buChar char="l"/>
            </a:pPr>
            <a:r>
              <a:rPr lang="en-US" altLang="en-US" sz="3000" dirty="0"/>
              <a:t>Time-tagged data block</a:t>
            </a:r>
            <a:endParaRPr lang="zh-CN" altLang="en-US" sz="3000" dirty="0"/>
          </a:p>
          <a:p>
            <a:pPr marL="514350" lvl="1" indent="-514350">
              <a:buClr>
                <a:srgbClr val="0070C0"/>
              </a:buClr>
              <a:buFont typeface="Wingdings" panose="05000000000000000000" pitchFamily="2" charset="2"/>
              <a:buChar char="l"/>
            </a:pPr>
            <a:r>
              <a:rPr lang="en-US" altLang="en-US" sz="3000" dirty="0"/>
              <a:t>Relative time-tagged </a:t>
            </a:r>
            <a:r>
              <a:rPr lang="en-US" altLang="en-US" sz="3000" dirty="0" err="1"/>
              <a:t>telecommand</a:t>
            </a:r>
            <a:endParaRPr lang="zh-CN" altLang="en-US" sz="3000" dirty="0"/>
          </a:p>
          <a:p>
            <a:pPr marL="514350" lvl="1" indent="-514350">
              <a:buClr>
                <a:srgbClr val="0070C0"/>
              </a:buClr>
              <a:buFont typeface="Wingdings" panose="05000000000000000000" pitchFamily="2" charset="2"/>
              <a:buChar char="l"/>
            </a:pPr>
            <a:r>
              <a:rPr lang="en-US" altLang="zh-CN" sz="3000" dirty="0"/>
              <a:t>Safe Mode</a:t>
            </a:r>
            <a:endParaRPr lang="zh-CN" altLang="en-US" sz="3000" dirty="0"/>
          </a:p>
          <a:p>
            <a:pPr marL="514350" lvl="1" indent="-514350">
              <a:buClr>
                <a:srgbClr val="0070C0"/>
              </a:buClr>
              <a:buFont typeface="Wingdings" panose="05000000000000000000" pitchFamily="2" charset="2"/>
              <a:buChar char="l"/>
            </a:pPr>
            <a:r>
              <a:rPr lang="en-US" altLang="zh-CN" sz="3000" dirty="0"/>
              <a:t>Thermal </a:t>
            </a:r>
            <a:r>
              <a:rPr lang="en-US" altLang="zh-CN" sz="3000" dirty="0" smtClean="0"/>
              <a:t>Control </a:t>
            </a:r>
            <a:endParaRPr lang="zh-CN" altLang="en-US" sz="3000" dirty="0"/>
          </a:p>
          <a:p>
            <a:pPr marL="514350" lvl="1" indent="-514350">
              <a:buClr>
                <a:srgbClr val="0070C0"/>
              </a:buClr>
              <a:buFont typeface="Wingdings" panose="05000000000000000000" pitchFamily="2" charset="2"/>
              <a:buChar char="l"/>
            </a:pPr>
            <a:endParaRPr lang="en-US" altLang="zh-CN" dirty="0"/>
          </a:p>
        </p:txBody>
      </p:sp>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latin typeface="微软雅黑" pitchFamily="34" charset="-122"/>
                <a:ea typeface="微软雅黑" pitchFamily="34" charset="-122"/>
              </a:rPr>
              <a:t> </a:t>
            </a:r>
            <a:fld id="{E1EFCB46-C834-4067-A327-0EA79FD50686}" type="slidenum">
              <a:rPr lang="zh-CN" altLang="en-US" smtClean="0">
                <a:latin typeface="微软雅黑" pitchFamily="34" charset="-122"/>
                <a:ea typeface="微软雅黑" pitchFamily="34" charset="-122"/>
              </a:rPr>
              <a:pPr/>
              <a:t>2</a:t>
            </a:fld>
            <a:r>
              <a:rPr lang="zh-CN" altLang="en-US" smtClean="0">
                <a:latin typeface="微软雅黑" pitchFamily="34" charset="-122"/>
                <a:ea typeface="微软雅黑" pitchFamily="34" charset="-122"/>
              </a:rPr>
              <a:t> </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186618344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Objectives</a:t>
            </a:r>
            <a:endParaRPr lang="zh-CN" altLang="en-US" dirty="0"/>
          </a:p>
        </p:txBody>
      </p:sp>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latin typeface="微软雅黑" pitchFamily="34" charset="-122"/>
                <a:ea typeface="微软雅黑" pitchFamily="34" charset="-122"/>
              </a:rPr>
              <a:t> </a:t>
            </a:r>
            <a:fld id="{E1EFCB46-C834-4067-A327-0EA79FD50686}" type="slidenum">
              <a:rPr lang="zh-CN" altLang="en-US" smtClean="0">
                <a:latin typeface="微软雅黑" pitchFamily="34" charset="-122"/>
                <a:ea typeface="微软雅黑" pitchFamily="34" charset="-122"/>
              </a:rPr>
              <a:pPr/>
              <a:t>3</a:t>
            </a:fld>
            <a:r>
              <a:rPr lang="zh-CN" altLang="en-US" smtClean="0">
                <a:latin typeface="微软雅黑" pitchFamily="34" charset="-122"/>
                <a:ea typeface="微软雅黑" pitchFamily="34" charset="-122"/>
              </a:rPr>
              <a:t> </a:t>
            </a:r>
            <a:endParaRPr lang="zh-CN" altLang="en-US" dirty="0">
              <a:latin typeface="微软雅黑" pitchFamily="34" charset="-122"/>
              <a:ea typeface="微软雅黑" pitchFamily="34" charset="-122"/>
            </a:endParaRPr>
          </a:p>
        </p:txBody>
      </p:sp>
      <p:sp>
        <p:nvSpPr>
          <p:cNvPr id="9" name="矩形 8"/>
          <p:cNvSpPr/>
          <p:nvPr/>
        </p:nvSpPr>
        <p:spPr>
          <a:xfrm>
            <a:off x="539552" y="3140968"/>
            <a:ext cx="7776864" cy="2123658"/>
          </a:xfrm>
          <a:prstGeom prst="rect">
            <a:avLst/>
          </a:prstGeom>
        </p:spPr>
        <p:txBody>
          <a:bodyPr wrap="square">
            <a:spAutoFit/>
          </a:bodyPr>
          <a:lstStyle/>
          <a:p>
            <a:pPr marL="457200" lvl="0" indent="-457200" algn="just" eaLnBrk="0" fontAlgn="base" hangingPunct="0">
              <a:lnSpc>
                <a:spcPct val="150000"/>
              </a:lnSpc>
              <a:spcBef>
                <a:spcPct val="0"/>
              </a:spcBef>
              <a:spcAft>
                <a:spcPct val="0"/>
              </a:spcAft>
              <a:buFont typeface="+mj-lt"/>
              <a:buAutoNum type="arabicPeriod"/>
              <a:defRPr/>
            </a:pPr>
            <a:r>
              <a:rPr lang="en-US" altLang="zh-CN" sz="2200" b="1" dirty="0" smtClean="0">
                <a:latin typeface="微软雅黑" pitchFamily="34" charset="-122"/>
                <a:ea typeface="微软雅黑" pitchFamily="34" charset="-122"/>
                <a:cs typeface="Times New Roman" pitchFamily="18" charset="0"/>
              </a:rPr>
              <a:t>Understand </a:t>
            </a:r>
            <a:r>
              <a:rPr lang="en-US" altLang="zh-CN" sz="2200" b="1" dirty="0">
                <a:latin typeface="微软雅黑" pitchFamily="34" charset="-122"/>
                <a:ea typeface="微软雅黑" pitchFamily="34" charset="-122"/>
                <a:cs typeface="Times New Roman" pitchFamily="18" charset="0"/>
              </a:rPr>
              <a:t>the function of OBDH </a:t>
            </a:r>
          </a:p>
          <a:p>
            <a:pPr marL="457200" lvl="0" indent="-457200" algn="just" eaLnBrk="0" fontAlgn="base" hangingPunct="0">
              <a:lnSpc>
                <a:spcPct val="150000"/>
              </a:lnSpc>
              <a:spcBef>
                <a:spcPct val="0"/>
              </a:spcBef>
              <a:spcAft>
                <a:spcPct val="0"/>
              </a:spcAft>
              <a:buFont typeface="+mj-lt"/>
              <a:buAutoNum type="arabicPeriod"/>
              <a:defRPr/>
            </a:pPr>
            <a:r>
              <a:rPr lang="en-US" altLang="zh-CN" sz="2200" b="1" dirty="0">
                <a:latin typeface="微软雅黑" pitchFamily="34" charset="-122"/>
                <a:ea typeface="微软雅黑" pitchFamily="34" charset="-122"/>
                <a:cs typeface="Times New Roman" pitchFamily="18" charset="0"/>
              </a:rPr>
              <a:t>The composition of OBDH</a:t>
            </a:r>
          </a:p>
          <a:p>
            <a:pPr marL="457200" lvl="0" indent="-457200" algn="just" eaLnBrk="0" fontAlgn="base" hangingPunct="0">
              <a:lnSpc>
                <a:spcPct val="150000"/>
              </a:lnSpc>
              <a:spcBef>
                <a:spcPct val="0"/>
              </a:spcBef>
              <a:spcAft>
                <a:spcPct val="0"/>
              </a:spcAft>
              <a:buFont typeface="+mj-lt"/>
              <a:buAutoNum type="arabicPeriod"/>
              <a:defRPr/>
            </a:pPr>
            <a:r>
              <a:rPr lang="en-US" altLang="zh-CN" sz="2200" b="1" dirty="0">
                <a:latin typeface="微软雅黑" pitchFamily="34" charset="-122"/>
                <a:ea typeface="微软雅黑" pitchFamily="34" charset="-122"/>
                <a:cs typeface="Times New Roman" pitchFamily="18" charset="0"/>
              </a:rPr>
              <a:t>Be clear about the procedure of </a:t>
            </a:r>
            <a:r>
              <a:rPr lang="en-US" altLang="zh-CN" sz="2200" b="1" dirty="0" err="1">
                <a:latin typeface="微软雅黑" pitchFamily="34" charset="-122"/>
                <a:ea typeface="微软雅黑" pitchFamily="34" charset="-122"/>
                <a:cs typeface="Times New Roman" pitchFamily="18" charset="0"/>
              </a:rPr>
              <a:t>Telecommand</a:t>
            </a:r>
            <a:r>
              <a:rPr lang="en-US" altLang="zh-CN" sz="2200" b="1" dirty="0">
                <a:latin typeface="微软雅黑" pitchFamily="34" charset="-122"/>
                <a:ea typeface="微软雅黑" pitchFamily="34" charset="-122"/>
                <a:cs typeface="Times New Roman" pitchFamily="18" charset="0"/>
              </a:rPr>
              <a:t> and Telemetry Management</a:t>
            </a:r>
          </a:p>
        </p:txBody>
      </p:sp>
      <p:sp>
        <p:nvSpPr>
          <p:cNvPr id="6" name="矩形 5"/>
          <p:cNvSpPr/>
          <p:nvPr/>
        </p:nvSpPr>
        <p:spPr>
          <a:xfrm>
            <a:off x="539552" y="1844824"/>
            <a:ext cx="7776864" cy="1200329"/>
          </a:xfrm>
          <a:prstGeom prst="rect">
            <a:avLst/>
          </a:prstGeom>
        </p:spPr>
        <p:txBody>
          <a:bodyPr wrap="square">
            <a:spAutoFit/>
          </a:bodyPr>
          <a:lstStyle/>
          <a:p>
            <a:pPr lvl="0" algn="just" fontAlgn="base">
              <a:lnSpc>
                <a:spcPct val="150000"/>
              </a:lnSpc>
              <a:spcBef>
                <a:spcPct val="0"/>
              </a:spcBef>
              <a:spcAft>
                <a:spcPct val="0"/>
              </a:spcAft>
              <a:defRPr/>
            </a:pPr>
            <a:r>
              <a:rPr lang="en-GB" altLang="zh-CN" sz="2400" b="1" dirty="0">
                <a:latin typeface="微软雅黑" pitchFamily="34" charset="-122"/>
                <a:ea typeface="微软雅黑" pitchFamily="34" charset="-122"/>
              </a:rPr>
              <a:t>After  finishing  the learning of programme Participants will</a:t>
            </a:r>
            <a:r>
              <a:rPr lang="en-US" altLang="zh-CN" sz="2400" b="1" dirty="0">
                <a:latin typeface="微软雅黑" pitchFamily="34" charset="-122"/>
                <a:ea typeface="微软雅黑" pitchFamily="34" charset="-122"/>
              </a:rPr>
              <a:t>/</a:t>
            </a:r>
            <a:r>
              <a:rPr lang="en-GB" altLang="zh-CN" sz="2400" b="1" dirty="0">
                <a:latin typeface="微软雅黑" pitchFamily="34" charset="-122"/>
                <a:ea typeface="微软雅黑" pitchFamily="34" charset="-122"/>
              </a:rPr>
              <a:t> can</a:t>
            </a:r>
            <a:r>
              <a:rPr lang="zh-CN" altLang="en-US" sz="2400" b="1" dirty="0">
                <a:latin typeface="微软雅黑" pitchFamily="34" charset="-122"/>
                <a:ea typeface="微软雅黑" pitchFamily="34" charset="-122"/>
              </a:rPr>
              <a:t> </a:t>
            </a:r>
            <a:r>
              <a:rPr lang="en-GB" altLang="zh-CN" sz="2400" b="1" dirty="0">
                <a:latin typeface="微软雅黑" pitchFamily="34" charset="-122"/>
                <a:ea typeface="微软雅黑" pitchFamily="34" charset="-122"/>
              </a:rPr>
              <a:t> </a:t>
            </a:r>
            <a:r>
              <a:rPr lang="en-GB" altLang="zh-CN" sz="2400" b="1" dirty="0" smtClean="0">
                <a:latin typeface="微软雅黑" pitchFamily="34" charset="-122"/>
                <a:ea typeface="微软雅黑" pitchFamily="34" charset="-122"/>
              </a:rPr>
              <a:t>:</a:t>
            </a:r>
          </a:p>
        </p:txBody>
      </p:sp>
    </p:spTree>
    <p:extLst>
      <p:ext uri="{BB962C8B-B14F-4D97-AF65-F5344CB8AC3E}">
        <p14:creationId xmlns:p14="http://schemas.microsoft.com/office/powerpoint/2010/main" val="81718750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Acronym list</a:t>
            </a:r>
          </a:p>
        </p:txBody>
      </p:sp>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4</a:t>
            </a:fld>
            <a:r>
              <a:rPr lang="zh-CN" altLang="en-US" smtClean="0"/>
              <a:t> </a:t>
            </a:r>
            <a:endParaRPr lang="zh-CN" altLang="en-US" dirty="0">
              <a:latin typeface="微软雅黑" pitchFamily="34" charset="-122"/>
              <a:ea typeface="微软雅黑" pitchFamily="34" charset="-122"/>
            </a:endParaRPr>
          </a:p>
        </p:txBody>
      </p:sp>
      <p:sp>
        <p:nvSpPr>
          <p:cNvPr id="6" name="椭圆 1"/>
          <p:cNvSpPr>
            <a:spLocks noChangeArrowheads="1"/>
          </p:cNvSpPr>
          <p:nvPr/>
        </p:nvSpPr>
        <p:spPr bwMode="auto">
          <a:xfrm>
            <a:off x="5940425" y="2420938"/>
            <a:ext cx="2663825" cy="1403350"/>
          </a:xfrm>
          <a:prstGeom prst="ellipse">
            <a:avLst/>
          </a:prstGeom>
          <a:ln>
            <a:headEnd/>
            <a:tailEnd/>
          </a:ln>
        </p:spPr>
        <p:style>
          <a:lnRef idx="1">
            <a:schemeClr val="accent1"/>
          </a:lnRef>
          <a:fillRef idx="3">
            <a:schemeClr val="accent1"/>
          </a:fillRef>
          <a:effectRef idx="2">
            <a:schemeClr val="accent1"/>
          </a:effectRef>
          <a:fontRef idx="minor">
            <a:schemeClr val="lt1"/>
          </a:fontRef>
        </p:style>
        <p:txBody>
          <a:bodyPr wrap="none" anchor="ctr"/>
          <a:lstStyle/>
          <a:p>
            <a:endParaRPr lang="zh-CN" altLang="en-US"/>
          </a:p>
        </p:txBody>
      </p:sp>
      <p:sp>
        <p:nvSpPr>
          <p:cNvPr id="7" name="TextBox 2"/>
          <p:cNvSpPr txBox="1">
            <a:spLocks noChangeArrowheads="1"/>
          </p:cNvSpPr>
          <p:nvPr/>
        </p:nvSpPr>
        <p:spPr bwMode="auto">
          <a:xfrm>
            <a:off x="6156325" y="2654300"/>
            <a:ext cx="2303463"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eaLnBrk="1" hangingPunct="1"/>
            <a:r>
              <a:rPr lang="en-US" altLang="zh-CN" sz="2800" dirty="0">
                <a:solidFill>
                  <a:schemeClr val="bg1"/>
                </a:solidFill>
              </a:rPr>
              <a:t>Related to subsystem</a:t>
            </a:r>
            <a:endParaRPr lang="zh-CN" altLang="en-US" sz="2800" dirty="0">
              <a:solidFill>
                <a:schemeClr val="bg1"/>
              </a:solidFill>
            </a:endParaRPr>
          </a:p>
        </p:txBody>
      </p:sp>
      <p:sp>
        <p:nvSpPr>
          <p:cNvPr id="8" name="矩形 1"/>
          <p:cNvSpPr>
            <a:spLocks noChangeArrowheads="1"/>
          </p:cNvSpPr>
          <p:nvPr/>
        </p:nvSpPr>
        <p:spPr bwMode="auto">
          <a:xfrm>
            <a:off x="457199" y="1195580"/>
            <a:ext cx="7516813" cy="5170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42900" indent="-342900" algn="l">
              <a:lnSpc>
                <a:spcPct val="150000"/>
              </a:lnSpc>
              <a:buFont typeface="Wingdings" pitchFamily="2" charset="2"/>
              <a:buChar char="Ø"/>
            </a:pPr>
            <a:r>
              <a:rPr lang="en-US" altLang="zh-CN" sz="2200" b="1" dirty="0">
                <a:solidFill>
                  <a:schemeClr val="tx1"/>
                </a:solidFill>
                <a:latin typeface="微软雅黑" pitchFamily="34" charset="-122"/>
                <a:ea typeface="微软雅黑" pitchFamily="34" charset="-122"/>
              </a:rPr>
              <a:t>OBDH</a:t>
            </a:r>
            <a:r>
              <a:rPr lang="zh-CN" altLang="en-US" sz="2200" b="1" dirty="0">
                <a:solidFill>
                  <a:schemeClr val="tx1"/>
                </a:solidFill>
                <a:latin typeface="微软雅黑" pitchFamily="34" charset="-122"/>
                <a:ea typeface="微软雅黑" pitchFamily="34" charset="-122"/>
              </a:rPr>
              <a:t>：</a:t>
            </a:r>
            <a:r>
              <a:rPr lang="en-GB" altLang="zh-CN" sz="2200" b="1" dirty="0">
                <a:solidFill>
                  <a:schemeClr val="tx1"/>
                </a:solidFill>
                <a:latin typeface="微软雅黑" pitchFamily="34" charset="-122"/>
                <a:ea typeface="微软雅黑" pitchFamily="34" charset="-122"/>
              </a:rPr>
              <a:t>On Board Data Handling</a:t>
            </a:r>
          </a:p>
          <a:p>
            <a:pPr marL="342900" indent="-342900" algn="l">
              <a:lnSpc>
                <a:spcPct val="150000"/>
              </a:lnSpc>
              <a:buFont typeface="Wingdings" pitchFamily="2" charset="2"/>
              <a:buChar char="Ø"/>
            </a:pPr>
            <a:r>
              <a:rPr lang="en-US" altLang="zh-CN" sz="2200" b="1" dirty="0">
                <a:solidFill>
                  <a:schemeClr val="tx1"/>
                </a:solidFill>
                <a:latin typeface="微软雅黑" pitchFamily="34" charset="-122"/>
                <a:ea typeface="微软雅黑" pitchFamily="34" charset="-122"/>
              </a:rPr>
              <a:t>OBC</a:t>
            </a:r>
            <a:r>
              <a:rPr lang="zh-CN" altLang="en-US" sz="2200" b="1" dirty="0">
                <a:solidFill>
                  <a:schemeClr val="tx1"/>
                </a:solidFill>
                <a:latin typeface="微软雅黑" pitchFamily="34" charset="-122"/>
                <a:ea typeface="微软雅黑" pitchFamily="34" charset="-122"/>
              </a:rPr>
              <a:t>：</a:t>
            </a:r>
            <a:r>
              <a:rPr lang="en-GB" altLang="zh-CN" sz="2200" b="1" dirty="0">
                <a:solidFill>
                  <a:schemeClr val="tx1"/>
                </a:solidFill>
                <a:latin typeface="微软雅黑" pitchFamily="34" charset="-122"/>
                <a:ea typeface="微软雅黑" pitchFamily="34" charset="-122"/>
              </a:rPr>
              <a:t>On Board Computer</a:t>
            </a:r>
            <a:endParaRPr lang="en-US" altLang="zh-CN" sz="2200" b="1" dirty="0">
              <a:solidFill>
                <a:schemeClr val="tx1"/>
              </a:solidFill>
              <a:latin typeface="微软雅黑" pitchFamily="34" charset="-122"/>
              <a:ea typeface="微软雅黑" pitchFamily="34" charset="-122"/>
            </a:endParaRPr>
          </a:p>
          <a:p>
            <a:pPr marL="342900" indent="-342900" algn="l">
              <a:lnSpc>
                <a:spcPct val="150000"/>
              </a:lnSpc>
              <a:buFont typeface="Wingdings" pitchFamily="2" charset="2"/>
              <a:buChar char="Ø"/>
            </a:pPr>
            <a:r>
              <a:rPr lang="en-US" altLang="zh-CN" sz="2200" b="1" dirty="0" smtClean="0">
                <a:solidFill>
                  <a:schemeClr val="tx1"/>
                </a:solidFill>
                <a:latin typeface="微软雅黑" pitchFamily="34" charset="-122"/>
                <a:ea typeface="微软雅黑" pitchFamily="34" charset="-122"/>
              </a:rPr>
              <a:t>TCU</a:t>
            </a:r>
            <a:r>
              <a:rPr lang="zh-CN" altLang="en-US" sz="2200" b="1" dirty="0">
                <a:solidFill>
                  <a:schemeClr val="tx1"/>
                </a:solidFill>
                <a:latin typeface="微软雅黑" pitchFamily="34" charset="-122"/>
                <a:ea typeface="微软雅黑" pitchFamily="34" charset="-122"/>
              </a:rPr>
              <a:t>：</a:t>
            </a:r>
            <a:r>
              <a:rPr lang="en-GB" altLang="zh-CN" sz="2200" b="1" dirty="0">
                <a:solidFill>
                  <a:schemeClr val="tx1"/>
                </a:solidFill>
                <a:latin typeface="微软雅黑" pitchFamily="34" charset="-122"/>
                <a:ea typeface="微软雅黑" pitchFamily="34" charset="-122"/>
              </a:rPr>
              <a:t>Thermal Control Unit</a:t>
            </a:r>
            <a:endParaRPr lang="en-US" altLang="zh-CN" sz="2200" b="1" dirty="0">
              <a:solidFill>
                <a:schemeClr val="tx1"/>
              </a:solidFill>
              <a:latin typeface="微软雅黑" pitchFamily="34" charset="-122"/>
              <a:ea typeface="微软雅黑" pitchFamily="34" charset="-122"/>
            </a:endParaRPr>
          </a:p>
          <a:p>
            <a:pPr marL="342900" indent="-342900" algn="l">
              <a:lnSpc>
                <a:spcPct val="150000"/>
              </a:lnSpc>
              <a:buFont typeface="Wingdings" pitchFamily="2" charset="2"/>
              <a:buChar char="Ø"/>
            </a:pPr>
            <a:r>
              <a:rPr lang="en-US" altLang="zh-CN" sz="2200" b="1" dirty="0" smtClean="0">
                <a:solidFill>
                  <a:schemeClr val="tx1"/>
                </a:solidFill>
                <a:latin typeface="微软雅黑" pitchFamily="34" charset="-122"/>
                <a:ea typeface="微软雅黑" pitchFamily="34" charset="-122"/>
              </a:rPr>
              <a:t>PCU</a:t>
            </a:r>
            <a:r>
              <a:rPr lang="en-US" altLang="zh-CN" sz="2200" b="1" dirty="0">
                <a:solidFill>
                  <a:schemeClr val="tx1"/>
                </a:solidFill>
                <a:latin typeface="微软雅黑" pitchFamily="34" charset="-122"/>
                <a:ea typeface="微软雅黑" pitchFamily="34" charset="-122"/>
              </a:rPr>
              <a:t>: </a:t>
            </a:r>
            <a:r>
              <a:rPr lang="en-GB" altLang="zh-CN" sz="2200" b="1" dirty="0">
                <a:solidFill>
                  <a:schemeClr val="tx1"/>
                </a:solidFill>
                <a:latin typeface="微软雅黑" pitchFamily="34" charset="-122"/>
                <a:ea typeface="微软雅黑" pitchFamily="34" charset="-122"/>
              </a:rPr>
              <a:t>Power Control Unit</a:t>
            </a:r>
            <a:endParaRPr lang="en-US" altLang="zh-CN" sz="2200" b="1" dirty="0">
              <a:solidFill>
                <a:schemeClr val="tx1"/>
              </a:solidFill>
              <a:latin typeface="微软雅黑" pitchFamily="34" charset="-122"/>
              <a:ea typeface="微软雅黑" pitchFamily="34" charset="-122"/>
            </a:endParaRPr>
          </a:p>
          <a:p>
            <a:pPr marL="342900" indent="-342900" algn="l">
              <a:lnSpc>
                <a:spcPct val="150000"/>
              </a:lnSpc>
              <a:buFont typeface="Wingdings" pitchFamily="2" charset="2"/>
              <a:buChar char="Ø"/>
            </a:pPr>
            <a:r>
              <a:rPr lang="en-US" altLang="zh-CN" sz="2200" b="1" dirty="0" smtClean="0">
                <a:solidFill>
                  <a:schemeClr val="tx1"/>
                </a:solidFill>
                <a:latin typeface="微软雅黑" pitchFamily="34" charset="-122"/>
                <a:ea typeface="微软雅黑" pitchFamily="34" charset="-122"/>
              </a:rPr>
              <a:t>BMU</a:t>
            </a:r>
            <a:r>
              <a:rPr lang="en-US" altLang="zh-CN" sz="2200" b="1" dirty="0">
                <a:solidFill>
                  <a:schemeClr val="tx1"/>
                </a:solidFill>
                <a:latin typeface="微软雅黑" pitchFamily="34" charset="-122"/>
                <a:ea typeface="微软雅黑" pitchFamily="34" charset="-122"/>
              </a:rPr>
              <a:t>: </a:t>
            </a:r>
            <a:r>
              <a:rPr lang="en-GB" altLang="zh-CN" sz="2200" b="1" dirty="0" smtClean="0">
                <a:latin typeface="微软雅黑" pitchFamily="34" charset="-122"/>
                <a:ea typeface="微软雅黑" pitchFamily="34" charset="-122"/>
              </a:rPr>
              <a:t>Battery Management</a:t>
            </a:r>
            <a:r>
              <a:rPr lang="en-GB" altLang="zh-CN" sz="2200" b="1" dirty="0" smtClean="0">
                <a:solidFill>
                  <a:schemeClr val="tx1"/>
                </a:solidFill>
                <a:latin typeface="微软雅黑" pitchFamily="34" charset="-122"/>
                <a:ea typeface="微软雅黑" pitchFamily="34" charset="-122"/>
              </a:rPr>
              <a:t> </a:t>
            </a:r>
            <a:r>
              <a:rPr lang="en-GB" altLang="zh-CN" sz="2200" b="1" dirty="0">
                <a:solidFill>
                  <a:schemeClr val="tx1"/>
                </a:solidFill>
                <a:latin typeface="微软雅黑" pitchFamily="34" charset="-122"/>
                <a:ea typeface="微软雅黑" pitchFamily="34" charset="-122"/>
              </a:rPr>
              <a:t>Unit</a:t>
            </a:r>
          </a:p>
          <a:p>
            <a:pPr marL="342900" indent="-342900" algn="l">
              <a:lnSpc>
                <a:spcPct val="150000"/>
              </a:lnSpc>
              <a:buFont typeface="Wingdings" pitchFamily="2" charset="2"/>
              <a:buChar char="Ø"/>
            </a:pPr>
            <a:r>
              <a:rPr lang="en-US" altLang="zh-CN" sz="2200" b="1" dirty="0">
                <a:solidFill>
                  <a:schemeClr val="tx1"/>
                </a:solidFill>
                <a:latin typeface="微软雅黑" pitchFamily="34" charset="-122"/>
                <a:ea typeface="微软雅黑" pitchFamily="34" charset="-122"/>
              </a:rPr>
              <a:t>DTS: </a:t>
            </a:r>
            <a:r>
              <a:rPr lang="en-GB" altLang="zh-CN" sz="2200" b="1" dirty="0">
                <a:solidFill>
                  <a:schemeClr val="tx1"/>
                </a:solidFill>
                <a:latin typeface="微软雅黑" pitchFamily="34" charset="-122"/>
                <a:ea typeface="微软雅黑" pitchFamily="34" charset="-122"/>
              </a:rPr>
              <a:t>Data Transmission </a:t>
            </a:r>
            <a:r>
              <a:rPr lang="en-GB" altLang="zh-CN" sz="2200" b="1" dirty="0" smtClean="0">
                <a:solidFill>
                  <a:schemeClr val="tx1"/>
                </a:solidFill>
                <a:latin typeface="微软雅黑" pitchFamily="34" charset="-122"/>
                <a:ea typeface="微软雅黑" pitchFamily="34" charset="-122"/>
              </a:rPr>
              <a:t>Subsystem</a:t>
            </a:r>
          </a:p>
          <a:p>
            <a:pPr marL="342900" indent="-342900">
              <a:lnSpc>
                <a:spcPct val="150000"/>
              </a:lnSpc>
              <a:buFont typeface="Wingdings" pitchFamily="2" charset="2"/>
              <a:buChar char="Ø"/>
            </a:pPr>
            <a:r>
              <a:rPr lang="en-US" altLang="zh-CN" sz="2200" b="1" dirty="0">
                <a:latin typeface="微软雅黑" pitchFamily="34" charset="-122"/>
                <a:ea typeface="微软雅黑" pitchFamily="34" charset="-122"/>
              </a:rPr>
              <a:t>AOCC: </a:t>
            </a:r>
            <a:r>
              <a:rPr lang="en-GB" altLang="zh-CN" sz="2200" b="1" dirty="0">
                <a:latin typeface="微软雅黑" pitchFamily="34" charset="-122"/>
                <a:ea typeface="微软雅黑" pitchFamily="34" charset="-122"/>
              </a:rPr>
              <a:t>Attitude and Orbit Control </a:t>
            </a:r>
            <a:r>
              <a:rPr lang="en-GB" altLang="zh-CN" sz="2200" b="1" dirty="0" smtClean="0">
                <a:latin typeface="微软雅黑" pitchFamily="34" charset="-122"/>
                <a:ea typeface="微软雅黑" pitchFamily="34" charset="-122"/>
              </a:rPr>
              <a:t>Computer</a:t>
            </a:r>
          </a:p>
          <a:p>
            <a:pPr marL="342900" indent="-342900">
              <a:lnSpc>
                <a:spcPct val="150000"/>
              </a:lnSpc>
              <a:buFont typeface="Wingdings" pitchFamily="2" charset="2"/>
              <a:buChar char="Ø"/>
            </a:pPr>
            <a:r>
              <a:rPr lang="en-US" altLang="zh-CN" sz="2200" b="1" dirty="0">
                <a:latin typeface="微软雅黑" pitchFamily="34" charset="-122"/>
                <a:ea typeface="微软雅黑" pitchFamily="34" charset="-122"/>
              </a:rPr>
              <a:t>PPS: </a:t>
            </a:r>
            <a:r>
              <a:rPr lang="en-GB" altLang="zh-CN" sz="2200" b="1" dirty="0">
                <a:latin typeface="微软雅黑" pitchFamily="34" charset="-122"/>
                <a:ea typeface="微软雅黑" pitchFamily="34" charset="-122"/>
              </a:rPr>
              <a:t>Pulse per </a:t>
            </a:r>
            <a:r>
              <a:rPr lang="en-GB" altLang="zh-CN" sz="2200" b="1" dirty="0" smtClean="0">
                <a:latin typeface="微软雅黑" pitchFamily="34" charset="-122"/>
                <a:ea typeface="微软雅黑" pitchFamily="34" charset="-122"/>
              </a:rPr>
              <a:t>Second</a:t>
            </a:r>
          </a:p>
          <a:p>
            <a:pPr marL="342900" indent="-342900">
              <a:lnSpc>
                <a:spcPct val="150000"/>
              </a:lnSpc>
              <a:buFont typeface="Wingdings" pitchFamily="2" charset="2"/>
              <a:buChar char="Ø"/>
            </a:pPr>
            <a:r>
              <a:rPr lang="en-US" altLang="zh-CN" sz="2200" b="1" dirty="0">
                <a:latin typeface="微软雅黑" pitchFamily="34" charset="-122"/>
                <a:ea typeface="微软雅黑" pitchFamily="34" charset="-122"/>
              </a:rPr>
              <a:t>GS: Ground </a:t>
            </a:r>
            <a:r>
              <a:rPr lang="en-US" altLang="zh-CN" sz="2200" b="1" dirty="0" smtClean="0">
                <a:latin typeface="微软雅黑" pitchFamily="34" charset="-122"/>
                <a:ea typeface="微软雅黑" pitchFamily="34" charset="-122"/>
              </a:rPr>
              <a:t>Station</a:t>
            </a:r>
          </a:p>
          <a:p>
            <a:pPr marL="342900" indent="-342900">
              <a:lnSpc>
                <a:spcPct val="150000"/>
              </a:lnSpc>
              <a:buFont typeface="Wingdings" pitchFamily="2" charset="2"/>
              <a:buChar char="Ø"/>
            </a:pPr>
            <a:r>
              <a:rPr lang="en-US" altLang="zh-CN" sz="2200" b="1" dirty="0">
                <a:latin typeface="微软雅黑" pitchFamily="34" charset="-122"/>
                <a:ea typeface="微软雅黑" pitchFamily="34" charset="-122"/>
              </a:rPr>
              <a:t>TTC: Time-tagged </a:t>
            </a:r>
            <a:r>
              <a:rPr lang="en-US" altLang="zh-CN" sz="2200" b="1" dirty="0" smtClean="0">
                <a:latin typeface="微软雅黑" pitchFamily="34" charset="-122"/>
                <a:ea typeface="微软雅黑" pitchFamily="34" charset="-122"/>
              </a:rPr>
              <a:t>Command</a:t>
            </a:r>
            <a:endParaRPr lang="en-US" altLang="zh-CN" sz="2200" b="1" dirty="0">
              <a:solidFill>
                <a:schemeClr val="tx1"/>
              </a:solidFill>
              <a:latin typeface="微软雅黑" pitchFamily="34" charset="-122"/>
              <a:ea typeface="微软雅黑" pitchFamily="34" charset="-122"/>
            </a:endParaRPr>
          </a:p>
        </p:txBody>
      </p:sp>
    </p:spTree>
    <p:extLst>
      <p:ext uri="{BB962C8B-B14F-4D97-AF65-F5344CB8AC3E}">
        <p14:creationId xmlns:p14="http://schemas.microsoft.com/office/powerpoint/2010/main" val="157157683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PART 1: OBDH Specification</a:t>
            </a:r>
          </a:p>
        </p:txBody>
      </p:sp>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latin typeface="微软雅黑" pitchFamily="34" charset="-122"/>
                <a:ea typeface="微软雅黑" pitchFamily="34" charset="-122"/>
              </a:rPr>
              <a:t> </a:t>
            </a:r>
            <a:fld id="{E1EFCB46-C834-4067-A327-0EA79FD50686}" type="slidenum">
              <a:rPr lang="zh-CN" altLang="en-US" smtClean="0">
                <a:latin typeface="微软雅黑" pitchFamily="34" charset="-122"/>
                <a:ea typeface="微软雅黑" pitchFamily="34" charset="-122"/>
              </a:rPr>
              <a:pPr/>
              <a:t>5</a:t>
            </a:fld>
            <a:r>
              <a:rPr lang="zh-CN" altLang="en-US" smtClean="0">
                <a:latin typeface="微软雅黑" pitchFamily="34" charset="-122"/>
                <a:ea typeface="微软雅黑" pitchFamily="34" charset="-122"/>
              </a:rPr>
              <a:t> </a:t>
            </a:r>
            <a:endParaRPr lang="zh-CN" altLang="en-US" dirty="0">
              <a:latin typeface="微软雅黑" pitchFamily="34" charset="-122"/>
              <a:ea typeface="微软雅黑" pitchFamily="34" charset="-122"/>
            </a:endParaRPr>
          </a:p>
        </p:txBody>
      </p:sp>
      <p:sp>
        <p:nvSpPr>
          <p:cNvPr id="7" name="矩形 1"/>
          <p:cNvSpPr>
            <a:spLocks noChangeArrowheads="1"/>
          </p:cNvSpPr>
          <p:nvPr/>
        </p:nvSpPr>
        <p:spPr bwMode="auto">
          <a:xfrm>
            <a:off x="539552" y="1340768"/>
            <a:ext cx="8208912" cy="5255285"/>
          </a:xfrm>
          <a:prstGeom prst="rect">
            <a:avLst/>
          </a:prstGeom>
          <a:noFill/>
          <a:ln>
            <a:noFill/>
          </a:ln>
          <a:extLst/>
        </p:spPr>
        <p:txBody>
          <a:bodyPr wrap="square">
            <a:spAutoFit/>
          </a:bodyPr>
          <a:lstStyle/>
          <a:p>
            <a:pPr algn="just">
              <a:lnSpc>
                <a:spcPct val="125000"/>
              </a:lnSpc>
              <a:defRPr/>
            </a:pPr>
            <a:r>
              <a:rPr lang="en-US" altLang="zh-CN" sz="2200" b="1" dirty="0">
                <a:solidFill>
                  <a:srgbClr val="0070C0"/>
                </a:solidFill>
                <a:latin typeface="微软雅黑" pitchFamily="34" charset="-122"/>
                <a:ea typeface="微软雅黑" pitchFamily="34" charset="-122"/>
              </a:rPr>
              <a:t>OBDH functions</a:t>
            </a:r>
          </a:p>
          <a:p>
            <a:pPr indent="457200" algn="just">
              <a:lnSpc>
                <a:spcPct val="125000"/>
              </a:lnSpc>
              <a:defRPr/>
            </a:pPr>
            <a:r>
              <a:rPr lang="en-US" altLang="zh-CN" sz="2200" b="1" dirty="0">
                <a:solidFill>
                  <a:schemeClr val="tx1"/>
                </a:solidFill>
                <a:latin typeface="微软雅黑" pitchFamily="34" charset="-122"/>
                <a:ea typeface="微软雅黑" pitchFamily="34" charset="-122"/>
              </a:rPr>
              <a:t>OBDH (onboard data handling subsystem) is kernel of satellite’s electronic system and responsible for satellite onboard working and information management.  OBDH main Functions are as follows:</a:t>
            </a:r>
            <a:endParaRPr lang="zh-CN" altLang="zh-CN" sz="2200" b="1" dirty="0">
              <a:solidFill>
                <a:schemeClr val="tx1"/>
              </a:solidFill>
              <a:latin typeface="微软雅黑" pitchFamily="34" charset="-122"/>
              <a:ea typeface="微软雅黑" pitchFamily="34" charset="-122"/>
            </a:endParaRPr>
          </a:p>
          <a:p>
            <a:pPr marL="457200" indent="-457200" algn="just" eaLnBrk="0" hangingPunct="0">
              <a:lnSpc>
                <a:spcPct val="150000"/>
              </a:lnSpc>
              <a:buFont typeface="+mj-lt"/>
              <a:buAutoNum type="arabicPeriod"/>
              <a:defRPr/>
            </a:pPr>
            <a:r>
              <a:rPr lang="x-none" altLang="zh-CN" sz="2200" b="1" dirty="0">
                <a:solidFill>
                  <a:schemeClr val="tx1"/>
                </a:solidFill>
                <a:latin typeface="微软雅黑" pitchFamily="34" charset="-122"/>
                <a:ea typeface="微软雅黑" pitchFamily="34" charset="-122"/>
                <a:cs typeface="Times New Roman" pitchFamily="18" charset="0"/>
              </a:rPr>
              <a:t>To </a:t>
            </a:r>
            <a:r>
              <a:rPr lang="x-none" altLang="zh-CN" sz="2200" b="1" dirty="0" smtClean="0">
                <a:solidFill>
                  <a:schemeClr val="tx1"/>
                </a:solidFill>
                <a:latin typeface="微软雅黑" pitchFamily="34" charset="-122"/>
                <a:ea typeface="微软雅黑" pitchFamily="34" charset="-122"/>
                <a:cs typeface="Times New Roman" pitchFamily="18" charset="0"/>
              </a:rPr>
              <a:t>receive</a:t>
            </a:r>
            <a:r>
              <a:rPr lang="en-US" altLang="zh-CN" sz="2200" b="1" dirty="0" smtClean="0">
                <a:solidFill>
                  <a:schemeClr val="tx1"/>
                </a:solidFill>
                <a:latin typeface="微软雅黑" pitchFamily="34" charset="-122"/>
                <a:ea typeface="微软雅黑" pitchFamily="34" charset="-122"/>
                <a:cs typeface="Times New Roman" pitchFamily="18" charset="0"/>
              </a:rPr>
              <a:t> Tele</a:t>
            </a:r>
            <a:r>
              <a:rPr lang="x-none" altLang="zh-CN" sz="2200" b="1" dirty="0" smtClean="0">
                <a:solidFill>
                  <a:schemeClr val="tx1"/>
                </a:solidFill>
                <a:latin typeface="微软雅黑" pitchFamily="34" charset="-122"/>
                <a:ea typeface="微软雅黑" pitchFamily="34" charset="-122"/>
                <a:cs typeface="Times New Roman" pitchFamily="18" charset="0"/>
              </a:rPr>
              <a:t>commands </a:t>
            </a:r>
            <a:r>
              <a:rPr lang="x-none" altLang="zh-CN" sz="2200" b="1" dirty="0">
                <a:solidFill>
                  <a:schemeClr val="tx1"/>
                </a:solidFill>
                <a:latin typeface="微软雅黑" pitchFamily="34" charset="-122"/>
                <a:ea typeface="微软雅黑" pitchFamily="34" charset="-122"/>
                <a:cs typeface="Times New Roman" pitchFamily="18" charset="0"/>
              </a:rPr>
              <a:t>and data block</a:t>
            </a:r>
            <a:r>
              <a:rPr lang="en-US" altLang="zh-CN" sz="2200" b="1" dirty="0">
                <a:solidFill>
                  <a:schemeClr val="tx1"/>
                </a:solidFill>
                <a:latin typeface="微软雅黑" pitchFamily="34" charset="-122"/>
                <a:ea typeface="微软雅黑" pitchFamily="34" charset="-122"/>
                <a:cs typeface="Times New Roman" pitchFamily="18" charset="0"/>
              </a:rPr>
              <a:t>s</a:t>
            </a:r>
            <a:r>
              <a:rPr lang="x-none" altLang="zh-CN" sz="2200" b="1" dirty="0">
                <a:solidFill>
                  <a:schemeClr val="tx1"/>
                </a:solidFill>
                <a:latin typeface="微软雅黑" pitchFamily="34" charset="-122"/>
                <a:ea typeface="微软雅黑" pitchFamily="34" charset="-122"/>
                <a:cs typeface="Times New Roman" pitchFamily="18" charset="0"/>
              </a:rPr>
              <a:t> from ground stations and distribute them to the satellite subsystems.</a:t>
            </a:r>
            <a:endParaRPr lang="zh-CN" altLang="en-US" sz="2200" b="1" dirty="0">
              <a:solidFill>
                <a:schemeClr val="tx1"/>
              </a:solidFill>
              <a:latin typeface="微软雅黑" pitchFamily="34" charset="-122"/>
              <a:ea typeface="微软雅黑" pitchFamily="34" charset="-122"/>
              <a:cs typeface="Times New Roman" pitchFamily="18" charset="0"/>
            </a:endParaRPr>
          </a:p>
          <a:p>
            <a:pPr marL="457200" indent="-457200" algn="just" eaLnBrk="0" hangingPunct="0">
              <a:lnSpc>
                <a:spcPct val="150000"/>
              </a:lnSpc>
              <a:buFont typeface="+mj-lt"/>
              <a:buAutoNum type="arabicPeriod"/>
              <a:defRPr/>
            </a:pPr>
            <a:r>
              <a:rPr lang="x-none" altLang="zh-CN" sz="2200" b="1" dirty="0">
                <a:solidFill>
                  <a:schemeClr val="tx1"/>
                </a:solidFill>
                <a:latin typeface="微软雅黑" pitchFamily="34" charset="-122"/>
                <a:ea typeface="微软雅黑" pitchFamily="34" charset="-122"/>
                <a:cs typeface="Times New Roman" pitchFamily="18" charset="0"/>
              </a:rPr>
              <a:t>To collect </a:t>
            </a:r>
            <a:r>
              <a:rPr lang="x-none" altLang="zh-CN" sz="2200" b="1" dirty="0" smtClean="0">
                <a:solidFill>
                  <a:schemeClr val="tx1"/>
                </a:solidFill>
                <a:latin typeface="微软雅黑" pitchFamily="34" charset="-122"/>
                <a:ea typeface="微软雅黑" pitchFamily="34" charset="-122"/>
                <a:cs typeface="Times New Roman" pitchFamily="18" charset="0"/>
              </a:rPr>
              <a:t>the </a:t>
            </a:r>
            <a:r>
              <a:rPr lang="x-none" altLang="zh-CN" sz="2200" b="1" dirty="0">
                <a:solidFill>
                  <a:schemeClr val="tx1"/>
                </a:solidFill>
                <a:latin typeface="微软雅黑" pitchFamily="34" charset="-122"/>
                <a:ea typeface="微软雅黑" pitchFamily="34" charset="-122"/>
                <a:cs typeface="Times New Roman" pitchFamily="18" charset="0"/>
              </a:rPr>
              <a:t>satellite telemetry data and send them to ground stations.</a:t>
            </a:r>
            <a:endParaRPr lang="zh-CN" altLang="zh-CN" sz="2200" b="1" dirty="0">
              <a:solidFill>
                <a:schemeClr val="tx1"/>
              </a:solidFill>
              <a:latin typeface="微软雅黑" pitchFamily="34" charset="-122"/>
              <a:ea typeface="微软雅黑" pitchFamily="34" charset="-122"/>
              <a:cs typeface="Times New Roman" pitchFamily="18" charset="0"/>
            </a:endParaRPr>
          </a:p>
          <a:p>
            <a:pPr marL="457200" indent="-457200" algn="just" eaLnBrk="0" hangingPunct="0">
              <a:lnSpc>
                <a:spcPct val="150000"/>
              </a:lnSpc>
              <a:buFont typeface="+mj-lt"/>
              <a:buAutoNum type="arabicPeriod"/>
              <a:defRPr/>
            </a:pPr>
            <a:r>
              <a:rPr lang="x-none" altLang="zh-CN" sz="2200" b="1" dirty="0">
                <a:solidFill>
                  <a:schemeClr val="tx1"/>
                </a:solidFill>
                <a:latin typeface="微软雅黑" pitchFamily="34" charset="-122"/>
                <a:ea typeface="微软雅黑" pitchFamily="34" charset="-122"/>
                <a:cs typeface="Times New Roman" pitchFamily="18" charset="0"/>
              </a:rPr>
              <a:t>To manage the on-board time.</a:t>
            </a:r>
            <a:endParaRPr lang="zh-CN" altLang="en-US" sz="2200" b="1" dirty="0">
              <a:solidFill>
                <a:schemeClr val="tx1"/>
              </a:solidFill>
              <a:latin typeface="微软雅黑" pitchFamily="34" charset="-122"/>
              <a:ea typeface="微软雅黑" pitchFamily="34" charset="-122"/>
              <a:cs typeface="Times New Roman" pitchFamily="18" charset="0"/>
            </a:endParaRPr>
          </a:p>
        </p:txBody>
      </p:sp>
    </p:spTree>
    <p:extLst>
      <p:ext uri="{BB962C8B-B14F-4D97-AF65-F5344CB8AC3E}">
        <p14:creationId xmlns:p14="http://schemas.microsoft.com/office/powerpoint/2010/main" val="344707012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PART 1: OBDH Specification </a:t>
            </a:r>
            <a:endParaRPr lang="zh-CN" altLang="en-US" dirty="0"/>
          </a:p>
        </p:txBody>
      </p:sp>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6</a:t>
            </a:fld>
            <a:r>
              <a:rPr lang="zh-CN" altLang="en-US" smtClean="0"/>
              <a:t> </a:t>
            </a:r>
            <a:endParaRPr lang="zh-CN" altLang="en-US" dirty="0">
              <a:latin typeface="微软雅黑" pitchFamily="34" charset="-122"/>
              <a:ea typeface="微软雅黑" pitchFamily="34" charset="-122"/>
            </a:endParaRPr>
          </a:p>
        </p:txBody>
      </p:sp>
      <p:sp>
        <p:nvSpPr>
          <p:cNvPr id="8" name="矩形 1"/>
          <p:cNvSpPr>
            <a:spLocks noChangeArrowheads="1"/>
          </p:cNvSpPr>
          <p:nvPr/>
        </p:nvSpPr>
        <p:spPr bwMode="auto">
          <a:xfrm>
            <a:off x="457200" y="1639578"/>
            <a:ext cx="8229600" cy="4578176"/>
          </a:xfrm>
          <a:prstGeom prst="rect">
            <a:avLst/>
          </a:prstGeom>
          <a:noFill/>
          <a:ln>
            <a:noFill/>
          </a:ln>
          <a:extLst/>
        </p:spPr>
        <p:txBody>
          <a:bodyPr>
            <a:spAutoFit/>
          </a:bodyPr>
          <a:lstStyle/>
          <a:p>
            <a:pPr marL="457200" indent="-457200" algn="just" eaLnBrk="0" hangingPunct="0">
              <a:lnSpc>
                <a:spcPct val="150000"/>
              </a:lnSpc>
              <a:defRPr/>
            </a:pPr>
            <a:r>
              <a:rPr lang="en-US" altLang="zh-CN" sz="2200" b="1" dirty="0">
                <a:solidFill>
                  <a:schemeClr val="tx1"/>
                </a:solidFill>
                <a:latin typeface="微软雅黑" pitchFamily="34" charset="-122"/>
                <a:ea typeface="微软雅黑" pitchFamily="34" charset="-122"/>
                <a:cs typeface="Times New Roman" pitchFamily="18" charset="0"/>
              </a:rPr>
              <a:t>4.   To provide the capability of receive and distribute the on-board commands and time-tagged commands.</a:t>
            </a:r>
          </a:p>
          <a:p>
            <a:pPr marL="457200" indent="-457200" algn="just" eaLnBrk="0" hangingPunct="0">
              <a:lnSpc>
                <a:spcPct val="150000"/>
              </a:lnSpc>
              <a:defRPr/>
            </a:pPr>
            <a:r>
              <a:rPr lang="en-US" altLang="zh-CN" sz="2200" b="1" dirty="0">
                <a:solidFill>
                  <a:schemeClr val="tx1"/>
                </a:solidFill>
                <a:latin typeface="微软雅黑" pitchFamily="34" charset="-122"/>
                <a:ea typeface="微软雅黑" pitchFamily="34" charset="-122"/>
                <a:cs typeface="Times New Roman" pitchFamily="18" charset="0"/>
              </a:rPr>
              <a:t>5.   </a:t>
            </a:r>
            <a:r>
              <a:rPr lang="x-none" altLang="zh-CN" sz="2200" b="1" dirty="0">
                <a:solidFill>
                  <a:schemeClr val="tx1"/>
                </a:solidFill>
                <a:latin typeface="微软雅黑" pitchFamily="34" charset="-122"/>
                <a:ea typeface="微软雅黑" pitchFamily="34" charset="-122"/>
                <a:cs typeface="Times New Roman" pitchFamily="18" charset="0"/>
              </a:rPr>
              <a:t>To provide the capability of thermal control</a:t>
            </a:r>
            <a:r>
              <a:rPr lang="en-US" altLang="zh-CN" sz="2200" b="1" dirty="0">
                <a:solidFill>
                  <a:schemeClr val="tx1"/>
                </a:solidFill>
                <a:latin typeface="微软雅黑" pitchFamily="34" charset="-122"/>
                <a:ea typeface="微软雅黑" pitchFamily="34" charset="-122"/>
                <a:cs typeface="Times New Roman" pitchFamily="18" charset="0"/>
              </a:rPr>
              <a:t>.</a:t>
            </a:r>
          </a:p>
          <a:p>
            <a:pPr marL="457200" indent="-457200" algn="just" eaLnBrk="0" hangingPunct="0">
              <a:lnSpc>
                <a:spcPct val="150000"/>
              </a:lnSpc>
              <a:defRPr/>
            </a:pPr>
            <a:r>
              <a:rPr lang="en-US" altLang="zh-CN" sz="2200" b="1" dirty="0">
                <a:solidFill>
                  <a:schemeClr val="tx1"/>
                </a:solidFill>
                <a:latin typeface="微软雅黑" pitchFamily="34" charset="-122"/>
                <a:ea typeface="微软雅黑" pitchFamily="34" charset="-122"/>
                <a:cs typeface="Times New Roman" pitchFamily="18" charset="0"/>
              </a:rPr>
              <a:t>6.   </a:t>
            </a:r>
            <a:r>
              <a:rPr lang="x-none" altLang="zh-CN" sz="2200" b="1" dirty="0">
                <a:solidFill>
                  <a:schemeClr val="tx1"/>
                </a:solidFill>
                <a:latin typeface="微软雅黑" pitchFamily="34" charset="-122"/>
                <a:ea typeface="微软雅黑" pitchFamily="34" charset="-122"/>
                <a:cs typeface="Times New Roman" pitchFamily="18" charset="0"/>
              </a:rPr>
              <a:t>To store and restore </a:t>
            </a:r>
            <a:r>
              <a:rPr lang="en-US" altLang="zh-CN" sz="2200" b="1" dirty="0">
                <a:solidFill>
                  <a:schemeClr val="tx1"/>
                </a:solidFill>
                <a:latin typeface="微软雅黑" pitchFamily="34" charset="-122"/>
                <a:ea typeface="微软雅黑" pitchFamily="34" charset="-122"/>
                <a:cs typeface="Times New Roman" pitchFamily="18" charset="0"/>
              </a:rPr>
              <a:t>the </a:t>
            </a:r>
            <a:r>
              <a:rPr lang="x-none" altLang="zh-CN" sz="2200" b="1" dirty="0">
                <a:solidFill>
                  <a:schemeClr val="tx1"/>
                </a:solidFill>
                <a:latin typeface="微软雅黑" pitchFamily="34" charset="-122"/>
                <a:ea typeface="微软雅黑" pitchFamily="34" charset="-122"/>
                <a:cs typeface="Times New Roman" pitchFamily="18" charset="0"/>
              </a:rPr>
              <a:t>important data </a:t>
            </a:r>
            <a:r>
              <a:rPr lang="en-US" altLang="zh-CN" sz="2200" b="1" dirty="0">
                <a:solidFill>
                  <a:schemeClr val="tx1"/>
                </a:solidFill>
                <a:latin typeface="微软雅黑" pitchFamily="34" charset="-122"/>
                <a:ea typeface="微软雅黑" pitchFamily="34" charset="-122"/>
                <a:cs typeface="Times New Roman" pitchFamily="18" charset="0"/>
              </a:rPr>
              <a:t>of </a:t>
            </a:r>
            <a:r>
              <a:rPr lang="x-none" altLang="zh-CN" sz="2200" b="1" dirty="0">
                <a:solidFill>
                  <a:schemeClr val="tx1"/>
                </a:solidFill>
                <a:latin typeface="微软雅黑" pitchFamily="34" charset="-122"/>
                <a:ea typeface="微软雅黑" pitchFamily="34" charset="-122"/>
                <a:cs typeface="Times New Roman" pitchFamily="18" charset="0"/>
              </a:rPr>
              <a:t>AOCS.</a:t>
            </a:r>
            <a:endParaRPr lang="zh-CN" altLang="zh-CN" sz="2200" b="1" dirty="0">
              <a:solidFill>
                <a:schemeClr val="tx1"/>
              </a:solidFill>
              <a:latin typeface="微软雅黑" pitchFamily="34" charset="-122"/>
              <a:ea typeface="微软雅黑" pitchFamily="34" charset="-122"/>
              <a:cs typeface="Times New Roman" pitchFamily="18" charset="0"/>
            </a:endParaRPr>
          </a:p>
          <a:p>
            <a:pPr marL="457200" indent="-457200" algn="just" eaLnBrk="0" hangingPunct="0">
              <a:lnSpc>
                <a:spcPct val="150000"/>
              </a:lnSpc>
              <a:defRPr/>
            </a:pPr>
            <a:r>
              <a:rPr lang="en-US" altLang="zh-CN" sz="2200" b="1" dirty="0">
                <a:solidFill>
                  <a:schemeClr val="tx1"/>
                </a:solidFill>
                <a:latin typeface="微软雅黑" pitchFamily="34" charset="-122"/>
                <a:ea typeface="微软雅黑" pitchFamily="34" charset="-122"/>
                <a:cs typeface="Times New Roman" pitchFamily="18" charset="0"/>
              </a:rPr>
              <a:t>7.   </a:t>
            </a:r>
            <a:r>
              <a:rPr lang="x-none" altLang="zh-CN" sz="2200" b="1" dirty="0">
                <a:solidFill>
                  <a:schemeClr val="tx1"/>
                </a:solidFill>
                <a:latin typeface="微软雅黑" pitchFamily="34" charset="-122"/>
                <a:ea typeface="微软雅黑" pitchFamily="34" charset="-122"/>
                <a:cs typeface="Times New Roman" pitchFamily="18" charset="0"/>
              </a:rPr>
              <a:t>To </a:t>
            </a:r>
            <a:r>
              <a:rPr lang="en-US" altLang="zh-CN" sz="2200" b="1" dirty="0">
                <a:solidFill>
                  <a:schemeClr val="tx1"/>
                </a:solidFill>
                <a:latin typeface="微软雅黑" pitchFamily="34" charset="-122"/>
                <a:ea typeface="微软雅黑" pitchFamily="34" charset="-122"/>
                <a:cs typeface="Times New Roman" pitchFamily="18" charset="0"/>
              </a:rPr>
              <a:t>communicate with </a:t>
            </a:r>
            <a:r>
              <a:rPr lang="x-none" altLang="zh-CN" sz="2200" b="1" dirty="0">
                <a:solidFill>
                  <a:schemeClr val="tx1"/>
                </a:solidFill>
                <a:latin typeface="微软雅黑" pitchFamily="34" charset="-122"/>
                <a:ea typeface="微软雅黑" pitchFamily="34" charset="-122"/>
                <a:cs typeface="Times New Roman" pitchFamily="18" charset="0"/>
              </a:rPr>
              <a:t>other subsystem via CAN bus.</a:t>
            </a:r>
            <a:endParaRPr lang="zh-CN" altLang="zh-CN" sz="2200" b="1" dirty="0">
              <a:solidFill>
                <a:schemeClr val="tx1"/>
              </a:solidFill>
              <a:latin typeface="微软雅黑" pitchFamily="34" charset="-122"/>
              <a:ea typeface="微软雅黑" pitchFamily="34" charset="-122"/>
              <a:cs typeface="Times New Roman" pitchFamily="18" charset="0"/>
            </a:endParaRPr>
          </a:p>
          <a:p>
            <a:pPr marL="457200" indent="-457200" algn="just" eaLnBrk="0" hangingPunct="0">
              <a:lnSpc>
                <a:spcPct val="150000"/>
              </a:lnSpc>
              <a:defRPr/>
            </a:pPr>
            <a:r>
              <a:rPr lang="en-US" altLang="zh-CN" sz="2200" b="1" dirty="0">
                <a:solidFill>
                  <a:schemeClr val="tx1"/>
                </a:solidFill>
                <a:latin typeface="微软雅黑" pitchFamily="34" charset="-122"/>
                <a:ea typeface="微软雅黑" pitchFamily="34" charset="-122"/>
                <a:cs typeface="Times New Roman" pitchFamily="18" charset="0"/>
              </a:rPr>
              <a:t>8. </a:t>
            </a:r>
            <a:r>
              <a:rPr lang="x-none" altLang="zh-CN" sz="2200" b="1" dirty="0">
                <a:solidFill>
                  <a:schemeClr val="tx1"/>
                </a:solidFill>
                <a:latin typeface="微软雅黑" pitchFamily="34" charset="-122"/>
                <a:ea typeface="微软雅黑" pitchFamily="34" charset="-122"/>
                <a:cs typeface="Times New Roman" pitchFamily="18" charset="0"/>
              </a:rPr>
              <a:t>To monitor the important parameter</a:t>
            </a:r>
            <a:r>
              <a:rPr lang="en-US" altLang="zh-CN" sz="2200" b="1" dirty="0">
                <a:solidFill>
                  <a:schemeClr val="tx1"/>
                </a:solidFill>
                <a:latin typeface="微软雅黑" pitchFamily="34" charset="-122"/>
                <a:ea typeface="微软雅黑" pitchFamily="34" charset="-122"/>
                <a:cs typeface="Times New Roman" pitchFamily="18" charset="0"/>
              </a:rPr>
              <a:t>s</a:t>
            </a:r>
            <a:r>
              <a:rPr lang="x-none" altLang="zh-CN" sz="2200" b="1" dirty="0">
                <a:solidFill>
                  <a:schemeClr val="tx1"/>
                </a:solidFill>
                <a:latin typeface="微软雅黑" pitchFamily="34" charset="-122"/>
                <a:ea typeface="微软雅黑" pitchFamily="34" charset="-122"/>
                <a:cs typeface="Times New Roman" pitchFamily="18" charset="0"/>
              </a:rPr>
              <a:t> of satellite and manage the safe mode</a:t>
            </a:r>
            <a:r>
              <a:rPr lang="en-US" altLang="zh-CN" sz="2200" b="1" dirty="0">
                <a:solidFill>
                  <a:schemeClr val="tx1"/>
                </a:solidFill>
                <a:latin typeface="微软雅黑" pitchFamily="34" charset="-122"/>
                <a:ea typeface="微软雅黑" pitchFamily="34" charset="-122"/>
                <a:cs typeface="Times New Roman" pitchFamily="18" charset="0"/>
              </a:rPr>
              <a:t> (FDIR)</a:t>
            </a:r>
            <a:r>
              <a:rPr lang="x-none" altLang="zh-CN" sz="2200" b="1" dirty="0">
                <a:solidFill>
                  <a:schemeClr val="tx1"/>
                </a:solidFill>
                <a:latin typeface="微软雅黑" pitchFamily="34" charset="-122"/>
                <a:ea typeface="微软雅黑" pitchFamily="34" charset="-122"/>
                <a:cs typeface="Times New Roman" pitchFamily="18" charset="0"/>
              </a:rPr>
              <a:t> of satellite.</a:t>
            </a:r>
            <a:endParaRPr lang="zh-CN" altLang="zh-CN" sz="2200" b="1" dirty="0">
              <a:solidFill>
                <a:schemeClr val="tx1"/>
              </a:solidFill>
              <a:latin typeface="微软雅黑" pitchFamily="34" charset="-122"/>
              <a:ea typeface="微软雅黑" pitchFamily="34" charset="-122"/>
              <a:cs typeface="Times New Roman" pitchFamily="18" charset="0"/>
            </a:endParaRPr>
          </a:p>
          <a:p>
            <a:pPr marL="457200" indent="-457200" algn="just" eaLnBrk="0" hangingPunct="0">
              <a:lnSpc>
                <a:spcPct val="125000"/>
              </a:lnSpc>
              <a:buFont typeface="+mj-lt"/>
              <a:buAutoNum type="arabicPeriod"/>
              <a:defRPr/>
            </a:pPr>
            <a:endParaRPr lang="zh-CN" altLang="zh-CN" sz="2200" b="1" dirty="0">
              <a:latin typeface="微软雅黑" pitchFamily="34" charset="-122"/>
              <a:ea typeface="微软雅黑" pitchFamily="34" charset="-122"/>
            </a:endParaRPr>
          </a:p>
          <a:p>
            <a:pPr algn="just">
              <a:lnSpc>
                <a:spcPct val="150000"/>
              </a:lnSpc>
              <a:defRPr/>
            </a:pPr>
            <a:endParaRPr lang="zh-CN" altLang="zh-CN" sz="2200" b="1" dirty="0">
              <a:solidFill>
                <a:schemeClr val="tx1"/>
              </a:solidFill>
              <a:latin typeface="微软雅黑" pitchFamily="34" charset="-122"/>
              <a:ea typeface="微软雅黑" pitchFamily="34" charset="-122"/>
            </a:endParaRPr>
          </a:p>
        </p:txBody>
      </p:sp>
    </p:spTree>
    <p:extLst>
      <p:ext uri="{BB962C8B-B14F-4D97-AF65-F5344CB8AC3E}">
        <p14:creationId xmlns:p14="http://schemas.microsoft.com/office/powerpoint/2010/main" val="372674084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PART 1: OBDH Specification </a:t>
            </a:r>
            <a:endParaRPr lang="zh-CN" altLang="en-US" dirty="0"/>
          </a:p>
        </p:txBody>
      </p:sp>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latin typeface="微软雅黑" pitchFamily="34" charset="-122"/>
                <a:ea typeface="微软雅黑" pitchFamily="34" charset="-122"/>
              </a:rPr>
              <a:t> </a:t>
            </a:r>
            <a:fld id="{E1EFCB46-C834-4067-A327-0EA79FD50686}" type="slidenum">
              <a:rPr lang="zh-CN" altLang="en-US" smtClean="0">
                <a:latin typeface="微软雅黑" pitchFamily="34" charset="-122"/>
                <a:ea typeface="微软雅黑" pitchFamily="34" charset="-122"/>
              </a:rPr>
              <a:pPr/>
              <a:t>7</a:t>
            </a:fld>
            <a:r>
              <a:rPr lang="zh-CN" altLang="en-US" smtClean="0">
                <a:latin typeface="微软雅黑" pitchFamily="34" charset="-122"/>
                <a:ea typeface="微软雅黑" pitchFamily="34" charset="-122"/>
              </a:rPr>
              <a:t> </a:t>
            </a:r>
            <a:endParaRPr lang="zh-CN" altLang="en-US" dirty="0">
              <a:latin typeface="微软雅黑" pitchFamily="34" charset="-122"/>
              <a:ea typeface="微软雅黑" pitchFamily="34" charset="-122"/>
            </a:endParaRPr>
          </a:p>
        </p:txBody>
      </p:sp>
      <p:sp>
        <p:nvSpPr>
          <p:cNvPr id="7" name="矩形 3"/>
          <p:cNvSpPr>
            <a:spLocks noChangeArrowheads="1"/>
          </p:cNvSpPr>
          <p:nvPr/>
        </p:nvSpPr>
        <p:spPr bwMode="auto">
          <a:xfrm>
            <a:off x="311150" y="1310853"/>
            <a:ext cx="405976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dirty="0">
                <a:solidFill>
                  <a:srgbClr val="0070C0"/>
                </a:solidFill>
                <a:latin typeface="微软雅黑" pitchFamily="34" charset="-122"/>
                <a:ea typeface="微软雅黑" pitchFamily="34" charset="-122"/>
              </a:rPr>
              <a:t>Main Parameters of OBDH</a:t>
            </a:r>
            <a:endParaRPr lang="zh-CN" altLang="en-US" sz="2400" dirty="0">
              <a:solidFill>
                <a:srgbClr val="0070C0"/>
              </a:solidFill>
              <a:latin typeface="微软雅黑" pitchFamily="34" charset="-122"/>
              <a:ea typeface="微软雅黑" pitchFamily="34" charset="-122"/>
            </a:endParaRPr>
          </a:p>
        </p:txBody>
      </p:sp>
      <p:graphicFrame>
        <p:nvGraphicFramePr>
          <p:cNvPr id="8" name="表格 7"/>
          <p:cNvGraphicFramePr>
            <a:graphicFrameLocks noGrp="1"/>
          </p:cNvGraphicFramePr>
          <p:nvPr>
            <p:extLst>
              <p:ext uri="{D42A27DB-BD31-4B8C-83A1-F6EECF244321}">
                <p14:modId xmlns:p14="http://schemas.microsoft.com/office/powerpoint/2010/main" val="2823116398"/>
              </p:ext>
            </p:extLst>
          </p:nvPr>
        </p:nvGraphicFramePr>
        <p:xfrm>
          <a:off x="1103313" y="2260600"/>
          <a:ext cx="7119937" cy="2204070"/>
        </p:xfrm>
        <a:graphic>
          <a:graphicData uri="http://schemas.openxmlformats.org/drawingml/2006/table">
            <a:tbl>
              <a:tblPr/>
              <a:tblGrid>
                <a:gridCol w="2143131"/>
                <a:gridCol w="3000383"/>
                <a:gridCol w="1976423"/>
              </a:tblGrid>
              <a:tr h="557995">
                <a:tc>
                  <a:txBody>
                    <a:bodyPr/>
                    <a:lstStyle/>
                    <a:p>
                      <a:pPr algn="ctr">
                        <a:lnSpc>
                          <a:spcPct val="150000"/>
                        </a:lnSpc>
                        <a:spcAft>
                          <a:spcPts val="0"/>
                        </a:spcAft>
                      </a:pPr>
                      <a:r>
                        <a:rPr lang="en-US" sz="2400" b="1" kern="1200" dirty="0">
                          <a:solidFill>
                            <a:srgbClr val="000000"/>
                          </a:solidFill>
                          <a:latin typeface="Times New Roman" pitchFamily="18" charset="0"/>
                          <a:ea typeface="宋体"/>
                          <a:cs typeface="Times New Roman" pitchFamily="18" charset="0"/>
                        </a:rPr>
                        <a:t>Type</a:t>
                      </a:r>
                      <a:endParaRPr lang="zh-CN" sz="2400" kern="100" dirty="0">
                        <a:latin typeface="Times New Roman" pitchFamily="18" charset="0"/>
                        <a:ea typeface="宋体"/>
                        <a:cs typeface="Times New Roman" pitchFamily="18" charset="0"/>
                      </a:endParaRPr>
                    </a:p>
                  </a:txBody>
                  <a:tcPr marL="22225" marR="22225" marT="951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ase">
                        <a:lnSpc>
                          <a:spcPct val="150000"/>
                        </a:lnSpc>
                        <a:spcAft>
                          <a:spcPts val="0"/>
                        </a:spcAft>
                      </a:pPr>
                      <a:r>
                        <a:rPr lang="en-US" sz="2400" b="1" kern="1200" dirty="0">
                          <a:solidFill>
                            <a:srgbClr val="000000"/>
                          </a:solidFill>
                          <a:latin typeface="Times New Roman" pitchFamily="18" charset="0"/>
                          <a:ea typeface="宋体"/>
                          <a:cs typeface="Times New Roman" pitchFamily="18" charset="0"/>
                        </a:rPr>
                        <a:t>Item</a:t>
                      </a:r>
                      <a:endParaRPr lang="zh-CN" sz="2400" kern="100" dirty="0">
                        <a:latin typeface="Times New Roman" pitchFamily="18" charset="0"/>
                        <a:ea typeface="宋体"/>
                        <a:cs typeface="Times New Roman" pitchFamily="18" charset="0"/>
                      </a:endParaRPr>
                    </a:p>
                  </a:txBody>
                  <a:tcPr marL="22225" marR="22225" marT="951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ase">
                        <a:lnSpc>
                          <a:spcPct val="150000"/>
                        </a:lnSpc>
                        <a:spcAft>
                          <a:spcPts val="0"/>
                        </a:spcAft>
                      </a:pPr>
                      <a:r>
                        <a:rPr lang="en-US" sz="2400" b="1" kern="1200">
                          <a:solidFill>
                            <a:srgbClr val="000000"/>
                          </a:solidFill>
                          <a:latin typeface="Times New Roman" pitchFamily="18" charset="0"/>
                          <a:ea typeface="宋体"/>
                          <a:cs typeface="Times New Roman" pitchFamily="18" charset="0"/>
                        </a:rPr>
                        <a:t>Parameter</a:t>
                      </a:r>
                      <a:endParaRPr lang="zh-CN" sz="2400" kern="100">
                        <a:latin typeface="Times New Roman" pitchFamily="18" charset="0"/>
                        <a:ea typeface="宋体"/>
                        <a:cs typeface="Times New Roman" pitchFamily="18" charset="0"/>
                      </a:endParaRPr>
                    </a:p>
                  </a:txBody>
                  <a:tcPr marL="22225" marR="22225" marT="951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48485">
                <a:tc>
                  <a:txBody>
                    <a:bodyPr/>
                    <a:lstStyle/>
                    <a:p>
                      <a:pPr algn="ctr" eaLnBrk="0" hangingPunct="0">
                        <a:lnSpc>
                          <a:spcPct val="150000"/>
                        </a:lnSpc>
                        <a:spcAft>
                          <a:spcPts val="0"/>
                        </a:spcAft>
                      </a:pPr>
                      <a:r>
                        <a:rPr lang="en-US" sz="2400" kern="100" dirty="0">
                          <a:latin typeface="Times New Roman" pitchFamily="18" charset="0"/>
                          <a:ea typeface="宋体"/>
                          <a:cs typeface="Times New Roman" pitchFamily="18" charset="0"/>
                        </a:rPr>
                        <a:t>Mass</a:t>
                      </a:r>
                      <a:endParaRPr lang="zh-CN" sz="2400" kern="100" dirty="0">
                        <a:latin typeface="Times New Roman" pitchFamily="18" charset="0"/>
                        <a:ea typeface="宋体"/>
                        <a:cs typeface="Times New Roman" pitchFamily="18" charset="0"/>
                      </a:endParaRPr>
                    </a:p>
                  </a:txBody>
                  <a:tcPr marL="137159" marR="13715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eaLnBrk="0" hangingPunct="0">
                        <a:lnSpc>
                          <a:spcPct val="150000"/>
                        </a:lnSpc>
                        <a:spcAft>
                          <a:spcPts val="0"/>
                        </a:spcAft>
                      </a:pPr>
                      <a:r>
                        <a:rPr lang="en-US" sz="2400" kern="100" dirty="0">
                          <a:latin typeface="Times New Roman" pitchFamily="18" charset="0"/>
                          <a:ea typeface="宋体"/>
                          <a:cs typeface="Times New Roman" pitchFamily="18" charset="0"/>
                        </a:rPr>
                        <a:t>Power of OBDH</a:t>
                      </a:r>
                      <a:endParaRPr lang="zh-CN" sz="2400" kern="100" dirty="0">
                        <a:latin typeface="Times New Roman" pitchFamily="18" charset="0"/>
                        <a:ea typeface="宋体"/>
                        <a:cs typeface="Times New Roman" pitchFamily="18" charset="0"/>
                      </a:endParaRPr>
                    </a:p>
                  </a:txBody>
                  <a:tcPr marL="137159" marR="13715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eaLnBrk="0" hangingPunct="0">
                        <a:lnSpc>
                          <a:spcPct val="150000"/>
                        </a:lnSpc>
                        <a:spcAft>
                          <a:spcPts val="0"/>
                        </a:spcAft>
                      </a:pPr>
                      <a:r>
                        <a:rPr lang="en-US" sz="2400" kern="100" dirty="0">
                          <a:latin typeface="Times New Roman" pitchFamily="18" charset="0"/>
                          <a:ea typeface="宋体"/>
                          <a:cs typeface="Times New Roman" pitchFamily="18" charset="0"/>
                        </a:rPr>
                        <a:t>≤ </a:t>
                      </a:r>
                      <a:r>
                        <a:rPr lang="en-US" sz="2400" kern="100" dirty="0" smtClean="0">
                          <a:latin typeface="Times New Roman" pitchFamily="18" charset="0"/>
                          <a:ea typeface="宋体"/>
                          <a:cs typeface="Times New Roman" pitchFamily="18" charset="0"/>
                        </a:rPr>
                        <a:t>480g</a:t>
                      </a:r>
                      <a:endParaRPr lang="zh-CN" sz="2400" kern="100" dirty="0">
                        <a:latin typeface="Times New Roman" pitchFamily="18" charset="0"/>
                        <a:ea typeface="宋体"/>
                        <a:cs typeface="Times New Roman" pitchFamily="18" charset="0"/>
                      </a:endParaRPr>
                    </a:p>
                  </a:txBody>
                  <a:tcPr marL="137159" marR="13715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48485">
                <a:tc>
                  <a:txBody>
                    <a:bodyPr/>
                    <a:lstStyle/>
                    <a:p>
                      <a:pPr algn="ctr" eaLnBrk="0" hangingPunct="0">
                        <a:lnSpc>
                          <a:spcPct val="150000"/>
                        </a:lnSpc>
                        <a:spcAft>
                          <a:spcPts val="0"/>
                        </a:spcAft>
                      </a:pPr>
                      <a:r>
                        <a:rPr lang="en-US" sz="2400" kern="100">
                          <a:latin typeface="Times New Roman" pitchFamily="18" charset="0"/>
                          <a:ea typeface="宋体"/>
                          <a:cs typeface="Times New Roman" pitchFamily="18" charset="0"/>
                        </a:rPr>
                        <a:t>Power</a:t>
                      </a:r>
                      <a:endParaRPr lang="zh-CN" sz="2400" kern="100">
                        <a:latin typeface="Times New Roman" pitchFamily="18" charset="0"/>
                        <a:ea typeface="宋体"/>
                        <a:cs typeface="Times New Roman" pitchFamily="18" charset="0"/>
                      </a:endParaRPr>
                    </a:p>
                  </a:txBody>
                  <a:tcPr marL="137159" marR="13715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eaLnBrk="0" hangingPunct="0">
                        <a:lnSpc>
                          <a:spcPct val="150000"/>
                        </a:lnSpc>
                        <a:spcAft>
                          <a:spcPts val="0"/>
                        </a:spcAft>
                      </a:pPr>
                      <a:r>
                        <a:rPr lang="en-US" sz="2400" kern="100" dirty="0">
                          <a:latin typeface="Times New Roman" pitchFamily="18" charset="0"/>
                          <a:ea typeface="宋体"/>
                          <a:cs typeface="Times New Roman" pitchFamily="18" charset="0"/>
                        </a:rPr>
                        <a:t>Power of OBDH</a:t>
                      </a:r>
                      <a:endParaRPr lang="zh-CN" sz="2400" kern="100" dirty="0">
                        <a:latin typeface="Times New Roman" pitchFamily="18" charset="0"/>
                        <a:ea typeface="宋体"/>
                        <a:cs typeface="Times New Roman" pitchFamily="18" charset="0"/>
                      </a:endParaRPr>
                    </a:p>
                  </a:txBody>
                  <a:tcPr marL="137159" marR="13715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eaLnBrk="0" hangingPunct="0">
                        <a:lnSpc>
                          <a:spcPct val="150000"/>
                        </a:lnSpc>
                        <a:spcAft>
                          <a:spcPts val="0"/>
                        </a:spcAft>
                      </a:pPr>
                      <a:r>
                        <a:rPr lang="en-US" sz="2400" kern="100" dirty="0">
                          <a:latin typeface="Times New Roman" pitchFamily="18" charset="0"/>
                          <a:ea typeface="宋体"/>
                          <a:cs typeface="Times New Roman" pitchFamily="18" charset="0"/>
                        </a:rPr>
                        <a:t>≤ </a:t>
                      </a:r>
                      <a:r>
                        <a:rPr lang="en-US" sz="2400" kern="100" dirty="0" smtClean="0">
                          <a:latin typeface="Times New Roman" pitchFamily="18" charset="0"/>
                          <a:ea typeface="宋体"/>
                          <a:cs typeface="Times New Roman" pitchFamily="18" charset="0"/>
                        </a:rPr>
                        <a:t>3W</a:t>
                      </a:r>
                      <a:endParaRPr lang="zh-CN" sz="2400" kern="100" dirty="0">
                        <a:latin typeface="Times New Roman" pitchFamily="18" charset="0"/>
                        <a:ea typeface="宋体"/>
                        <a:cs typeface="Times New Roman" pitchFamily="18" charset="0"/>
                      </a:endParaRPr>
                    </a:p>
                  </a:txBody>
                  <a:tcPr marL="137159" marR="13715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48485">
                <a:tc>
                  <a:txBody>
                    <a:bodyPr/>
                    <a:lstStyle/>
                    <a:p>
                      <a:pPr algn="ctr" eaLnBrk="0" hangingPunct="0">
                        <a:lnSpc>
                          <a:spcPct val="150000"/>
                        </a:lnSpc>
                        <a:spcAft>
                          <a:spcPts val="0"/>
                        </a:spcAft>
                      </a:pPr>
                      <a:r>
                        <a:rPr lang="en-US" sz="2400" kern="100">
                          <a:latin typeface="Times New Roman" pitchFamily="18" charset="0"/>
                          <a:ea typeface="宋体"/>
                          <a:cs typeface="Times New Roman" pitchFamily="18" charset="0"/>
                        </a:rPr>
                        <a:t>Reliability</a:t>
                      </a:r>
                      <a:endParaRPr lang="zh-CN" sz="2400" kern="100">
                        <a:latin typeface="Times New Roman" pitchFamily="18" charset="0"/>
                        <a:ea typeface="宋体"/>
                        <a:cs typeface="Times New Roman" pitchFamily="18" charset="0"/>
                      </a:endParaRPr>
                    </a:p>
                  </a:txBody>
                  <a:tcPr marL="137159" marR="13715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eaLnBrk="0" hangingPunct="0">
                        <a:lnSpc>
                          <a:spcPct val="150000"/>
                        </a:lnSpc>
                        <a:spcAft>
                          <a:spcPts val="0"/>
                        </a:spcAft>
                      </a:pPr>
                      <a:r>
                        <a:rPr lang="en-US" sz="2400" kern="100" dirty="0">
                          <a:latin typeface="Times New Roman" pitchFamily="18" charset="0"/>
                          <a:ea typeface="宋体"/>
                          <a:cs typeface="Times New Roman" pitchFamily="18" charset="0"/>
                        </a:rPr>
                        <a:t>Reliability of OBDH</a:t>
                      </a:r>
                      <a:endParaRPr lang="zh-CN" sz="2400" kern="100" dirty="0">
                        <a:latin typeface="Times New Roman" pitchFamily="18" charset="0"/>
                        <a:ea typeface="宋体"/>
                        <a:cs typeface="Times New Roman" pitchFamily="18" charset="0"/>
                      </a:endParaRPr>
                    </a:p>
                  </a:txBody>
                  <a:tcPr marL="137159" marR="13715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eaLnBrk="0" hangingPunct="0">
                        <a:lnSpc>
                          <a:spcPct val="150000"/>
                        </a:lnSpc>
                        <a:spcAft>
                          <a:spcPts val="0"/>
                        </a:spcAft>
                      </a:pPr>
                      <a:r>
                        <a:rPr lang="en-US" sz="2400" kern="100" dirty="0">
                          <a:latin typeface="Times New Roman" pitchFamily="18" charset="0"/>
                          <a:ea typeface="宋体"/>
                          <a:cs typeface="Times New Roman" pitchFamily="18" charset="0"/>
                        </a:rPr>
                        <a:t>≥0.95</a:t>
                      </a:r>
                      <a:endParaRPr lang="zh-CN" sz="2400" kern="100" dirty="0">
                        <a:latin typeface="Times New Roman" pitchFamily="18" charset="0"/>
                        <a:ea typeface="宋体"/>
                        <a:cs typeface="Times New Roman" pitchFamily="18" charset="0"/>
                      </a:endParaRPr>
                    </a:p>
                  </a:txBody>
                  <a:tcPr marL="137159" marR="13715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257303662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PART 1: OBDH Specification </a:t>
            </a:r>
            <a:endParaRPr lang="zh-CN" altLang="en-US" dirty="0"/>
          </a:p>
        </p:txBody>
      </p:sp>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latin typeface="微软雅黑" pitchFamily="34" charset="-122"/>
                <a:ea typeface="微软雅黑" pitchFamily="34" charset="-122"/>
              </a:rPr>
              <a:t> </a:t>
            </a:r>
            <a:fld id="{E1EFCB46-C834-4067-A327-0EA79FD50686}" type="slidenum">
              <a:rPr lang="zh-CN" altLang="en-US" smtClean="0">
                <a:latin typeface="微软雅黑" pitchFamily="34" charset="-122"/>
                <a:ea typeface="微软雅黑" pitchFamily="34" charset="-122"/>
              </a:rPr>
              <a:pPr/>
              <a:t>8</a:t>
            </a:fld>
            <a:r>
              <a:rPr lang="zh-CN" altLang="en-US" smtClean="0">
                <a:latin typeface="微软雅黑" pitchFamily="34" charset="-122"/>
                <a:ea typeface="微软雅黑" pitchFamily="34" charset="-122"/>
              </a:rPr>
              <a:t> </a:t>
            </a:r>
            <a:endParaRPr lang="zh-CN" altLang="en-US" dirty="0">
              <a:latin typeface="微软雅黑" pitchFamily="34" charset="-122"/>
              <a:ea typeface="微软雅黑" pitchFamily="34" charset="-122"/>
            </a:endParaRPr>
          </a:p>
        </p:txBody>
      </p:sp>
      <p:graphicFrame>
        <p:nvGraphicFramePr>
          <p:cNvPr id="7" name="表格 6"/>
          <p:cNvGraphicFramePr>
            <a:graphicFrameLocks noGrp="1"/>
          </p:cNvGraphicFramePr>
          <p:nvPr>
            <p:extLst>
              <p:ext uri="{D42A27DB-BD31-4B8C-83A1-F6EECF244321}">
                <p14:modId xmlns:p14="http://schemas.microsoft.com/office/powerpoint/2010/main" val="1624798520"/>
              </p:ext>
            </p:extLst>
          </p:nvPr>
        </p:nvGraphicFramePr>
        <p:xfrm>
          <a:off x="611560" y="2492896"/>
          <a:ext cx="8001001" cy="1343026"/>
        </p:xfrm>
        <a:graphic>
          <a:graphicData uri="http://schemas.openxmlformats.org/drawingml/2006/table">
            <a:tbl>
              <a:tblPr/>
              <a:tblGrid>
                <a:gridCol w="1428750"/>
                <a:gridCol w="2928937"/>
                <a:gridCol w="3643314"/>
              </a:tblGrid>
              <a:tr h="671513">
                <a:tc>
                  <a:txBody>
                    <a:bodyPr/>
                    <a:lstStyle/>
                    <a:p>
                      <a:pPr algn="ctr">
                        <a:spcAft>
                          <a:spcPts val="0"/>
                        </a:spcAft>
                      </a:pPr>
                      <a:r>
                        <a:rPr lang="en-US" sz="2400" b="1" kern="1200" dirty="0">
                          <a:solidFill>
                            <a:srgbClr val="000000"/>
                          </a:solidFill>
                          <a:latin typeface="Times New Roman"/>
                          <a:ea typeface="宋体"/>
                        </a:rPr>
                        <a:t>Type</a:t>
                      </a:r>
                      <a:endParaRPr lang="zh-CN" sz="2400" kern="100" dirty="0">
                        <a:latin typeface="Times New Roman"/>
                        <a:ea typeface="宋体"/>
                      </a:endParaRPr>
                    </a:p>
                  </a:txBody>
                  <a:tcPr marL="22225" marR="222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ase">
                        <a:spcAft>
                          <a:spcPts val="0"/>
                        </a:spcAft>
                      </a:pPr>
                      <a:r>
                        <a:rPr lang="en-US" sz="2400" b="1" kern="1200" dirty="0">
                          <a:solidFill>
                            <a:srgbClr val="000000"/>
                          </a:solidFill>
                          <a:latin typeface="Times New Roman"/>
                          <a:ea typeface="宋体"/>
                        </a:rPr>
                        <a:t>Item</a:t>
                      </a:r>
                      <a:endParaRPr lang="zh-CN" sz="2400" kern="100" dirty="0">
                        <a:latin typeface="Times New Roman"/>
                        <a:ea typeface="宋体"/>
                      </a:endParaRPr>
                    </a:p>
                  </a:txBody>
                  <a:tcPr marL="22225" marR="222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ase">
                        <a:spcAft>
                          <a:spcPts val="0"/>
                        </a:spcAft>
                      </a:pPr>
                      <a:r>
                        <a:rPr lang="en-US" sz="2400" b="1" kern="1200">
                          <a:solidFill>
                            <a:srgbClr val="000000"/>
                          </a:solidFill>
                          <a:latin typeface="Times New Roman"/>
                          <a:ea typeface="宋体"/>
                        </a:rPr>
                        <a:t>Parameter</a:t>
                      </a:r>
                      <a:endParaRPr lang="zh-CN" sz="2400" kern="100">
                        <a:latin typeface="Times New Roman"/>
                        <a:ea typeface="宋体"/>
                      </a:endParaRPr>
                    </a:p>
                  </a:txBody>
                  <a:tcPr marL="22225" marR="222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71513">
                <a:tc>
                  <a:txBody>
                    <a:bodyPr/>
                    <a:lstStyle/>
                    <a:p>
                      <a:pPr algn="ctr" fontAlgn="base">
                        <a:spcAft>
                          <a:spcPts val="0"/>
                        </a:spcAft>
                      </a:pPr>
                      <a:r>
                        <a:rPr lang="en-US" sz="2400" kern="1200" dirty="0">
                          <a:solidFill>
                            <a:srgbClr val="000000"/>
                          </a:solidFill>
                          <a:latin typeface="Times New Roman"/>
                          <a:ea typeface="宋体"/>
                        </a:rPr>
                        <a:t>Telemetry</a:t>
                      </a:r>
                      <a:endParaRPr lang="zh-CN" sz="2400" kern="100" dirty="0">
                        <a:latin typeface="Times New Roman"/>
                        <a:ea typeface="宋体"/>
                      </a:endParaRPr>
                    </a:p>
                  </a:txBody>
                  <a:tcPr marL="22225" marR="222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445" algn="ctr" fontAlgn="base">
                        <a:spcAft>
                          <a:spcPts val="0"/>
                        </a:spcAft>
                      </a:pPr>
                      <a:r>
                        <a:rPr lang="en-US" sz="2400" kern="1200" dirty="0">
                          <a:solidFill>
                            <a:srgbClr val="000000"/>
                          </a:solidFill>
                          <a:latin typeface="Times New Roman"/>
                          <a:ea typeface="宋体"/>
                        </a:rPr>
                        <a:t>Data Rate</a:t>
                      </a:r>
                      <a:endParaRPr lang="zh-CN" sz="2400" kern="100" dirty="0">
                        <a:latin typeface="Times New Roman"/>
                        <a:ea typeface="宋体"/>
                      </a:endParaRPr>
                    </a:p>
                  </a:txBody>
                  <a:tcPr marL="22225" marR="222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ase">
                        <a:spcAft>
                          <a:spcPts val="0"/>
                        </a:spcAft>
                      </a:pPr>
                      <a:r>
                        <a:rPr lang="en-US" sz="2400" kern="1200" dirty="0" smtClean="0">
                          <a:solidFill>
                            <a:srgbClr val="000000"/>
                          </a:solidFill>
                          <a:latin typeface="Times New Roman"/>
                          <a:ea typeface="宋体"/>
                        </a:rPr>
                        <a:t>4096bps</a:t>
                      </a:r>
                      <a:endParaRPr lang="zh-CN" sz="2400" kern="100" dirty="0">
                        <a:latin typeface="Times New Roman"/>
                        <a:ea typeface="宋体"/>
                      </a:endParaRPr>
                    </a:p>
                  </a:txBody>
                  <a:tcPr marL="22225" marR="222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85270766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PART 1: OBDH Specification </a:t>
            </a:r>
            <a:endParaRPr lang="zh-CN" altLang="en-US" dirty="0"/>
          </a:p>
        </p:txBody>
      </p:sp>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latin typeface="微软雅黑" pitchFamily="34" charset="-122"/>
                <a:ea typeface="微软雅黑" pitchFamily="34" charset="-122"/>
              </a:rPr>
              <a:t> </a:t>
            </a:r>
            <a:fld id="{E1EFCB46-C834-4067-A327-0EA79FD50686}" type="slidenum">
              <a:rPr lang="zh-CN" altLang="en-US" smtClean="0">
                <a:latin typeface="微软雅黑" pitchFamily="34" charset="-122"/>
                <a:ea typeface="微软雅黑" pitchFamily="34" charset="-122"/>
              </a:rPr>
              <a:pPr/>
              <a:t>9</a:t>
            </a:fld>
            <a:r>
              <a:rPr lang="zh-CN" altLang="en-US" smtClean="0">
                <a:latin typeface="微软雅黑" pitchFamily="34" charset="-122"/>
                <a:ea typeface="微软雅黑" pitchFamily="34" charset="-122"/>
              </a:rPr>
              <a:t> </a:t>
            </a:r>
            <a:endParaRPr lang="zh-CN" altLang="en-US" dirty="0">
              <a:latin typeface="微软雅黑" pitchFamily="34" charset="-122"/>
              <a:ea typeface="微软雅黑" pitchFamily="34" charset="-122"/>
            </a:endParaRPr>
          </a:p>
        </p:txBody>
      </p:sp>
      <p:sp>
        <p:nvSpPr>
          <p:cNvPr id="3" name="Rectangle 2"/>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微软雅黑" pitchFamily="34" charset="-122"/>
              <a:ea typeface="微软雅黑" pitchFamily="34" charset="-122"/>
            </a:endParaRPr>
          </a:p>
        </p:txBody>
      </p:sp>
      <p:sp>
        <p:nvSpPr>
          <p:cNvPr id="8" name="Rectangle 4"/>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微软雅黑" pitchFamily="34" charset="-122"/>
              <a:ea typeface="微软雅黑" pitchFamily="34" charset="-122"/>
            </a:endParaRPr>
          </a:p>
        </p:txBody>
      </p:sp>
      <p:graphicFrame>
        <p:nvGraphicFramePr>
          <p:cNvPr id="11" name="表格 10"/>
          <p:cNvGraphicFramePr>
            <a:graphicFrameLocks noGrp="1"/>
          </p:cNvGraphicFramePr>
          <p:nvPr>
            <p:extLst>
              <p:ext uri="{D42A27DB-BD31-4B8C-83A1-F6EECF244321}">
                <p14:modId xmlns:p14="http://schemas.microsoft.com/office/powerpoint/2010/main" val="3355967549"/>
              </p:ext>
            </p:extLst>
          </p:nvPr>
        </p:nvGraphicFramePr>
        <p:xfrm>
          <a:off x="392906" y="2348880"/>
          <a:ext cx="8358187" cy="3095600"/>
        </p:xfrm>
        <a:graphic>
          <a:graphicData uri="http://schemas.openxmlformats.org/drawingml/2006/table">
            <a:tbl>
              <a:tblPr/>
              <a:tblGrid>
                <a:gridCol w="1026443"/>
                <a:gridCol w="5117179"/>
                <a:gridCol w="2214565"/>
              </a:tblGrid>
              <a:tr h="466682">
                <a:tc>
                  <a:txBody>
                    <a:bodyPr/>
                    <a:lstStyle/>
                    <a:p>
                      <a:pPr algn="ctr">
                        <a:lnSpc>
                          <a:spcPct val="150000"/>
                        </a:lnSpc>
                        <a:spcAft>
                          <a:spcPts val="0"/>
                        </a:spcAft>
                      </a:pPr>
                      <a:r>
                        <a:rPr lang="en-US" sz="2000" b="1" kern="1200" dirty="0">
                          <a:solidFill>
                            <a:srgbClr val="000000"/>
                          </a:solidFill>
                          <a:latin typeface="Times New Roman"/>
                          <a:ea typeface="宋体"/>
                        </a:rPr>
                        <a:t>Type</a:t>
                      </a:r>
                      <a:endParaRPr lang="zh-CN" sz="2000" kern="100" dirty="0">
                        <a:latin typeface="Times New Roman"/>
                        <a:ea typeface="宋体"/>
                      </a:endParaRPr>
                    </a:p>
                  </a:txBody>
                  <a:tcPr marL="22225" marR="22225" marT="95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ase">
                        <a:lnSpc>
                          <a:spcPct val="150000"/>
                        </a:lnSpc>
                        <a:spcAft>
                          <a:spcPts val="0"/>
                        </a:spcAft>
                      </a:pPr>
                      <a:r>
                        <a:rPr lang="en-US" sz="2000" b="1" kern="1200" dirty="0">
                          <a:solidFill>
                            <a:srgbClr val="000000"/>
                          </a:solidFill>
                          <a:latin typeface="Times New Roman"/>
                          <a:ea typeface="宋体"/>
                        </a:rPr>
                        <a:t>Item</a:t>
                      </a:r>
                      <a:endParaRPr lang="zh-CN" sz="2000" kern="100" dirty="0">
                        <a:latin typeface="Times New Roman"/>
                        <a:ea typeface="宋体"/>
                      </a:endParaRPr>
                    </a:p>
                  </a:txBody>
                  <a:tcPr marL="22225" marR="22225" marT="95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ase">
                        <a:lnSpc>
                          <a:spcPct val="150000"/>
                        </a:lnSpc>
                        <a:spcAft>
                          <a:spcPts val="0"/>
                        </a:spcAft>
                      </a:pPr>
                      <a:r>
                        <a:rPr lang="en-US" sz="2000" b="1" kern="1200">
                          <a:solidFill>
                            <a:srgbClr val="000000"/>
                          </a:solidFill>
                          <a:latin typeface="Times New Roman"/>
                          <a:ea typeface="宋体"/>
                        </a:rPr>
                        <a:t>Parameter</a:t>
                      </a:r>
                      <a:endParaRPr lang="zh-CN" sz="2000" kern="100">
                        <a:latin typeface="Times New Roman"/>
                        <a:ea typeface="宋体"/>
                      </a:endParaRPr>
                    </a:p>
                  </a:txBody>
                  <a:tcPr marL="22225" marR="22225" marT="95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86143">
                <a:tc rowSpan="4">
                  <a:txBody>
                    <a:bodyPr/>
                    <a:lstStyle/>
                    <a:p>
                      <a:pPr algn="ctr" fontAlgn="base">
                        <a:lnSpc>
                          <a:spcPct val="150000"/>
                        </a:lnSpc>
                        <a:spcAft>
                          <a:spcPts val="0"/>
                        </a:spcAft>
                      </a:pPr>
                      <a:r>
                        <a:rPr lang="en-US" sz="2000" kern="1200" dirty="0">
                          <a:solidFill>
                            <a:srgbClr val="000000"/>
                          </a:solidFill>
                          <a:latin typeface="Times New Roman"/>
                          <a:ea typeface="宋体"/>
                        </a:rPr>
                        <a:t>Telecommand</a:t>
                      </a:r>
                      <a:endParaRPr lang="zh-CN" sz="2000" kern="100" dirty="0">
                        <a:latin typeface="Times New Roman"/>
                        <a:ea typeface="宋体"/>
                      </a:endParaRPr>
                    </a:p>
                  </a:txBody>
                  <a:tcPr marL="22225" marR="22225" marT="95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445" algn="ctr" fontAlgn="base">
                        <a:lnSpc>
                          <a:spcPct val="150000"/>
                        </a:lnSpc>
                        <a:spcAft>
                          <a:spcPts val="0"/>
                        </a:spcAft>
                      </a:pPr>
                      <a:r>
                        <a:rPr lang="en-US" sz="2000" kern="1200" dirty="0">
                          <a:solidFill>
                            <a:srgbClr val="000000"/>
                          </a:solidFill>
                          <a:latin typeface="Times New Roman"/>
                          <a:ea typeface="宋体"/>
                        </a:rPr>
                        <a:t>Number of Direct OC </a:t>
                      </a:r>
                      <a:r>
                        <a:rPr lang="en-US" sz="2000" kern="1200" dirty="0" smtClean="0">
                          <a:solidFill>
                            <a:srgbClr val="000000"/>
                          </a:solidFill>
                          <a:latin typeface="Times New Roman"/>
                          <a:ea typeface="宋体"/>
                        </a:rPr>
                        <a:t>Command</a:t>
                      </a:r>
                    </a:p>
                    <a:p>
                      <a:pPr indent="4445" algn="ctr" fontAlgn="base">
                        <a:lnSpc>
                          <a:spcPct val="150000"/>
                        </a:lnSpc>
                        <a:spcAft>
                          <a:spcPts val="0"/>
                        </a:spcAft>
                      </a:pPr>
                      <a:r>
                        <a:rPr lang="en-US" sz="2000" kern="1200" dirty="0" smtClean="0">
                          <a:solidFill>
                            <a:srgbClr val="000000"/>
                          </a:solidFill>
                          <a:latin typeface="Times New Roman"/>
                          <a:ea typeface="宋体"/>
                        </a:rPr>
                        <a:t>(from Responder)</a:t>
                      </a:r>
                      <a:endParaRPr lang="zh-CN" sz="2000" kern="100" dirty="0">
                        <a:latin typeface="Times New Roman"/>
                        <a:ea typeface="宋体"/>
                      </a:endParaRPr>
                    </a:p>
                  </a:txBody>
                  <a:tcPr marL="22225" marR="22225" marT="95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ase">
                        <a:lnSpc>
                          <a:spcPct val="150000"/>
                        </a:lnSpc>
                        <a:spcAft>
                          <a:spcPts val="0"/>
                        </a:spcAft>
                      </a:pPr>
                      <a:r>
                        <a:rPr lang="en-US" sz="2000" kern="1200" dirty="0" smtClean="0">
                          <a:solidFill>
                            <a:srgbClr val="000000"/>
                          </a:solidFill>
                          <a:latin typeface="Times New Roman"/>
                          <a:ea typeface="宋体"/>
                        </a:rPr>
                        <a:t>8</a:t>
                      </a:r>
                      <a:endParaRPr lang="zh-CN" sz="2000" kern="100" dirty="0">
                        <a:latin typeface="Times New Roman"/>
                        <a:ea typeface="宋体"/>
                      </a:endParaRPr>
                    </a:p>
                  </a:txBody>
                  <a:tcPr marL="22225" marR="22225" marT="95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66682">
                <a:tc vMerge="1">
                  <a:txBody>
                    <a:bodyPr/>
                    <a:lstStyle/>
                    <a:p>
                      <a:endParaRPr lang="zh-CN" altLang="en-US"/>
                    </a:p>
                  </a:txBody>
                  <a:tcPr/>
                </a:tc>
                <a:tc>
                  <a:txBody>
                    <a:bodyPr/>
                    <a:lstStyle/>
                    <a:p>
                      <a:pPr indent="4445" algn="ctr" fontAlgn="base">
                        <a:lnSpc>
                          <a:spcPct val="150000"/>
                        </a:lnSpc>
                        <a:spcAft>
                          <a:spcPts val="0"/>
                        </a:spcAft>
                      </a:pPr>
                      <a:r>
                        <a:rPr lang="en-US" sz="2000" kern="1200" dirty="0">
                          <a:solidFill>
                            <a:srgbClr val="000000"/>
                          </a:solidFill>
                          <a:latin typeface="Times New Roman"/>
                          <a:ea typeface="宋体"/>
                        </a:rPr>
                        <a:t>Number of OC Indirect </a:t>
                      </a:r>
                      <a:r>
                        <a:rPr lang="en-US" sz="2000" kern="1200" dirty="0" smtClean="0">
                          <a:solidFill>
                            <a:srgbClr val="000000"/>
                          </a:solidFill>
                          <a:latin typeface="Times New Roman"/>
                          <a:ea typeface="宋体"/>
                        </a:rPr>
                        <a:t>Command</a:t>
                      </a:r>
                    </a:p>
                    <a:p>
                      <a:pPr indent="4445" algn="ctr" fontAlgn="base">
                        <a:lnSpc>
                          <a:spcPct val="150000"/>
                        </a:lnSpc>
                        <a:spcAft>
                          <a:spcPts val="0"/>
                        </a:spcAft>
                      </a:pPr>
                      <a:r>
                        <a:rPr lang="en-US" altLang="zh-CN" sz="2000" kern="1200" dirty="0" smtClean="0">
                          <a:solidFill>
                            <a:srgbClr val="000000"/>
                          </a:solidFill>
                          <a:latin typeface="Times New Roman"/>
                          <a:ea typeface="宋体"/>
                        </a:rPr>
                        <a:t>(from OBC</a:t>
                      </a:r>
                      <a:r>
                        <a:rPr lang="en-US" altLang="zh-CN" sz="2000" kern="1200" baseline="0" dirty="0" smtClean="0">
                          <a:solidFill>
                            <a:srgbClr val="000000"/>
                          </a:solidFill>
                          <a:latin typeface="Times New Roman"/>
                          <a:ea typeface="宋体"/>
                        </a:rPr>
                        <a:t> ,</a:t>
                      </a:r>
                      <a:r>
                        <a:rPr lang="en-US" altLang="zh-CN" sz="2000" kern="1200" dirty="0" smtClean="0">
                          <a:solidFill>
                            <a:srgbClr val="000000"/>
                          </a:solidFill>
                          <a:latin typeface="Times New Roman"/>
                          <a:ea typeface="+mn-ea"/>
                        </a:rPr>
                        <a:t> Responder</a:t>
                      </a:r>
                      <a:r>
                        <a:rPr lang="en-US" altLang="zh-CN" sz="2000" kern="1200" baseline="0" dirty="0" smtClean="0">
                          <a:solidFill>
                            <a:srgbClr val="000000"/>
                          </a:solidFill>
                          <a:latin typeface="Times New Roman"/>
                          <a:ea typeface="+mn-ea"/>
                        </a:rPr>
                        <a:t> and </a:t>
                      </a:r>
                      <a:r>
                        <a:rPr lang="en-US" altLang="zh-CN" sz="2000" kern="1200" dirty="0" smtClean="0">
                          <a:solidFill>
                            <a:srgbClr val="000000"/>
                          </a:solidFill>
                          <a:latin typeface="Times New Roman"/>
                          <a:ea typeface="+mn-ea"/>
                        </a:rPr>
                        <a:t>PCU</a:t>
                      </a:r>
                      <a:r>
                        <a:rPr lang="en-US" altLang="zh-CN" sz="2000" kern="1200" dirty="0" smtClean="0">
                          <a:solidFill>
                            <a:srgbClr val="000000"/>
                          </a:solidFill>
                          <a:latin typeface="Times New Roman"/>
                          <a:ea typeface="宋体"/>
                        </a:rPr>
                        <a:t>)</a:t>
                      </a:r>
                      <a:endParaRPr lang="zh-CN" sz="2000" kern="100" dirty="0">
                        <a:latin typeface="Times New Roman"/>
                        <a:ea typeface="宋体"/>
                      </a:endParaRPr>
                    </a:p>
                  </a:txBody>
                  <a:tcPr marL="22225" marR="22225" marT="95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ase">
                        <a:lnSpc>
                          <a:spcPct val="150000"/>
                        </a:lnSpc>
                        <a:spcAft>
                          <a:spcPts val="0"/>
                        </a:spcAft>
                      </a:pPr>
                      <a:r>
                        <a:rPr lang="en-US" sz="2000" kern="1200" dirty="0" smtClean="0">
                          <a:solidFill>
                            <a:srgbClr val="000000"/>
                          </a:solidFill>
                          <a:latin typeface="Times New Roman"/>
                          <a:ea typeface="宋体"/>
                        </a:rPr>
                        <a:t>40</a:t>
                      </a:r>
                      <a:endParaRPr lang="zh-CN" sz="2000" kern="100" dirty="0">
                        <a:latin typeface="Times New Roman"/>
                        <a:ea typeface="宋体"/>
                      </a:endParaRPr>
                    </a:p>
                  </a:txBody>
                  <a:tcPr marL="22225" marR="22225" marT="95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66682">
                <a:tc vMerge="1">
                  <a:txBody>
                    <a:bodyPr/>
                    <a:lstStyle/>
                    <a:p>
                      <a:endParaRPr lang="zh-CN" altLang="en-US"/>
                    </a:p>
                  </a:txBody>
                  <a:tcPr/>
                </a:tc>
                <a:tc>
                  <a:txBody>
                    <a:bodyPr/>
                    <a:lstStyle/>
                    <a:p>
                      <a:pPr indent="4445" algn="ctr" fontAlgn="base">
                        <a:lnSpc>
                          <a:spcPct val="150000"/>
                        </a:lnSpc>
                        <a:spcAft>
                          <a:spcPts val="0"/>
                        </a:spcAft>
                      </a:pPr>
                      <a:r>
                        <a:rPr lang="en-US" sz="2000" kern="1200" dirty="0">
                          <a:solidFill>
                            <a:srgbClr val="000000"/>
                          </a:solidFill>
                          <a:latin typeface="Times New Roman"/>
                          <a:ea typeface="宋体"/>
                        </a:rPr>
                        <a:t>Data Rate</a:t>
                      </a:r>
                      <a:endParaRPr lang="zh-CN" sz="2000" kern="100" dirty="0">
                        <a:latin typeface="Times New Roman"/>
                        <a:ea typeface="宋体"/>
                      </a:endParaRPr>
                    </a:p>
                  </a:txBody>
                  <a:tcPr marL="22225" marR="22225" marT="95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ase">
                        <a:lnSpc>
                          <a:spcPct val="150000"/>
                        </a:lnSpc>
                        <a:spcAft>
                          <a:spcPts val="0"/>
                        </a:spcAft>
                      </a:pPr>
                      <a:r>
                        <a:rPr lang="en-US" sz="2000" kern="1200" dirty="0">
                          <a:solidFill>
                            <a:srgbClr val="000000"/>
                          </a:solidFill>
                          <a:latin typeface="Times New Roman"/>
                          <a:ea typeface="宋体"/>
                        </a:rPr>
                        <a:t>2000bps</a:t>
                      </a:r>
                      <a:endParaRPr lang="zh-CN" sz="2000" kern="100" dirty="0">
                        <a:latin typeface="Times New Roman"/>
                        <a:ea typeface="宋体"/>
                      </a:endParaRPr>
                    </a:p>
                  </a:txBody>
                  <a:tcPr marL="22225" marR="22225" marT="95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4295">
                <a:tc vMerge="1">
                  <a:txBody>
                    <a:bodyPr/>
                    <a:lstStyle/>
                    <a:p>
                      <a:endParaRPr lang="zh-CN" altLang="en-US"/>
                    </a:p>
                  </a:txBody>
                  <a:tcPr/>
                </a:tc>
                <a:tc>
                  <a:txBody>
                    <a:bodyPr/>
                    <a:lstStyle/>
                    <a:p>
                      <a:pPr indent="4445" algn="ctr" fontAlgn="base">
                        <a:spcAft>
                          <a:spcPts val="0"/>
                        </a:spcAft>
                        <a:tabLst>
                          <a:tab pos="138430" algn="l"/>
                        </a:tabLst>
                      </a:pPr>
                      <a:r>
                        <a:rPr lang="en-US" sz="2000" kern="1200" dirty="0">
                          <a:solidFill>
                            <a:srgbClr val="000000"/>
                          </a:solidFill>
                          <a:latin typeface="Times New Roman"/>
                          <a:ea typeface="宋体"/>
                        </a:rPr>
                        <a:t>Storage Capacity of </a:t>
                      </a:r>
                      <a:r>
                        <a:rPr lang="en-US" sz="2000" kern="1200" dirty="0" smtClean="0">
                          <a:solidFill>
                            <a:srgbClr val="000000"/>
                          </a:solidFill>
                          <a:latin typeface="Times New Roman"/>
                          <a:ea typeface="宋体"/>
                        </a:rPr>
                        <a:t>time tagged Telecommand</a:t>
                      </a:r>
                      <a:endParaRPr lang="zh-CN" sz="2000" kern="100" dirty="0">
                        <a:latin typeface="Times New Roman"/>
                        <a:ea typeface="宋体"/>
                      </a:endParaRPr>
                    </a:p>
                  </a:txBody>
                  <a:tcPr marL="22225" marR="22225" marT="95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ase">
                        <a:spcAft>
                          <a:spcPts val="0"/>
                        </a:spcAft>
                      </a:pPr>
                      <a:r>
                        <a:rPr lang="en-US" sz="2000" kern="1200" dirty="0">
                          <a:solidFill>
                            <a:srgbClr val="000000"/>
                          </a:solidFill>
                          <a:latin typeface="Times New Roman"/>
                          <a:ea typeface="宋体"/>
                        </a:rPr>
                        <a:t>1000</a:t>
                      </a:r>
                      <a:endParaRPr lang="zh-CN" sz="2000" kern="100" dirty="0">
                        <a:latin typeface="Times New Roman"/>
                        <a:ea typeface="宋体"/>
                      </a:endParaRPr>
                    </a:p>
                  </a:txBody>
                  <a:tcPr marL="22225" marR="22225" marT="95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104602950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PART 1: OBDH Specification </a:t>
            </a:r>
            <a:endParaRPr lang="zh-CN" altLang="en-US" dirty="0"/>
          </a:p>
        </p:txBody>
      </p:sp>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latin typeface="微软雅黑" pitchFamily="34" charset="-122"/>
                <a:ea typeface="微软雅黑" pitchFamily="34" charset="-122"/>
              </a:rPr>
              <a:t> </a:t>
            </a:r>
            <a:fld id="{E1EFCB46-C834-4067-A327-0EA79FD50686}" type="slidenum">
              <a:rPr lang="zh-CN" altLang="en-US" smtClean="0">
                <a:latin typeface="微软雅黑" pitchFamily="34" charset="-122"/>
                <a:ea typeface="微软雅黑" pitchFamily="34" charset="-122"/>
              </a:rPr>
              <a:pPr/>
              <a:t>10</a:t>
            </a:fld>
            <a:r>
              <a:rPr lang="zh-CN" altLang="en-US" smtClean="0">
                <a:latin typeface="微软雅黑" pitchFamily="34" charset="-122"/>
                <a:ea typeface="微软雅黑" pitchFamily="34" charset="-122"/>
              </a:rPr>
              <a:t> </a:t>
            </a:r>
            <a:endParaRPr lang="zh-CN" altLang="en-US" dirty="0">
              <a:latin typeface="微软雅黑" pitchFamily="34" charset="-122"/>
              <a:ea typeface="微软雅黑" pitchFamily="34" charset="-122"/>
            </a:endParaRPr>
          </a:p>
        </p:txBody>
      </p:sp>
      <p:sp>
        <p:nvSpPr>
          <p:cNvPr id="3" name="Rectangle 2"/>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微软雅黑" pitchFamily="34" charset="-122"/>
              <a:ea typeface="微软雅黑" pitchFamily="34" charset="-122"/>
            </a:endParaRPr>
          </a:p>
        </p:txBody>
      </p:sp>
      <p:sp>
        <p:nvSpPr>
          <p:cNvPr id="8" name="Rectangle 4"/>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微软雅黑" pitchFamily="34" charset="-122"/>
              <a:ea typeface="微软雅黑" pitchFamily="34" charset="-122"/>
            </a:endParaRPr>
          </a:p>
        </p:txBody>
      </p:sp>
      <p:graphicFrame>
        <p:nvGraphicFramePr>
          <p:cNvPr id="9" name="表格 8"/>
          <p:cNvGraphicFramePr>
            <a:graphicFrameLocks noGrp="1"/>
          </p:cNvGraphicFramePr>
          <p:nvPr>
            <p:extLst>
              <p:ext uri="{D42A27DB-BD31-4B8C-83A1-F6EECF244321}">
                <p14:modId xmlns:p14="http://schemas.microsoft.com/office/powerpoint/2010/main" val="3871947492"/>
              </p:ext>
            </p:extLst>
          </p:nvPr>
        </p:nvGraphicFramePr>
        <p:xfrm>
          <a:off x="701675" y="1557144"/>
          <a:ext cx="7978775" cy="3888080"/>
        </p:xfrm>
        <a:graphic>
          <a:graphicData uri="http://schemas.openxmlformats.org/drawingml/2006/table">
            <a:tbl>
              <a:tblPr/>
              <a:tblGrid>
                <a:gridCol w="1643017"/>
                <a:gridCol w="4484326"/>
                <a:gridCol w="1851432"/>
              </a:tblGrid>
              <a:tr h="558118">
                <a:tc>
                  <a:txBody>
                    <a:bodyPr/>
                    <a:lstStyle/>
                    <a:p>
                      <a:pPr algn="ctr">
                        <a:lnSpc>
                          <a:spcPct val="150000"/>
                        </a:lnSpc>
                        <a:spcAft>
                          <a:spcPts val="0"/>
                        </a:spcAft>
                      </a:pPr>
                      <a:r>
                        <a:rPr lang="en-US" sz="2400" b="1" kern="1200" dirty="0">
                          <a:solidFill>
                            <a:srgbClr val="000000"/>
                          </a:solidFill>
                          <a:latin typeface="Times New Roman"/>
                          <a:ea typeface="宋体"/>
                        </a:rPr>
                        <a:t>Type</a:t>
                      </a:r>
                      <a:endParaRPr lang="zh-CN" sz="2400" kern="100" dirty="0">
                        <a:latin typeface="Times New Roman"/>
                        <a:ea typeface="宋体"/>
                      </a:endParaRPr>
                    </a:p>
                  </a:txBody>
                  <a:tcPr marL="22224" marR="22224" marT="95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ase">
                        <a:lnSpc>
                          <a:spcPct val="150000"/>
                        </a:lnSpc>
                        <a:spcAft>
                          <a:spcPts val="0"/>
                        </a:spcAft>
                      </a:pPr>
                      <a:r>
                        <a:rPr lang="en-US" sz="2400" b="1" kern="1200" dirty="0">
                          <a:solidFill>
                            <a:srgbClr val="000000"/>
                          </a:solidFill>
                          <a:latin typeface="Times New Roman"/>
                          <a:ea typeface="宋体"/>
                        </a:rPr>
                        <a:t>Item</a:t>
                      </a:r>
                      <a:endParaRPr lang="zh-CN" sz="2400" kern="100" dirty="0">
                        <a:latin typeface="Times New Roman"/>
                        <a:ea typeface="宋体"/>
                      </a:endParaRPr>
                    </a:p>
                  </a:txBody>
                  <a:tcPr marL="22224" marR="22224" marT="95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ase">
                        <a:lnSpc>
                          <a:spcPct val="150000"/>
                        </a:lnSpc>
                        <a:spcAft>
                          <a:spcPts val="0"/>
                        </a:spcAft>
                      </a:pPr>
                      <a:r>
                        <a:rPr lang="en-US" sz="2400" b="1" kern="1200">
                          <a:solidFill>
                            <a:srgbClr val="000000"/>
                          </a:solidFill>
                          <a:latin typeface="Times New Roman"/>
                          <a:ea typeface="宋体"/>
                        </a:rPr>
                        <a:t>Parameter</a:t>
                      </a:r>
                      <a:endParaRPr lang="zh-CN" sz="2400" kern="100">
                        <a:latin typeface="Times New Roman"/>
                        <a:ea typeface="宋体"/>
                      </a:endParaRPr>
                    </a:p>
                  </a:txBody>
                  <a:tcPr marL="22224" marR="22224" marT="95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58118">
                <a:tc rowSpan="2">
                  <a:txBody>
                    <a:bodyPr/>
                    <a:lstStyle/>
                    <a:p>
                      <a:pPr algn="ctr" eaLnBrk="0" hangingPunct="0">
                        <a:lnSpc>
                          <a:spcPct val="150000"/>
                        </a:lnSpc>
                        <a:spcAft>
                          <a:spcPts val="0"/>
                        </a:spcAft>
                      </a:pPr>
                      <a:r>
                        <a:rPr lang="en-US" sz="2400" kern="100" dirty="0">
                          <a:latin typeface="Times New Roman"/>
                          <a:ea typeface="宋体"/>
                          <a:cs typeface="Mangal"/>
                        </a:rPr>
                        <a:t>Timing System</a:t>
                      </a:r>
                      <a:endParaRPr lang="zh-CN" sz="2400" kern="100" dirty="0">
                        <a:latin typeface="Times New Roman"/>
                        <a:ea typeface="宋体"/>
                      </a:endParaRPr>
                    </a:p>
                  </a:txBody>
                  <a:tcPr marL="137155" marR="13715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445" indent="4445" algn="ctr" eaLnBrk="0" hangingPunct="0">
                        <a:lnSpc>
                          <a:spcPct val="150000"/>
                        </a:lnSpc>
                        <a:spcAft>
                          <a:spcPts val="0"/>
                        </a:spcAft>
                      </a:pPr>
                      <a:r>
                        <a:rPr lang="en-US" sz="2400" kern="100" dirty="0">
                          <a:latin typeface="Times New Roman"/>
                          <a:ea typeface="宋体"/>
                          <a:cs typeface="Mangal"/>
                        </a:rPr>
                        <a:t>On-board Timing reference</a:t>
                      </a:r>
                      <a:endParaRPr lang="zh-CN" sz="2400" kern="100" dirty="0">
                        <a:latin typeface="Times New Roman"/>
                        <a:ea typeface="宋体"/>
                      </a:endParaRPr>
                    </a:p>
                  </a:txBody>
                  <a:tcPr marL="22224" marR="22224" marT="95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eaLnBrk="0" hangingPunct="0">
                        <a:lnSpc>
                          <a:spcPct val="150000"/>
                        </a:lnSpc>
                        <a:spcAft>
                          <a:spcPts val="0"/>
                        </a:spcAft>
                      </a:pPr>
                      <a:r>
                        <a:rPr lang="en-US" sz="2400" kern="100" dirty="0">
                          <a:latin typeface="Times New Roman"/>
                          <a:ea typeface="宋体"/>
                          <a:cs typeface="Mangal"/>
                        </a:rPr>
                        <a:t>UTC</a:t>
                      </a:r>
                      <a:endParaRPr lang="zh-CN" sz="2400" kern="100" dirty="0">
                        <a:latin typeface="Times New Roman"/>
                        <a:ea typeface="宋体"/>
                      </a:endParaRPr>
                    </a:p>
                  </a:txBody>
                  <a:tcPr marL="22224" marR="22224" marT="95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58118">
                <a:tc vMerge="1">
                  <a:txBody>
                    <a:bodyPr/>
                    <a:lstStyle/>
                    <a:p>
                      <a:endParaRPr lang="zh-CN" altLang="en-US"/>
                    </a:p>
                  </a:txBody>
                  <a:tcPr/>
                </a:tc>
                <a:tc>
                  <a:txBody>
                    <a:bodyPr/>
                    <a:lstStyle/>
                    <a:p>
                      <a:pPr marL="4445" indent="4445" algn="ctr" eaLnBrk="0" hangingPunct="0">
                        <a:lnSpc>
                          <a:spcPct val="150000"/>
                        </a:lnSpc>
                        <a:spcAft>
                          <a:spcPts val="0"/>
                        </a:spcAft>
                      </a:pPr>
                      <a:r>
                        <a:rPr lang="en-US" sz="2400" kern="100" dirty="0">
                          <a:latin typeface="Times New Roman"/>
                          <a:ea typeface="宋体"/>
                          <a:cs typeface="Mangal"/>
                        </a:rPr>
                        <a:t>Time Precision</a:t>
                      </a:r>
                      <a:endParaRPr lang="zh-CN" sz="2400" kern="100" dirty="0">
                        <a:latin typeface="Times New Roman"/>
                        <a:ea typeface="宋体"/>
                      </a:endParaRPr>
                    </a:p>
                  </a:txBody>
                  <a:tcPr marL="22224" marR="22224" marT="95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eaLnBrk="0" hangingPunct="0">
                        <a:lnSpc>
                          <a:spcPct val="150000"/>
                        </a:lnSpc>
                        <a:spcAft>
                          <a:spcPts val="0"/>
                        </a:spcAft>
                      </a:pPr>
                      <a:r>
                        <a:rPr lang="en-US" sz="2400" kern="100">
                          <a:latin typeface="Times New Roman"/>
                          <a:ea typeface="宋体"/>
                        </a:rPr>
                        <a:t>≤</a:t>
                      </a:r>
                      <a:r>
                        <a:rPr lang="en-US" sz="2400" kern="100">
                          <a:latin typeface="Times New Roman"/>
                          <a:ea typeface="宋体"/>
                          <a:cs typeface="Mangal"/>
                        </a:rPr>
                        <a:t>5ms</a:t>
                      </a:r>
                      <a:endParaRPr lang="zh-CN" sz="2400" kern="100">
                        <a:latin typeface="Times New Roman"/>
                        <a:ea typeface="宋体"/>
                      </a:endParaRPr>
                    </a:p>
                  </a:txBody>
                  <a:tcPr marL="22224" marR="22224" marT="95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58118">
                <a:tc rowSpan="2">
                  <a:txBody>
                    <a:bodyPr/>
                    <a:lstStyle/>
                    <a:p>
                      <a:pPr algn="ctr" eaLnBrk="0" hangingPunct="0">
                        <a:lnSpc>
                          <a:spcPct val="150000"/>
                        </a:lnSpc>
                        <a:spcAft>
                          <a:spcPts val="0"/>
                        </a:spcAft>
                      </a:pPr>
                      <a:r>
                        <a:rPr lang="en-US" sz="2400" kern="100">
                          <a:latin typeface="Times New Roman"/>
                          <a:ea typeface="宋体"/>
                          <a:cs typeface="Mangal"/>
                        </a:rPr>
                        <a:t>Thermal control</a:t>
                      </a:r>
                      <a:endParaRPr lang="zh-CN" sz="2400" kern="100">
                        <a:latin typeface="Times New Roman"/>
                        <a:ea typeface="宋体"/>
                      </a:endParaRPr>
                    </a:p>
                  </a:txBody>
                  <a:tcPr marL="137155" marR="13715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445" algn="ctr" eaLnBrk="0" hangingPunct="0">
                        <a:lnSpc>
                          <a:spcPct val="150000"/>
                        </a:lnSpc>
                        <a:spcAft>
                          <a:spcPts val="0"/>
                        </a:spcAft>
                      </a:pPr>
                      <a:r>
                        <a:rPr lang="en-US" sz="2400" kern="100" dirty="0">
                          <a:solidFill>
                            <a:srgbClr val="000000"/>
                          </a:solidFill>
                          <a:latin typeface="Times New Roman"/>
                          <a:ea typeface="宋体"/>
                        </a:rPr>
                        <a:t>Channels of heaters</a:t>
                      </a:r>
                      <a:endParaRPr lang="zh-CN" sz="2400" kern="100" dirty="0">
                        <a:latin typeface="Times New Roman"/>
                        <a:ea typeface="宋体"/>
                      </a:endParaRPr>
                    </a:p>
                  </a:txBody>
                  <a:tcPr marL="22224" marR="22224" marT="95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eaLnBrk="0" hangingPunct="0">
                        <a:lnSpc>
                          <a:spcPct val="150000"/>
                        </a:lnSpc>
                        <a:spcAft>
                          <a:spcPts val="0"/>
                        </a:spcAft>
                      </a:pPr>
                      <a:r>
                        <a:rPr lang="en-US" sz="2400" kern="100" dirty="0" smtClean="0">
                          <a:latin typeface="Times New Roman"/>
                          <a:ea typeface="宋体"/>
                        </a:rPr>
                        <a:t>24 </a:t>
                      </a:r>
                      <a:endParaRPr lang="zh-CN" sz="2400" kern="100" dirty="0">
                        <a:latin typeface="Times New Roman"/>
                        <a:ea typeface="宋体"/>
                      </a:endParaRPr>
                    </a:p>
                  </a:txBody>
                  <a:tcPr marL="22224" marR="22224" marT="95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58118">
                <a:tc vMerge="1">
                  <a:txBody>
                    <a:bodyPr/>
                    <a:lstStyle/>
                    <a:p>
                      <a:endParaRPr lang="zh-CN" altLang="en-US"/>
                    </a:p>
                  </a:txBody>
                  <a:tcPr/>
                </a:tc>
                <a:tc>
                  <a:txBody>
                    <a:bodyPr/>
                    <a:lstStyle/>
                    <a:p>
                      <a:pPr algn="ctr" eaLnBrk="0" hangingPunct="0">
                        <a:lnSpc>
                          <a:spcPct val="150000"/>
                        </a:lnSpc>
                        <a:spcAft>
                          <a:spcPts val="0"/>
                        </a:spcAft>
                      </a:pPr>
                      <a:r>
                        <a:rPr lang="en-US" sz="2400" kern="100" dirty="0">
                          <a:solidFill>
                            <a:srgbClr val="000000"/>
                          </a:solidFill>
                          <a:latin typeface="Times New Roman"/>
                          <a:ea typeface="宋体"/>
                        </a:rPr>
                        <a:t>Channels of temperature measure</a:t>
                      </a:r>
                      <a:endParaRPr lang="zh-CN" sz="2400" kern="100" dirty="0">
                        <a:latin typeface="Times New Roman"/>
                        <a:ea typeface="宋体"/>
                      </a:endParaRPr>
                    </a:p>
                  </a:txBody>
                  <a:tcPr marL="22224" marR="22224" marT="95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eaLnBrk="0" hangingPunct="0">
                        <a:lnSpc>
                          <a:spcPct val="150000"/>
                        </a:lnSpc>
                        <a:spcAft>
                          <a:spcPts val="0"/>
                        </a:spcAft>
                      </a:pPr>
                      <a:r>
                        <a:rPr lang="en-US" sz="2400" kern="100" dirty="0" smtClean="0">
                          <a:latin typeface="Times New Roman"/>
                          <a:ea typeface="宋体"/>
                        </a:rPr>
                        <a:t>24</a:t>
                      </a:r>
                      <a:endParaRPr lang="zh-CN" sz="2400" kern="100" dirty="0">
                        <a:latin typeface="Times New Roman"/>
                        <a:ea typeface="宋体"/>
                      </a:endParaRPr>
                    </a:p>
                  </a:txBody>
                  <a:tcPr marL="22224" marR="22224" marT="95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097196">
                <a:tc>
                  <a:txBody>
                    <a:bodyPr/>
                    <a:lstStyle/>
                    <a:p>
                      <a:pPr algn="ctr" eaLnBrk="0" hangingPunct="0">
                        <a:lnSpc>
                          <a:spcPct val="150000"/>
                        </a:lnSpc>
                        <a:spcAft>
                          <a:spcPts val="0"/>
                        </a:spcAft>
                      </a:pPr>
                      <a:r>
                        <a:rPr lang="en-US" sz="2400" kern="100">
                          <a:latin typeface="Times New Roman"/>
                          <a:ea typeface="宋体"/>
                          <a:cs typeface="Mangal"/>
                        </a:rPr>
                        <a:t>Analog Channel</a:t>
                      </a:r>
                      <a:endParaRPr lang="zh-CN" sz="2400" kern="100">
                        <a:latin typeface="Times New Roman"/>
                        <a:ea typeface="宋体"/>
                      </a:endParaRPr>
                    </a:p>
                  </a:txBody>
                  <a:tcPr marL="137155" marR="13715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eaLnBrk="0" hangingPunct="0">
                        <a:lnSpc>
                          <a:spcPct val="150000"/>
                        </a:lnSpc>
                        <a:spcAft>
                          <a:spcPts val="0"/>
                        </a:spcAft>
                      </a:pPr>
                      <a:r>
                        <a:rPr lang="en-US" sz="2400" kern="100" dirty="0">
                          <a:latin typeface="Times New Roman"/>
                          <a:ea typeface="宋体"/>
                          <a:cs typeface="Mangal"/>
                        </a:rPr>
                        <a:t>Number of analog measuring </a:t>
                      </a:r>
                      <a:r>
                        <a:rPr lang="en-US" sz="2400" kern="100" dirty="0" smtClean="0">
                          <a:latin typeface="Times New Roman"/>
                          <a:ea typeface="宋体"/>
                          <a:cs typeface="Mangal"/>
                        </a:rPr>
                        <a:t>channel</a:t>
                      </a:r>
                      <a:endParaRPr lang="zh-CN" sz="2400" kern="100" dirty="0">
                        <a:latin typeface="Times New Roman"/>
                        <a:ea typeface="宋体"/>
                      </a:endParaRPr>
                    </a:p>
                  </a:txBody>
                  <a:tcPr marL="137155" marR="13715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eaLnBrk="0" hangingPunct="0">
                        <a:lnSpc>
                          <a:spcPct val="150000"/>
                        </a:lnSpc>
                        <a:spcAft>
                          <a:spcPts val="0"/>
                        </a:spcAft>
                      </a:pPr>
                      <a:r>
                        <a:rPr lang="en-US" sz="2400" kern="100" dirty="0" smtClean="0">
                          <a:latin typeface="Times New Roman"/>
                          <a:ea typeface="宋体"/>
                          <a:cs typeface="Mangal"/>
                        </a:rPr>
                        <a:t>8</a:t>
                      </a:r>
                      <a:endParaRPr lang="zh-CN" sz="2400" kern="100" dirty="0">
                        <a:latin typeface="Times New Roman"/>
                        <a:ea typeface="宋体"/>
                      </a:endParaRPr>
                    </a:p>
                  </a:txBody>
                  <a:tcPr marL="137155" marR="13715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47030020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PART 1: OBDH Specification</a:t>
            </a:r>
            <a:endParaRPr lang="zh-CN" altLang="en-US" dirty="0"/>
          </a:p>
        </p:txBody>
      </p:sp>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latin typeface="微软雅黑" pitchFamily="34" charset="-122"/>
                <a:ea typeface="微软雅黑" pitchFamily="34" charset="-122"/>
              </a:rPr>
              <a:t> </a:t>
            </a:r>
            <a:fld id="{E1EFCB46-C834-4067-A327-0EA79FD50686}" type="slidenum">
              <a:rPr lang="zh-CN" altLang="en-US" smtClean="0">
                <a:latin typeface="微软雅黑" pitchFamily="34" charset="-122"/>
                <a:ea typeface="微软雅黑" pitchFamily="34" charset="-122"/>
              </a:rPr>
              <a:pPr/>
              <a:t>11</a:t>
            </a:fld>
            <a:r>
              <a:rPr lang="zh-CN" altLang="en-US" smtClean="0">
                <a:latin typeface="微软雅黑" pitchFamily="34" charset="-122"/>
                <a:ea typeface="微软雅黑" pitchFamily="34" charset="-122"/>
              </a:rPr>
              <a:t> </a:t>
            </a:r>
            <a:endParaRPr lang="zh-CN" altLang="en-US" dirty="0">
              <a:latin typeface="微软雅黑" pitchFamily="34" charset="-122"/>
              <a:ea typeface="微软雅黑" pitchFamily="34" charset="-122"/>
            </a:endParaRPr>
          </a:p>
        </p:txBody>
      </p:sp>
      <p:sp>
        <p:nvSpPr>
          <p:cNvPr id="3" name="Rectangle 2"/>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微软雅黑" pitchFamily="34" charset="-122"/>
              <a:ea typeface="微软雅黑" pitchFamily="34" charset="-122"/>
            </a:endParaRPr>
          </a:p>
        </p:txBody>
      </p:sp>
      <p:sp>
        <p:nvSpPr>
          <p:cNvPr id="8" name="Rectangle 4"/>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微软雅黑" pitchFamily="34" charset="-122"/>
              <a:ea typeface="微软雅黑" pitchFamily="34" charset="-122"/>
            </a:endParaRPr>
          </a:p>
        </p:txBody>
      </p:sp>
      <p:graphicFrame>
        <p:nvGraphicFramePr>
          <p:cNvPr id="11" name="表格 10"/>
          <p:cNvGraphicFramePr>
            <a:graphicFrameLocks noGrp="1"/>
          </p:cNvGraphicFramePr>
          <p:nvPr>
            <p:extLst>
              <p:ext uri="{D42A27DB-BD31-4B8C-83A1-F6EECF244321}">
                <p14:modId xmlns:p14="http://schemas.microsoft.com/office/powerpoint/2010/main" val="2628619266"/>
              </p:ext>
            </p:extLst>
          </p:nvPr>
        </p:nvGraphicFramePr>
        <p:xfrm>
          <a:off x="665163" y="1927198"/>
          <a:ext cx="7978775" cy="2204510"/>
        </p:xfrm>
        <a:graphic>
          <a:graphicData uri="http://schemas.openxmlformats.org/drawingml/2006/table">
            <a:tbl>
              <a:tblPr/>
              <a:tblGrid>
                <a:gridCol w="2500242"/>
                <a:gridCol w="3143163"/>
                <a:gridCol w="2335370"/>
              </a:tblGrid>
              <a:tr h="558272">
                <a:tc>
                  <a:txBody>
                    <a:bodyPr/>
                    <a:lstStyle/>
                    <a:p>
                      <a:pPr algn="ctr">
                        <a:lnSpc>
                          <a:spcPct val="150000"/>
                        </a:lnSpc>
                        <a:spcAft>
                          <a:spcPts val="0"/>
                        </a:spcAft>
                      </a:pPr>
                      <a:r>
                        <a:rPr lang="en-US" sz="2400" b="1" kern="1200" dirty="0">
                          <a:solidFill>
                            <a:srgbClr val="000000"/>
                          </a:solidFill>
                          <a:latin typeface="Times New Roman"/>
                          <a:ea typeface="宋体"/>
                        </a:rPr>
                        <a:t>Type</a:t>
                      </a:r>
                      <a:endParaRPr lang="zh-CN" sz="2400" kern="100" dirty="0">
                        <a:latin typeface="Times New Roman"/>
                        <a:ea typeface="宋体"/>
                      </a:endParaRPr>
                    </a:p>
                  </a:txBody>
                  <a:tcPr marL="22224" marR="2222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ase">
                        <a:lnSpc>
                          <a:spcPct val="150000"/>
                        </a:lnSpc>
                        <a:spcAft>
                          <a:spcPts val="0"/>
                        </a:spcAft>
                      </a:pPr>
                      <a:r>
                        <a:rPr lang="en-US" sz="2400" b="1" kern="1200" dirty="0">
                          <a:solidFill>
                            <a:srgbClr val="000000"/>
                          </a:solidFill>
                          <a:latin typeface="Times New Roman"/>
                          <a:ea typeface="宋体"/>
                        </a:rPr>
                        <a:t>Item</a:t>
                      </a:r>
                      <a:endParaRPr lang="zh-CN" sz="2400" kern="100" dirty="0">
                        <a:latin typeface="Times New Roman"/>
                        <a:ea typeface="宋体"/>
                      </a:endParaRPr>
                    </a:p>
                  </a:txBody>
                  <a:tcPr marL="22224" marR="2222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ase">
                        <a:lnSpc>
                          <a:spcPct val="150000"/>
                        </a:lnSpc>
                        <a:spcAft>
                          <a:spcPts val="0"/>
                        </a:spcAft>
                      </a:pPr>
                      <a:r>
                        <a:rPr lang="en-US" sz="2400" b="1" kern="1200">
                          <a:solidFill>
                            <a:srgbClr val="000000"/>
                          </a:solidFill>
                          <a:latin typeface="Times New Roman"/>
                          <a:ea typeface="宋体"/>
                        </a:rPr>
                        <a:t>Parameter</a:t>
                      </a:r>
                      <a:endParaRPr lang="zh-CN" sz="2400" kern="100">
                        <a:latin typeface="Times New Roman"/>
                        <a:ea typeface="宋体"/>
                      </a:endParaRPr>
                    </a:p>
                  </a:txBody>
                  <a:tcPr marL="22224" marR="2222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48746">
                <a:tc rowSpan="3">
                  <a:txBody>
                    <a:bodyPr/>
                    <a:lstStyle/>
                    <a:p>
                      <a:pPr algn="ctr" eaLnBrk="0" hangingPunct="0">
                        <a:lnSpc>
                          <a:spcPct val="150000"/>
                        </a:lnSpc>
                        <a:spcAft>
                          <a:spcPts val="0"/>
                        </a:spcAft>
                      </a:pPr>
                      <a:r>
                        <a:rPr lang="en-US" sz="2400" kern="100" dirty="0">
                          <a:latin typeface="Times New Roman"/>
                          <a:ea typeface="宋体"/>
                          <a:cs typeface="Mangal"/>
                        </a:rPr>
                        <a:t>CAN Bus</a:t>
                      </a:r>
                      <a:endParaRPr lang="zh-CN" sz="2400" kern="100" dirty="0">
                        <a:latin typeface="Times New Roman"/>
                        <a:ea typeface="宋体"/>
                      </a:endParaRPr>
                    </a:p>
                  </a:txBody>
                  <a:tcPr marL="137155" marR="13715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eaLnBrk="0" hangingPunct="0">
                        <a:lnSpc>
                          <a:spcPct val="150000"/>
                        </a:lnSpc>
                        <a:spcAft>
                          <a:spcPts val="0"/>
                        </a:spcAft>
                      </a:pPr>
                      <a:r>
                        <a:rPr lang="en-US" sz="2400" kern="100" dirty="0">
                          <a:latin typeface="Times New Roman"/>
                          <a:ea typeface="宋体"/>
                          <a:cs typeface="Mangal"/>
                        </a:rPr>
                        <a:t>Bus type</a:t>
                      </a:r>
                      <a:endParaRPr lang="zh-CN" sz="2400" kern="100" dirty="0">
                        <a:latin typeface="Times New Roman"/>
                        <a:ea typeface="宋体"/>
                      </a:endParaRPr>
                    </a:p>
                  </a:txBody>
                  <a:tcPr marL="137155" marR="13715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eaLnBrk="0" hangingPunct="0">
                        <a:lnSpc>
                          <a:spcPct val="150000"/>
                        </a:lnSpc>
                        <a:spcAft>
                          <a:spcPts val="0"/>
                        </a:spcAft>
                      </a:pPr>
                      <a:r>
                        <a:rPr lang="en-US" sz="2400" kern="100" dirty="0">
                          <a:latin typeface="Times New Roman"/>
                          <a:ea typeface="宋体"/>
                          <a:cs typeface="Mangal"/>
                        </a:rPr>
                        <a:t>CAN</a:t>
                      </a:r>
                      <a:endParaRPr lang="zh-CN" sz="2400" kern="100" dirty="0">
                        <a:latin typeface="Times New Roman"/>
                        <a:ea typeface="宋体"/>
                      </a:endParaRPr>
                    </a:p>
                  </a:txBody>
                  <a:tcPr marL="137155" marR="13715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48746">
                <a:tc vMerge="1">
                  <a:txBody>
                    <a:bodyPr/>
                    <a:lstStyle/>
                    <a:p>
                      <a:endParaRPr lang="zh-CN" altLang="en-US"/>
                    </a:p>
                  </a:txBody>
                  <a:tcPr/>
                </a:tc>
                <a:tc>
                  <a:txBody>
                    <a:bodyPr/>
                    <a:lstStyle/>
                    <a:p>
                      <a:pPr algn="ctr" eaLnBrk="0" hangingPunct="0">
                        <a:lnSpc>
                          <a:spcPct val="150000"/>
                        </a:lnSpc>
                        <a:spcAft>
                          <a:spcPts val="0"/>
                        </a:spcAft>
                      </a:pPr>
                      <a:r>
                        <a:rPr lang="en-US" sz="2400" kern="100" dirty="0" err="1">
                          <a:latin typeface="Times New Roman"/>
                          <a:ea typeface="宋体"/>
                          <a:cs typeface="Mangal"/>
                        </a:rPr>
                        <a:t>Baund</a:t>
                      </a:r>
                      <a:r>
                        <a:rPr lang="en-US" sz="2400" kern="100" dirty="0">
                          <a:latin typeface="Times New Roman"/>
                          <a:ea typeface="宋体"/>
                          <a:cs typeface="Mangal"/>
                        </a:rPr>
                        <a:t> rate</a:t>
                      </a:r>
                      <a:endParaRPr lang="zh-CN" sz="2400" kern="100" dirty="0">
                        <a:latin typeface="Times New Roman"/>
                        <a:ea typeface="宋体"/>
                      </a:endParaRPr>
                    </a:p>
                  </a:txBody>
                  <a:tcPr marL="137155" marR="13715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eaLnBrk="0" hangingPunct="0">
                        <a:lnSpc>
                          <a:spcPct val="150000"/>
                        </a:lnSpc>
                        <a:spcAft>
                          <a:spcPts val="0"/>
                        </a:spcAft>
                      </a:pPr>
                      <a:r>
                        <a:rPr lang="en-US" sz="2400" kern="100" dirty="0" smtClean="0">
                          <a:latin typeface="Times New Roman"/>
                          <a:ea typeface="宋体"/>
                          <a:cs typeface="Mangal"/>
                        </a:rPr>
                        <a:t>500kpbs</a:t>
                      </a:r>
                      <a:endParaRPr lang="zh-CN" sz="2400" kern="100" dirty="0">
                        <a:latin typeface="Times New Roman"/>
                        <a:ea typeface="宋体"/>
                      </a:endParaRPr>
                    </a:p>
                  </a:txBody>
                  <a:tcPr marL="137155" marR="13715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48746">
                <a:tc vMerge="1">
                  <a:txBody>
                    <a:bodyPr/>
                    <a:lstStyle/>
                    <a:p>
                      <a:endParaRPr lang="zh-CN" altLang="en-US"/>
                    </a:p>
                  </a:txBody>
                  <a:tcPr/>
                </a:tc>
                <a:tc>
                  <a:txBody>
                    <a:bodyPr/>
                    <a:lstStyle/>
                    <a:p>
                      <a:pPr algn="ctr" eaLnBrk="0" hangingPunct="0">
                        <a:lnSpc>
                          <a:spcPct val="150000"/>
                        </a:lnSpc>
                        <a:spcAft>
                          <a:spcPts val="0"/>
                        </a:spcAft>
                      </a:pPr>
                      <a:r>
                        <a:rPr lang="en-US" sz="2400" kern="100" dirty="0">
                          <a:latin typeface="Times New Roman"/>
                          <a:ea typeface="宋体"/>
                          <a:cs typeface="Mangal"/>
                        </a:rPr>
                        <a:t>BUS utilization</a:t>
                      </a:r>
                      <a:endParaRPr lang="zh-CN" sz="2400" kern="100" dirty="0">
                        <a:latin typeface="Times New Roman"/>
                        <a:ea typeface="宋体"/>
                      </a:endParaRPr>
                    </a:p>
                  </a:txBody>
                  <a:tcPr marL="137155" marR="13715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eaLnBrk="0" hangingPunct="0">
                        <a:lnSpc>
                          <a:spcPct val="150000"/>
                        </a:lnSpc>
                        <a:spcAft>
                          <a:spcPts val="0"/>
                        </a:spcAft>
                      </a:pPr>
                      <a:r>
                        <a:rPr lang="en-US" sz="2400" kern="100" dirty="0">
                          <a:latin typeface="Times New Roman"/>
                          <a:ea typeface="宋体"/>
                          <a:cs typeface="Mangal"/>
                        </a:rPr>
                        <a:t>≤30%</a:t>
                      </a:r>
                      <a:endParaRPr lang="zh-CN" sz="2400" kern="100" dirty="0">
                        <a:latin typeface="Times New Roman"/>
                        <a:ea typeface="宋体"/>
                      </a:endParaRPr>
                    </a:p>
                  </a:txBody>
                  <a:tcPr marL="137155" marR="13715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204821291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PART 1: OBDH Specification </a:t>
            </a:r>
            <a:endParaRPr lang="zh-CN" altLang="en-US" dirty="0"/>
          </a:p>
        </p:txBody>
      </p:sp>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latin typeface="微软雅黑" pitchFamily="34" charset="-122"/>
                <a:ea typeface="微软雅黑" pitchFamily="34" charset="-122"/>
              </a:rPr>
              <a:t> </a:t>
            </a:r>
            <a:fld id="{E1EFCB46-C834-4067-A327-0EA79FD50686}" type="slidenum">
              <a:rPr lang="zh-CN" altLang="en-US" smtClean="0">
                <a:latin typeface="微软雅黑" pitchFamily="34" charset="-122"/>
                <a:ea typeface="微软雅黑" pitchFamily="34" charset="-122"/>
              </a:rPr>
              <a:pPr/>
              <a:t>12</a:t>
            </a:fld>
            <a:r>
              <a:rPr lang="zh-CN" altLang="en-US" smtClean="0">
                <a:latin typeface="微软雅黑" pitchFamily="34" charset="-122"/>
                <a:ea typeface="微软雅黑" pitchFamily="34" charset="-122"/>
              </a:rPr>
              <a:t> </a:t>
            </a:r>
            <a:endParaRPr lang="zh-CN" altLang="en-US" dirty="0">
              <a:latin typeface="微软雅黑" pitchFamily="34" charset="-122"/>
              <a:ea typeface="微软雅黑" pitchFamily="34" charset="-122"/>
            </a:endParaRPr>
          </a:p>
        </p:txBody>
      </p:sp>
      <p:sp>
        <p:nvSpPr>
          <p:cNvPr id="3" name="Rectangle 2"/>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微软雅黑" pitchFamily="34" charset="-122"/>
              <a:ea typeface="微软雅黑" pitchFamily="34" charset="-122"/>
            </a:endParaRPr>
          </a:p>
        </p:txBody>
      </p:sp>
      <p:sp>
        <p:nvSpPr>
          <p:cNvPr id="8" name="Rectangle 4"/>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微软雅黑" pitchFamily="34" charset="-122"/>
              <a:ea typeface="微软雅黑" pitchFamily="34" charset="-122"/>
            </a:endParaRPr>
          </a:p>
        </p:txBody>
      </p:sp>
      <p:sp>
        <p:nvSpPr>
          <p:cNvPr id="12" name="内容占位符 2"/>
          <p:cNvSpPr txBox="1">
            <a:spLocks/>
          </p:cNvSpPr>
          <p:nvPr/>
        </p:nvSpPr>
        <p:spPr>
          <a:xfrm>
            <a:off x="263525" y="1419051"/>
            <a:ext cx="8229600" cy="785813"/>
          </a:xfrm>
          <a:prstGeom prst="rect">
            <a:avLst/>
          </a:prstGeom>
        </p:spPr>
        <p:txBody>
          <a:bodyPr>
            <a:normAutofit/>
          </a:bodyPr>
          <a:lstStyle/>
          <a:p>
            <a:pPr marL="342900" indent="-342900" algn="l" eaLnBrk="0" hangingPunct="0">
              <a:spcBef>
                <a:spcPct val="20000"/>
              </a:spcBef>
              <a:defRPr/>
            </a:pPr>
            <a:r>
              <a:rPr lang="en-US" sz="2400" b="1" kern="0" dirty="0">
                <a:solidFill>
                  <a:srgbClr val="0983F1"/>
                </a:solidFill>
                <a:latin typeface="微软雅黑" pitchFamily="34" charset="-122"/>
                <a:ea typeface="微软雅黑" pitchFamily="34" charset="-122"/>
                <a:cs typeface="Times New Roman" pitchFamily="18" charset="0"/>
              </a:rPr>
              <a:t>Operation Mode</a:t>
            </a:r>
          </a:p>
        </p:txBody>
      </p:sp>
      <p:sp>
        <p:nvSpPr>
          <p:cNvPr id="13" name="内容占位符 2"/>
          <p:cNvSpPr txBox="1">
            <a:spLocks/>
          </p:cNvSpPr>
          <p:nvPr/>
        </p:nvSpPr>
        <p:spPr bwMode="auto">
          <a:xfrm>
            <a:off x="263525" y="2117824"/>
            <a:ext cx="8586788" cy="332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algn="l">
              <a:lnSpc>
                <a:spcPct val="150000"/>
              </a:lnSpc>
            </a:pPr>
            <a:r>
              <a:rPr lang="en-US" altLang="zh-CN" sz="2400" dirty="0">
                <a:solidFill>
                  <a:srgbClr val="0983F1"/>
                </a:solidFill>
                <a:latin typeface="微软雅黑" pitchFamily="34" charset="-122"/>
                <a:ea typeface="微软雅黑" pitchFamily="34" charset="-122"/>
              </a:rPr>
              <a:t>Normal mode </a:t>
            </a:r>
            <a:r>
              <a:rPr lang="en-US" altLang="zh-CN" sz="2400" dirty="0">
                <a:solidFill>
                  <a:schemeClr val="tx1"/>
                </a:solidFill>
                <a:latin typeface="微软雅黑" pitchFamily="34" charset="-122"/>
                <a:ea typeface="微软雅黑" pitchFamily="34" charset="-122"/>
              </a:rPr>
              <a:t>implements all the functions as required, which is default operation mode of OBDH subsystem.</a:t>
            </a:r>
          </a:p>
          <a:p>
            <a:pPr algn="l">
              <a:lnSpc>
                <a:spcPct val="150000"/>
              </a:lnSpc>
            </a:pPr>
            <a:r>
              <a:rPr lang="en-US" altLang="zh-CN" sz="2400" dirty="0">
                <a:solidFill>
                  <a:schemeClr val="tx1"/>
                </a:solidFill>
                <a:latin typeface="微软雅黑" pitchFamily="34" charset="-122"/>
                <a:ea typeface="微软雅黑" pitchFamily="34" charset="-122"/>
              </a:rPr>
              <a:t>OBDH subsystem monitors the required parameters and manages the </a:t>
            </a:r>
            <a:r>
              <a:rPr lang="en-US" altLang="zh-CN" sz="2400" dirty="0">
                <a:solidFill>
                  <a:srgbClr val="0983F1"/>
                </a:solidFill>
                <a:latin typeface="微软雅黑" pitchFamily="34" charset="-122"/>
                <a:ea typeface="微软雅黑" pitchFamily="34" charset="-122"/>
              </a:rPr>
              <a:t>safe mode </a:t>
            </a:r>
            <a:r>
              <a:rPr lang="en-US" altLang="zh-CN" sz="2400" dirty="0">
                <a:solidFill>
                  <a:schemeClr val="tx1"/>
                </a:solidFill>
                <a:latin typeface="微软雅黑" pitchFamily="34" charset="-122"/>
                <a:ea typeface="微软雅黑" pitchFamily="34" charset="-122"/>
              </a:rPr>
              <a:t>of the satellite. OBDH is mainly responsible for system level FDIR to make sure the safety of satellite system. </a:t>
            </a:r>
          </a:p>
          <a:p>
            <a:pPr>
              <a:lnSpc>
                <a:spcPct val="150000"/>
              </a:lnSpc>
            </a:pPr>
            <a:endParaRPr lang="en-US" altLang="zh-CN" sz="2400" dirty="0">
              <a:latin typeface="微软雅黑" pitchFamily="34" charset="-122"/>
              <a:ea typeface="微软雅黑" pitchFamily="34" charset="-122"/>
              <a:cs typeface="Times New Roman" pitchFamily="18" charset="0"/>
            </a:endParaRPr>
          </a:p>
          <a:p>
            <a:pPr>
              <a:lnSpc>
                <a:spcPct val="150000"/>
              </a:lnSpc>
            </a:pPr>
            <a:endParaRPr lang="zh-CN" altLang="en-US" sz="2400" dirty="0">
              <a:latin typeface="微软雅黑" pitchFamily="34" charset="-122"/>
              <a:ea typeface="微软雅黑" pitchFamily="34" charset="-122"/>
              <a:cs typeface="Times New Roman" pitchFamily="18" charset="0"/>
            </a:endParaRPr>
          </a:p>
        </p:txBody>
      </p:sp>
    </p:spTree>
    <p:extLst>
      <p:ext uri="{BB962C8B-B14F-4D97-AF65-F5344CB8AC3E}">
        <p14:creationId xmlns:p14="http://schemas.microsoft.com/office/powerpoint/2010/main" val="328365961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PART 1: OBDH Specification </a:t>
            </a:r>
            <a:endParaRPr lang="zh-CN" altLang="en-US" dirty="0"/>
          </a:p>
        </p:txBody>
      </p:sp>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latin typeface="微软雅黑" pitchFamily="34" charset="-122"/>
                <a:ea typeface="微软雅黑" pitchFamily="34" charset="-122"/>
              </a:rPr>
              <a:t> </a:t>
            </a:r>
            <a:fld id="{E1EFCB46-C834-4067-A327-0EA79FD50686}" type="slidenum">
              <a:rPr lang="zh-CN" altLang="en-US" smtClean="0">
                <a:latin typeface="微软雅黑" pitchFamily="34" charset="-122"/>
                <a:ea typeface="微软雅黑" pitchFamily="34" charset="-122"/>
              </a:rPr>
              <a:pPr/>
              <a:t>13</a:t>
            </a:fld>
            <a:r>
              <a:rPr lang="zh-CN" altLang="en-US" smtClean="0">
                <a:latin typeface="微软雅黑" pitchFamily="34" charset="-122"/>
                <a:ea typeface="微软雅黑" pitchFamily="34" charset="-122"/>
              </a:rPr>
              <a:t> </a:t>
            </a:r>
            <a:endParaRPr lang="zh-CN" altLang="en-US" dirty="0">
              <a:latin typeface="微软雅黑" pitchFamily="34" charset="-122"/>
              <a:ea typeface="微软雅黑" pitchFamily="34" charset="-122"/>
            </a:endParaRPr>
          </a:p>
        </p:txBody>
      </p:sp>
      <p:sp>
        <p:nvSpPr>
          <p:cNvPr id="3" name="Rectangle 2"/>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微软雅黑" pitchFamily="34" charset="-122"/>
              <a:ea typeface="微软雅黑" pitchFamily="34" charset="-122"/>
            </a:endParaRPr>
          </a:p>
        </p:txBody>
      </p:sp>
      <p:sp>
        <p:nvSpPr>
          <p:cNvPr id="8" name="Rectangle 4"/>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微软雅黑" pitchFamily="34" charset="-122"/>
              <a:ea typeface="微软雅黑" pitchFamily="34" charset="-122"/>
            </a:endParaRPr>
          </a:p>
        </p:txBody>
      </p:sp>
      <p:sp>
        <p:nvSpPr>
          <p:cNvPr id="11" name="内容占位符 2"/>
          <p:cNvSpPr txBox="1">
            <a:spLocks/>
          </p:cNvSpPr>
          <p:nvPr/>
        </p:nvSpPr>
        <p:spPr>
          <a:xfrm>
            <a:off x="263525" y="1419051"/>
            <a:ext cx="8229600" cy="785813"/>
          </a:xfrm>
          <a:prstGeom prst="rect">
            <a:avLst/>
          </a:prstGeom>
        </p:spPr>
        <p:txBody>
          <a:bodyPr>
            <a:normAutofit/>
          </a:bodyPr>
          <a:lstStyle/>
          <a:p>
            <a:pPr marL="342900" indent="-342900" algn="l" eaLnBrk="0" hangingPunct="0">
              <a:spcBef>
                <a:spcPct val="20000"/>
              </a:spcBef>
              <a:defRPr/>
            </a:pPr>
            <a:r>
              <a:rPr lang="en-US" sz="2400" b="1" kern="0" dirty="0">
                <a:solidFill>
                  <a:srgbClr val="0983F1"/>
                </a:solidFill>
                <a:latin typeface="微软雅黑" pitchFamily="34" charset="-122"/>
                <a:ea typeface="微软雅黑" pitchFamily="34" charset="-122"/>
                <a:cs typeface="Times New Roman" pitchFamily="18" charset="0"/>
              </a:rPr>
              <a:t>Operation Mode</a:t>
            </a:r>
          </a:p>
        </p:txBody>
      </p:sp>
      <p:sp>
        <p:nvSpPr>
          <p:cNvPr id="12" name="内容占位符 2"/>
          <p:cNvSpPr txBox="1">
            <a:spLocks/>
          </p:cNvSpPr>
          <p:nvPr/>
        </p:nvSpPr>
        <p:spPr bwMode="auto">
          <a:xfrm>
            <a:off x="263525" y="1901800"/>
            <a:ext cx="8763000" cy="332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algn="l">
              <a:lnSpc>
                <a:spcPct val="150000"/>
              </a:lnSpc>
              <a:spcBef>
                <a:spcPts val="600"/>
              </a:spcBef>
              <a:spcAft>
                <a:spcPts val="600"/>
              </a:spcAft>
            </a:pPr>
            <a:r>
              <a:rPr lang="en-US" altLang="zh-CN" sz="2200" dirty="0">
                <a:solidFill>
                  <a:schemeClr val="tx1"/>
                </a:solidFill>
                <a:latin typeface="微软雅黑" pitchFamily="34" charset="-122"/>
                <a:ea typeface="微软雅黑" pitchFamily="34" charset="-122"/>
              </a:rPr>
              <a:t>Some abnormal can be dealt with by resetting some devices, or switching some devices to the redundant module, when the abnormal disappear, the OBDH will return to normal mode automatically. </a:t>
            </a:r>
          </a:p>
          <a:p>
            <a:pPr algn="l">
              <a:lnSpc>
                <a:spcPct val="150000"/>
              </a:lnSpc>
              <a:spcBef>
                <a:spcPts val="600"/>
              </a:spcBef>
              <a:spcAft>
                <a:spcPts val="600"/>
              </a:spcAft>
            </a:pPr>
            <a:r>
              <a:rPr lang="en-US" altLang="zh-CN" sz="2200" dirty="0">
                <a:solidFill>
                  <a:schemeClr val="tx1"/>
                </a:solidFill>
                <a:latin typeface="微软雅黑" pitchFamily="34" charset="-122"/>
                <a:ea typeface="微软雅黑" pitchFamily="34" charset="-122"/>
              </a:rPr>
              <a:t>If the abnormal shall be dealt with by turning off the payload, and all the TTCs of the payload will be cleared, it shall be handled by the GS to resume the payload task.</a:t>
            </a:r>
          </a:p>
          <a:p>
            <a:pPr>
              <a:lnSpc>
                <a:spcPct val="150000"/>
              </a:lnSpc>
            </a:pPr>
            <a:endParaRPr lang="en-US" altLang="zh-CN" sz="2400" dirty="0">
              <a:latin typeface="微软雅黑" pitchFamily="34" charset="-122"/>
              <a:ea typeface="微软雅黑" pitchFamily="34" charset="-122"/>
              <a:cs typeface="Times New Roman" pitchFamily="18" charset="0"/>
            </a:endParaRPr>
          </a:p>
          <a:p>
            <a:pPr>
              <a:lnSpc>
                <a:spcPct val="150000"/>
              </a:lnSpc>
            </a:pPr>
            <a:endParaRPr lang="zh-CN" altLang="en-US" sz="2400" dirty="0">
              <a:latin typeface="微软雅黑" pitchFamily="34" charset="-122"/>
              <a:ea typeface="微软雅黑" pitchFamily="34" charset="-122"/>
              <a:cs typeface="Times New Roman" pitchFamily="18" charset="0"/>
            </a:endParaRPr>
          </a:p>
        </p:txBody>
      </p:sp>
    </p:spTree>
    <p:extLst>
      <p:ext uri="{BB962C8B-B14F-4D97-AF65-F5344CB8AC3E}">
        <p14:creationId xmlns:p14="http://schemas.microsoft.com/office/powerpoint/2010/main" val="106638221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472518" cy="1082660"/>
          </a:xfrm>
        </p:spPr>
        <p:txBody>
          <a:bodyPr>
            <a:normAutofit/>
          </a:bodyPr>
          <a:lstStyle/>
          <a:p>
            <a:r>
              <a:rPr lang="en-US" altLang="zh-CN" dirty="0"/>
              <a:t>PART 2: OBDH Composition </a:t>
            </a:r>
            <a:endParaRPr lang="zh-CN" altLang="en-US" dirty="0"/>
          </a:p>
        </p:txBody>
      </p:sp>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latin typeface="微软雅黑" pitchFamily="34" charset="-122"/>
                <a:ea typeface="微软雅黑" pitchFamily="34" charset="-122"/>
              </a:rPr>
              <a:t> </a:t>
            </a:r>
            <a:fld id="{E1EFCB46-C834-4067-A327-0EA79FD50686}" type="slidenum">
              <a:rPr lang="zh-CN" altLang="en-US" smtClean="0">
                <a:latin typeface="微软雅黑" pitchFamily="34" charset="-122"/>
                <a:ea typeface="微软雅黑" pitchFamily="34" charset="-122"/>
              </a:rPr>
              <a:pPr/>
              <a:t>14</a:t>
            </a:fld>
            <a:r>
              <a:rPr lang="zh-CN" altLang="en-US" smtClean="0">
                <a:latin typeface="微软雅黑" pitchFamily="34" charset="-122"/>
                <a:ea typeface="微软雅黑" pitchFamily="34" charset="-122"/>
              </a:rPr>
              <a:t> </a:t>
            </a:r>
            <a:endParaRPr lang="zh-CN" altLang="en-US" dirty="0">
              <a:latin typeface="微软雅黑" pitchFamily="34" charset="-122"/>
              <a:ea typeface="微软雅黑" pitchFamily="34" charset="-122"/>
            </a:endParaRPr>
          </a:p>
        </p:txBody>
      </p:sp>
      <p:sp>
        <p:nvSpPr>
          <p:cNvPr id="3" name="Rectangle 2"/>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微软雅黑" pitchFamily="34" charset="-122"/>
              <a:ea typeface="微软雅黑" pitchFamily="34" charset="-122"/>
            </a:endParaRPr>
          </a:p>
        </p:txBody>
      </p:sp>
      <p:sp>
        <p:nvSpPr>
          <p:cNvPr id="8" name="Rectangle 4"/>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微软雅黑" pitchFamily="34" charset="-122"/>
              <a:ea typeface="微软雅黑" pitchFamily="34" charset="-122"/>
            </a:endParaRPr>
          </a:p>
        </p:txBody>
      </p:sp>
      <p:sp>
        <p:nvSpPr>
          <p:cNvPr id="9" name="矩形 1"/>
          <p:cNvSpPr>
            <a:spLocks noChangeArrowheads="1"/>
          </p:cNvSpPr>
          <p:nvPr/>
        </p:nvSpPr>
        <p:spPr bwMode="auto">
          <a:xfrm>
            <a:off x="457200" y="1844824"/>
            <a:ext cx="8255000"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457200" algn="just">
              <a:lnSpc>
                <a:spcPct val="200000"/>
              </a:lnSpc>
            </a:pPr>
            <a:r>
              <a:rPr lang="en-US" altLang="zh-CN" sz="2400" dirty="0">
                <a:solidFill>
                  <a:schemeClr val="tx1"/>
                </a:solidFill>
                <a:latin typeface="微软雅黑" pitchFamily="34" charset="-122"/>
                <a:ea typeface="微软雅黑" pitchFamily="34" charset="-122"/>
              </a:rPr>
              <a:t> OBDH subsystem consists of </a:t>
            </a:r>
            <a:r>
              <a:rPr lang="en-GB" altLang="zh-CN" sz="2400" dirty="0">
                <a:solidFill>
                  <a:schemeClr val="tx1"/>
                </a:solidFill>
                <a:latin typeface="微软雅黑" pitchFamily="34" charset="-122"/>
                <a:ea typeface="微软雅黑" pitchFamily="34" charset="-122"/>
              </a:rPr>
              <a:t>On Board Computer (</a:t>
            </a:r>
            <a:r>
              <a:rPr lang="en-US" altLang="zh-CN" sz="2400" dirty="0">
                <a:solidFill>
                  <a:srgbClr val="0983F1"/>
                </a:solidFill>
                <a:latin typeface="微软雅黑" pitchFamily="34" charset="-122"/>
                <a:ea typeface="微软雅黑" pitchFamily="34" charset="-122"/>
              </a:rPr>
              <a:t>OBC</a:t>
            </a:r>
            <a:r>
              <a:rPr lang="en-US" altLang="zh-CN" sz="2400" dirty="0" smtClean="0">
                <a:solidFill>
                  <a:schemeClr val="tx1"/>
                </a:solidFill>
                <a:latin typeface="微软雅黑" pitchFamily="34" charset="-122"/>
                <a:ea typeface="微软雅黑" pitchFamily="34" charset="-122"/>
              </a:rPr>
              <a:t>) and </a:t>
            </a:r>
            <a:r>
              <a:rPr lang="en-GB" altLang="zh-CN" sz="2400" dirty="0" smtClean="0">
                <a:solidFill>
                  <a:schemeClr val="tx1"/>
                </a:solidFill>
                <a:latin typeface="微软雅黑" pitchFamily="34" charset="-122"/>
                <a:ea typeface="微软雅黑" pitchFamily="34" charset="-122"/>
              </a:rPr>
              <a:t>Thermal Control Unit (</a:t>
            </a:r>
            <a:r>
              <a:rPr lang="en-US" altLang="zh-CN" sz="2400" dirty="0" smtClean="0">
                <a:solidFill>
                  <a:srgbClr val="0983F1"/>
                </a:solidFill>
                <a:latin typeface="微软雅黑" pitchFamily="34" charset="-122"/>
                <a:ea typeface="微软雅黑" pitchFamily="34" charset="-122"/>
              </a:rPr>
              <a:t>TCU</a:t>
            </a:r>
            <a:r>
              <a:rPr lang="en-US" altLang="zh-CN" sz="2400" dirty="0" smtClean="0">
                <a:solidFill>
                  <a:schemeClr val="tx1"/>
                </a:solidFill>
                <a:latin typeface="微软雅黑" pitchFamily="34" charset="-122"/>
                <a:ea typeface="微软雅黑" pitchFamily="34" charset="-122"/>
              </a:rPr>
              <a:t>), which </a:t>
            </a:r>
            <a:r>
              <a:rPr lang="en-US" altLang="zh-CN" sz="2400" dirty="0">
                <a:solidFill>
                  <a:schemeClr val="tx1"/>
                </a:solidFill>
                <a:latin typeface="微软雅黑" pitchFamily="34" charset="-122"/>
                <a:ea typeface="微软雅黑" pitchFamily="34" charset="-122"/>
              </a:rPr>
              <a:t>receives TC data from, and sends TM data to transponders of T&amp;TC subsystem, communicates with other subsystem via CAN bus. </a:t>
            </a:r>
            <a:endParaRPr lang="zh-CN" altLang="zh-CN" sz="2400" dirty="0">
              <a:solidFill>
                <a:schemeClr val="tx1"/>
              </a:solidFill>
              <a:latin typeface="微软雅黑" pitchFamily="34" charset="-122"/>
              <a:ea typeface="微软雅黑" pitchFamily="34" charset="-122"/>
            </a:endParaRPr>
          </a:p>
        </p:txBody>
      </p:sp>
    </p:spTree>
    <p:extLst>
      <p:ext uri="{BB962C8B-B14F-4D97-AF65-F5344CB8AC3E}">
        <p14:creationId xmlns:p14="http://schemas.microsoft.com/office/powerpoint/2010/main" val="200478263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472518" cy="1082660"/>
          </a:xfrm>
        </p:spPr>
        <p:txBody>
          <a:bodyPr>
            <a:normAutofit/>
          </a:bodyPr>
          <a:lstStyle/>
          <a:p>
            <a:r>
              <a:rPr lang="en-US" altLang="zh-CN" dirty="0"/>
              <a:t>PART 2: OBDH Composition </a:t>
            </a:r>
            <a:endParaRPr lang="zh-CN" altLang="en-US" dirty="0"/>
          </a:p>
        </p:txBody>
      </p:sp>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latin typeface="微软雅黑" pitchFamily="34" charset="-122"/>
                <a:ea typeface="微软雅黑" pitchFamily="34" charset="-122"/>
              </a:rPr>
              <a:t> </a:t>
            </a:r>
            <a:fld id="{E1EFCB46-C834-4067-A327-0EA79FD50686}" type="slidenum">
              <a:rPr lang="zh-CN" altLang="en-US" smtClean="0">
                <a:latin typeface="微软雅黑" pitchFamily="34" charset="-122"/>
                <a:ea typeface="微软雅黑" pitchFamily="34" charset="-122"/>
              </a:rPr>
              <a:pPr/>
              <a:t>15</a:t>
            </a:fld>
            <a:r>
              <a:rPr lang="zh-CN" altLang="en-US" smtClean="0">
                <a:latin typeface="微软雅黑" pitchFamily="34" charset="-122"/>
                <a:ea typeface="微软雅黑" pitchFamily="34" charset="-122"/>
              </a:rPr>
              <a:t> </a:t>
            </a:r>
            <a:endParaRPr lang="zh-CN" altLang="en-US" dirty="0">
              <a:latin typeface="微软雅黑" pitchFamily="34" charset="-122"/>
              <a:ea typeface="微软雅黑" pitchFamily="34" charset="-122"/>
            </a:endParaRPr>
          </a:p>
        </p:txBody>
      </p:sp>
      <p:sp>
        <p:nvSpPr>
          <p:cNvPr id="3" name="Rectangle 2"/>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微软雅黑" pitchFamily="34" charset="-122"/>
              <a:ea typeface="微软雅黑" pitchFamily="34" charset="-122"/>
            </a:endParaRPr>
          </a:p>
        </p:txBody>
      </p:sp>
      <p:sp>
        <p:nvSpPr>
          <p:cNvPr id="8" name="Rectangle 4"/>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微软雅黑" pitchFamily="34" charset="-122"/>
              <a:ea typeface="微软雅黑" pitchFamily="34" charset="-122"/>
            </a:endParaRPr>
          </a:p>
        </p:txBody>
      </p:sp>
      <p:sp>
        <p:nvSpPr>
          <p:cNvPr id="9" name="矩形 1"/>
          <p:cNvSpPr>
            <a:spLocks noChangeArrowheads="1"/>
          </p:cNvSpPr>
          <p:nvPr/>
        </p:nvSpPr>
        <p:spPr bwMode="auto">
          <a:xfrm>
            <a:off x="457200" y="1089025"/>
            <a:ext cx="8255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457200" algn="just">
              <a:lnSpc>
                <a:spcPct val="150000"/>
              </a:lnSpc>
            </a:pPr>
            <a:r>
              <a:rPr lang="en-US" altLang="zh-CN" sz="2400" dirty="0">
                <a:solidFill>
                  <a:srgbClr val="0983F1"/>
                </a:solidFill>
                <a:latin typeface="微软雅黑" pitchFamily="34" charset="-122"/>
                <a:ea typeface="微软雅黑" pitchFamily="34" charset="-122"/>
              </a:rPr>
              <a:t>The subsystem topology is shown as following.</a:t>
            </a:r>
            <a:endParaRPr lang="zh-CN" altLang="zh-CN" sz="2400" dirty="0">
              <a:solidFill>
                <a:srgbClr val="0983F1"/>
              </a:solidFill>
              <a:latin typeface="微软雅黑" pitchFamily="34" charset="-122"/>
              <a:ea typeface="微软雅黑" pitchFamily="34" charset="-122"/>
            </a:endParaRPr>
          </a:p>
        </p:txBody>
      </p:sp>
      <p:sp>
        <p:nvSpPr>
          <p:cNvPr id="6" name="Rectangle 12"/>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微软雅黑" pitchFamily="34" charset="-122"/>
              <a:ea typeface="微软雅黑" pitchFamily="34" charset="-122"/>
            </a:endParaRPr>
          </a:p>
        </p:txBody>
      </p:sp>
      <p:graphicFrame>
        <p:nvGraphicFramePr>
          <p:cNvPr id="7" name="对象 6"/>
          <p:cNvGraphicFramePr>
            <a:graphicFrameLocks noChangeAspect="1"/>
          </p:cNvGraphicFramePr>
          <p:nvPr>
            <p:extLst>
              <p:ext uri="{D42A27DB-BD31-4B8C-83A1-F6EECF244321}">
                <p14:modId xmlns:p14="http://schemas.microsoft.com/office/powerpoint/2010/main" val="2391833651"/>
              </p:ext>
            </p:extLst>
          </p:nvPr>
        </p:nvGraphicFramePr>
        <p:xfrm>
          <a:off x="1403648" y="1628800"/>
          <a:ext cx="6336704" cy="4936594"/>
        </p:xfrm>
        <a:graphic>
          <a:graphicData uri="http://schemas.openxmlformats.org/presentationml/2006/ole">
            <mc:AlternateContent xmlns:mc="http://schemas.openxmlformats.org/markup-compatibility/2006">
              <mc:Choice xmlns:v="urn:schemas-microsoft-com:vml" Requires="v">
                <p:oleObj spid="_x0000_s105553" name="Visio" r:id="rId4" imgW="7097078" imgH="6327458" progId="Visio.Drawing.11">
                  <p:embed/>
                </p:oleObj>
              </mc:Choice>
              <mc:Fallback>
                <p:oleObj name="Visio" r:id="rId4" imgW="7097078" imgH="6327458" progId="Visio.Drawing.11">
                  <p:embed/>
                  <p:pic>
                    <p:nvPicPr>
                      <p:cNvPr id="0" name="Object 11"/>
                      <p:cNvPicPr>
                        <a:picLocks noChangeAspect="1" noChangeArrowheads="1"/>
                      </p:cNvPicPr>
                      <p:nvPr/>
                    </p:nvPicPr>
                    <p:blipFill>
                      <a:blip r:embed="rId5"/>
                      <a:srcRect/>
                      <a:stretch>
                        <a:fillRect/>
                      </a:stretch>
                    </p:blipFill>
                    <p:spPr bwMode="auto">
                      <a:xfrm>
                        <a:off x="1403648" y="1628800"/>
                        <a:ext cx="6336704" cy="4936594"/>
                      </a:xfrm>
                      <a:prstGeom prst="rect">
                        <a:avLst/>
                      </a:prstGeom>
                      <a:noFill/>
                    </p:spPr>
                  </p:pic>
                </p:oleObj>
              </mc:Fallback>
            </mc:AlternateContent>
          </a:graphicData>
        </a:graphic>
      </p:graphicFrame>
    </p:spTree>
    <p:extLst>
      <p:ext uri="{BB962C8B-B14F-4D97-AF65-F5344CB8AC3E}">
        <p14:creationId xmlns:p14="http://schemas.microsoft.com/office/powerpoint/2010/main" val="205944970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页脚占位符 3"/>
          <p:cNvSpPr>
            <a:spLocks noGrp="1"/>
          </p:cNvSpPr>
          <p:nvPr>
            <p:ph type="ftr" sz="quarter" idx="11"/>
          </p:nvPr>
        </p:nvSpPr>
        <p:spPr>
          <a:xfrm>
            <a:off x="971600" y="6359525"/>
            <a:ext cx="6480720" cy="363558"/>
          </a:xfrm>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7" name="灯片编号占位符 4"/>
          <p:cNvSpPr>
            <a:spLocks noGrp="1"/>
          </p:cNvSpPr>
          <p:nvPr>
            <p:ph type="sldNum" sz="quarter" idx="12"/>
          </p:nvPr>
        </p:nvSpPr>
        <p:spPr>
          <a:xfrm>
            <a:off x="7884368" y="6356350"/>
            <a:ext cx="802432" cy="365125"/>
          </a:xfrm>
        </p:spPr>
        <p:txBody>
          <a:bodyPr/>
          <a:lstStyle/>
          <a:p>
            <a:r>
              <a:rPr lang="en-US" altLang="zh-CN" smtClean="0">
                <a:latin typeface="微软雅黑" pitchFamily="34" charset="-122"/>
                <a:ea typeface="微软雅黑" pitchFamily="34" charset="-122"/>
              </a:rPr>
              <a:t>PAGE</a:t>
            </a:r>
            <a:r>
              <a:rPr lang="zh-CN" altLang="en-US" smtClean="0">
                <a:latin typeface="微软雅黑" pitchFamily="34" charset="-122"/>
                <a:ea typeface="微软雅黑" pitchFamily="34" charset="-122"/>
              </a:rPr>
              <a:t> </a:t>
            </a:r>
            <a:fld id="{E1EFCB46-C834-4067-A327-0EA79FD50686}" type="slidenum">
              <a:rPr lang="zh-CN" altLang="en-US" smtClean="0">
                <a:latin typeface="微软雅黑" pitchFamily="34" charset="-122"/>
                <a:ea typeface="微软雅黑" pitchFamily="34" charset="-122"/>
              </a:rPr>
              <a:pPr/>
              <a:t>16</a:t>
            </a:fld>
            <a:r>
              <a:rPr lang="zh-CN" altLang="en-US" smtClean="0">
                <a:latin typeface="微软雅黑" pitchFamily="34" charset="-122"/>
                <a:ea typeface="微软雅黑" pitchFamily="34" charset="-122"/>
              </a:rPr>
              <a:t> </a:t>
            </a:r>
            <a:endParaRPr lang="zh-CN" altLang="en-US" dirty="0">
              <a:latin typeface="微软雅黑" pitchFamily="34" charset="-122"/>
              <a:ea typeface="微软雅黑" pitchFamily="34" charset="-122"/>
            </a:endParaRPr>
          </a:p>
        </p:txBody>
      </p:sp>
      <p:pic>
        <p:nvPicPr>
          <p:cNvPr id="8" name="图片 7" descr="皮纳星务主机.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87624" y="2996952"/>
            <a:ext cx="2952328" cy="1728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图片 8" descr="皮纳星务主机.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788024" y="2963416"/>
            <a:ext cx="2952328" cy="1728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标题 1"/>
          <p:cNvSpPr>
            <a:spLocks noGrp="1"/>
          </p:cNvSpPr>
          <p:nvPr>
            <p:ph type="title"/>
          </p:nvPr>
        </p:nvSpPr>
        <p:spPr>
          <a:xfrm>
            <a:off x="457200" y="274638"/>
            <a:ext cx="8472518" cy="1082660"/>
          </a:xfrm>
        </p:spPr>
        <p:txBody>
          <a:bodyPr>
            <a:normAutofit/>
          </a:bodyPr>
          <a:lstStyle/>
          <a:p>
            <a:r>
              <a:rPr lang="en-US" altLang="zh-CN" dirty="0"/>
              <a:t>PART 2: OBDH Composition </a:t>
            </a:r>
            <a:endParaRPr lang="zh-CN" altLang="en-US" dirty="0"/>
          </a:p>
        </p:txBody>
      </p:sp>
      <p:sp>
        <p:nvSpPr>
          <p:cNvPr id="11" name="矩形 1"/>
          <p:cNvSpPr>
            <a:spLocks noChangeArrowheads="1"/>
          </p:cNvSpPr>
          <p:nvPr/>
        </p:nvSpPr>
        <p:spPr bwMode="auto">
          <a:xfrm>
            <a:off x="1172419" y="2132856"/>
            <a:ext cx="288032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indent="457200" algn="just">
              <a:lnSpc>
                <a:spcPct val="150000"/>
              </a:lnSpc>
            </a:pPr>
            <a:r>
              <a:rPr lang="en-US" altLang="zh-CN" sz="2400" dirty="0" smtClean="0">
                <a:solidFill>
                  <a:srgbClr val="0983F1"/>
                </a:solidFill>
                <a:latin typeface="微软雅黑" pitchFamily="34" charset="-122"/>
                <a:ea typeface="微软雅黑" pitchFamily="34" charset="-122"/>
              </a:rPr>
              <a:t>OBC Photo</a:t>
            </a:r>
            <a:endParaRPr lang="zh-CN" altLang="zh-CN" sz="2400" dirty="0">
              <a:solidFill>
                <a:srgbClr val="0983F1"/>
              </a:solidFill>
              <a:latin typeface="微软雅黑" pitchFamily="34" charset="-122"/>
              <a:ea typeface="微软雅黑" pitchFamily="34" charset="-122"/>
            </a:endParaRPr>
          </a:p>
        </p:txBody>
      </p:sp>
      <p:sp>
        <p:nvSpPr>
          <p:cNvPr id="12" name="矩形 1"/>
          <p:cNvSpPr>
            <a:spLocks noChangeArrowheads="1"/>
          </p:cNvSpPr>
          <p:nvPr/>
        </p:nvSpPr>
        <p:spPr bwMode="auto">
          <a:xfrm>
            <a:off x="4824028" y="2132856"/>
            <a:ext cx="288032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indent="457200" algn="just">
              <a:lnSpc>
                <a:spcPct val="150000"/>
              </a:lnSpc>
            </a:pPr>
            <a:r>
              <a:rPr lang="en-US" altLang="zh-CN" sz="2400" dirty="0">
                <a:solidFill>
                  <a:srgbClr val="0983F1"/>
                </a:solidFill>
                <a:latin typeface="微软雅黑" pitchFamily="34" charset="-122"/>
                <a:ea typeface="微软雅黑" pitchFamily="34" charset="-122"/>
              </a:rPr>
              <a:t>TCU Photo</a:t>
            </a:r>
            <a:endParaRPr lang="zh-CN" altLang="zh-CN" sz="2400" dirty="0">
              <a:solidFill>
                <a:srgbClr val="0983F1"/>
              </a:solidFill>
              <a:latin typeface="微软雅黑" pitchFamily="34" charset="-122"/>
              <a:ea typeface="微软雅黑" pitchFamily="34" charset="-122"/>
            </a:endParaRPr>
          </a:p>
        </p:txBody>
      </p:sp>
    </p:spTree>
    <p:extLst>
      <p:ext uri="{BB962C8B-B14F-4D97-AF65-F5344CB8AC3E}">
        <p14:creationId xmlns:p14="http://schemas.microsoft.com/office/powerpoint/2010/main" val="412221303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472518" cy="1082660"/>
          </a:xfrm>
        </p:spPr>
        <p:txBody>
          <a:bodyPr>
            <a:normAutofit fontScale="90000"/>
          </a:bodyPr>
          <a:lstStyle/>
          <a:p>
            <a:r>
              <a:rPr lang="en-US" altLang="zh-CN" dirty="0"/>
              <a:t>PART 2: OBDH Composition-OBC </a:t>
            </a:r>
            <a:endParaRPr lang="zh-CN" altLang="en-US" dirty="0"/>
          </a:p>
        </p:txBody>
      </p:sp>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latin typeface="微软雅黑" pitchFamily="34" charset="-122"/>
                <a:ea typeface="微软雅黑" pitchFamily="34" charset="-122"/>
              </a:rPr>
              <a:t> </a:t>
            </a:r>
            <a:fld id="{E1EFCB46-C834-4067-A327-0EA79FD50686}" type="slidenum">
              <a:rPr lang="zh-CN" altLang="en-US" smtClean="0">
                <a:latin typeface="微软雅黑" pitchFamily="34" charset="-122"/>
                <a:ea typeface="微软雅黑" pitchFamily="34" charset="-122"/>
              </a:rPr>
              <a:pPr/>
              <a:t>17</a:t>
            </a:fld>
            <a:r>
              <a:rPr lang="zh-CN" altLang="en-US" smtClean="0">
                <a:latin typeface="微软雅黑" pitchFamily="34" charset="-122"/>
                <a:ea typeface="微软雅黑" pitchFamily="34" charset="-122"/>
              </a:rPr>
              <a:t> </a:t>
            </a:r>
            <a:endParaRPr lang="zh-CN" altLang="en-US" dirty="0">
              <a:latin typeface="微软雅黑" pitchFamily="34" charset="-122"/>
              <a:ea typeface="微软雅黑" pitchFamily="34" charset="-122"/>
            </a:endParaRPr>
          </a:p>
        </p:txBody>
      </p:sp>
      <p:sp>
        <p:nvSpPr>
          <p:cNvPr id="3" name="Rectangle 2"/>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微软雅黑" pitchFamily="34" charset="-122"/>
              <a:ea typeface="微软雅黑" pitchFamily="34" charset="-122"/>
            </a:endParaRPr>
          </a:p>
        </p:txBody>
      </p:sp>
      <p:sp>
        <p:nvSpPr>
          <p:cNvPr id="8" name="Rectangle 4"/>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微软雅黑" pitchFamily="34" charset="-122"/>
              <a:ea typeface="微软雅黑" pitchFamily="34" charset="-122"/>
            </a:endParaRPr>
          </a:p>
        </p:txBody>
      </p:sp>
      <p:sp>
        <p:nvSpPr>
          <p:cNvPr id="11" name="矩形 1"/>
          <p:cNvSpPr>
            <a:spLocks noChangeArrowheads="1"/>
          </p:cNvSpPr>
          <p:nvPr/>
        </p:nvSpPr>
        <p:spPr bwMode="auto">
          <a:xfrm>
            <a:off x="457200" y="1482774"/>
            <a:ext cx="8255000" cy="2954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457200" algn="just">
              <a:lnSpc>
                <a:spcPct val="150000"/>
              </a:lnSpc>
            </a:pPr>
            <a:r>
              <a:rPr lang="en-US" altLang="zh-CN" sz="2800" dirty="0">
                <a:solidFill>
                  <a:srgbClr val="0983F1"/>
                </a:solidFill>
                <a:latin typeface="微软雅黑" pitchFamily="34" charset="-122"/>
                <a:ea typeface="微软雅黑" pitchFamily="34" charset="-122"/>
              </a:rPr>
              <a:t>OBC</a:t>
            </a:r>
            <a:r>
              <a:rPr lang="en-US" altLang="zh-CN" sz="2400" dirty="0">
                <a:solidFill>
                  <a:schemeClr val="tx1"/>
                </a:solidFill>
                <a:latin typeface="微软雅黑" pitchFamily="34" charset="-122"/>
                <a:ea typeface="微软雅黑" pitchFamily="34" charset="-122"/>
              </a:rPr>
              <a:t> is the kernel of OBDH subsystem, witch takes charge of CAN bus communication, TM collection and format, indirect TC receive, decode and execution, monitoring satellite status and communicating with other units.</a:t>
            </a:r>
          </a:p>
        </p:txBody>
      </p:sp>
    </p:spTree>
    <p:extLst>
      <p:ext uri="{BB962C8B-B14F-4D97-AF65-F5344CB8AC3E}">
        <p14:creationId xmlns:p14="http://schemas.microsoft.com/office/powerpoint/2010/main" val="413471364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472518" cy="1082660"/>
          </a:xfrm>
        </p:spPr>
        <p:txBody>
          <a:bodyPr>
            <a:normAutofit fontScale="90000"/>
          </a:bodyPr>
          <a:lstStyle/>
          <a:p>
            <a:r>
              <a:rPr lang="en-US" altLang="zh-CN" dirty="0"/>
              <a:t>PART 2: OBDH Composition-OBC </a:t>
            </a:r>
            <a:endParaRPr lang="zh-CN" altLang="en-US" dirty="0"/>
          </a:p>
        </p:txBody>
      </p:sp>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latin typeface="微软雅黑" pitchFamily="34" charset="-122"/>
                <a:ea typeface="微软雅黑" pitchFamily="34" charset="-122"/>
              </a:rPr>
              <a:t> </a:t>
            </a:r>
            <a:fld id="{E1EFCB46-C834-4067-A327-0EA79FD50686}" type="slidenum">
              <a:rPr lang="zh-CN" altLang="en-US" smtClean="0">
                <a:latin typeface="微软雅黑" pitchFamily="34" charset="-122"/>
                <a:ea typeface="微软雅黑" pitchFamily="34" charset="-122"/>
              </a:rPr>
              <a:pPr/>
              <a:t>18</a:t>
            </a:fld>
            <a:r>
              <a:rPr lang="zh-CN" altLang="en-US" smtClean="0">
                <a:latin typeface="微软雅黑" pitchFamily="34" charset="-122"/>
                <a:ea typeface="微软雅黑" pitchFamily="34" charset="-122"/>
              </a:rPr>
              <a:t> </a:t>
            </a:r>
            <a:endParaRPr lang="zh-CN" altLang="en-US" dirty="0">
              <a:latin typeface="微软雅黑" pitchFamily="34" charset="-122"/>
              <a:ea typeface="微软雅黑" pitchFamily="34" charset="-122"/>
            </a:endParaRPr>
          </a:p>
        </p:txBody>
      </p:sp>
      <p:sp>
        <p:nvSpPr>
          <p:cNvPr id="3" name="Rectangle 2"/>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微软雅黑" pitchFamily="34" charset="-122"/>
              <a:ea typeface="微软雅黑" pitchFamily="34" charset="-122"/>
            </a:endParaRPr>
          </a:p>
        </p:txBody>
      </p:sp>
      <p:sp>
        <p:nvSpPr>
          <p:cNvPr id="8" name="Rectangle 4"/>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微软雅黑" pitchFamily="34" charset="-122"/>
              <a:ea typeface="微软雅黑" pitchFamily="34" charset="-122"/>
            </a:endParaRPr>
          </a:p>
        </p:txBody>
      </p:sp>
      <p:sp>
        <p:nvSpPr>
          <p:cNvPr id="11" name="矩形 1"/>
          <p:cNvSpPr>
            <a:spLocks noChangeArrowheads="1"/>
          </p:cNvSpPr>
          <p:nvPr/>
        </p:nvSpPr>
        <p:spPr bwMode="auto">
          <a:xfrm>
            <a:off x="457200" y="1396950"/>
            <a:ext cx="8255000" cy="4602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457200" algn="just">
              <a:lnSpc>
                <a:spcPct val="150000"/>
              </a:lnSpc>
            </a:pPr>
            <a:r>
              <a:rPr lang="en-US" altLang="zh-CN" sz="2200" dirty="0">
                <a:solidFill>
                  <a:schemeClr val="tx1"/>
                </a:solidFill>
                <a:latin typeface="微软雅黑" pitchFamily="34" charset="-122"/>
                <a:ea typeface="微软雅黑" pitchFamily="34" charset="-122"/>
              </a:rPr>
              <a:t>OBC’s main functions include:</a:t>
            </a:r>
          </a:p>
          <a:p>
            <a:pPr indent="457200" algn="just">
              <a:lnSpc>
                <a:spcPct val="150000"/>
              </a:lnSpc>
              <a:buFontTx/>
              <a:buAutoNum type="arabicParenR"/>
            </a:pPr>
            <a:r>
              <a:rPr lang="en-US" altLang="zh-CN" sz="2200" dirty="0">
                <a:solidFill>
                  <a:srgbClr val="0099FF"/>
                </a:solidFill>
                <a:latin typeface="微软雅黑" pitchFamily="34" charset="-122"/>
                <a:ea typeface="微软雅黑" pitchFamily="34" charset="-122"/>
              </a:rPr>
              <a:t>TM Management</a:t>
            </a:r>
            <a:r>
              <a:rPr lang="en-US" altLang="zh-CN" sz="2200" dirty="0">
                <a:solidFill>
                  <a:srgbClr val="0983F1"/>
                </a:solidFill>
                <a:latin typeface="微软雅黑" pitchFamily="34" charset="-122"/>
                <a:ea typeface="微软雅黑" pitchFamily="34" charset="-122"/>
              </a:rPr>
              <a:t>: </a:t>
            </a:r>
            <a:r>
              <a:rPr lang="en-US" altLang="zh-CN" sz="2200" dirty="0">
                <a:solidFill>
                  <a:schemeClr val="tx1"/>
                </a:solidFill>
                <a:latin typeface="微软雅黑" pitchFamily="34" charset="-122"/>
                <a:ea typeface="微软雅黑" pitchFamily="34" charset="-122"/>
              </a:rPr>
              <a:t>Collect telemetry data from all subsystems, after encapsulating the telemetry in packet, and then in  transfer frame, OBC sends the TM frame to </a:t>
            </a:r>
            <a:r>
              <a:rPr lang="en-US" altLang="zh-CN" sz="2200" dirty="0" smtClean="0">
                <a:latin typeface="微软雅黑" pitchFamily="34" charset="-122"/>
                <a:ea typeface="微软雅黑" pitchFamily="34" charset="-122"/>
              </a:rPr>
              <a:t>Transponder</a:t>
            </a:r>
            <a:r>
              <a:rPr lang="en-US" altLang="zh-CN" sz="2200" dirty="0" smtClean="0">
                <a:solidFill>
                  <a:schemeClr val="tx1"/>
                </a:solidFill>
                <a:latin typeface="微软雅黑" pitchFamily="34" charset="-122"/>
                <a:ea typeface="微软雅黑" pitchFamily="34" charset="-122"/>
              </a:rPr>
              <a:t>.</a:t>
            </a:r>
            <a:endParaRPr lang="en-US" altLang="zh-CN" sz="2200" dirty="0">
              <a:solidFill>
                <a:schemeClr val="tx1"/>
              </a:solidFill>
              <a:latin typeface="微软雅黑" pitchFamily="34" charset="-122"/>
              <a:ea typeface="微软雅黑" pitchFamily="34" charset="-122"/>
            </a:endParaRPr>
          </a:p>
          <a:p>
            <a:pPr indent="457200" algn="just">
              <a:lnSpc>
                <a:spcPct val="150000"/>
              </a:lnSpc>
              <a:buFontTx/>
              <a:buAutoNum type="arabicParenR"/>
            </a:pPr>
            <a:r>
              <a:rPr lang="en-US" altLang="zh-CN" sz="2200" dirty="0">
                <a:solidFill>
                  <a:srgbClr val="0099FF"/>
                </a:solidFill>
                <a:latin typeface="微软雅黑" pitchFamily="34" charset="-122"/>
                <a:ea typeface="微软雅黑" pitchFamily="34" charset="-122"/>
              </a:rPr>
              <a:t>TC Management: </a:t>
            </a:r>
            <a:r>
              <a:rPr lang="en-US" altLang="zh-CN" sz="2200" dirty="0">
                <a:solidFill>
                  <a:schemeClr val="tx1"/>
                </a:solidFill>
                <a:latin typeface="微软雅黑" pitchFamily="34" charset="-122"/>
                <a:ea typeface="微软雅黑" pitchFamily="34" charset="-122"/>
              </a:rPr>
              <a:t>Receive and decode the indirect TC or data block from TU, OBC execute indirect TC/ data block if it belongs to OBC, or distribute it via CAN bus, if the indirect TC/ data block belongs to other device. </a:t>
            </a:r>
          </a:p>
        </p:txBody>
      </p:sp>
    </p:spTree>
    <p:extLst>
      <p:ext uri="{BB962C8B-B14F-4D97-AF65-F5344CB8AC3E}">
        <p14:creationId xmlns:p14="http://schemas.microsoft.com/office/powerpoint/2010/main" val="69069589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472518" cy="1082660"/>
          </a:xfrm>
        </p:spPr>
        <p:txBody>
          <a:bodyPr>
            <a:normAutofit fontScale="90000"/>
          </a:bodyPr>
          <a:lstStyle/>
          <a:p>
            <a:r>
              <a:rPr lang="en-US" altLang="zh-CN" dirty="0"/>
              <a:t>PART 2: OBDH Composition-OBC </a:t>
            </a:r>
            <a:endParaRPr lang="zh-CN" altLang="en-US" dirty="0"/>
          </a:p>
        </p:txBody>
      </p:sp>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latin typeface="微软雅黑" pitchFamily="34" charset="-122"/>
                <a:ea typeface="微软雅黑" pitchFamily="34" charset="-122"/>
              </a:rPr>
              <a:t> </a:t>
            </a:r>
            <a:fld id="{E1EFCB46-C834-4067-A327-0EA79FD50686}" type="slidenum">
              <a:rPr lang="zh-CN" altLang="en-US" smtClean="0">
                <a:latin typeface="微软雅黑" pitchFamily="34" charset="-122"/>
                <a:ea typeface="微软雅黑" pitchFamily="34" charset="-122"/>
              </a:rPr>
              <a:pPr/>
              <a:t>19</a:t>
            </a:fld>
            <a:r>
              <a:rPr lang="zh-CN" altLang="en-US" smtClean="0">
                <a:latin typeface="微软雅黑" pitchFamily="34" charset="-122"/>
                <a:ea typeface="微软雅黑" pitchFamily="34" charset="-122"/>
              </a:rPr>
              <a:t> </a:t>
            </a:r>
            <a:endParaRPr lang="zh-CN" altLang="en-US" dirty="0">
              <a:latin typeface="微软雅黑" pitchFamily="34" charset="-122"/>
              <a:ea typeface="微软雅黑" pitchFamily="34" charset="-122"/>
            </a:endParaRPr>
          </a:p>
        </p:txBody>
      </p:sp>
      <p:sp>
        <p:nvSpPr>
          <p:cNvPr id="3" name="Rectangle 2"/>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微软雅黑" pitchFamily="34" charset="-122"/>
              <a:ea typeface="微软雅黑" pitchFamily="34" charset="-122"/>
            </a:endParaRPr>
          </a:p>
        </p:txBody>
      </p:sp>
      <p:sp>
        <p:nvSpPr>
          <p:cNvPr id="8" name="Rectangle 4"/>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微软雅黑" pitchFamily="34" charset="-122"/>
              <a:ea typeface="微软雅黑" pitchFamily="34" charset="-122"/>
            </a:endParaRPr>
          </a:p>
        </p:txBody>
      </p:sp>
      <p:sp>
        <p:nvSpPr>
          <p:cNvPr id="7" name="矩形 1"/>
          <p:cNvSpPr>
            <a:spLocks noChangeArrowheads="1"/>
          </p:cNvSpPr>
          <p:nvPr/>
        </p:nvSpPr>
        <p:spPr bwMode="auto">
          <a:xfrm>
            <a:off x="457200" y="1374923"/>
            <a:ext cx="8255000" cy="3587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457200" algn="just">
              <a:lnSpc>
                <a:spcPct val="150000"/>
              </a:lnSpc>
            </a:pPr>
            <a:r>
              <a:rPr lang="en-US" altLang="zh-CN" sz="2200" dirty="0">
                <a:solidFill>
                  <a:srgbClr val="0099FF"/>
                </a:solidFill>
                <a:latin typeface="微软雅黑" pitchFamily="34" charset="-122"/>
                <a:ea typeface="微软雅黑" pitchFamily="34" charset="-122"/>
              </a:rPr>
              <a:t>3)	</a:t>
            </a:r>
            <a:r>
              <a:rPr lang="en-US" altLang="zh-CN" sz="2200" dirty="0">
                <a:solidFill>
                  <a:srgbClr val="0983F1"/>
                </a:solidFill>
                <a:latin typeface="微软雅黑" pitchFamily="34" charset="-122"/>
                <a:ea typeface="微软雅黑" pitchFamily="34" charset="-122"/>
              </a:rPr>
              <a:t>Time management</a:t>
            </a:r>
            <a:r>
              <a:rPr lang="en-US" altLang="zh-CN" sz="2200" dirty="0">
                <a:solidFill>
                  <a:schemeClr val="tx1"/>
                </a:solidFill>
                <a:latin typeface="微软雅黑" pitchFamily="34" charset="-122"/>
                <a:ea typeface="微软雅黑" pitchFamily="34" charset="-122"/>
              </a:rPr>
              <a:t>: Generate the platform time, set and adjust the platform time when needed, broadcast the platform time to other subsystem via CAN bus.</a:t>
            </a:r>
          </a:p>
          <a:p>
            <a:pPr indent="457200" algn="just">
              <a:lnSpc>
                <a:spcPct val="150000"/>
              </a:lnSpc>
            </a:pPr>
            <a:r>
              <a:rPr lang="en-US" altLang="zh-CN" sz="2200" dirty="0">
                <a:solidFill>
                  <a:srgbClr val="0099FF"/>
                </a:solidFill>
                <a:latin typeface="微软雅黑" pitchFamily="34" charset="-122"/>
                <a:ea typeface="微软雅黑" pitchFamily="34" charset="-122"/>
              </a:rPr>
              <a:t>4)	</a:t>
            </a:r>
            <a:r>
              <a:rPr lang="en-US" altLang="zh-CN" sz="2200" dirty="0">
                <a:solidFill>
                  <a:srgbClr val="0983F1"/>
                </a:solidFill>
                <a:latin typeface="微软雅黑" pitchFamily="34" charset="-122"/>
                <a:ea typeface="微软雅黑" pitchFamily="34" charset="-122"/>
              </a:rPr>
              <a:t>Bus network on-board management</a:t>
            </a:r>
            <a:r>
              <a:rPr lang="en-US" altLang="zh-CN" sz="2200" dirty="0">
                <a:solidFill>
                  <a:schemeClr val="tx1"/>
                </a:solidFill>
                <a:latin typeface="微软雅黑" pitchFamily="34" charset="-122"/>
                <a:ea typeface="微软雅黑" pitchFamily="34" charset="-122"/>
              </a:rPr>
              <a:t>: Perform communication management of CAN bus.</a:t>
            </a:r>
          </a:p>
          <a:p>
            <a:pPr indent="457200" algn="just">
              <a:lnSpc>
                <a:spcPct val="150000"/>
              </a:lnSpc>
            </a:pPr>
            <a:r>
              <a:rPr lang="en-US" altLang="zh-CN" sz="2200" dirty="0">
                <a:solidFill>
                  <a:srgbClr val="0099FF"/>
                </a:solidFill>
                <a:latin typeface="微软雅黑" pitchFamily="34" charset="-122"/>
                <a:ea typeface="微软雅黑" pitchFamily="34" charset="-122"/>
              </a:rPr>
              <a:t>5)	</a:t>
            </a:r>
            <a:r>
              <a:rPr lang="en-US" altLang="zh-CN" sz="2200" dirty="0">
                <a:solidFill>
                  <a:srgbClr val="0983F1"/>
                </a:solidFill>
                <a:latin typeface="微软雅黑" pitchFamily="34" charset="-122"/>
                <a:ea typeface="微软雅黑" pitchFamily="34" charset="-122"/>
              </a:rPr>
              <a:t>AOCS data management</a:t>
            </a:r>
            <a:r>
              <a:rPr lang="en-US" altLang="zh-CN" sz="2200" dirty="0">
                <a:solidFill>
                  <a:schemeClr val="tx1"/>
                </a:solidFill>
                <a:latin typeface="微软雅黑" pitchFamily="34" charset="-122"/>
                <a:ea typeface="微软雅黑" pitchFamily="34" charset="-122"/>
              </a:rPr>
              <a:t>: Collect and store the AOCS important data, and return the data to AOCS when needed.</a:t>
            </a:r>
          </a:p>
        </p:txBody>
      </p:sp>
    </p:spTree>
    <p:extLst>
      <p:ext uri="{BB962C8B-B14F-4D97-AF65-F5344CB8AC3E}">
        <p14:creationId xmlns:p14="http://schemas.microsoft.com/office/powerpoint/2010/main" val="3214177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472518" cy="1082660"/>
          </a:xfrm>
        </p:spPr>
        <p:txBody>
          <a:bodyPr>
            <a:normAutofit fontScale="90000"/>
          </a:bodyPr>
          <a:lstStyle/>
          <a:p>
            <a:r>
              <a:rPr lang="en-US" altLang="zh-CN" dirty="0"/>
              <a:t>PART 2: OBDH Composition-OBC </a:t>
            </a:r>
            <a:endParaRPr lang="zh-CN" altLang="en-US" dirty="0"/>
          </a:p>
        </p:txBody>
      </p:sp>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20</a:t>
            </a:fld>
            <a:r>
              <a:rPr lang="zh-CN" altLang="en-US" smtClean="0"/>
              <a:t> </a:t>
            </a:r>
            <a:endParaRPr lang="zh-CN" altLang="en-US" dirty="0">
              <a:latin typeface="微软雅黑" pitchFamily="34" charset="-122"/>
              <a:ea typeface="微软雅黑" pitchFamily="34" charset="-122"/>
            </a:endParaRPr>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矩形 1"/>
          <p:cNvSpPr>
            <a:spLocks noChangeArrowheads="1"/>
          </p:cNvSpPr>
          <p:nvPr/>
        </p:nvSpPr>
        <p:spPr bwMode="auto">
          <a:xfrm>
            <a:off x="457200" y="1474886"/>
            <a:ext cx="8255000" cy="3079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457200" algn="just">
              <a:lnSpc>
                <a:spcPct val="150000"/>
              </a:lnSpc>
            </a:pPr>
            <a:r>
              <a:rPr lang="en-US" altLang="zh-CN" sz="2200" dirty="0">
                <a:solidFill>
                  <a:srgbClr val="0099FF"/>
                </a:solidFill>
                <a:latin typeface="微软雅黑" pitchFamily="34" charset="-122"/>
                <a:ea typeface="微软雅黑" pitchFamily="34" charset="-122"/>
              </a:rPr>
              <a:t>6)	Payload task management</a:t>
            </a:r>
            <a:r>
              <a:rPr lang="en-US" altLang="zh-CN" sz="2200" dirty="0">
                <a:solidFill>
                  <a:schemeClr val="tx1"/>
                </a:solidFill>
                <a:latin typeface="微软雅黑" pitchFamily="34" charset="-122"/>
                <a:ea typeface="微软雅黑" pitchFamily="34" charset="-122"/>
              </a:rPr>
              <a:t>: The payload tasks are encapsulated in the form of TTC/TTD/RTTC, and stored in OBC, the OBC execute the payload tasks and control the payload to work at the predefined time.</a:t>
            </a:r>
          </a:p>
          <a:p>
            <a:pPr indent="457200" algn="just">
              <a:lnSpc>
                <a:spcPct val="150000"/>
              </a:lnSpc>
            </a:pPr>
            <a:r>
              <a:rPr lang="en-US" altLang="zh-CN" sz="2200" dirty="0">
                <a:solidFill>
                  <a:srgbClr val="0099FF"/>
                </a:solidFill>
                <a:latin typeface="微软雅黑" pitchFamily="34" charset="-122"/>
                <a:ea typeface="微软雅黑" pitchFamily="34" charset="-122"/>
              </a:rPr>
              <a:t>7)	Monitor the satellite-launcher separation signal</a:t>
            </a:r>
            <a:r>
              <a:rPr lang="en-US" altLang="zh-CN" sz="2200" dirty="0">
                <a:solidFill>
                  <a:schemeClr val="tx1"/>
                </a:solidFill>
                <a:latin typeface="微软雅黑" pitchFamily="34" charset="-122"/>
                <a:ea typeface="微软雅黑" pitchFamily="34" charset="-122"/>
              </a:rPr>
              <a:t>, and execute predefined command sequence after separation.</a:t>
            </a:r>
          </a:p>
        </p:txBody>
      </p:sp>
    </p:spTree>
    <p:extLst>
      <p:ext uri="{BB962C8B-B14F-4D97-AF65-F5344CB8AC3E}">
        <p14:creationId xmlns:p14="http://schemas.microsoft.com/office/powerpoint/2010/main" val="222804167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472518" cy="1082660"/>
          </a:xfrm>
        </p:spPr>
        <p:txBody>
          <a:bodyPr>
            <a:normAutofit fontScale="90000"/>
          </a:bodyPr>
          <a:lstStyle/>
          <a:p>
            <a:r>
              <a:rPr lang="en-US" altLang="zh-CN" dirty="0"/>
              <a:t>PART 2: OBDH Composition-OBC </a:t>
            </a:r>
            <a:endParaRPr lang="zh-CN" altLang="en-US" dirty="0"/>
          </a:p>
        </p:txBody>
      </p:sp>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21</a:t>
            </a:fld>
            <a:r>
              <a:rPr lang="zh-CN" altLang="en-US" smtClean="0"/>
              <a:t> </a:t>
            </a:r>
            <a:endParaRPr lang="zh-CN" altLang="en-US" dirty="0">
              <a:latin typeface="微软雅黑" pitchFamily="34" charset="-122"/>
              <a:ea typeface="微软雅黑" pitchFamily="34" charset="-122"/>
            </a:endParaRPr>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矩形 1"/>
          <p:cNvSpPr>
            <a:spLocks noChangeArrowheads="1"/>
          </p:cNvSpPr>
          <p:nvPr/>
        </p:nvSpPr>
        <p:spPr bwMode="auto">
          <a:xfrm>
            <a:off x="457200" y="1424905"/>
            <a:ext cx="8255000" cy="3587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457200" algn="just">
              <a:lnSpc>
                <a:spcPct val="150000"/>
              </a:lnSpc>
            </a:pPr>
            <a:r>
              <a:rPr lang="en-US" altLang="zh-CN" sz="2200" dirty="0" smtClean="0">
                <a:solidFill>
                  <a:schemeClr val="tx1"/>
                </a:solidFill>
                <a:latin typeface="微软雅黑" pitchFamily="34" charset="-122"/>
                <a:ea typeface="微软雅黑" pitchFamily="34" charset="-122"/>
              </a:rPr>
              <a:t>8)	</a:t>
            </a:r>
            <a:r>
              <a:rPr lang="en-US" altLang="zh-CN" sz="2200" dirty="0" smtClean="0">
                <a:solidFill>
                  <a:srgbClr val="0099FF"/>
                </a:solidFill>
                <a:latin typeface="微软雅黑" pitchFamily="34" charset="-122"/>
                <a:ea typeface="微软雅黑" pitchFamily="34" charset="-122"/>
              </a:rPr>
              <a:t>Safe </a:t>
            </a:r>
            <a:r>
              <a:rPr lang="en-US" altLang="zh-CN" sz="2200" dirty="0">
                <a:solidFill>
                  <a:srgbClr val="0099FF"/>
                </a:solidFill>
                <a:latin typeface="微软雅黑" pitchFamily="34" charset="-122"/>
                <a:ea typeface="微软雅黑" pitchFamily="34" charset="-122"/>
              </a:rPr>
              <a:t>mode Control</a:t>
            </a:r>
            <a:r>
              <a:rPr lang="en-US" altLang="zh-CN" sz="2200" dirty="0">
                <a:solidFill>
                  <a:schemeClr val="tx1"/>
                </a:solidFill>
                <a:latin typeface="微软雅黑" pitchFamily="34" charset="-122"/>
                <a:ea typeface="微软雅黑" pitchFamily="34" charset="-122"/>
              </a:rPr>
              <a:t>: OBDH subsystem monitors the important parameters of satellite and manages the safe mode of satellite. OBDH monitors the critical TMs (such as the status of power supply system and AOCS). When the critical TMs become abnormal, OBDH sends safe command sequence such as closing the payload to make sure the satellite energy safety and enter the safe mode of </a:t>
            </a:r>
            <a:r>
              <a:rPr lang="en-US" altLang="zh-CN" sz="2200" dirty="0" smtClean="0">
                <a:solidFill>
                  <a:schemeClr val="tx1"/>
                </a:solidFill>
                <a:latin typeface="微软雅黑" pitchFamily="34" charset="-122"/>
                <a:ea typeface="微软雅黑" pitchFamily="34" charset="-122"/>
              </a:rPr>
              <a:t>satellite.</a:t>
            </a:r>
            <a:endParaRPr lang="en-US" altLang="zh-CN" sz="2200" dirty="0">
              <a:solidFill>
                <a:schemeClr val="tx1"/>
              </a:solidFill>
              <a:latin typeface="微软雅黑" pitchFamily="34" charset="-122"/>
              <a:ea typeface="微软雅黑" pitchFamily="34" charset="-122"/>
            </a:endParaRPr>
          </a:p>
        </p:txBody>
      </p:sp>
    </p:spTree>
    <p:extLst>
      <p:ext uri="{BB962C8B-B14F-4D97-AF65-F5344CB8AC3E}">
        <p14:creationId xmlns:p14="http://schemas.microsoft.com/office/powerpoint/2010/main" val="83961641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PART 2: OBDH Composition-OBC </a:t>
            </a:r>
            <a:endParaRPr lang="zh-CN" altLang="en-US" dirty="0"/>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22</a:t>
            </a:fld>
            <a:r>
              <a:rPr lang="zh-CN" altLang="en-US" smtClean="0"/>
              <a:t> </a:t>
            </a:r>
            <a:endParaRPr lang="zh-CN" altLang="en-US" dirty="0">
              <a:latin typeface="微软雅黑" pitchFamily="34" charset="-122"/>
              <a:ea typeface="微软雅黑" pitchFamily="34" charset="-122"/>
            </a:endParaRPr>
          </a:p>
        </p:txBody>
      </p:sp>
      <p:sp>
        <p:nvSpPr>
          <p:cNvPr id="8" name="矩形 1"/>
          <p:cNvSpPr>
            <a:spLocks noChangeArrowheads="1"/>
          </p:cNvSpPr>
          <p:nvPr/>
        </p:nvSpPr>
        <p:spPr bwMode="auto">
          <a:xfrm>
            <a:off x="457200" y="1230907"/>
            <a:ext cx="8255000" cy="4602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457200" indent="-457200" algn="just">
              <a:lnSpc>
                <a:spcPct val="150000"/>
              </a:lnSpc>
              <a:buFontTx/>
              <a:buAutoNum type="arabicParenR" startAt="4"/>
            </a:pPr>
            <a:r>
              <a:rPr lang="en-US" altLang="zh-CN" sz="2200" dirty="0">
                <a:solidFill>
                  <a:schemeClr val="tx1"/>
                </a:solidFill>
                <a:latin typeface="微软雅黑" pitchFamily="34" charset="-122"/>
                <a:ea typeface="微软雅黑" pitchFamily="34" charset="-122"/>
              </a:rPr>
              <a:t>To collect analog telemetry of USB transponders and send telemetry (including the telemetry of transponder and TU itself) to OBC via CAN bus.</a:t>
            </a:r>
          </a:p>
          <a:p>
            <a:pPr marL="457200" indent="-457200" algn="just">
              <a:lnSpc>
                <a:spcPct val="150000"/>
              </a:lnSpc>
              <a:buFontTx/>
              <a:buAutoNum type="arabicParenR" startAt="4"/>
            </a:pPr>
            <a:r>
              <a:rPr lang="zh-CN" altLang="zh-CN" sz="2200" dirty="0">
                <a:solidFill>
                  <a:schemeClr val="tx1"/>
                </a:solidFill>
                <a:latin typeface="微软雅黑" pitchFamily="34" charset="-122"/>
                <a:ea typeface="微软雅黑" pitchFamily="34" charset="-122"/>
              </a:rPr>
              <a:t> </a:t>
            </a:r>
            <a:r>
              <a:rPr lang="en-US" altLang="zh-CN" sz="2200" dirty="0">
                <a:solidFill>
                  <a:schemeClr val="tx1"/>
                </a:solidFill>
                <a:latin typeface="微软雅黑" pitchFamily="34" charset="-122"/>
                <a:ea typeface="微软雅黑" pitchFamily="34" charset="-122"/>
              </a:rPr>
              <a:t>To </a:t>
            </a:r>
            <a:r>
              <a:rPr lang="zh-CN" altLang="zh-CN" sz="2200" dirty="0">
                <a:solidFill>
                  <a:schemeClr val="tx1"/>
                </a:solidFill>
                <a:latin typeface="微软雅黑" pitchFamily="34" charset="-122"/>
                <a:ea typeface="微软雅黑" pitchFamily="34" charset="-122"/>
              </a:rPr>
              <a:t>receive </a:t>
            </a:r>
            <a:r>
              <a:rPr lang="en-US" altLang="zh-CN" sz="2200" dirty="0">
                <a:solidFill>
                  <a:schemeClr val="tx1"/>
                </a:solidFill>
                <a:latin typeface="微软雅黑" pitchFamily="34" charset="-122"/>
                <a:ea typeface="微软雅黑" pitchFamily="34" charset="-122"/>
              </a:rPr>
              <a:t>and execute the </a:t>
            </a:r>
            <a:r>
              <a:rPr lang="zh-CN" altLang="zh-CN" sz="2200" dirty="0">
                <a:solidFill>
                  <a:schemeClr val="tx1"/>
                </a:solidFill>
                <a:latin typeface="微软雅黑" pitchFamily="34" charset="-122"/>
                <a:ea typeface="微软雅黑" pitchFamily="34" charset="-122"/>
              </a:rPr>
              <a:t>indirect TC from OBC</a:t>
            </a:r>
            <a:r>
              <a:rPr lang="en-US" altLang="zh-CN" sz="2200" dirty="0">
                <a:solidFill>
                  <a:schemeClr val="tx1"/>
                </a:solidFill>
                <a:latin typeface="微软雅黑" pitchFamily="34" charset="-122"/>
                <a:ea typeface="微软雅黑" pitchFamily="34" charset="-122"/>
              </a:rPr>
              <a:t> via CAN bus.</a:t>
            </a:r>
          </a:p>
          <a:p>
            <a:pPr marL="457200" indent="-457200" algn="just">
              <a:lnSpc>
                <a:spcPct val="150000"/>
              </a:lnSpc>
              <a:buFontTx/>
              <a:buAutoNum type="arabicParenR" startAt="4"/>
            </a:pPr>
            <a:r>
              <a:rPr lang="zh-CN" altLang="zh-CN" sz="2200" dirty="0">
                <a:solidFill>
                  <a:schemeClr val="tx1"/>
                </a:solidFill>
                <a:latin typeface="微软雅黑" pitchFamily="34" charset="-122"/>
                <a:ea typeface="微软雅黑" pitchFamily="34" charset="-122"/>
              </a:rPr>
              <a:t>To receive and encrypt TM data from OBC, send it to USB transponder.</a:t>
            </a:r>
            <a:endParaRPr lang="en-US" altLang="zh-CN" sz="2200" dirty="0">
              <a:solidFill>
                <a:schemeClr val="tx1"/>
              </a:solidFill>
              <a:latin typeface="微软雅黑" pitchFamily="34" charset="-122"/>
              <a:ea typeface="微软雅黑" pitchFamily="34" charset="-122"/>
            </a:endParaRPr>
          </a:p>
          <a:p>
            <a:pPr marL="457200" indent="-457200" algn="just">
              <a:lnSpc>
                <a:spcPct val="150000"/>
              </a:lnSpc>
              <a:buFontTx/>
              <a:buAutoNum type="arabicParenR" startAt="4"/>
            </a:pPr>
            <a:r>
              <a:rPr lang="en-US" altLang="zh-CN" sz="2200" dirty="0">
                <a:solidFill>
                  <a:schemeClr val="tx1"/>
                </a:solidFill>
                <a:latin typeface="微软雅黑" pitchFamily="34" charset="-122"/>
                <a:ea typeface="微软雅黑" pitchFamily="34" charset="-122"/>
              </a:rPr>
              <a:t>To monitor the satellite-launcher separation signal, and execute predefined command.</a:t>
            </a:r>
          </a:p>
        </p:txBody>
      </p:sp>
    </p:spTree>
    <p:extLst>
      <p:ext uri="{BB962C8B-B14F-4D97-AF65-F5344CB8AC3E}">
        <p14:creationId xmlns:p14="http://schemas.microsoft.com/office/powerpoint/2010/main" val="329112748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PART 2: OBDH Composition-OBC </a:t>
            </a:r>
            <a:endParaRPr lang="zh-CN" altLang="en-US" dirty="0"/>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23</a:t>
            </a:fld>
            <a:r>
              <a:rPr lang="zh-CN" altLang="en-US" smtClean="0"/>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457200" y="1427088"/>
            <a:ext cx="8255000" cy="2571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457200" algn="just">
              <a:lnSpc>
                <a:spcPct val="150000"/>
              </a:lnSpc>
            </a:pPr>
            <a:r>
              <a:rPr lang="en-US" altLang="zh-CN" sz="2200" dirty="0">
                <a:solidFill>
                  <a:srgbClr val="0099FF"/>
                </a:solidFill>
                <a:latin typeface="微软雅黑" pitchFamily="34" charset="-122"/>
                <a:ea typeface="微软雅黑" pitchFamily="34" charset="-122"/>
              </a:rPr>
              <a:t>Thermal Control Unit(TCU) </a:t>
            </a:r>
            <a:r>
              <a:rPr lang="en-US" altLang="zh-CN" sz="2200" dirty="0">
                <a:solidFill>
                  <a:schemeClr val="tx1"/>
                </a:solidFill>
                <a:latin typeface="微软雅黑" pitchFamily="34" charset="-122"/>
                <a:ea typeface="微软雅黑" pitchFamily="34" charset="-122"/>
              </a:rPr>
              <a:t>is designed to measure the temperature and implement the control method by activating heaters. The TCU receives indirect TC from OBC, and sends TM and temperature parameters to OBC by the CAN bus. </a:t>
            </a:r>
          </a:p>
        </p:txBody>
      </p:sp>
    </p:spTree>
    <p:extLst>
      <p:ext uri="{BB962C8B-B14F-4D97-AF65-F5344CB8AC3E}">
        <p14:creationId xmlns:p14="http://schemas.microsoft.com/office/powerpoint/2010/main" val="31327058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PART 2: OBDH Composition-OBC </a:t>
            </a:r>
            <a:endParaRPr lang="zh-CN" altLang="en-US" dirty="0"/>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24</a:t>
            </a:fld>
            <a:r>
              <a:rPr lang="zh-CN" altLang="en-US" smtClean="0"/>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457200" y="1449114"/>
            <a:ext cx="8255000" cy="3587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457200" algn="just">
              <a:lnSpc>
                <a:spcPct val="150000"/>
              </a:lnSpc>
            </a:pPr>
            <a:r>
              <a:rPr lang="en-US" altLang="zh-CN" sz="2200" dirty="0">
                <a:solidFill>
                  <a:schemeClr val="tx1"/>
                </a:solidFill>
                <a:latin typeface="微软雅黑" pitchFamily="34" charset="-122"/>
                <a:ea typeface="微软雅黑" pitchFamily="34" charset="-122"/>
              </a:rPr>
              <a:t>TCU’s functions include:</a:t>
            </a:r>
          </a:p>
          <a:p>
            <a:pPr indent="457200" algn="just">
              <a:lnSpc>
                <a:spcPct val="150000"/>
              </a:lnSpc>
            </a:pPr>
            <a:r>
              <a:rPr lang="en-US" altLang="zh-CN" sz="2200" dirty="0">
                <a:solidFill>
                  <a:schemeClr val="tx1"/>
                </a:solidFill>
                <a:latin typeface="微软雅黑" pitchFamily="34" charset="-122"/>
                <a:ea typeface="微软雅黑" pitchFamily="34" charset="-122"/>
              </a:rPr>
              <a:t>1)	To supply </a:t>
            </a:r>
            <a:r>
              <a:rPr lang="en-US" altLang="zh-CN" sz="2200" dirty="0" smtClean="0">
                <a:solidFill>
                  <a:schemeClr val="tx1"/>
                </a:solidFill>
                <a:latin typeface="微软雅黑" pitchFamily="34" charset="-122"/>
                <a:ea typeface="微软雅黑" pitchFamily="34" charset="-122"/>
              </a:rPr>
              <a:t>32 temperature and analog  </a:t>
            </a:r>
            <a:r>
              <a:rPr lang="en-US" altLang="zh-CN" sz="2200" dirty="0">
                <a:solidFill>
                  <a:schemeClr val="tx1"/>
                </a:solidFill>
                <a:latin typeface="微软雅黑" pitchFamily="34" charset="-122"/>
                <a:ea typeface="微软雅黑" pitchFamily="34" charset="-122"/>
              </a:rPr>
              <a:t>measuring channels.</a:t>
            </a:r>
          </a:p>
          <a:p>
            <a:pPr indent="457200" algn="just">
              <a:lnSpc>
                <a:spcPct val="150000"/>
              </a:lnSpc>
            </a:pPr>
            <a:r>
              <a:rPr lang="en-US" altLang="zh-CN" sz="2200" dirty="0">
                <a:solidFill>
                  <a:schemeClr val="tx1"/>
                </a:solidFill>
                <a:latin typeface="微软雅黑" pitchFamily="34" charset="-122"/>
                <a:ea typeface="微软雅黑" pitchFamily="34" charset="-122"/>
              </a:rPr>
              <a:t>2)	To supply </a:t>
            </a:r>
            <a:r>
              <a:rPr lang="en-US" altLang="zh-CN" sz="2200" dirty="0" smtClean="0">
                <a:solidFill>
                  <a:schemeClr val="tx1"/>
                </a:solidFill>
                <a:latin typeface="微软雅黑" pitchFamily="34" charset="-122"/>
                <a:ea typeface="微软雅黑" pitchFamily="34" charset="-122"/>
              </a:rPr>
              <a:t>24 </a:t>
            </a:r>
            <a:r>
              <a:rPr lang="en-US" altLang="zh-CN" sz="2200" dirty="0">
                <a:solidFill>
                  <a:schemeClr val="tx1"/>
                </a:solidFill>
                <a:latin typeface="微软雅黑" pitchFamily="34" charset="-122"/>
                <a:ea typeface="微软雅黑" pitchFamily="34" charset="-122"/>
              </a:rPr>
              <a:t>heaters, and each heater can supply </a:t>
            </a:r>
            <a:r>
              <a:rPr lang="en-US" altLang="zh-CN" sz="2200" dirty="0" smtClean="0">
                <a:solidFill>
                  <a:schemeClr val="tx1"/>
                </a:solidFill>
                <a:latin typeface="微软雅黑" pitchFamily="34" charset="-122"/>
                <a:ea typeface="微软雅黑" pitchFamily="34" charset="-122"/>
              </a:rPr>
              <a:t>5W </a:t>
            </a:r>
            <a:r>
              <a:rPr lang="en-US" altLang="zh-CN" sz="2200" dirty="0">
                <a:solidFill>
                  <a:schemeClr val="tx1"/>
                </a:solidFill>
                <a:latin typeface="微软雅黑" pitchFamily="34" charset="-122"/>
                <a:ea typeface="微软雅黑" pitchFamily="34" charset="-122"/>
              </a:rPr>
              <a:t>maximally.</a:t>
            </a:r>
          </a:p>
          <a:p>
            <a:pPr indent="457200" algn="just">
              <a:lnSpc>
                <a:spcPct val="150000"/>
              </a:lnSpc>
            </a:pPr>
            <a:r>
              <a:rPr lang="en-US" altLang="zh-CN" sz="2200" dirty="0">
                <a:solidFill>
                  <a:schemeClr val="tx1"/>
                </a:solidFill>
                <a:latin typeface="微软雅黑" pitchFamily="34" charset="-122"/>
                <a:ea typeface="微软雅黑" pitchFamily="34" charset="-122"/>
              </a:rPr>
              <a:t>3)	Receive indirect TC from OBC, and send status TM and temperature TM to OBC by CAN bus.</a:t>
            </a:r>
          </a:p>
        </p:txBody>
      </p:sp>
    </p:spTree>
    <p:extLst>
      <p:ext uri="{BB962C8B-B14F-4D97-AF65-F5344CB8AC3E}">
        <p14:creationId xmlns:p14="http://schemas.microsoft.com/office/powerpoint/2010/main" val="412489296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PART 2: OBDH Composition-OBC </a:t>
            </a:r>
            <a:endParaRPr lang="zh-CN" altLang="en-US" dirty="0"/>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latin typeface="微软雅黑" pitchFamily="34" charset="-122"/>
                <a:ea typeface="微软雅黑" pitchFamily="34" charset="-122"/>
              </a:rPr>
              <a:t> </a:t>
            </a:r>
            <a:fld id="{E1EFCB46-C834-4067-A327-0EA79FD50686}" type="slidenum">
              <a:rPr lang="zh-CN" altLang="en-US" smtClean="0">
                <a:latin typeface="微软雅黑" pitchFamily="34" charset="-122"/>
                <a:ea typeface="微软雅黑" pitchFamily="34" charset="-122"/>
              </a:rPr>
              <a:pPr/>
              <a:t>25</a:t>
            </a:fld>
            <a:r>
              <a:rPr lang="zh-CN" altLang="en-US" smtClean="0">
                <a:latin typeface="微软雅黑" pitchFamily="34" charset="-122"/>
                <a:ea typeface="微软雅黑" pitchFamily="34" charset="-122"/>
              </a:rPr>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900113" y="1851789"/>
            <a:ext cx="7488237" cy="39050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50000"/>
              </a:lnSpc>
            </a:pPr>
            <a:r>
              <a:rPr lang="en-US" altLang="zh-CN" sz="2400" dirty="0">
                <a:solidFill>
                  <a:schemeClr val="tx1"/>
                </a:solidFill>
                <a:latin typeface="微软雅黑" pitchFamily="34" charset="-122"/>
                <a:ea typeface="微软雅黑" pitchFamily="34" charset="-122"/>
              </a:rPr>
              <a:t>1.  OBDH (onboard data handling subsystem) is </a:t>
            </a:r>
            <a:r>
              <a:rPr lang="en-US" altLang="zh-CN" sz="2400" dirty="0">
                <a:solidFill>
                  <a:srgbClr val="0099FF"/>
                </a:solidFill>
                <a:latin typeface="微软雅黑" pitchFamily="34" charset="-122"/>
                <a:ea typeface="微软雅黑" pitchFamily="34" charset="-122"/>
              </a:rPr>
              <a:t>kernel</a:t>
            </a:r>
            <a:r>
              <a:rPr lang="en-US" altLang="zh-CN" sz="2400" dirty="0">
                <a:solidFill>
                  <a:schemeClr val="tx1"/>
                </a:solidFill>
                <a:latin typeface="微软雅黑" pitchFamily="34" charset="-122"/>
                <a:ea typeface="微软雅黑" pitchFamily="34" charset="-122"/>
              </a:rPr>
              <a:t> of satellite’s electronic system and responsible for satellite onboard working and information management. </a:t>
            </a:r>
          </a:p>
          <a:p>
            <a:pPr algn="just">
              <a:lnSpc>
                <a:spcPct val="150000"/>
              </a:lnSpc>
            </a:pPr>
            <a:endParaRPr lang="en-US" altLang="zh-CN" sz="2400" dirty="0">
              <a:solidFill>
                <a:schemeClr val="tx1"/>
              </a:solidFill>
              <a:latin typeface="微软雅黑" pitchFamily="34" charset="-122"/>
              <a:ea typeface="微软雅黑" pitchFamily="34" charset="-122"/>
            </a:endParaRPr>
          </a:p>
          <a:p>
            <a:pPr algn="just">
              <a:lnSpc>
                <a:spcPct val="150000"/>
              </a:lnSpc>
            </a:pPr>
            <a:r>
              <a:rPr lang="en-US" altLang="zh-CN" sz="2400" dirty="0">
                <a:solidFill>
                  <a:schemeClr val="tx1"/>
                </a:solidFill>
                <a:latin typeface="微软雅黑" pitchFamily="34" charset="-122"/>
                <a:ea typeface="微软雅黑" pitchFamily="34" charset="-122"/>
              </a:rPr>
              <a:t>2.  OBDH subsystem includes onboard computer (</a:t>
            </a:r>
            <a:r>
              <a:rPr lang="en-US" altLang="zh-CN" sz="2400" dirty="0" smtClean="0">
                <a:solidFill>
                  <a:srgbClr val="0099FF"/>
                </a:solidFill>
                <a:latin typeface="微软雅黑" pitchFamily="34" charset="-122"/>
                <a:ea typeface="微软雅黑" pitchFamily="34" charset="-122"/>
              </a:rPr>
              <a:t>OBC</a:t>
            </a:r>
            <a:r>
              <a:rPr lang="en-US" altLang="zh-CN" sz="2400" dirty="0" smtClean="0">
                <a:solidFill>
                  <a:schemeClr val="tx1"/>
                </a:solidFill>
                <a:latin typeface="微软雅黑" pitchFamily="34" charset="-122"/>
                <a:ea typeface="微软雅黑" pitchFamily="34" charset="-122"/>
              </a:rPr>
              <a:t>) and thermal </a:t>
            </a:r>
            <a:r>
              <a:rPr lang="en-US" altLang="zh-CN" sz="2400" dirty="0">
                <a:solidFill>
                  <a:schemeClr val="tx1"/>
                </a:solidFill>
                <a:latin typeface="微软雅黑" pitchFamily="34" charset="-122"/>
                <a:ea typeface="微软雅黑" pitchFamily="34" charset="-122"/>
              </a:rPr>
              <a:t>control unit (</a:t>
            </a:r>
            <a:r>
              <a:rPr lang="en-US" altLang="zh-CN" sz="2400" dirty="0">
                <a:solidFill>
                  <a:srgbClr val="0099FF"/>
                </a:solidFill>
                <a:latin typeface="微软雅黑" pitchFamily="34" charset="-122"/>
                <a:ea typeface="微软雅黑" pitchFamily="34" charset="-122"/>
              </a:rPr>
              <a:t>TCU</a:t>
            </a:r>
            <a:r>
              <a:rPr lang="en-US" altLang="zh-CN" sz="2400" dirty="0">
                <a:solidFill>
                  <a:schemeClr val="tx1"/>
                </a:solidFill>
                <a:latin typeface="微软雅黑" pitchFamily="34" charset="-122"/>
                <a:ea typeface="微软雅黑" pitchFamily="34" charset="-122"/>
              </a:rPr>
              <a:t>). </a:t>
            </a:r>
          </a:p>
        </p:txBody>
      </p:sp>
      <p:sp>
        <p:nvSpPr>
          <p:cNvPr id="7" name="矩形 1"/>
          <p:cNvSpPr>
            <a:spLocks noChangeArrowheads="1"/>
          </p:cNvSpPr>
          <p:nvPr/>
        </p:nvSpPr>
        <p:spPr bwMode="auto">
          <a:xfrm>
            <a:off x="465138" y="1114003"/>
            <a:ext cx="3278187" cy="671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a:lnSpc>
                <a:spcPct val="150000"/>
              </a:lnSpc>
            </a:pPr>
            <a:r>
              <a:rPr lang="en-US" altLang="zh-CN" sz="2800" dirty="0">
                <a:solidFill>
                  <a:srgbClr val="0099FF"/>
                </a:solidFill>
                <a:latin typeface="微软雅黑" pitchFamily="34" charset="-122"/>
                <a:ea typeface="微软雅黑" pitchFamily="34" charset="-122"/>
              </a:rPr>
              <a:t>Summary</a:t>
            </a:r>
          </a:p>
        </p:txBody>
      </p:sp>
    </p:spTree>
    <p:extLst>
      <p:ext uri="{BB962C8B-B14F-4D97-AF65-F5344CB8AC3E}">
        <p14:creationId xmlns:p14="http://schemas.microsoft.com/office/powerpoint/2010/main" val="310221459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3528" y="274638"/>
            <a:ext cx="8507288" cy="1082660"/>
          </a:xfrm>
        </p:spPr>
        <p:txBody>
          <a:bodyPr>
            <a:normAutofit fontScale="90000"/>
          </a:bodyPr>
          <a:lstStyle/>
          <a:p>
            <a:r>
              <a:rPr lang="en-US" altLang="zh-CN" dirty="0"/>
              <a:t>PART 3: </a:t>
            </a:r>
            <a:r>
              <a:rPr lang="en-US" altLang="zh-CN" dirty="0" err="1"/>
              <a:t>Telecommand</a:t>
            </a:r>
            <a:r>
              <a:rPr lang="en-US" altLang="zh-CN" dirty="0"/>
              <a:t> Management</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latin typeface="微软雅黑" pitchFamily="34" charset="-122"/>
                <a:ea typeface="微软雅黑" pitchFamily="34" charset="-122"/>
              </a:rPr>
              <a:t> </a:t>
            </a:r>
            <a:fld id="{E1EFCB46-C834-4067-A327-0EA79FD50686}" type="slidenum">
              <a:rPr lang="zh-CN" altLang="en-US" smtClean="0">
                <a:latin typeface="微软雅黑" pitchFamily="34" charset="-122"/>
                <a:ea typeface="微软雅黑" pitchFamily="34" charset="-122"/>
              </a:rPr>
              <a:pPr/>
              <a:t>26</a:t>
            </a:fld>
            <a:r>
              <a:rPr lang="zh-CN" altLang="en-US" smtClean="0">
                <a:latin typeface="微软雅黑" pitchFamily="34" charset="-122"/>
                <a:ea typeface="微软雅黑" pitchFamily="34" charset="-122"/>
              </a:rPr>
              <a:t> </a:t>
            </a:r>
            <a:endParaRPr lang="zh-CN" altLang="en-US" dirty="0">
              <a:latin typeface="微软雅黑" pitchFamily="34" charset="-122"/>
              <a:ea typeface="微软雅黑" pitchFamily="34" charset="-122"/>
            </a:endParaRPr>
          </a:p>
        </p:txBody>
      </p:sp>
      <p:sp>
        <p:nvSpPr>
          <p:cNvPr id="6" name="椭圆 4"/>
          <p:cNvSpPr>
            <a:spLocks noChangeArrowheads="1"/>
          </p:cNvSpPr>
          <p:nvPr/>
        </p:nvSpPr>
        <p:spPr bwMode="auto">
          <a:xfrm rot="10800000">
            <a:off x="3773488" y="3284538"/>
            <a:ext cx="2743200" cy="1204912"/>
          </a:xfrm>
          <a:prstGeom prst="ellipse">
            <a:avLst/>
          </a:prstGeom>
          <a:solidFill>
            <a:schemeClr val="bg1"/>
          </a:solidFill>
          <a:ln w="12700" algn="ctr">
            <a:solidFill>
              <a:srgbClr val="0070C0"/>
            </a:solidFill>
            <a:round/>
            <a:headEnd/>
            <a:tailEnd/>
          </a:ln>
        </p:spPr>
        <p:txBody>
          <a:bodyPr wrap="none" anchor="ctr"/>
          <a:lstStyle/>
          <a:p>
            <a:endParaRPr lang="zh-CN" altLang="en-US">
              <a:solidFill>
                <a:srgbClr val="FF0000"/>
              </a:solidFill>
              <a:latin typeface="微软雅黑" pitchFamily="34" charset="-122"/>
              <a:ea typeface="微软雅黑" pitchFamily="34" charset="-122"/>
            </a:endParaRPr>
          </a:p>
        </p:txBody>
      </p:sp>
      <p:pic>
        <p:nvPicPr>
          <p:cNvPr id="7" name="Picture 5" descr="haiyang1"/>
          <p:cNvPicPr>
            <a:picLocks noChangeAspect="1" noChangeArrowheads="1"/>
          </p:cNvPicPr>
          <p:nvPr/>
        </p:nvPicPr>
        <p:blipFill>
          <a:blip r:embed="rId3">
            <a:clrChange>
              <a:clrFrom>
                <a:srgbClr val="FDFDFD"/>
              </a:clrFrom>
              <a:clrTo>
                <a:srgbClr val="FDFDFD">
                  <a:alpha val="0"/>
                </a:srgbClr>
              </a:clrTo>
            </a:clrChange>
            <a:extLst>
              <a:ext uri="{28A0092B-C50C-407E-A947-70E740481C1C}">
                <a14:useLocalDpi xmlns:a14="http://schemas.microsoft.com/office/drawing/2010/main" val="0"/>
              </a:ext>
            </a:extLst>
          </a:blip>
          <a:srcRect/>
          <a:stretch>
            <a:fillRect/>
          </a:stretch>
        </p:blipFill>
        <p:spPr bwMode="auto">
          <a:xfrm>
            <a:off x="6119813" y="2060575"/>
            <a:ext cx="1368425"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3"/>
          <p:cNvPicPr>
            <a:picLocks noChangeAspect="1" noChangeArrowheads="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403350" y="2122488"/>
            <a:ext cx="2339975" cy="233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弧形 8"/>
          <p:cNvSpPr/>
          <p:nvPr/>
        </p:nvSpPr>
        <p:spPr bwMode="auto">
          <a:xfrm rot="1532309">
            <a:off x="3668713" y="2906713"/>
            <a:ext cx="431800" cy="412750"/>
          </a:xfrm>
          <a:prstGeom prst="arc">
            <a:avLst/>
          </a:prstGeom>
          <a:ln>
            <a:headEnd type="none" w="med" len="med"/>
            <a:tailEnd type="none" w="med" len="med"/>
          </a:ln>
        </p:spPr>
        <p:style>
          <a:lnRef idx="2">
            <a:schemeClr val="dk1"/>
          </a:lnRef>
          <a:fillRef idx="0">
            <a:schemeClr val="dk1"/>
          </a:fillRef>
          <a:effectRef idx="1">
            <a:schemeClr val="dk1"/>
          </a:effectRef>
          <a:fontRef idx="minor">
            <a:schemeClr val="tx1"/>
          </a:fontRef>
        </p:style>
        <p:txBody>
          <a:bodyPr wrap="none" anchor="ctr"/>
          <a:lstStyle/>
          <a:p>
            <a:pPr>
              <a:defRPr/>
            </a:pPr>
            <a:endParaRPr lang="zh-CN" altLang="en-US">
              <a:solidFill>
                <a:srgbClr val="575F6D"/>
              </a:solidFill>
              <a:latin typeface="微软雅黑" pitchFamily="34" charset="-122"/>
              <a:ea typeface="微软雅黑" pitchFamily="34" charset="-122"/>
            </a:endParaRPr>
          </a:p>
        </p:txBody>
      </p:sp>
      <p:sp>
        <p:nvSpPr>
          <p:cNvPr id="10" name="弧形 9"/>
          <p:cNvSpPr/>
          <p:nvPr/>
        </p:nvSpPr>
        <p:spPr bwMode="auto">
          <a:xfrm rot="1532309">
            <a:off x="3835400" y="2851150"/>
            <a:ext cx="431800" cy="414338"/>
          </a:xfrm>
          <a:prstGeom prst="arc">
            <a:avLst/>
          </a:prstGeom>
          <a:ln>
            <a:headEnd type="none" w="med" len="med"/>
            <a:tailEnd type="none" w="med" len="med"/>
          </a:ln>
        </p:spPr>
        <p:style>
          <a:lnRef idx="2">
            <a:schemeClr val="dk1"/>
          </a:lnRef>
          <a:fillRef idx="0">
            <a:schemeClr val="dk1"/>
          </a:fillRef>
          <a:effectRef idx="1">
            <a:schemeClr val="dk1"/>
          </a:effectRef>
          <a:fontRef idx="minor">
            <a:schemeClr val="tx1"/>
          </a:fontRef>
        </p:style>
        <p:txBody>
          <a:bodyPr wrap="none" anchor="ctr"/>
          <a:lstStyle/>
          <a:p>
            <a:pPr>
              <a:defRPr/>
            </a:pPr>
            <a:endParaRPr lang="zh-CN" altLang="en-US">
              <a:solidFill>
                <a:srgbClr val="575F6D"/>
              </a:solidFill>
              <a:latin typeface="微软雅黑" pitchFamily="34" charset="-122"/>
              <a:ea typeface="微软雅黑" pitchFamily="34" charset="-122"/>
            </a:endParaRPr>
          </a:p>
        </p:txBody>
      </p:sp>
      <p:sp>
        <p:nvSpPr>
          <p:cNvPr id="11" name="弧形 10"/>
          <p:cNvSpPr/>
          <p:nvPr/>
        </p:nvSpPr>
        <p:spPr bwMode="auto">
          <a:xfrm rot="1532309">
            <a:off x="3995738" y="2798763"/>
            <a:ext cx="431800" cy="414337"/>
          </a:xfrm>
          <a:prstGeom prst="arc">
            <a:avLst/>
          </a:prstGeom>
          <a:ln>
            <a:headEnd type="none" w="med" len="med"/>
            <a:tailEnd type="none" w="med" len="med"/>
          </a:ln>
        </p:spPr>
        <p:style>
          <a:lnRef idx="2">
            <a:schemeClr val="dk1"/>
          </a:lnRef>
          <a:fillRef idx="0">
            <a:schemeClr val="dk1"/>
          </a:fillRef>
          <a:effectRef idx="1">
            <a:schemeClr val="dk1"/>
          </a:effectRef>
          <a:fontRef idx="minor">
            <a:schemeClr val="tx1"/>
          </a:fontRef>
        </p:style>
        <p:txBody>
          <a:bodyPr wrap="none" anchor="ctr"/>
          <a:lstStyle/>
          <a:p>
            <a:pPr>
              <a:defRPr/>
            </a:pPr>
            <a:endParaRPr lang="zh-CN" altLang="en-US">
              <a:solidFill>
                <a:srgbClr val="575F6D"/>
              </a:solidFill>
              <a:latin typeface="微软雅黑" pitchFamily="34" charset="-122"/>
              <a:ea typeface="微软雅黑" pitchFamily="34" charset="-122"/>
            </a:endParaRPr>
          </a:p>
        </p:txBody>
      </p:sp>
      <p:sp>
        <p:nvSpPr>
          <p:cNvPr id="12" name="弧形 11"/>
          <p:cNvSpPr/>
          <p:nvPr/>
        </p:nvSpPr>
        <p:spPr bwMode="auto">
          <a:xfrm rot="1532309">
            <a:off x="5216525" y="2500313"/>
            <a:ext cx="431800" cy="414337"/>
          </a:xfrm>
          <a:prstGeom prst="arc">
            <a:avLst/>
          </a:prstGeom>
          <a:ln>
            <a:headEnd type="none" w="med" len="med"/>
            <a:tailEnd type="none" w="med" len="med"/>
          </a:ln>
        </p:spPr>
        <p:style>
          <a:lnRef idx="2">
            <a:schemeClr val="dk1"/>
          </a:lnRef>
          <a:fillRef idx="0">
            <a:schemeClr val="dk1"/>
          </a:fillRef>
          <a:effectRef idx="1">
            <a:schemeClr val="dk1"/>
          </a:effectRef>
          <a:fontRef idx="minor">
            <a:schemeClr val="tx1"/>
          </a:fontRef>
        </p:style>
        <p:txBody>
          <a:bodyPr wrap="none" anchor="ctr"/>
          <a:lstStyle/>
          <a:p>
            <a:pPr>
              <a:defRPr/>
            </a:pPr>
            <a:endParaRPr lang="zh-CN" altLang="en-US">
              <a:solidFill>
                <a:srgbClr val="575F6D"/>
              </a:solidFill>
              <a:latin typeface="微软雅黑" pitchFamily="34" charset="-122"/>
              <a:ea typeface="微软雅黑" pitchFamily="34" charset="-122"/>
            </a:endParaRPr>
          </a:p>
        </p:txBody>
      </p:sp>
      <p:sp>
        <p:nvSpPr>
          <p:cNvPr id="13" name="弧形 12"/>
          <p:cNvSpPr/>
          <p:nvPr/>
        </p:nvSpPr>
        <p:spPr bwMode="auto">
          <a:xfrm rot="1532309">
            <a:off x="5376863" y="2447925"/>
            <a:ext cx="431800" cy="414338"/>
          </a:xfrm>
          <a:prstGeom prst="arc">
            <a:avLst/>
          </a:prstGeom>
          <a:ln>
            <a:headEnd type="none" w="med" len="med"/>
            <a:tailEnd type="none" w="med" len="med"/>
          </a:ln>
        </p:spPr>
        <p:style>
          <a:lnRef idx="2">
            <a:schemeClr val="dk1"/>
          </a:lnRef>
          <a:fillRef idx="0">
            <a:schemeClr val="dk1"/>
          </a:fillRef>
          <a:effectRef idx="1">
            <a:schemeClr val="dk1"/>
          </a:effectRef>
          <a:fontRef idx="minor">
            <a:schemeClr val="tx1"/>
          </a:fontRef>
        </p:style>
        <p:txBody>
          <a:bodyPr wrap="none" anchor="ctr"/>
          <a:lstStyle/>
          <a:p>
            <a:pPr>
              <a:defRPr/>
            </a:pPr>
            <a:endParaRPr lang="zh-CN" altLang="en-US">
              <a:solidFill>
                <a:srgbClr val="575F6D"/>
              </a:solidFill>
              <a:latin typeface="微软雅黑" pitchFamily="34" charset="-122"/>
              <a:ea typeface="微软雅黑" pitchFamily="34" charset="-122"/>
            </a:endParaRPr>
          </a:p>
        </p:txBody>
      </p:sp>
      <p:sp>
        <p:nvSpPr>
          <p:cNvPr id="14" name="弧形 13"/>
          <p:cNvSpPr/>
          <p:nvPr/>
        </p:nvSpPr>
        <p:spPr bwMode="auto">
          <a:xfrm rot="1532309">
            <a:off x="5070475" y="2571750"/>
            <a:ext cx="431800" cy="414338"/>
          </a:xfrm>
          <a:prstGeom prst="arc">
            <a:avLst/>
          </a:prstGeom>
          <a:ln>
            <a:headEnd type="none" w="med" len="med"/>
            <a:tailEnd type="none" w="med" len="med"/>
          </a:ln>
        </p:spPr>
        <p:style>
          <a:lnRef idx="2">
            <a:schemeClr val="dk1"/>
          </a:lnRef>
          <a:fillRef idx="0">
            <a:schemeClr val="dk1"/>
          </a:fillRef>
          <a:effectRef idx="1">
            <a:schemeClr val="dk1"/>
          </a:effectRef>
          <a:fontRef idx="minor">
            <a:schemeClr val="tx1"/>
          </a:fontRef>
        </p:style>
        <p:txBody>
          <a:bodyPr wrap="none" anchor="ctr"/>
          <a:lstStyle/>
          <a:p>
            <a:pPr>
              <a:defRPr/>
            </a:pPr>
            <a:endParaRPr lang="zh-CN" altLang="en-US">
              <a:solidFill>
                <a:srgbClr val="575F6D"/>
              </a:solidFill>
              <a:latin typeface="微软雅黑" pitchFamily="34" charset="-122"/>
              <a:ea typeface="微软雅黑" pitchFamily="34" charset="-122"/>
            </a:endParaRPr>
          </a:p>
        </p:txBody>
      </p:sp>
      <p:sp>
        <p:nvSpPr>
          <p:cNvPr id="15" name="矩形 1"/>
          <p:cNvSpPr>
            <a:spLocks noChangeArrowheads="1"/>
          </p:cNvSpPr>
          <p:nvPr/>
        </p:nvSpPr>
        <p:spPr bwMode="auto">
          <a:xfrm>
            <a:off x="1619250" y="4402138"/>
            <a:ext cx="2601913"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a:lnSpc>
                <a:spcPct val="150000"/>
              </a:lnSpc>
            </a:pPr>
            <a:r>
              <a:rPr lang="en-US" altLang="zh-CN" sz="2400">
                <a:solidFill>
                  <a:schemeClr val="tx1"/>
                </a:solidFill>
                <a:latin typeface="微软雅黑" pitchFamily="34" charset="-122"/>
                <a:ea typeface="微软雅黑" pitchFamily="34" charset="-122"/>
              </a:rPr>
              <a:t>Ground Users</a:t>
            </a:r>
          </a:p>
        </p:txBody>
      </p:sp>
      <p:sp>
        <p:nvSpPr>
          <p:cNvPr id="16" name="矩形 1"/>
          <p:cNvSpPr>
            <a:spLocks noChangeArrowheads="1"/>
          </p:cNvSpPr>
          <p:nvPr/>
        </p:nvSpPr>
        <p:spPr bwMode="auto">
          <a:xfrm>
            <a:off x="3987800" y="3535363"/>
            <a:ext cx="260032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a:lnSpc>
                <a:spcPct val="150000"/>
              </a:lnSpc>
            </a:pPr>
            <a:r>
              <a:rPr lang="en-US" altLang="zh-CN" sz="2400">
                <a:solidFill>
                  <a:schemeClr val="tx1"/>
                </a:solidFill>
                <a:latin typeface="微软雅黑" pitchFamily="34" charset="-122"/>
                <a:ea typeface="微软雅黑" pitchFamily="34" charset="-122"/>
              </a:rPr>
              <a:t>Telecommand</a:t>
            </a:r>
          </a:p>
        </p:txBody>
      </p:sp>
      <p:sp>
        <p:nvSpPr>
          <p:cNvPr id="17" name="矩形 1"/>
          <p:cNvSpPr>
            <a:spLocks noChangeArrowheads="1"/>
          </p:cNvSpPr>
          <p:nvPr/>
        </p:nvSpPr>
        <p:spPr bwMode="auto">
          <a:xfrm>
            <a:off x="6183313" y="2811463"/>
            <a:ext cx="260191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a:lnSpc>
                <a:spcPct val="150000"/>
              </a:lnSpc>
            </a:pPr>
            <a:r>
              <a:rPr lang="en-US" altLang="zh-CN" sz="2400">
                <a:solidFill>
                  <a:schemeClr val="tx1"/>
                </a:solidFill>
                <a:latin typeface="微软雅黑" pitchFamily="34" charset="-122"/>
                <a:ea typeface="微软雅黑" pitchFamily="34" charset="-122"/>
              </a:rPr>
              <a:t>Satellite</a:t>
            </a:r>
          </a:p>
        </p:txBody>
      </p:sp>
      <p:cxnSp>
        <p:nvCxnSpPr>
          <p:cNvPr id="18" name="直接箭头连接符 21"/>
          <p:cNvCxnSpPr>
            <a:cxnSpLocks noChangeShapeType="1"/>
          </p:cNvCxnSpPr>
          <p:nvPr/>
        </p:nvCxnSpPr>
        <p:spPr bwMode="auto">
          <a:xfrm flipV="1">
            <a:off x="3851275" y="2122488"/>
            <a:ext cx="1789113" cy="655637"/>
          </a:xfrm>
          <a:prstGeom prst="straightConnector1">
            <a:avLst/>
          </a:prstGeom>
          <a:noFill/>
          <a:ln w="28575" algn="ctr">
            <a:solidFill>
              <a:srgbClr val="0070C0"/>
            </a:solidFill>
            <a:round/>
            <a:headEnd/>
            <a:tailEnd type="arrow" w="med" len="med"/>
          </a:ln>
          <a:extLst>
            <a:ext uri="{909E8E84-426E-40DD-AFC4-6F175D3DCCD1}">
              <a14:hiddenFill xmlns:a14="http://schemas.microsoft.com/office/drawing/2010/main">
                <a:noFill/>
              </a14:hiddenFill>
            </a:ext>
          </a:extLst>
        </p:spPr>
      </p:cxnSp>
      <p:sp>
        <p:nvSpPr>
          <p:cNvPr id="19" name="矩形 1"/>
          <p:cNvSpPr>
            <a:spLocks noChangeArrowheads="1"/>
          </p:cNvSpPr>
          <p:nvPr/>
        </p:nvSpPr>
        <p:spPr bwMode="auto">
          <a:xfrm>
            <a:off x="3033713" y="5373688"/>
            <a:ext cx="355441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a:lnSpc>
                <a:spcPct val="150000"/>
              </a:lnSpc>
            </a:pPr>
            <a:r>
              <a:rPr lang="en-US" altLang="zh-CN" sz="2400" dirty="0">
                <a:solidFill>
                  <a:srgbClr val="0099FF"/>
                </a:solidFill>
                <a:latin typeface="微软雅黑" pitchFamily="34" charset="-122"/>
                <a:ea typeface="微软雅黑" pitchFamily="34" charset="-122"/>
              </a:rPr>
              <a:t>Data rate: 2000 bps</a:t>
            </a:r>
          </a:p>
        </p:txBody>
      </p:sp>
    </p:spTree>
    <p:extLst>
      <p:ext uri="{BB962C8B-B14F-4D97-AF65-F5344CB8AC3E}">
        <p14:creationId xmlns:p14="http://schemas.microsoft.com/office/powerpoint/2010/main" val="208500387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3528" y="274638"/>
            <a:ext cx="8496944" cy="1082660"/>
          </a:xfrm>
        </p:spPr>
        <p:txBody>
          <a:bodyPr>
            <a:normAutofit fontScale="90000"/>
          </a:bodyPr>
          <a:lstStyle/>
          <a:p>
            <a:r>
              <a:rPr lang="en-US" altLang="zh-CN" dirty="0"/>
              <a:t>PART 3: </a:t>
            </a:r>
            <a:r>
              <a:rPr lang="en-US" altLang="zh-CN" dirty="0" err="1"/>
              <a:t>Telecommand</a:t>
            </a:r>
            <a:r>
              <a:rPr lang="en-US" altLang="zh-CN" dirty="0"/>
              <a:t> Management</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latin typeface="微软雅黑" pitchFamily="34" charset="-122"/>
                <a:ea typeface="微软雅黑" pitchFamily="34" charset="-122"/>
              </a:rPr>
              <a:t> </a:t>
            </a:r>
            <a:fld id="{E1EFCB46-C834-4067-A327-0EA79FD50686}" type="slidenum">
              <a:rPr lang="zh-CN" altLang="en-US" smtClean="0">
                <a:latin typeface="微软雅黑" pitchFamily="34" charset="-122"/>
                <a:ea typeface="微软雅黑" pitchFamily="34" charset="-122"/>
              </a:rPr>
              <a:pPr/>
              <a:t>27</a:t>
            </a:fld>
            <a:r>
              <a:rPr lang="zh-CN" altLang="en-US" smtClean="0">
                <a:latin typeface="微软雅黑" pitchFamily="34" charset="-122"/>
                <a:ea typeface="微软雅黑" pitchFamily="34" charset="-122"/>
              </a:rPr>
              <a:t> </a:t>
            </a:r>
            <a:endParaRPr lang="zh-CN" altLang="en-US" dirty="0">
              <a:latin typeface="微软雅黑" pitchFamily="34" charset="-122"/>
              <a:ea typeface="微软雅黑" pitchFamily="34" charset="-122"/>
            </a:endParaRPr>
          </a:p>
        </p:txBody>
      </p:sp>
      <p:sp>
        <p:nvSpPr>
          <p:cNvPr id="6" name="内容占位符 2"/>
          <p:cNvSpPr>
            <a:spLocks noGrp="1"/>
          </p:cNvSpPr>
          <p:nvPr>
            <p:ph idx="1"/>
          </p:nvPr>
        </p:nvSpPr>
        <p:spPr bwMode="auto">
          <a:xfrm>
            <a:off x="446088" y="1384301"/>
            <a:ext cx="8434387" cy="24047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pPr marL="0">
              <a:lnSpc>
                <a:spcPct val="150000"/>
              </a:lnSpc>
              <a:spcBef>
                <a:spcPts val="600"/>
              </a:spcBef>
              <a:spcAft>
                <a:spcPts val="600"/>
              </a:spcAft>
              <a:buFontTx/>
              <a:buNone/>
            </a:pPr>
            <a:r>
              <a:rPr lang="en-US" altLang="zh-CN" sz="1800" b="0" dirty="0" err="1" smtClean="0">
                <a:solidFill>
                  <a:schemeClr val="tx1"/>
                </a:solidFill>
              </a:rPr>
              <a:t>Telecommand</a:t>
            </a:r>
            <a:r>
              <a:rPr lang="en-US" altLang="zh-CN" sz="1800" b="0" dirty="0" smtClean="0">
                <a:solidFill>
                  <a:schemeClr val="tx1"/>
                </a:solidFill>
              </a:rPr>
              <a:t>(</a:t>
            </a:r>
            <a:r>
              <a:rPr lang="en-US" altLang="zh-CN" sz="1800" b="0" dirty="0" smtClean="0">
                <a:solidFill>
                  <a:srgbClr val="2577DB"/>
                </a:solidFill>
              </a:rPr>
              <a:t>TC</a:t>
            </a:r>
            <a:r>
              <a:rPr lang="en-US" altLang="zh-CN" sz="1800" b="0" dirty="0" smtClean="0">
                <a:solidFill>
                  <a:schemeClr val="tx1"/>
                </a:solidFill>
              </a:rPr>
              <a:t>) is the only way to control the satellite from GS. In </a:t>
            </a:r>
            <a:r>
              <a:rPr lang="en-US" altLang="zh-CN" sz="1800" b="0" dirty="0" smtClean="0">
                <a:solidFill>
                  <a:schemeClr val="tx1"/>
                </a:solidFill>
                <a:cs typeface="Times New Roman" pitchFamily="18" charset="0"/>
              </a:rPr>
              <a:t>ETRSS-1 OBDH subsystem, the function of TC is fulfilled by Transponder and OBC. </a:t>
            </a:r>
            <a:r>
              <a:rPr lang="en-US" altLang="zh-CN" sz="1800" b="0" kern="0" dirty="0" smtClean="0">
                <a:solidFill>
                  <a:srgbClr val="000000"/>
                </a:solidFill>
                <a:cs typeface="Times New Roman" pitchFamily="18" charset="0"/>
              </a:rPr>
              <a:t>From </a:t>
            </a:r>
            <a:r>
              <a:rPr lang="en-US" altLang="zh-CN" sz="1800" b="0" kern="0" dirty="0">
                <a:solidFill>
                  <a:srgbClr val="000000"/>
                </a:solidFill>
                <a:cs typeface="Times New Roman" pitchFamily="18" charset="0"/>
              </a:rPr>
              <a:t>the aspect of the way of execution, TC can be classified as direct TC and data block</a:t>
            </a:r>
            <a:r>
              <a:rPr lang="en-US" altLang="zh-CN" sz="1800" b="0" kern="0" dirty="0" smtClean="0">
                <a:solidFill>
                  <a:srgbClr val="000000"/>
                </a:solidFill>
                <a:cs typeface="Times New Roman" pitchFamily="18" charset="0"/>
              </a:rPr>
              <a:t>.</a:t>
            </a:r>
          </a:p>
          <a:p>
            <a:pPr marL="0">
              <a:lnSpc>
                <a:spcPct val="150000"/>
              </a:lnSpc>
              <a:spcBef>
                <a:spcPts val="600"/>
              </a:spcBef>
              <a:spcAft>
                <a:spcPts val="600"/>
              </a:spcAft>
              <a:buFontTx/>
              <a:buNone/>
            </a:pPr>
            <a:endParaRPr lang="en-US" altLang="zh-CN" sz="1800" b="0" kern="0" dirty="0">
              <a:solidFill>
                <a:srgbClr val="000000"/>
              </a:solidFill>
              <a:cs typeface="Times New Roman" pitchFamily="18" charset="0"/>
            </a:endParaRPr>
          </a:p>
          <a:p>
            <a:pPr marL="0">
              <a:lnSpc>
                <a:spcPct val="150000"/>
              </a:lnSpc>
              <a:spcBef>
                <a:spcPts val="600"/>
              </a:spcBef>
              <a:spcAft>
                <a:spcPts val="600"/>
              </a:spcAft>
              <a:buFontTx/>
              <a:buNone/>
            </a:pPr>
            <a:endParaRPr lang="en-US" altLang="zh-CN" sz="1800" b="0" kern="0" dirty="0" smtClean="0">
              <a:solidFill>
                <a:srgbClr val="000000"/>
              </a:solidFill>
              <a:cs typeface="Times New Roman" pitchFamily="18" charset="0"/>
            </a:endParaRPr>
          </a:p>
          <a:p>
            <a:pPr marL="0">
              <a:lnSpc>
                <a:spcPct val="150000"/>
              </a:lnSpc>
              <a:spcBef>
                <a:spcPts val="600"/>
              </a:spcBef>
              <a:spcAft>
                <a:spcPts val="600"/>
              </a:spcAft>
              <a:buFontTx/>
              <a:buNone/>
            </a:pPr>
            <a:endParaRPr lang="en-US" altLang="zh-CN" sz="1800" b="0" kern="0" dirty="0">
              <a:solidFill>
                <a:srgbClr val="000000"/>
              </a:solidFill>
              <a:cs typeface="Times New Roman" pitchFamily="18" charset="0"/>
            </a:endParaRPr>
          </a:p>
          <a:p>
            <a:pPr marL="0">
              <a:lnSpc>
                <a:spcPct val="150000"/>
              </a:lnSpc>
              <a:spcBef>
                <a:spcPts val="600"/>
              </a:spcBef>
              <a:spcAft>
                <a:spcPts val="600"/>
              </a:spcAft>
              <a:buFontTx/>
              <a:buNone/>
            </a:pPr>
            <a:endParaRPr lang="en-US" altLang="zh-CN" sz="2000" dirty="0" smtClean="0">
              <a:solidFill>
                <a:schemeClr val="tx1"/>
              </a:solidFill>
              <a:cs typeface="Times New Roman" pitchFamily="18" charset="0"/>
            </a:endParaRPr>
          </a:p>
        </p:txBody>
      </p:sp>
      <p:graphicFrame>
        <p:nvGraphicFramePr>
          <p:cNvPr id="7" name="表格 6"/>
          <p:cNvGraphicFramePr>
            <a:graphicFrameLocks noGrp="1"/>
          </p:cNvGraphicFramePr>
          <p:nvPr>
            <p:extLst>
              <p:ext uri="{D42A27DB-BD31-4B8C-83A1-F6EECF244321}">
                <p14:modId xmlns:p14="http://schemas.microsoft.com/office/powerpoint/2010/main" val="2414237885"/>
              </p:ext>
            </p:extLst>
          </p:nvPr>
        </p:nvGraphicFramePr>
        <p:xfrm>
          <a:off x="539552" y="3212976"/>
          <a:ext cx="8215314" cy="2938790"/>
        </p:xfrm>
        <a:graphic>
          <a:graphicData uri="http://schemas.openxmlformats.org/drawingml/2006/table">
            <a:tbl>
              <a:tblPr/>
              <a:tblGrid>
                <a:gridCol w="1440160"/>
                <a:gridCol w="6775154"/>
              </a:tblGrid>
              <a:tr h="304854">
                <a:tc>
                  <a:txBody>
                    <a:bodyPr/>
                    <a:lstStyle>
                      <a:lvl1pPr marL="0" algn="l" defTabSz="914400" rtl="0" eaLnBrk="1" latinLnBrk="0" hangingPunct="1">
                        <a:defRPr sz="1800" kern="1200">
                          <a:solidFill>
                            <a:schemeClr val="tx1"/>
                          </a:solidFill>
                          <a:latin typeface="Arial"/>
                          <a:ea typeface="宋体"/>
                        </a:defRPr>
                      </a:lvl1pPr>
                      <a:lvl2pPr marL="457200" algn="l" defTabSz="914400" rtl="0" eaLnBrk="1" latinLnBrk="0" hangingPunct="1">
                        <a:defRPr sz="1800" kern="1200">
                          <a:solidFill>
                            <a:schemeClr val="tx1"/>
                          </a:solidFill>
                          <a:latin typeface="Arial"/>
                          <a:ea typeface="宋体"/>
                        </a:defRPr>
                      </a:lvl2pPr>
                      <a:lvl3pPr marL="914400" algn="l" defTabSz="914400" rtl="0" eaLnBrk="1" latinLnBrk="0" hangingPunct="1">
                        <a:defRPr sz="1800" kern="1200">
                          <a:solidFill>
                            <a:schemeClr val="tx1"/>
                          </a:solidFill>
                          <a:latin typeface="Arial"/>
                          <a:ea typeface="宋体"/>
                        </a:defRPr>
                      </a:lvl3pPr>
                      <a:lvl4pPr marL="1371600" algn="l" defTabSz="914400" rtl="0" eaLnBrk="1" latinLnBrk="0" hangingPunct="1">
                        <a:defRPr sz="1800" kern="1200">
                          <a:solidFill>
                            <a:schemeClr val="tx1"/>
                          </a:solidFill>
                          <a:latin typeface="Arial"/>
                          <a:ea typeface="宋体"/>
                        </a:defRPr>
                      </a:lvl4pPr>
                      <a:lvl5pPr marL="1828800" algn="l" defTabSz="914400" rtl="0" eaLnBrk="1" latinLnBrk="0" hangingPunct="1">
                        <a:defRPr sz="1800" kern="1200">
                          <a:solidFill>
                            <a:schemeClr val="tx1"/>
                          </a:solidFill>
                          <a:latin typeface="Arial"/>
                          <a:ea typeface="宋体"/>
                        </a:defRPr>
                      </a:lvl5pPr>
                      <a:lvl6pPr marL="2286000" algn="l" defTabSz="914400" rtl="0" eaLnBrk="1" latinLnBrk="0" hangingPunct="1">
                        <a:defRPr sz="1800" kern="1200">
                          <a:solidFill>
                            <a:schemeClr val="tx1"/>
                          </a:solidFill>
                          <a:latin typeface="Arial"/>
                          <a:ea typeface="宋体"/>
                        </a:defRPr>
                      </a:lvl6pPr>
                      <a:lvl7pPr marL="2743200" algn="l" defTabSz="914400" rtl="0" eaLnBrk="1" latinLnBrk="0" hangingPunct="1">
                        <a:defRPr sz="1800" kern="1200">
                          <a:solidFill>
                            <a:schemeClr val="tx1"/>
                          </a:solidFill>
                          <a:latin typeface="Arial"/>
                          <a:ea typeface="宋体"/>
                        </a:defRPr>
                      </a:lvl7pPr>
                      <a:lvl8pPr marL="3200400" algn="l" defTabSz="914400" rtl="0" eaLnBrk="1" latinLnBrk="0" hangingPunct="1">
                        <a:defRPr sz="1800" kern="1200">
                          <a:solidFill>
                            <a:schemeClr val="tx1"/>
                          </a:solidFill>
                          <a:latin typeface="Arial"/>
                          <a:ea typeface="宋体"/>
                        </a:defRPr>
                      </a:lvl8pPr>
                      <a:lvl9pPr marL="3657600" algn="l" defTabSz="914400" rtl="0" eaLnBrk="1" latinLnBrk="0" hangingPunct="1">
                        <a:defRPr sz="1800" kern="1200">
                          <a:solidFill>
                            <a:schemeClr val="tx1"/>
                          </a:solidFill>
                          <a:latin typeface="Arial"/>
                          <a:ea typeface="宋体"/>
                        </a:defRPr>
                      </a:lvl9pPr>
                    </a:lstStyle>
                    <a:p>
                      <a:pPr algn="ctr">
                        <a:spcAft>
                          <a:spcPts val="0"/>
                        </a:spcAft>
                      </a:pPr>
                      <a:r>
                        <a:rPr lang="en-US" sz="2000" b="1" kern="100" cap="all" dirty="0">
                          <a:latin typeface="Times New Roman"/>
                          <a:ea typeface="宋体"/>
                        </a:rPr>
                        <a:t>TYPES</a:t>
                      </a:r>
                      <a:endParaRPr lang="zh-CN" sz="2000" kern="100" dirty="0">
                        <a:latin typeface="Times New Roman"/>
                        <a:ea typeface="宋体"/>
                      </a:endParaRPr>
                    </a:p>
                  </a:txBody>
                  <a:tcPr marL="57186" marR="571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ea typeface="宋体"/>
                        </a:defRPr>
                      </a:lvl1pPr>
                      <a:lvl2pPr marL="457200" algn="l" defTabSz="914400" rtl="0" eaLnBrk="1" latinLnBrk="0" hangingPunct="1">
                        <a:defRPr sz="1800" kern="1200">
                          <a:solidFill>
                            <a:schemeClr val="tx1"/>
                          </a:solidFill>
                          <a:latin typeface="Arial"/>
                          <a:ea typeface="宋体"/>
                        </a:defRPr>
                      </a:lvl2pPr>
                      <a:lvl3pPr marL="914400" algn="l" defTabSz="914400" rtl="0" eaLnBrk="1" latinLnBrk="0" hangingPunct="1">
                        <a:defRPr sz="1800" kern="1200">
                          <a:solidFill>
                            <a:schemeClr val="tx1"/>
                          </a:solidFill>
                          <a:latin typeface="Arial"/>
                          <a:ea typeface="宋体"/>
                        </a:defRPr>
                      </a:lvl3pPr>
                      <a:lvl4pPr marL="1371600" algn="l" defTabSz="914400" rtl="0" eaLnBrk="1" latinLnBrk="0" hangingPunct="1">
                        <a:defRPr sz="1800" kern="1200">
                          <a:solidFill>
                            <a:schemeClr val="tx1"/>
                          </a:solidFill>
                          <a:latin typeface="Arial"/>
                          <a:ea typeface="宋体"/>
                        </a:defRPr>
                      </a:lvl4pPr>
                      <a:lvl5pPr marL="1828800" algn="l" defTabSz="914400" rtl="0" eaLnBrk="1" latinLnBrk="0" hangingPunct="1">
                        <a:defRPr sz="1800" kern="1200">
                          <a:solidFill>
                            <a:schemeClr val="tx1"/>
                          </a:solidFill>
                          <a:latin typeface="Arial"/>
                          <a:ea typeface="宋体"/>
                        </a:defRPr>
                      </a:lvl5pPr>
                      <a:lvl6pPr marL="2286000" algn="l" defTabSz="914400" rtl="0" eaLnBrk="1" latinLnBrk="0" hangingPunct="1">
                        <a:defRPr sz="1800" kern="1200">
                          <a:solidFill>
                            <a:schemeClr val="tx1"/>
                          </a:solidFill>
                          <a:latin typeface="Arial"/>
                          <a:ea typeface="宋体"/>
                        </a:defRPr>
                      </a:lvl6pPr>
                      <a:lvl7pPr marL="2743200" algn="l" defTabSz="914400" rtl="0" eaLnBrk="1" latinLnBrk="0" hangingPunct="1">
                        <a:defRPr sz="1800" kern="1200">
                          <a:solidFill>
                            <a:schemeClr val="tx1"/>
                          </a:solidFill>
                          <a:latin typeface="Arial"/>
                          <a:ea typeface="宋体"/>
                        </a:defRPr>
                      </a:lvl7pPr>
                      <a:lvl8pPr marL="3200400" algn="l" defTabSz="914400" rtl="0" eaLnBrk="1" latinLnBrk="0" hangingPunct="1">
                        <a:defRPr sz="1800" kern="1200">
                          <a:solidFill>
                            <a:schemeClr val="tx1"/>
                          </a:solidFill>
                          <a:latin typeface="Arial"/>
                          <a:ea typeface="宋体"/>
                        </a:defRPr>
                      </a:lvl8pPr>
                      <a:lvl9pPr marL="3657600" algn="l" defTabSz="914400" rtl="0" eaLnBrk="1" latinLnBrk="0" hangingPunct="1">
                        <a:defRPr sz="1800" kern="1200">
                          <a:solidFill>
                            <a:schemeClr val="tx1"/>
                          </a:solidFill>
                          <a:latin typeface="Arial"/>
                          <a:ea typeface="宋体"/>
                        </a:defRPr>
                      </a:lvl9pPr>
                    </a:lstStyle>
                    <a:p>
                      <a:pPr algn="ctr">
                        <a:spcAft>
                          <a:spcPts val="0"/>
                        </a:spcAft>
                      </a:pPr>
                      <a:r>
                        <a:rPr lang="en-US" sz="2000" b="1" kern="100" cap="all">
                          <a:latin typeface="Times New Roman"/>
                          <a:ea typeface="宋体"/>
                        </a:rPr>
                        <a:t>DESCRIPTIONS</a:t>
                      </a:r>
                      <a:endParaRPr lang="zh-CN" sz="2000" kern="100">
                        <a:latin typeface="Times New Roman"/>
                        <a:ea typeface="宋体"/>
                      </a:endParaRPr>
                    </a:p>
                  </a:txBody>
                  <a:tcPr marL="57186" marR="571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r>
              <a:tr h="658484">
                <a:tc>
                  <a:txBody>
                    <a:bodyPr/>
                    <a:lstStyle>
                      <a:lvl1pPr marL="0" algn="l" defTabSz="914400" rtl="0" eaLnBrk="1" latinLnBrk="0" hangingPunct="1">
                        <a:defRPr sz="1800" kern="1200">
                          <a:solidFill>
                            <a:schemeClr val="tx1"/>
                          </a:solidFill>
                          <a:latin typeface="Arial"/>
                          <a:ea typeface="宋体"/>
                        </a:defRPr>
                      </a:lvl1pPr>
                      <a:lvl2pPr marL="457200" algn="l" defTabSz="914400" rtl="0" eaLnBrk="1" latinLnBrk="0" hangingPunct="1">
                        <a:defRPr sz="1800" kern="1200">
                          <a:solidFill>
                            <a:schemeClr val="tx1"/>
                          </a:solidFill>
                          <a:latin typeface="Arial"/>
                          <a:ea typeface="宋体"/>
                        </a:defRPr>
                      </a:lvl2pPr>
                      <a:lvl3pPr marL="914400" algn="l" defTabSz="914400" rtl="0" eaLnBrk="1" latinLnBrk="0" hangingPunct="1">
                        <a:defRPr sz="1800" kern="1200">
                          <a:solidFill>
                            <a:schemeClr val="tx1"/>
                          </a:solidFill>
                          <a:latin typeface="Arial"/>
                          <a:ea typeface="宋体"/>
                        </a:defRPr>
                      </a:lvl3pPr>
                      <a:lvl4pPr marL="1371600" algn="l" defTabSz="914400" rtl="0" eaLnBrk="1" latinLnBrk="0" hangingPunct="1">
                        <a:defRPr sz="1800" kern="1200">
                          <a:solidFill>
                            <a:schemeClr val="tx1"/>
                          </a:solidFill>
                          <a:latin typeface="Arial"/>
                          <a:ea typeface="宋体"/>
                        </a:defRPr>
                      </a:lvl4pPr>
                      <a:lvl5pPr marL="1828800" algn="l" defTabSz="914400" rtl="0" eaLnBrk="1" latinLnBrk="0" hangingPunct="1">
                        <a:defRPr sz="1800" kern="1200">
                          <a:solidFill>
                            <a:schemeClr val="tx1"/>
                          </a:solidFill>
                          <a:latin typeface="Arial"/>
                          <a:ea typeface="宋体"/>
                        </a:defRPr>
                      </a:lvl5pPr>
                      <a:lvl6pPr marL="2286000" algn="l" defTabSz="914400" rtl="0" eaLnBrk="1" latinLnBrk="0" hangingPunct="1">
                        <a:defRPr sz="1800" kern="1200">
                          <a:solidFill>
                            <a:schemeClr val="tx1"/>
                          </a:solidFill>
                          <a:latin typeface="Arial"/>
                          <a:ea typeface="宋体"/>
                        </a:defRPr>
                      </a:lvl6pPr>
                      <a:lvl7pPr marL="2743200" algn="l" defTabSz="914400" rtl="0" eaLnBrk="1" latinLnBrk="0" hangingPunct="1">
                        <a:defRPr sz="1800" kern="1200">
                          <a:solidFill>
                            <a:schemeClr val="tx1"/>
                          </a:solidFill>
                          <a:latin typeface="Arial"/>
                          <a:ea typeface="宋体"/>
                        </a:defRPr>
                      </a:lvl7pPr>
                      <a:lvl8pPr marL="3200400" algn="l" defTabSz="914400" rtl="0" eaLnBrk="1" latinLnBrk="0" hangingPunct="1">
                        <a:defRPr sz="1800" kern="1200">
                          <a:solidFill>
                            <a:schemeClr val="tx1"/>
                          </a:solidFill>
                          <a:latin typeface="Arial"/>
                          <a:ea typeface="宋体"/>
                        </a:defRPr>
                      </a:lvl8pPr>
                      <a:lvl9pPr marL="3657600" algn="l" defTabSz="914400" rtl="0" eaLnBrk="1" latinLnBrk="0" hangingPunct="1">
                        <a:defRPr sz="1800" kern="1200">
                          <a:solidFill>
                            <a:schemeClr val="tx1"/>
                          </a:solidFill>
                          <a:latin typeface="Arial"/>
                          <a:ea typeface="宋体"/>
                        </a:defRPr>
                      </a:lvl9pPr>
                    </a:lstStyle>
                    <a:p>
                      <a:pPr algn="just">
                        <a:lnSpc>
                          <a:spcPct val="135000"/>
                        </a:lnSpc>
                        <a:spcAft>
                          <a:spcPts val="0"/>
                        </a:spcAft>
                      </a:pPr>
                      <a:r>
                        <a:rPr lang="en-US" sz="1600" kern="100" dirty="0">
                          <a:latin typeface="Times New Roman"/>
                          <a:ea typeface="宋体"/>
                        </a:rPr>
                        <a:t>Direct TC</a:t>
                      </a:r>
                      <a:endParaRPr lang="zh-CN" sz="1600" kern="100" dirty="0">
                        <a:latin typeface="Times New Roman"/>
                        <a:ea typeface="宋体"/>
                      </a:endParaRPr>
                    </a:p>
                  </a:txBody>
                  <a:tcPr marL="57186" marR="571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ea typeface="宋体"/>
                        </a:defRPr>
                      </a:lvl1pPr>
                      <a:lvl2pPr marL="457200" algn="l" defTabSz="914400" rtl="0" eaLnBrk="1" latinLnBrk="0" hangingPunct="1">
                        <a:defRPr sz="1800" kern="1200">
                          <a:solidFill>
                            <a:schemeClr val="tx1"/>
                          </a:solidFill>
                          <a:latin typeface="Arial"/>
                          <a:ea typeface="宋体"/>
                        </a:defRPr>
                      </a:lvl2pPr>
                      <a:lvl3pPr marL="914400" algn="l" defTabSz="914400" rtl="0" eaLnBrk="1" latinLnBrk="0" hangingPunct="1">
                        <a:defRPr sz="1800" kern="1200">
                          <a:solidFill>
                            <a:schemeClr val="tx1"/>
                          </a:solidFill>
                          <a:latin typeface="Arial"/>
                          <a:ea typeface="宋体"/>
                        </a:defRPr>
                      </a:lvl3pPr>
                      <a:lvl4pPr marL="1371600" algn="l" defTabSz="914400" rtl="0" eaLnBrk="1" latinLnBrk="0" hangingPunct="1">
                        <a:defRPr sz="1800" kern="1200">
                          <a:solidFill>
                            <a:schemeClr val="tx1"/>
                          </a:solidFill>
                          <a:latin typeface="Arial"/>
                          <a:ea typeface="宋体"/>
                        </a:defRPr>
                      </a:lvl4pPr>
                      <a:lvl5pPr marL="1828800" algn="l" defTabSz="914400" rtl="0" eaLnBrk="1" latinLnBrk="0" hangingPunct="1">
                        <a:defRPr sz="1800" kern="1200">
                          <a:solidFill>
                            <a:schemeClr val="tx1"/>
                          </a:solidFill>
                          <a:latin typeface="Arial"/>
                          <a:ea typeface="宋体"/>
                        </a:defRPr>
                      </a:lvl5pPr>
                      <a:lvl6pPr marL="2286000" algn="l" defTabSz="914400" rtl="0" eaLnBrk="1" latinLnBrk="0" hangingPunct="1">
                        <a:defRPr sz="1800" kern="1200">
                          <a:solidFill>
                            <a:schemeClr val="tx1"/>
                          </a:solidFill>
                          <a:latin typeface="Arial"/>
                          <a:ea typeface="宋体"/>
                        </a:defRPr>
                      </a:lvl6pPr>
                      <a:lvl7pPr marL="2743200" algn="l" defTabSz="914400" rtl="0" eaLnBrk="1" latinLnBrk="0" hangingPunct="1">
                        <a:defRPr sz="1800" kern="1200">
                          <a:solidFill>
                            <a:schemeClr val="tx1"/>
                          </a:solidFill>
                          <a:latin typeface="Arial"/>
                          <a:ea typeface="宋体"/>
                        </a:defRPr>
                      </a:lvl7pPr>
                      <a:lvl8pPr marL="3200400" algn="l" defTabSz="914400" rtl="0" eaLnBrk="1" latinLnBrk="0" hangingPunct="1">
                        <a:defRPr sz="1800" kern="1200">
                          <a:solidFill>
                            <a:schemeClr val="tx1"/>
                          </a:solidFill>
                          <a:latin typeface="Arial"/>
                          <a:ea typeface="宋体"/>
                        </a:defRPr>
                      </a:lvl8pPr>
                      <a:lvl9pPr marL="3657600" algn="l" defTabSz="914400" rtl="0" eaLnBrk="1" latinLnBrk="0" hangingPunct="1">
                        <a:defRPr sz="1800" kern="1200">
                          <a:solidFill>
                            <a:schemeClr val="tx1"/>
                          </a:solidFill>
                          <a:latin typeface="Arial"/>
                          <a:ea typeface="宋体"/>
                        </a:defRPr>
                      </a:lvl9pPr>
                    </a:lstStyle>
                    <a:p>
                      <a:pPr marL="0" marR="0" indent="0" algn="just" defTabSz="914400" rtl="0" eaLnBrk="1" fontAlgn="auto" latinLnBrk="0" hangingPunct="1">
                        <a:lnSpc>
                          <a:spcPct val="135000"/>
                        </a:lnSpc>
                        <a:spcBef>
                          <a:spcPts val="0"/>
                        </a:spcBef>
                        <a:spcAft>
                          <a:spcPts val="0"/>
                        </a:spcAft>
                        <a:buClrTx/>
                        <a:buSzTx/>
                        <a:buFontTx/>
                        <a:buNone/>
                        <a:tabLst/>
                        <a:defRPr/>
                      </a:pPr>
                      <a:r>
                        <a:rPr lang="en-US" sz="1600" kern="100" dirty="0" smtClean="0">
                          <a:latin typeface="Times New Roman"/>
                          <a:ea typeface="+mn-ea"/>
                          <a:cs typeface="Times New Roman" pitchFamily="18" charset="0"/>
                        </a:rPr>
                        <a:t>R</a:t>
                      </a:r>
                      <a:r>
                        <a:rPr lang="en-US" sz="1600" kern="100" dirty="0" smtClean="0">
                          <a:latin typeface="Times New Roman" pitchFamily="18" charset="0"/>
                          <a:ea typeface="宋体"/>
                          <a:cs typeface="Times New Roman" pitchFamily="18" charset="0"/>
                        </a:rPr>
                        <a:t>eceived and decoded</a:t>
                      </a:r>
                      <a:r>
                        <a:rPr lang="en-US" sz="1600" kern="100" baseline="0" dirty="0" smtClean="0">
                          <a:latin typeface="Times New Roman" pitchFamily="18" charset="0"/>
                          <a:ea typeface="+mn-ea"/>
                          <a:cs typeface="Times New Roman" pitchFamily="18" charset="0"/>
                        </a:rPr>
                        <a:t> by Transponder, and </a:t>
                      </a:r>
                      <a:r>
                        <a:rPr lang="en-US" altLang="zh-CN" sz="1600" kern="100" baseline="0" dirty="0" smtClean="0">
                          <a:latin typeface="Times New Roman" pitchFamily="18" charset="0"/>
                          <a:ea typeface="+mn-ea"/>
                          <a:cs typeface="Times New Roman" pitchFamily="18" charset="0"/>
                        </a:rPr>
                        <a:t>Transponder</a:t>
                      </a:r>
                      <a:r>
                        <a:rPr lang="en-US" sz="1600" kern="100" baseline="0" dirty="0" smtClean="0">
                          <a:latin typeface="Times New Roman" pitchFamily="18" charset="0"/>
                          <a:ea typeface="+mn-ea"/>
                          <a:cs typeface="Times New Roman" pitchFamily="18" charset="0"/>
                        </a:rPr>
                        <a:t> will </a:t>
                      </a:r>
                      <a:r>
                        <a:rPr lang="en-US" sz="1600" kern="100" baseline="0" dirty="0" smtClean="0">
                          <a:latin typeface="Times New Roman" pitchFamily="18" charset="0"/>
                          <a:ea typeface="宋体"/>
                          <a:cs typeface="Times New Roman" pitchFamily="18" charset="0"/>
                        </a:rPr>
                        <a:t>execute the TC </a:t>
                      </a:r>
                      <a:r>
                        <a:rPr lang="en-US" sz="1600" kern="100" baseline="0" dirty="0" smtClean="0">
                          <a:latin typeface="Times New Roman" pitchFamily="18" charset="0"/>
                          <a:ea typeface="+mn-ea"/>
                          <a:cs typeface="Times New Roman" pitchFamily="18" charset="0"/>
                        </a:rPr>
                        <a:t>in</a:t>
                      </a:r>
                      <a:r>
                        <a:rPr lang="en-US" altLang="zh-CN" sz="1600" dirty="0" smtClean="0">
                          <a:solidFill>
                            <a:schemeClr val="tx1"/>
                          </a:solidFill>
                          <a:latin typeface="Times New Roman" pitchFamily="18" charset="0"/>
                          <a:cs typeface="Times New Roman" pitchFamily="18" charset="0"/>
                        </a:rPr>
                        <a:t> the way of OC</a:t>
                      </a:r>
                      <a:r>
                        <a:rPr lang="en-US" altLang="zh-CN" sz="1600" baseline="0" dirty="0" smtClean="0">
                          <a:solidFill>
                            <a:schemeClr val="tx1"/>
                          </a:solidFill>
                          <a:latin typeface="Times New Roman" pitchFamily="18" charset="0"/>
                          <a:cs typeface="Times New Roman" pitchFamily="18" charset="0"/>
                        </a:rPr>
                        <a:t>, 8 commands(8 wires).</a:t>
                      </a:r>
                      <a:endParaRPr lang="zh-CN" sz="1600" kern="100" dirty="0">
                        <a:latin typeface="Times New Roman" pitchFamily="18" charset="0"/>
                        <a:ea typeface="宋体"/>
                        <a:cs typeface="Times New Roman" pitchFamily="18" charset="0"/>
                      </a:endParaRPr>
                    </a:p>
                  </a:txBody>
                  <a:tcPr marL="57186" marR="571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r>
              <a:tr h="658484">
                <a:tc>
                  <a:txBody>
                    <a:bodyPr/>
                    <a:lstStyle/>
                    <a:p>
                      <a:pPr algn="just">
                        <a:lnSpc>
                          <a:spcPct val="135000"/>
                        </a:lnSpc>
                        <a:spcAft>
                          <a:spcPts val="0"/>
                        </a:spcAft>
                      </a:pPr>
                      <a:r>
                        <a:rPr lang="en-US" altLang="zh-CN" sz="1600" kern="100" dirty="0" smtClean="0">
                          <a:solidFill>
                            <a:schemeClr val="tx1"/>
                          </a:solidFill>
                          <a:latin typeface="Times New Roman"/>
                          <a:ea typeface="宋体"/>
                          <a:cs typeface="+mn-cs"/>
                        </a:rPr>
                        <a:t>Indirect OC command</a:t>
                      </a:r>
                      <a:endParaRPr lang="zh-CN" sz="1600" kern="100" dirty="0">
                        <a:solidFill>
                          <a:schemeClr val="tx1"/>
                        </a:solidFill>
                        <a:latin typeface="Times New Roman"/>
                        <a:ea typeface="宋体"/>
                        <a:cs typeface="+mn-cs"/>
                      </a:endParaRPr>
                    </a:p>
                  </a:txBody>
                  <a:tcPr marL="57186" marR="571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lnSpc>
                          <a:spcPct val="135000"/>
                        </a:lnSpc>
                        <a:spcAft>
                          <a:spcPts val="0"/>
                        </a:spcAft>
                      </a:pPr>
                      <a:r>
                        <a:rPr lang="en-US" sz="1600" kern="1200" baseline="0" dirty="0">
                          <a:solidFill>
                            <a:schemeClr val="tx1"/>
                          </a:solidFill>
                          <a:latin typeface="Times New Roman" pitchFamily="18" charset="0"/>
                          <a:ea typeface="+mn-ea"/>
                          <a:cs typeface="Times New Roman" pitchFamily="18" charset="0"/>
                        </a:rPr>
                        <a:t>generated  by OBC, transponder A/B or PCU, each Direct command uses one line, good reliability</a:t>
                      </a:r>
                      <a:endParaRPr lang="zh-CN" sz="1600" kern="1200" baseline="0" dirty="0">
                        <a:solidFill>
                          <a:schemeClr val="tx1"/>
                        </a:solidFill>
                        <a:latin typeface="Times New Roman" pitchFamily="18" charset="0"/>
                        <a:ea typeface="+mn-ea"/>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r>
              <a:tr h="658484">
                <a:tc>
                  <a:txBody>
                    <a:bodyPr/>
                    <a:lstStyle/>
                    <a:p>
                      <a:pPr algn="just">
                        <a:lnSpc>
                          <a:spcPct val="135000"/>
                        </a:lnSpc>
                        <a:spcAft>
                          <a:spcPts val="0"/>
                        </a:spcAft>
                      </a:pPr>
                      <a:r>
                        <a:rPr lang="en-US" altLang="zh-CN" sz="1600" kern="100" dirty="0" smtClean="0">
                          <a:solidFill>
                            <a:schemeClr val="tx1"/>
                          </a:solidFill>
                          <a:latin typeface="Times New Roman"/>
                          <a:ea typeface="宋体"/>
                          <a:cs typeface="+mn-cs"/>
                        </a:rPr>
                        <a:t>Indirect data command</a:t>
                      </a:r>
                      <a:endParaRPr lang="zh-CN" sz="1600" kern="100" dirty="0">
                        <a:solidFill>
                          <a:schemeClr val="tx1"/>
                        </a:solidFill>
                        <a:latin typeface="Times New Roman"/>
                        <a:ea typeface="宋体"/>
                        <a:cs typeface="+mn-cs"/>
                      </a:endParaRPr>
                    </a:p>
                  </a:txBody>
                  <a:tcPr marL="57186" marR="571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lnSpc>
                          <a:spcPct val="135000"/>
                        </a:lnSpc>
                        <a:spcAft>
                          <a:spcPts val="0"/>
                        </a:spcAft>
                      </a:pPr>
                      <a:r>
                        <a:rPr lang="en-US" sz="1600" kern="1200" baseline="0" dirty="0">
                          <a:solidFill>
                            <a:schemeClr val="tx1"/>
                          </a:solidFill>
                          <a:latin typeface="Times New Roman" pitchFamily="18" charset="0"/>
                          <a:ea typeface="+mn-ea"/>
                          <a:cs typeface="Times New Roman" pitchFamily="18" charset="0"/>
                        </a:rPr>
                        <a:t>Indirect data command: generated  by OBC, </a:t>
                      </a:r>
                      <a:r>
                        <a:rPr lang="en-US" sz="1600" kern="1200" baseline="0" dirty="0" err="1">
                          <a:solidFill>
                            <a:schemeClr val="tx1"/>
                          </a:solidFill>
                          <a:latin typeface="Times New Roman" pitchFamily="18" charset="0"/>
                          <a:ea typeface="+mn-ea"/>
                          <a:cs typeface="Times New Roman" pitchFamily="18" charset="0"/>
                        </a:rPr>
                        <a:t>transmited</a:t>
                      </a:r>
                      <a:r>
                        <a:rPr lang="en-US" sz="1600" kern="1200" baseline="0" dirty="0">
                          <a:solidFill>
                            <a:schemeClr val="tx1"/>
                          </a:solidFill>
                          <a:latin typeface="Times New Roman" pitchFamily="18" charset="0"/>
                          <a:ea typeface="+mn-ea"/>
                          <a:cs typeface="Times New Roman" pitchFamily="18" charset="0"/>
                        </a:rPr>
                        <a:t> by CAN bus, reliable</a:t>
                      </a:r>
                      <a:endParaRPr lang="zh-CN" sz="1600" kern="1200" baseline="0" dirty="0">
                        <a:solidFill>
                          <a:schemeClr val="tx1"/>
                        </a:solidFill>
                        <a:latin typeface="Times New Roman" pitchFamily="18" charset="0"/>
                        <a:ea typeface="+mn-ea"/>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r>
              <a:tr h="658484">
                <a:tc>
                  <a:txBody>
                    <a:bodyPr/>
                    <a:lstStyle/>
                    <a:p>
                      <a:pPr algn="just">
                        <a:lnSpc>
                          <a:spcPct val="135000"/>
                        </a:lnSpc>
                        <a:spcAft>
                          <a:spcPts val="0"/>
                        </a:spcAft>
                      </a:pPr>
                      <a:r>
                        <a:rPr lang="en-US" altLang="zh-CN" sz="1600" kern="100" dirty="0" smtClean="0">
                          <a:solidFill>
                            <a:schemeClr val="tx1"/>
                          </a:solidFill>
                          <a:latin typeface="Times New Roman"/>
                          <a:ea typeface="宋体"/>
                          <a:cs typeface="+mn-cs"/>
                        </a:rPr>
                        <a:t>Indirect data block</a:t>
                      </a:r>
                      <a:endParaRPr lang="zh-CN" sz="1600" kern="100" dirty="0">
                        <a:solidFill>
                          <a:schemeClr val="tx1"/>
                        </a:solidFill>
                        <a:latin typeface="Times New Roman"/>
                        <a:ea typeface="宋体"/>
                        <a:cs typeface="+mn-cs"/>
                      </a:endParaRPr>
                    </a:p>
                  </a:txBody>
                  <a:tcPr marL="57186" marR="571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lnSpc>
                          <a:spcPct val="135000"/>
                        </a:lnSpc>
                        <a:spcAft>
                          <a:spcPts val="0"/>
                        </a:spcAft>
                      </a:pPr>
                      <a:r>
                        <a:rPr lang="en-US" sz="1600" kern="1200" baseline="0" dirty="0">
                          <a:solidFill>
                            <a:schemeClr val="tx1"/>
                          </a:solidFill>
                          <a:latin typeface="Times New Roman" pitchFamily="18" charset="0"/>
                          <a:ea typeface="+mn-ea"/>
                          <a:cs typeface="Times New Roman" pitchFamily="18" charset="0"/>
                        </a:rPr>
                        <a:t>upload to any </a:t>
                      </a:r>
                      <a:r>
                        <a:rPr lang="en-US" sz="1600" kern="1200" baseline="0" dirty="0" err="1" smtClean="0">
                          <a:solidFill>
                            <a:schemeClr val="tx1"/>
                          </a:solidFill>
                          <a:latin typeface="Times New Roman" pitchFamily="18" charset="0"/>
                          <a:ea typeface="+mn-ea"/>
                          <a:cs typeface="Times New Roman" pitchFamily="18" charset="0"/>
                        </a:rPr>
                        <a:t>equipement</a:t>
                      </a:r>
                      <a:r>
                        <a:rPr lang="en-US" sz="1600" kern="1200" baseline="0" dirty="0" smtClean="0">
                          <a:solidFill>
                            <a:schemeClr val="tx1"/>
                          </a:solidFill>
                          <a:latin typeface="Times New Roman" pitchFamily="18" charset="0"/>
                          <a:ea typeface="+mn-ea"/>
                          <a:cs typeface="Times New Roman" pitchFamily="18" charset="0"/>
                        </a:rPr>
                        <a:t> </a:t>
                      </a:r>
                      <a:r>
                        <a:rPr lang="en-US" sz="1600" kern="1200" baseline="0" dirty="0">
                          <a:solidFill>
                            <a:schemeClr val="tx1"/>
                          </a:solidFill>
                          <a:latin typeface="Times New Roman" pitchFamily="18" charset="0"/>
                          <a:ea typeface="+mn-ea"/>
                          <a:cs typeface="Times New Roman" pitchFamily="18" charset="0"/>
                        </a:rPr>
                        <a:t>connected to CAN bus, </a:t>
                      </a:r>
                      <a:r>
                        <a:rPr lang="en-US" sz="1600" kern="1200" baseline="0" dirty="0" err="1">
                          <a:solidFill>
                            <a:schemeClr val="tx1"/>
                          </a:solidFill>
                          <a:latin typeface="Times New Roman" pitchFamily="18" charset="0"/>
                          <a:ea typeface="+mn-ea"/>
                          <a:cs typeface="Times New Roman" pitchFamily="18" charset="0"/>
                        </a:rPr>
                        <a:t>transmited</a:t>
                      </a:r>
                      <a:r>
                        <a:rPr lang="en-US" sz="1600" kern="1200" baseline="0" dirty="0">
                          <a:solidFill>
                            <a:schemeClr val="tx1"/>
                          </a:solidFill>
                          <a:latin typeface="Times New Roman" pitchFamily="18" charset="0"/>
                          <a:ea typeface="+mn-ea"/>
                          <a:cs typeface="Times New Roman" pitchFamily="18" charset="0"/>
                        </a:rPr>
                        <a:t> by CAN bus, reliable</a:t>
                      </a:r>
                      <a:endParaRPr lang="zh-CN" sz="1600" kern="1200" baseline="0" dirty="0">
                        <a:solidFill>
                          <a:schemeClr val="tx1"/>
                        </a:solidFill>
                        <a:latin typeface="Times New Roman" pitchFamily="18" charset="0"/>
                        <a:ea typeface="+mn-ea"/>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Tree>
    <p:extLst>
      <p:ext uri="{BB962C8B-B14F-4D97-AF65-F5344CB8AC3E}">
        <p14:creationId xmlns:p14="http://schemas.microsoft.com/office/powerpoint/2010/main" val="76732578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3528" y="274638"/>
            <a:ext cx="8496944" cy="1082660"/>
          </a:xfrm>
        </p:spPr>
        <p:txBody>
          <a:bodyPr>
            <a:normAutofit fontScale="90000"/>
          </a:bodyPr>
          <a:lstStyle/>
          <a:p>
            <a:r>
              <a:rPr lang="en-US" altLang="zh-CN" dirty="0"/>
              <a:t>PART 3: </a:t>
            </a:r>
            <a:r>
              <a:rPr lang="en-US" altLang="zh-CN" dirty="0" err="1"/>
              <a:t>Telecommand</a:t>
            </a:r>
            <a:r>
              <a:rPr lang="en-US" altLang="zh-CN" dirty="0"/>
              <a:t> Management</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latin typeface="微软雅黑" pitchFamily="34" charset="-122"/>
                <a:ea typeface="微软雅黑" pitchFamily="34" charset="-122"/>
              </a:rPr>
              <a:t> </a:t>
            </a:r>
            <a:fld id="{E1EFCB46-C834-4067-A327-0EA79FD50686}" type="slidenum">
              <a:rPr lang="zh-CN" altLang="en-US" smtClean="0">
                <a:latin typeface="微软雅黑" pitchFamily="34" charset="-122"/>
                <a:ea typeface="微软雅黑" pitchFamily="34" charset="-122"/>
              </a:rPr>
              <a:pPr/>
              <a:t>28</a:t>
            </a:fld>
            <a:r>
              <a:rPr lang="zh-CN" altLang="en-US" smtClean="0">
                <a:latin typeface="微软雅黑" pitchFamily="34" charset="-122"/>
                <a:ea typeface="微软雅黑" pitchFamily="34" charset="-122"/>
              </a:rPr>
              <a:t> </a:t>
            </a:r>
            <a:endParaRPr lang="zh-CN" altLang="en-US" dirty="0">
              <a:latin typeface="微软雅黑" pitchFamily="34" charset="-122"/>
              <a:ea typeface="微软雅黑" pitchFamily="34" charset="-122"/>
            </a:endParaRPr>
          </a:p>
        </p:txBody>
      </p:sp>
      <p:sp>
        <p:nvSpPr>
          <p:cNvPr id="8" name="内容占位符 2"/>
          <p:cNvSpPr>
            <a:spLocks noGrp="1"/>
          </p:cNvSpPr>
          <p:nvPr>
            <p:ph idx="1"/>
          </p:nvPr>
        </p:nvSpPr>
        <p:spPr>
          <a:xfrm>
            <a:off x="352425" y="2276872"/>
            <a:ext cx="8434388" cy="3312368"/>
          </a:xfrm>
        </p:spPr>
        <p:txBody>
          <a:bodyPr>
            <a:noAutofit/>
          </a:bodyPr>
          <a:lstStyle/>
          <a:p>
            <a:pPr marL="0" algn="just">
              <a:buNone/>
              <a:defRPr/>
            </a:pPr>
            <a:r>
              <a:rPr lang="x-none" altLang="zh-CN" sz="2000" kern="1200" dirty="0" smtClean="0"/>
              <a:t>TC data shall be uploaded from GS, received by USB transponder</a:t>
            </a:r>
            <a:r>
              <a:rPr lang="x-none" altLang="zh-CN" sz="2000" dirty="0"/>
              <a:t>, After demodulation, </a:t>
            </a:r>
            <a:r>
              <a:rPr lang="x-none" altLang="zh-CN" sz="2000" dirty="0" smtClean="0"/>
              <a:t>and </a:t>
            </a:r>
            <a:r>
              <a:rPr lang="x-none" altLang="zh-CN" sz="2000" dirty="0"/>
              <a:t>analysis, direct TC will be executed immediately, all the indirect TC</a:t>
            </a:r>
            <a:r>
              <a:rPr lang="en-US" altLang="zh-CN" sz="2000" dirty="0"/>
              <a:t>/</a:t>
            </a:r>
            <a:r>
              <a:rPr lang="x-none" altLang="zh-CN" sz="2000" dirty="0"/>
              <a:t>data block will </a:t>
            </a:r>
            <a:r>
              <a:rPr lang="x-none" altLang="zh-CN" sz="2000" dirty="0" smtClean="0"/>
              <a:t>transmitted </a:t>
            </a:r>
            <a:r>
              <a:rPr lang="x-none" altLang="zh-CN" sz="2000" kern="1200" dirty="0" smtClean="0"/>
              <a:t>to </a:t>
            </a:r>
            <a:r>
              <a:rPr lang="en-US" altLang="zh-CN" sz="2000" kern="1200" dirty="0" smtClean="0"/>
              <a:t>OBC</a:t>
            </a:r>
            <a:r>
              <a:rPr lang="x-none" altLang="zh-CN" sz="2000" kern="1200" dirty="0" smtClean="0"/>
              <a:t>. </a:t>
            </a:r>
            <a:endParaRPr lang="en-US" altLang="zh-CN" sz="2000" kern="1200" dirty="0" smtClean="0"/>
          </a:p>
          <a:p>
            <a:pPr marL="0" algn="just">
              <a:buNone/>
              <a:defRPr/>
            </a:pPr>
            <a:r>
              <a:rPr lang="x-none" altLang="zh-CN" sz="2000" kern="1200" dirty="0" smtClean="0"/>
              <a:t>OBC shall handle them and then transmit them to different units through CAN bus.</a:t>
            </a:r>
            <a:endParaRPr lang="zh-CN" altLang="en-US" sz="2000" kern="1200" dirty="0" smtClean="0"/>
          </a:p>
        </p:txBody>
      </p:sp>
      <p:sp>
        <p:nvSpPr>
          <p:cNvPr id="10" name="标题 2"/>
          <p:cNvSpPr txBox="1">
            <a:spLocks/>
          </p:cNvSpPr>
          <p:nvPr/>
        </p:nvSpPr>
        <p:spPr bwMode="auto">
          <a:xfrm>
            <a:off x="557213" y="1204913"/>
            <a:ext cx="8229600" cy="60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algn="l"/>
            <a:r>
              <a:rPr lang="en-US" altLang="zh-CN" sz="2800" dirty="0" err="1">
                <a:solidFill>
                  <a:schemeClr val="tx1"/>
                </a:solidFill>
                <a:latin typeface="微软雅黑" pitchFamily="34" charset="-122"/>
                <a:ea typeface="微软雅黑" pitchFamily="34" charset="-122"/>
              </a:rPr>
              <a:t>Telecommand</a:t>
            </a:r>
            <a:r>
              <a:rPr lang="en-US" altLang="zh-CN" sz="2800" dirty="0">
                <a:solidFill>
                  <a:schemeClr val="tx1"/>
                </a:solidFill>
                <a:latin typeface="微软雅黑" pitchFamily="34" charset="-122"/>
                <a:ea typeface="微软雅黑" pitchFamily="34" charset="-122"/>
              </a:rPr>
              <a:t> Information Flow</a:t>
            </a:r>
            <a:endParaRPr lang="zh-CN" altLang="en-US" sz="2800" dirty="0">
              <a:solidFill>
                <a:schemeClr val="tx1"/>
              </a:solidFill>
              <a:latin typeface="微软雅黑" pitchFamily="34" charset="-122"/>
              <a:ea typeface="微软雅黑" pitchFamily="34" charset="-122"/>
            </a:endParaRPr>
          </a:p>
        </p:txBody>
      </p:sp>
    </p:spTree>
    <p:extLst>
      <p:ext uri="{BB962C8B-B14F-4D97-AF65-F5344CB8AC3E}">
        <p14:creationId xmlns:p14="http://schemas.microsoft.com/office/powerpoint/2010/main" val="291593748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752176524"/>
              </p:ext>
            </p:extLst>
          </p:nvPr>
        </p:nvGraphicFramePr>
        <p:xfrm>
          <a:off x="1403350" y="1628775"/>
          <a:ext cx="6337300" cy="4937125"/>
        </p:xfrm>
        <a:graphic>
          <a:graphicData uri="http://schemas.openxmlformats.org/presentationml/2006/ole">
            <mc:AlternateContent xmlns:mc="http://schemas.openxmlformats.org/markup-compatibility/2006">
              <mc:Choice xmlns:v="urn:schemas-microsoft-com:vml" Requires="v">
                <p:oleObj spid="_x0000_s106574" name="Visio" r:id="rId4" imgW="7096991" imgH="6327338" progId="Visio.Drawing.11">
                  <p:embed/>
                </p:oleObj>
              </mc:Choice>
              <mc:Fallback>
                <p:oleObj name="Visio" r:id="rId4" imgW="7096991" imgH="6327338" progId="Visio.Drawing.11">
                  <p:embed/>
                  <p:pic>
                    <p:nvPicPr>
                      <p:cNvPr id="0" name="对象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03350" y="1628775"/>
                        <a:ext cx="6337300" cy="4937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标题 1"/>
          <p:cNvSpPr>
            <a:spLocks noGrp="1"/>
          </p:cNvSpPr>
          <p:nvPr>
            <p:ph type="title"/>
          </p:nvPr>
        </p:nvSpPr>
        <p:spPr>
          <a:xfrm>
            <a:off x="323528" y="274638"/>
            <a:ext cx="8496944" cy="1082660"/>
          </a:xfrm>
        </p:spPr>
        <p:txBody>
          <a:bodyPr>
            <a:normAutofit fontScale="90000"/>
          </a:bodyPr>
          <a:lstStyle/>
          <a:p>
            <a:r>
              <a:rPr lang="en-US" altLang="zh-CN" dirty="0"/>
              <a:t>PART 3: </a:t>
            </a:r>
            <a:r>
              <a:rPr lang="en-US" altLang="zh-CN" dirty="0" err="1"/>
              <a:t>Telecommand</a:t>
            </a:r>
            <a:r>
              <a:rPr lang="en-US" altLang="zh-CN" dirty="0"/>
              <a:t> Management</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latin typeface="微软雅黑" pitchFamily="34" charset="-122"/>
                <a:ea typeface="微软雅黑" pitchFamily="34" charset="-122"/>
              </a:rPr>
              <a:t> </a:t>
            </a:r>
            <a:fld id="{E1EFCB46-C834-4067-A327-0EA79FD50686}" type="slidenum">
              <a:rPr lang="zh-CN" altLang="en-US" smtClean="0">
                <a:latin typeface="微软雅黑" pitchFamily="34" charset="-122"/>
                <a:ea typeface="微软雅黑" pitchFamily="34" charset="-122"/>
              </a:rPr>
              <a:pPr/>
              <a:t>29</a:t>
            </a:fld>
            <a:r>
              <a:rPr lang="zh-CN" altLang="en-US" smtClean="0">
                <a:latin typeface="微软雅黑" pitchFamily="34" charset="-122"/>
                <a:ea typeface="微软雅黑" pitchFamily="34" charset="-122"/>
              </a:rPr>
              <a:t> </a:t>
            </a:r>
            <a:endParaRPr lang="zh-CN" altLang="en-US" dirty="0">
              <a:latin typeface="微软雅黑" pitchFamily="34" charset="-122"/>
              <a:ea typeface="微软雅黑" pitchFamily="34" charset="-122"/>
            </a:endParaRPr>
          </a:p>
        </p:txBody>
      </p:sp>
      <p:sp>
        <p:nvSpPr>
          <p:cNvPr id="7" name="剪去同侧角的矩形 6"/>
          <p:cNvSpPr/>
          <p:nvPr/>
        </p:nvSpPr>
        <p:spPr bwMode="auto">
          <a:xfrm>
            <a:off x="899592" y="4648994"/>
            <a:ext cx="914400" cy="558800"/>
          </a:xfrm>
          <a:prstGeom prst="snip2SameRect">
            <a:avLst>
              <a:gd name="adj1" fmla="val 50000"/>
              <a:gd name="adj2" fmla="val 0"/>
            </a:avLst>
          </a:prstGeom>
          <a:solidFill>
            <a:schemeClr val="bg1"/>
          </a:solidFill>
          <a:ln w="9525" cap="flat" cmpd="sng" algn="ctr">
            <a:solidFill>
              <a:schemeClr val="folHlink"/>
            </a:solidFill>
            <a:prstDash val="solid"/>
            <a:round/>
            <a:headEnd type="none" w="med" len="med"/>
            <a:tailEnd type="none" w="med" len="med"/>
          </a:ln>
          <a:effectLst/>
        </p:spPr>
        <p:txBody>
          <a:bodyPr wrap="none" anchor="ctr"/>
          <a:lstStyle/>
          <a:p>
            <a:pPr algn="ctr">
              <a:defRPr/>
            </a:pPr>
            <a:r>
              <a:rPr lang="en-US" altLang="zh-CN" b="1" dirty="0">
                <a:latin typeface="微软雅黑" pitchFamily="34" charset="-122"/>
                <a:ea typeface="微软雅黑" pitchFamily="34" charset="-122"/>
              </a:rPr>
              <a:t>Ground</a:t>
            </a:r>
            <a:endParaRPr lang="zh-CN" altLang="en-US" b="1" dirty="0">
              <a:latin typeface="微软雅黑" pitchFamily="34" charset="-122"/>
              <a:ea typeface="微软雅黑" pitchFamily="34" charset="-122"/>
            </a:endParaRPr>
          </a:p>
        </p:txBody>
      </p:sp>
      <p:sp>
        <p:nvSpPr>
          <p:cNvPr id="8" name="空心弧 7"/>
          <p:cNvSpPr/>
          <p:nvPr/>
        </p:nvSpPr>
        <p:spPr bwMode="auto">
          <a:xfrm>
            <a:off x="1065213" y="4136231"/>
            <a:ext cx="576262" cy="409575"/>
          </a:xfrm>
          <a:prstGeom prst="blockArc">
            <a:avLst>
              <a:gd name="adj1" fmla="val 12454868"/>
              <a:gd name="adj2" fmla="val 19832590"/>
              <a:gd name="adj3" fmla="val 22160"/>
            </a:avLst>
          </a:prstGeom>
          <a:solidFill>
            <a:schemeClr val="bg1"/>
          </a:solidFill>
          <a:ln w="9525" cap="flat" cmpd="sng" algn="ctr">
            <a:solidFill>
              <a:schemeClr val="folHlink"/>
            </a:solidFill>
            <a:prstDash val="solid"/>
            <a:round/>
            <a:headEnd type="none" w="med" len="med"/>
            <a:tailEnd type="none" w="med" len="med"/>
          </a:ln>
          <a:effectLst/>
        </p:spPr>
        <p:txBody>
          <a:bodyPr wrap="none" anchor="ctr"/>
          <a:lstStyle/>
          <a:p>
            <a:pPr>
              <a:defRPr/>
            </a:pPr>
            <a:endParaRPr lang="zh-CN" altLang="en-US">
              <a:latin typeface="微软雅黑" pitchFamily="34" charset="-122"/>
              <a:ea typeface="微软雅黑" pitchFamily="34" charset="-122"/>
            </a:endParaRPr>
          </a:p>
        </p:txBody>
      </p:sp>
      <p:sp>
        <p:nvSpPr>
          <p:cNvPr id="9" name="空心弧 8"/>
          <p:cNvSpPr/>
          <p:nvPr/>
        </p:nvSpPr>
        <p:spPr bwMode="auto">
          <a:xfrm>
            <a:off x="1076325" y="4383881"/>
            <a:ext cx="576263" cy="384175"/>
          </a:xfrm>
          <a:prstGeom prst="blockArc">
            <a:avLst/>
          </a:prstGeom>
          <a:solidFill>
            <a:schemeClr val="bg1"/>
          </a:solidFill>
          <a:ln w="9525" cap="flat" cmpd="sng" algn="ctr">
            <a:solidFill>
              <a:schemeClr val="folHlink"/>
            </a:solidFill>
            <a:prstDash val="solid"/>
            <a:round/>
            <a:headEnd type="none" w="med" len="med"/>
            <a:tailEnd type="none" w="med" len="med"/>
          </a:ln>
          <a:effectLst/>
        </p:spPr>
        <p:txBody>
          <a:bodyPr wrap="none" anchor="ctr"/>
          <a:lstStyle/>
          <a:p>
            <a:pPr>
              <a:defRPr/>
            </a:pPr>
            <a:endParaRPr lang="zh-CN" altLang="en-US">
              <a:latin typeface="微软雅黑" pitchFamily="34" charset="-122"/>
              <a:ea typeface="微软雅黑" pitchFamily="34" charset="-122"/>
            </a:endParaRPr>
          </a:p>
        </p:txBody>
      </p:sp>
      <p:sp>
        <p:nvSpPr>
          <p:cNvPr id="10" name="右箭头 9"/>
          <p:cNvSpPr>
            <a:spLocks noChangeArrowheads="1"/>
          </p:cNvSpPr>
          <p:nvPr/>
        </p:nvSpPr>
        <p:spPr bwMode="auto">
          <a:xfrm rot="21054412">
            <a:off x="1719627" y="3890566"/>
            <a:ext cx="1471612" cy="379413"/>
          </a:xfrm>
          <a:prstGeom prst="rightArrow">
            <a:avLst>
              <a:gd name="adj1" fmla="val 50000"/>
              <a:gd name="adj2" fmla="val 49812"/>
            </a:avLst>
          </a:prstGeom>
          <a:solidFill>
            <a:schemeClr val="bg1"/>
          </a:solidFill>
          <a:ln w="9525" algn="ctr">
            <a:solidFill>
              <a:schemeClr val="folHlink"/>
            </a:solidFill>
            <a:round/>
            <a:headEnd/>
            <a:tailEnd/>
          </a:ln>
        </p:spPr>
        <p:txBody>
          <a:bodyPr wrap="none" anchor="ctr"/>
          <a:lstStyle/>
          <a:p>
            <a:r>
              <a:rPr lang="en-US" altLang="zh-CN" dirty="0">
                <a:latin typeface="微软雅黑" pitchFamily="34" charset="-122"/>
                <a:ea typeface="微软雅黑" pitchFamily="34" charset="-122"/>
              </a:rPr>
              <a:t>Direct TC</a:t>
            </a:r>
            <a:endParaRPr lang="zh-CN" altLang="en-US" dirty="0">
              <a:latin typeface="微软雅黑" pitchFamily="34" charset="-122"/>
              <a:ea typeface="微软雅黑" pitchFamily="34" charset="-122"/>
            </a:endParaRPr>
          </a:p>
        </p:txBody>
      </p:sp>
      <p:sp>
        <p:nvSpPr>
          <p:cNvPr id="13" name="下箭头 12"/>
          <p:cNvSpPr>
            <a:spLocks noChangeArrowheads="1"/>
          </p:cNvSpPr>
          <p:nvPr/>
        </p:nvSpPr>
        <p:spPr bwMode="auto">
          <a:xfrm>
            <a:off x="3179181" y="4217180"/>
            <a:ext cx="360363" cy="717575"/>
          </a:xfrm>
          <a:prstGeom prst="downArrow">
            <a:avLst>
              <a:gd name="adj1" fmla="val 50000"/>
              <a:gd name="adj2" fmla="val 49940"/>
            </a:avLst>
          </a:prstGeom>
          <a:solidFill>
            <a:schemeClr val="bg1"/>
          </a:solidFill>
          <a:ln w="9525" algn="ctr">
            <a:solidFill>
              <a:schemeClr val="folHlink"/>
            </a:solidFill>
            <a:round/>
            <a:headEnd/>
            <a:tailEnd/>
          </a:ln>
        </p:spPr>
        <p:txBody>
          <a:bodyPr wrap="none" anchor="ctr"/>
          <a:lstStyle/>
          <a:p>
            <a:r>
              <a:rPr lang="en-US" altLang="zh-CN" dirty="0" smtClean="0">
                <a:latin typeface="微软雅黑" pitchFamily="34" charset="-122"/>
                <a:ea typeface="微软雅黑" pitchFamily="34" charset="-122"/>
              </a:rPr>
              <a:t>OC</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2915937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0"/>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nodeType="afterEffect">
                                  <p:stCondLst>
                                    <p:cond delay="0"/>
                                  </p:stCondLst>
                                  <p:childTnLst>
                                    <p:set>
                                      <p:cBhvr>
                                        <p:cTn id="9" dur="1" fill="hold">
                                          <p:stCondLst>
                                            <p:cond delay="499"/>
                                          </p:stCondLst>
                                        </p:cTn>
                                        <p:tgtEl>
                                          <p:spTgt spid="8"/>
                                        </p:tgtEl>
                                        <p:attrNameLst>
                                          <p:attrName>style.visibility</p:attrName>
                                        </p:attrNameLst>
                                      </p:cBhvr>
                                      <p:to>
                                        <p:strVal val="visible"/>
                                      </p:to>
                                    </p:set>
                                  </p:childTnLst>
                                </p:cTn>
                              </p:par>
                            </p:childTnLst>
                          </p:cTn>
                        </p:par>
                        <p:par>
                          <p:cTn id="10" fill="hold">
                            <p:stCondLst>
                              <p:cond delay="1000"/>
                            </p:stCondLst>
                            <p:childTnLst>
                              <p:par>
                                <p:cTn id="11" presetID="1" presetClass="entr" presetSubtype="0" fill="hold" nodeType="afterEffect">
                                  <p:stCondLst>
                                    <p:cond delay="0"/>
                                  </p:stCondLst>
                                  <p:childTnLst>
                                    <p:set>
                                      <p:cBhvr>
                                        <p:cTn id="12" dur="1" fill="hold">
                                          <p:stCondLst>
                                            <p:cond delay="499"/>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autoUpdateAnimBg="0"/>
      <p:bldP spid="13" grpId="0" animBg="1"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3170378609"/>
              </p:ext>
            </p:extLst>
          </p:nvPr>
        </p:nvGraphicFramePr>
        <p:xfrm>
          <a:off x="1403350" y="1196752"/>
          <a:ext cx="6337300" cy="4937125"/>
        </p:xfrm>
        <a:graphic>
          <a:graphicData uri="http://schemas.openxmlformats.org/presentationml/2006/ole">
            <mc:AlternateContent xmlns:mc="http://schemas.openxmlformats.org/markup-compatibility/2006">
              <mc:Choice xmlns:v="urn:schemas-microsoft-com:vml" Requires="v">
                <p:oleObj spid="_x0000_s107595" name="Visio" r:id="rId4" imgW="7096991" imgH="6327338" progId="Visio.Drawing.11">
                  <p:embed/>
                </p:oleObj>
              </mc:Choice>
              <mc:Fallback>
                <p:oleObj name="Visio" r:id="rId4" imgW="7096991" imgH="6327338" progId="Visio.Drawing.11">
                  <p:embed/>
                  <p:pic>
                    <p:nvPicPr>
                      <p:cNvPr id="0" name="对象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03350" y="1196752"/>
                        <a:ext cx="6337300" cy="4937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标题 1"/>
          <p:cNvSpPr>
            <a:spLocks noGrp="1"/>
          </p:cNvSpPr>
          <p:nvPr>
            <p:ph type="title"/>
          </p:nvPr>
        </p:nvSpPr>
        <p:spPr>
          <a:xfrm>
            <a:off x="323528" y="274638"/>
            <a:ext cx="8496944" cy="1082660"/>
          </a:xfrm>
        </p:spPr>
        <p:txBody>
          <a:bodyPr>
            <a:normAutofit fontScale="90000"/>
          </a:bodyPr>
          <a:lstStyle/>
          <a:p>
            <a:r>
              <a:rPr lang="en-US" altLang="zh-CN" dirty="0"/>
              <a:t>PART 3: </a:t>
            </a:r>
            <a:r>
              <a:rPr lang="en-US" altLang="zh-CN" dirty="0" err="1"/>
              <a:t>Telecommand</a:t>
            </a:r>
            <a:r>
              <a:rPr lang="en-US" altLang="zh-CN" dirty="0"/>
              <a:t> Management</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latin typeface="微软雅黑" pitchFamily="34" charset="-122"/>
                <a:ea typeface="微软雅黑" pitchFamily="34" charset="-122"/>
              </a:rPr>
              <a:t> </a:t>
            </a:r>
            <a:fld id="{E1EFCB46-C834-4067-A327-0EA79FD50686}" type="slidenum">
              <a:rPr lang="zh-CN" altLang="en-US" smtClean="0">
                <a:latin typeface="微软雅黑" pitchFamily="34" charset="-122"/>
                <a:ea typeface="微软雅黑" pitchFamily="34" charset="-122"/>
              </a:rPr>
              <a:pPr/>
              <a:t>30</a:t>
            </a:fld>
            <a:r>
              <a:rPr lang="zh-CN" altLang="en-US" smtClean="0">
                <a:latin typeface="微软雅黑" pitchFamily="34" charset="-122"/>
                <a:ea typeface="微软雅黑" pitchFamily="34" charset="-122"/>
              </a:rPr>
              <a:t> </a:t>
            </a:r>
            <a:endParaRPr lang="zh-CN" altLang="en-US" dirty="0">
              <a:latin typeface="微软雅黑" pitchFamily="34" charset="-122"/>
              <a:ea typeface="微软雅黑" pitchFamily="34" charset="-122"/>
            </a:endParaRPr>
          </a:p>
        </p:txBody>
      </p:sp>
      <p:sp>
        <p:nvSpPr>
          <p:cNvPr id="7" name="剪去同侧角的矩形 6"/>
          <p:cNvSpPr/>
          <p:nvPr/>
        </p:nvSpPr>
        <p:spPr bwMode="auto">
          <a:xfrm>
            <a:off x="908050" y="4351338"/>
            <a:ext cx="914400" cy="558800"/>
          </a:xfrm>
          <a:prstGeom prst="snip2SameRect">
            <a:avLst>
              <a:gd name="adj1" fmla="val 50000"/>
              <a:gd name="adj2" fmla="val 0"/>
            </a:avLst>
          </a:prstGeom>
          <a:solidFill>
            <a:schemeClr val="bg1"/>
          </a:solidFill>
          <a:ln w="9525" cap="flat" cmpd="sng" algn="ctr">
            <a:solidFill>
              <a:schemeClr val="folHlink"/>
            </a:solidFill>
            <a:prstDash val="solid"/>
            <a:round/>
            <a:headEnd type="none" w="med" len="med"/>
            <a:tailEnd type="none" w="med" len="med"/>
          </a:ln>
          <a:effectLst/>
        </p:spPr>
        <p:txBody>
          <a:bodyPr wrap="none" anchor="ctr"/>
          <a:lstStyle/>
          <a:p>
            <a:pPr algn="ctr">
              <a:defRPr/>
            </a:pPr>
            <a:r>
              <a:rPr lang="en-US" altLang="zh-CN" dirty="0">
                <a:latin typeface="微软雅黑" pitchFamily="34" charset="-122"/>
                <a:ea typeface="微软雅黑" pitchFamily="34" charset="-122"/>
              </a:rPr>
              <a:t>Ground</a:t>
            </a:r>
            <a:endParaRPr lang="zh-CN" altLang="en-US" dirty="0">
              <a:latin typeface="微软雅黑" pitchFamily="34" charset="-122"/>
              <a:ea typeface="微软雅黑" pitchFamily="34" charset="-122"/>
            </a:endParaRPr>
          </a:p>
        </p:txBody>
      </p:sp>
      <p:sp>
        <p:nvSpPr>
          <p:cNvPr id="8" name="空心弧 7"/>
          <p:cNvSpPr/>
          <p:nvPr/>
        </p:nvSpPr>
        <p:spPr bwMode="auto">
          <a:xfrm>
            <a:off x="1065213" y="3838575"/>
            <a:ext cx="576262" cy="409575"/>
          </a:xfrm>
          <a:prstGeom prst="blockArc">
            <a:avLst>
              <a:gd name="adj1" fmla="val 12454868"/>
              <a:gd name="adj2" fmla="val 19832590"/>
              <a:gd name="adj3" fmla="val 22160"/>
            </a:avLst>
          </a:prstGeom>
          <a:solidFill>
            <a:schemeClr val="bg1"/>
          </a:solidFill>
          <a:ln w="9525" cap="flat" cmpd="sng" algn="ctr">
            <a:solidFill>
              <a:schemeClr val="folHlink"/>
            </a:solidFill>
            <a:prstDash val="solid"/>
            <a:round/>
            <a:headEnd type="none" w="med" len="med"/>
            <a:tailEnd type="none" w="med" len="med"/>
          </a:ln>
          <a:effectLst/>
        </p:spPr>
        <p:txBody>
          <a:bodyPr wrap="none" anchor="ctr"/>
          <a:lstStyle/>
          <a:p>
            <a:pPr>
              <a:defRPr/>
            </a:pPr>
            <a:endParaRPr lang="zh-CN" altLang="en-US">
              <a:latin typeface="微软雅黑" pitchFamily="34" charset="-122"/>
              <a:ea typeface="微软雅黑" pitchFamily="34" charset="-122"/>
            </a:endParaRPr>
          </a:p>
        </p:txBody>
      </p:sp>
      <p:sp>
        <p:nvSpPr>
          <p:cNvPr id="9" name="空心弧 8"/>
          <p:cNvSpPr/>
          <p:nvPr/>
        </p:nvSpPr>
        <p:spPr bwMode="auto">
          <a:xfrm>
            <a:off x="1076325" y="4086225"/>
            <a:ext cx="576263" cy="384175"/>
          </a:xfrm>
          <a:prstGeom prst="blockArc">
            <a:avLst/>
          </a:prstGeom>
          <a:solidFill>
            <a:schemeClr val="bg1"/>
          </a:solidFill>
          <a:ln w="9525" cap="flat" cmpd="sng" algn="ctr">
            <a:solidFill>
              <a:schemeClr val="folHlink"/>
            </a:solidFill>
            <a:prstDash val="solid"/>
            <a:round/>
            <a:headEnd type="none" w="med" len="med"/>
            <a:tailEnd type="none" w="med" len="med"/>
          </a:ln>
          <a:effectLst/>
        </p:spPr>
        <p:txBody>
          <a:bodyPr wrap="none" anchor="ctr"/>
          <a:lstStyle/>
          <a:p>
            <a:pPr>
              <a:defRPr/>
            </a:pPr>
            <a:endParaRPr lang="zh-CN" altLang="en-US">
              <a:latin typeface="微软雅黑" pitchFamily="34" charset="-122"/>
              <a:ea typeface="微软雅黑" pitchFamily="34" charset="-122"/>
            </a:endParaRPr>
          </a:p>
        </p:txBody>
      </p:sp>
      <p:sp>
        <p:nvSpPr>
          <p:cNvPr id="10" name="右箭头 9"/>
          <p:cNvSpPr>
            <a:spLocks noChangeArrowheads="1"/>
          </p:cNvSpPr>
          <p:nvPr/>
        </p:nvSpPr>
        <p:spPr bwMode="auto">
          <a:xfrm rot="20735497">
            <a:off x="1665536" y="3436898"/>
            <a:ext cx="1471612" cy="379413"/>
          </a:xfrm>
          <a:prstGeom prst="rightArrow">
            <a:avLst>
              <a:gd name="adj1" fmla="val 50000"/>
              <a:gd name="adj2" fmla="val 49812"/>
            </a:avLst>
          </a:prstGeom>
          <a:solidFill>
            <a:schemeClr val="bg1"/>
          </a:solidFill>
          <a:ln w="9525" algn="ctr">
            <a:solidFill>
              <a:schemeClr val="folHlink"/>
            </a:solidFill>
            <a:round/>
            <a:headEnd/>
            <a:tailEnd/>
          </a:ln>
        </p:spPr>
        <p:txBody>
          <a:bodyPr wrap="none" anchor="ctr"/>
          <a:lstStyle/>
          <a:p>
            <a:r>
              <a:rPr lang="en-US" altLang="zh-CN">
                <a:latin typeface="微软雅黑" pitchFamily="34" charset="-122"/>
                <a:ea typeface="微软雅黑" pitchFamily="34" charset="-122"/>
              </a:rPr>
              <a:t>Indirect TC</a:t>
            </a:r>
            <a:endParaRPr lang="zh-CN" altLang="en-US">
              <a:latin typeface="微软雅黑" pitchFamily="34" charset="-122"/>
              <a:ea typeface="微软雅黑" pitchFamily="34" charset="-122"/>
            </a:endParaRPr>
          </a:p>
        </p:txBody>
      </p:sp>
      <p:grpSp>
        <p:nvGrpSpPr>
          <p:cNvPr id="13" name="组合 18"/>
          <p:cNvGrpSpPr>
            <a:grpSpLocks/>
          </p:cNvGrpSpPr>
          <p:nvPr/>
        </p:nvGrpSpPr>
        <p:grpSpPr bwMode="auto">
          <a:xfrm>
            <a:off x="4644231" y="3850430"/>
            <a:ext cx="2232025" cy="874714"/>
            <a:chOff x="4535996" y="4009676"/>
            <a:chExt cx="1942885" cy="745621"/>
          </a:xfrm>
        </p:grpSpPr>
        <p:sp>
          <p:nvSpPr>
            <p:cNvPr id="14" name="手杖形箭头 13"/>
            <p:cNvSpPr/>
            <p:nvPr/>
          </p:nvSpPr>
          <p:spPr bwMode="auto">
            <a:xfrm flipV="1">
              <a:off x="4535996" y="4009676"/>
              <a:ext cx="1942885" cy="622477"/>
            </a:xfrm>
            <a:prstGeom prst="uturnArrow">
              <a:avLst>
                <a:gd name="adj1" fmla="val 25000"/>
                <a:gd name="adj2" fmla="val 21054"/>
                <a:gd name="adj3" fmla="val 25000"/>
                <a:gd name="adj4" fmla="val 44271"/>
                <a:gd name="adj5" fmla="val 100000"/>
              </a:avLst>
            </a:prstGeom>
            <a:solidFill>
              <a:schemeClr val="bg1"/>
            </a:solidFill>
            <a:ln w="9525" cap="flat" cmpd="sng" algn="ctr">
              <a:solidFill>
                <a:schemeClr val="folHlink"/>
              </a:solidFill>
              <a:prstDash val="solid"/>
              <a:round/>
              <a:headEnd type="none" w="med" len="med"/>
              <a:tailEnd type="none" w="med" len="med"/>
            </a:ln>
            <a:effectLst/>
          </p:spPr>
          <p:txBody>
            <a:bodyPr wrap="none" anchor="ctr"/>
            <a:lstStyle/>
            <a:p>
              <a:pPr>
                <a:defRPr/>
              </a:pPr>
              <a:endParaRPr lang="zh-CN" altLang="en-US">
                <a:latin typeface="微软雅黑" pitchFamily="34" charset="-122"/>
                <a:ea typeface="微软雅黑" pitchFamily="34" charset="-122"/>
              </a:endParaRPr>
            </a:p>
          </p:txBody>
        </p:sp>
        <p:sp>
          <p:nvSpPr>
            <p:cNvPr id="15" name="TextBox 4"/>
            <p:cNvSpPr txBox="1">
              <a:spLocks noChangeArrowheads="1"/>
            </p:cNvSpPr>
            <p:nvPr/>
          </p:nvSpPr>
          <p:spPr bwMode="auto">
            <a:xfrm>
              <a:off x="4822043" y="4414261"/>
              <a:ext cx="1356462" cy="341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eaLnBrk="1" hangingPunct="1"/>
              <a:r>
                <a:rPr lang="en-US" altLang="zh-CN" dirty="0">
                  <a:latin typeface="微软雅黑" pitchFamily="34" charset="-122"/>
                  <a:ea typeface="微软雅黑" pitchFamily="34" charset="-122"/>
                </a:rPr>
                <a:t>CAN BUS</a:t>
              </a:r>
              <a:endParaRPr lang="zh-CN" altLang="en-US" dirty="0">
                <a:latin typeface="微软雅黑" pitchFamily="34" charset="-122"/>
                <a:ea typeface="微软雅黑" pitchFamily="34" charset="-122"/>
              </a:endParaRPr>
            </a:p>
          </p:txBody>
        </p:sp>
      </p:grpSp>
      <p:sp>
        <p:nvSpPr>
          <p:cNvPr id="16" name="左箭头 15"/>
          <p:cNvSpPr>
            <a:spLocks noChangeArrowheads="1"/>
          </p:cNvSpPr>
          <p:nvPr/>
        </p:nvSpPr>
        <p:spPr bwMode="auto">
          <a:xfrm flipH="1">
            <a:off x="3635896" y="3306763"/>
            <a:ext cx="292100" cy="169863"/>
          </a:xfrm>
          <a:prstGeom prst="leftArrow">
            <a:avLst>
              <a:gd name="adj1" fmla="val 50000"/>
              <a:gd name="adj2" fmla="val 49837"/>
            </a:avLst>
          </a:prstGeom>
          <a:solidFill>
            <a:schemeClr val="bg1"/>
          </a:solidFill>
          <a:ln w="9525" algn="ctr">
            <a:solidFill>
              <a:schemeClr val="folHlink"/>
            </a:solidFill>
            <a:round/>
            <a:headEnd/>
            <a:tailEnd/>
          </a:ln>
        </p:spPr>
        <p:txBody>
          <a:bodyPr wrap="none" anchor="ctr"/>
          <a:lstStyle/>
          <a:p>
            <a:endParaRPr lang="zh-CN" altLang="en-US">
              <a:latin typeface="微软雅黑" pitchFamily="34" charset="-122"/>
              <a:ea typeface="微软雅黑" pitchFamily="34" charset="-122"/>
            </a:endParaRPr>
          </a:p>
        </p:txBody>
      </p:sp>
      <p:sp>
        <p:nvSpPr>
          <p:cNvPr id="17" name="左箭头 16"/>
          <p:cNvSpPr>
            <a:spLocks noChangeArrowheads="1"/>
          </p:cNvSpPr>
          <p:nvPr/>
        </p:nvSpPr>
        <p:spPr bwMode="auto">
          <a:xfrm flipH="1">
            <a:off x="3631828" y="3668712"/>
            <a:ext cx="292100" cy="169863"/>
          </a:xfrm>
          <a:prstGeom prst="leftArrow">
            <a:avLst>
              <a:gd name="adj1" fmla="val 50000"/>
              <a:gd name="adj2" fmla="val 49837"/>
            </a:avLst>
          </a:prstGeom>
          <a:solidFill>
            <a:schemeClr val="bg1"/>
          </a:solidFill>
          <a:ln w="9525" algn="ctr">
            <a:solidFill>
              <a:schemeClr val="folHlink"/>
            </a:solidFill>
            <a:round/>
            <a:headEnd/>
            <a:tailEnd/>
          </a:ln>
        </p:spPr>
        <p:txBody>
          <a:bodyPr wrap="none" anchor="ctr"/>
          <a:lstStyle/>
          <a:p>
            <a:endParaRPr lang="zh-CN" altLang="en-US">
              <a:latin typeface="微软雅黑" pitchFamily="34" charset="-122"/>
              <a:ea typeface="微软雅黑" pitchFamily="34" charset="-122"/>
            </a:endParaRPr>
          </a:p>
        </p:txBody>
      </p:sp>
    </p:spTree>
    <p:extLst>
      <p:ext uri="{BB962C8B-B14F-4D97-AF65-F5344CB8AC3E}">
        <p14:creationId xmlns:p14="http://schemas.microsoft.com/office/powerpoint/2010/main" val="2915937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0"/>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nodeType="afterEffect">
                                  <p:stCondLst>
                                    <p:cond delay="0"/>
                                  </p:stCondLst>
                                  <p:childTnLst>
                                    <p:set>
                                      <p:cBhvr>
                                        <p:cTn id="9" dur="1" fill="hold">
                                          <p:stCondLst>
                                            <p:cond delay="499"/>
                                          </p:stCondLst>
                                        </p:cTn>
                                        <p:tgtEl>
                                          <p:spTgt spid="8"/>
                                        </p:tgtEl>
                                        <p:attrNameLst>
                                          <p:attrName>style.visibility</p:attrName>
                                        </p:attrNameLst>
                                      </p:cBhvr>
                                      <p:to>
                                        <p:strVal val="visible"/>
                                      </p:to>
                                    </p:set>
                                  </p:childTnLst>
                                </p:cTn>
                              </p:par>
                            </p:childTnLst>
                          </p:cTn>
                        </p:par>
                        <p:par>
                          <p:cTn id="10" fill="hold">
                            <p:stCondLst>
                              <p:cond delay="1000"/>
                            </p:stCondLst>
                            <p:childTnLst>
                              <p:par>
                                <p:cTn id="11" presetID="1" presetClass="entr" presetSubtype="0" fill="hold" nodeType="afterEffect">
                                  <p:stCondLst>
                                    <p:cond delay="0"/>
                                  </p:stCondLst>
                                  <p:childTnLst>
                                    <p:set>
                                      <p:cBhvr>
                                        <p:cTn id="12" dur="1" fill="hold">
                                          <p:stCondLst>
                                            <p:cond delay="499"/>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 calcmode="lin" valueType="num">
                                      <p:cBhvr additive="base">
                                        <p:cTn id="17" dur="500" fill="hold"/>
                                        <p:tgtEl>
                                          <p:spTgt spid="16"/>
                                        </p:tgtEl>
                                        <p:attrNameLst>
                                          <p:attrName>ppt_x</p:attrName>
                                        </p:attrNameLst>
                                      </p:cBhvr>
                                      <p:tavLst>
                                        <p:tav tm="0">
                                          <p:val>
                                            <p:strVal val="#ppt_x"/>
                                          </p:val>
                                        </p:tav>
                                        <p:tav tm="100000">
                                          <p:val>
                                            <p:strVal val="#ppt_x"/>
                                          </p:val>
                                        </p:tav>
                                      </p:tavLst>
                                    </p:anim>
                                    <p:anim calcmode="lin" valueType="num">
                                      <p:cBhvr additive="base">
                                        <p:cTn id="1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anim calcmode="lin" valueType="num">
                                      <p:cBhvr additive="base">
                                        <p:cTn id="23" dur="500" fill="hold"/>
                                        <p:tgtEl>
                                          <p:spTgt spid="17"/>
                                        </p:tgtEl>
                                        <p:attrNameLst>
                                          <p:attrName>ppt_x</p:attrName>
                                        </p:attrNameLst>
                                      </p:cBhvr>
                                      <p:tavLst>
                                        <p:tav tm="0">
                                          <p:val>
                                            <p:strVal val="#ppt_x"/>
                                          </p:val>
                                        </p:tav>
                                        <p:tav tm="100000">
                                          <p:val>
                                            <p:strVal val="#ppt_x"/>
                                          </p:val>
                                        </p:tav>
                                      </p:tavLst>
                                    </p:anim>
                                    <p:anim calcmode="lin" valueType="num">
                                      <p:cBhvr additive="base">
                                        <p:cTn id="24"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1000"/>
                                        <p:tgtEl>
                                          <p:spTgt spid="13"/>
                                        </p:tgtEl>
                                      </p:cBhvr>
                                    </p:animEffect>
                                    <p:anim calcmode="lin" valueType="num">
                                      <p:cBhvr>
                                        <p:cTn id="30" dur="1000" fill="hold"/>
                                        <p:tgtEl>
                                          <p:spTgt spid="13"/>
                                        </p:tgtEl>
                                        <p:attrNameLst>
                                          <p:attrName>ppt_x</p:attrName>
                                        </p:attrNameLst>
                                      </p:cBhvr>
                                      <p:tavLst>
                                        <p:tav tm="0">
                                          <p:val>
                                            <p:strVal val="#ppt_x"/>
                                          </p:val>
                                        </p:tav>
                                        <p:tav tm="100000">
                                          <p:val>
                                            <p:strVal val="#ppt_x"/>
                                          </p:val>
                                        </p:tav>
                                      </p:tavLst>
                                    </p:anim>
                                    <p:anim calcmode="lin" valueType="num">
                                      <p:cBhvr>
                                        <p:cTn id="31"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autoUpdateAnimBg="0"/>
      <p:bldP spid="16" grpId="0" animBg="1" autoUpdateAnimBg="0"/>
      <p:bldP spid="17" grpId="0" animBg="1"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3528" y="274638"/>
            <a:ext cx="8496944" cy="1082660"/>
          </a:xfrm>
        </p:spPr>
        <p:txBody>
          <a:bodyPr>
            <a:normAutofit fontScale="90000"/>
          </a:bodyPr>
          <a:lstStyle/>
          <a:p>
            <a:r>
              <a:rPr lang="en-US" altLang="zh-CN" dirty="0"/>
              <a:t>PART 3: </a:t>
            </a:r>
            <a:r>
              <a:rPr lang="en-US" altLang="zh-CN" dirty="0" err="1"/>
              <a:t>Telecommand</a:t>
            </a:r>
            <a:r>
              <a:rPr lang="en-US" altLang="zh-CN" dirty="0"/>
              <a:t> Management</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latin typeface="微软雅黑" pitchFamily="34" charset="-122"/>
                <a:ea typeface="微软雅黑" pitchFamily="34" charset="-122"/>
              </a:rPr>
              <a:t> </a:t>
            </a:r>
            <a:fld id="{E1EFCB46-C834-4067-A327-0EA79FD50686}" type="slidenum">
              <a:rPr lang="zh-CN" altLang="en-US" smtClean="0">
                <a:latin typeface="微软雅黑" pitchFamily="34" charset="-122"/>
                <a:ea typeface="微软雅黑" pitchFamily="34" charset="-122"/>
              </a:rPr>
              <a:pPr/>
              <a:t>31</a:t>
            </a:fld>
            <a:r>
              <a:rPr lang="zh-CN" altLang="en-US" smtClean="0">
                <a:latin typeface="微软雅黑" pitchFamily="34" charset="-122"/>
                <a:ea typeface="微软雅黑" pitchFamily="34" charset="-122"/>
              </a:rPr>
              <a:t> </a:t>
            </a:r>
            <a:endParaRPr lang="zh-CN" altLang="en-US" dirty="0">
              <a:latin typeface="微软雅黑" pitchFamily="34" charset="-122"/>
              <a:ea typeface="微软雅黑" pitchFamily="34" charset="-122"/>
            </a:endParaRPr>
          </a:p>
        </p:txBody>
      </p:sp>
      <p:sp>
        <p:nvSpPr>
          <p:cNvPr id="6" name="内容占位符 2"/>
          <p:cNvSpPr>
            <a:spLocks noGrp="1"/>
          </p:cNvSpPr>
          <p:nvPr>
            <p:ph idx="1"/>
          </p:nvPr>
        </p:nvSpPr>
        <p:spPr bwMode="auto">
          <a:xfrm>
            <a:off x="285750" y="1378421"/>
            <a:ext cx="8229600" cy="47148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buFontTx/>
              <a:buNone/>
            </a:pPr>
            <a:r>
              <a:rPr lang="en-US" altLang="zh-CN" sz="2000" dirty="0" smtClean="0">
                <a:cs typeface="Times New Roman" pitchFamily="18" charset="0"/>
              </a:rPr>
              <a:t>Satellite address synchronization word: 7718H</a:t>
            </a:r>
            <a:endParaRPr lang="zh-CN" altLang="en-US" sz="2000" dirty="0" smtClean="0">
              <a:cs typeface="Times New Roman" pitchFamily="18" charset="0"/>
            </a:endParaRPr>
          </a:p>
          <a:p>
            <a:pPr>
              <a:buFontTx/>
              <a:buNone/>
            </a:pPr>
            <a:endParaRPr lang="en-US" altLang="zh-CN" sz="2400" dirty="0" smtClean="0">
              <a:cs typeface="Times New Roman" pitchFamily="18" charset="0"/>
            </a:endParaRPr>
          </a:p>
          <a:p>
            <a:pPr>
              <a:buFontTx/>
              <a:buNone/>
            </a:pPr>
            <a:r>
              <a:rPr lang="en-US" altLang="zh-CN" sz="2000" dirty="0" smtClean="0">
                <a:cs typeface="Times New Roman" pitchFamily="18" charset="0"/>
              </a:rPr>
              <a:t>Mode word:</a:t>
            </a:r>
            <a:endParaRPr lang="zh-CN" altLang="en-US" sz="2000" dirty="0" smtClean="0">
              <a:cs typeface="Times New Roman" pitchFamily="18" charset="0"/>
            </a:endParaRPr>
          </a:p>
          <a:p>
            <a:pPr marL="0" lvl="2">
              <a:buFontTx/>
              <a:buNone/>
            </a:pPr>
            <a:endParaRPr lang="zh-CN" altLang="en-US" sz="2000" dirty="0" smtClean="0">
              <a:cs typeface="Times New Roman" pitchFamily="18" charset="0"/>
            </a:endParaRPr>
          </a:p>
        </p:txBody>
      </p:sp>
      <p:graphicFrame>
        <p:nvGraphicFramePr>
          <p:cNvPr id="7" name="表格 6"/>
          <p:cNvGraphicFramePr>
            <a:graphicFrameLocks noGrp="1"/>
          </p:cNvGraphicFramePr>
          <p:nvPr>
            <p:extLst>
              <p:ext uri="{D42A27DB-BD31-4B8C-83A1-F6EECF244321}">
                <p14:modId xmlns:p14="http://schemas.microsoft.com/office/powerpoint/2010/main" val="1346519834"/>
              </p:ext>
            </p:extLst>
          </p:nvPr>
        </p:nvGraphicFramePr>
        <p:xfrm>
          <a:off x="2000250" y="2521421"/>
          <a:ext cx="6429375" cy="1828800"/>
        </p:xfrm>
        <a:graphic>
          <a:graphicData uri="http://schemas.openxmlformats.org/drawingml/2006/table">
            <a:tbl>
              <a:tblPr/>
              <a:tblGrid>
                <a:gridCol w="694770"/>
                <a:gridCol w="5734605"/>
              </a:tblGrid>
              <a:tr h="0">
                <a:tc>
                  <a:txBody>
                    <a:bodyPr/>
                    <a:lstStyle/>
                    <a:p>
                      <a:pPr algn="just">
                        <a:lnSpc>
                          <a:spcPct val="150000"/>
                        </a:lnSpc>
                        <a:spcAft>
                          <a:spcPts val="0"/>
                        </a:spcAft>
                      </a:pPr>
                      <a:r>
                        <a:rPr lang="en-US" sz="2000" kern="100" dirty="0">
                          <a:latin typeface="Times New Roman"/>
                          <a:ea typeface="宋体"/>
                          <a:cs typeface="Times New Roman"/>
                        </a:rPr>
                        <a:t>5AH</a:t>
                      </a:r>
                      <a:endParaRPr lang="zh-CN" sz="2000" kern="100" dirty="0">
                        <a:latin typeface="Times New Roman"/>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lnSpc>
                          <a:spcPct val="150000"/>
                        </a:lnSpc>
                        <a:spcAft>
                          <a:spcPts val="0"/>
                        </a:spcAft>
                      </a:pPr>
                      <a:r>
                        <a:rPr lang="en-US" sz="2000" kern="100" dirty="0">
                          <a:latin typeface="Times New Roman"/>
                          <a:ea typeface="宋体"/>
                          <a:cs typeface="Times New Roman"/>
                        </a:rPr>
                        <a:t>The length of executing code is </a:t>
                      </a:r>
                      <a:r>
                        <a:rPr lang="en-US" sz="2000" kern="100" dirty="0" smtClean="0">
                          <a:latin typeface="Times New Roman"/>
                          <a:ea typeface="宋体"/>
                          <a:cs typeface="Times New Roman"/>
                        </a:rPr>
                        <a:t>128bits(16bytes</a:t>
                      </a:r>
                      <a:r>
                        <a:rPr lang="en-US" sz="2000" kern="100" dirty="0">
                          <a:latin typeface="Times New Roman"/>
                          <a:ea typeface="宋体"/>
                          <a:cs typeface="Times New Roman"/>
                        </a:rPr>
                        <a:t>)</a:t>
                      </a:r>
                      <a:endParaRPr lang="zh-CN" sz="2000" kern="100" dirty="0">
                        <a:latin typeface="Times New Roman"/>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just">
                        <a:lnSpc>
                          <a:spcPct val="150000"/>
                        </a:lnSpc>
                        <a:spcAft>
                          <a:spcPts val="0"/>
                        </a:spcAft>
                      </a:pPr>
                      <a:r>
                        <a:rPr lang="en-US" sz="2000" kern="100">
                          <a:latin typeface="Times New Roman"/>
                          <a:ea typeface="宋体"/>
                          <a:cs typeface="Times New Roman"/>
                        </a:rPr>
                        <a:t>69H</a:t>
                      </a:r>
                      <a:endParaRPr lang="zh-CN" sz="2000" kern="100">
                        <a:latin typeface="Times New Roman"/>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lnSpc>
                          <a:spcPct val="150000"/>
                        </a:lnSpc>
                        <a:spcAft>
                          <a:spcPts val="0"/>
                        </a:spcAft>
                      </a:pPr>
                      <a:r>
                        <a:rPr lang="en-US" sz="2000" kern="100" dirty="0">
                          <a:latin typeface="Times New Roman"/>
                          <a:ea typeface="宋体"/>
                          <a:cs typeface="Times New Roman"/>
                        </a:rPr>
                        <a:t>The length of executing code is </a:t>
                      </a:r>
                      <a:r>
                        <a:rPr lang="en-US" sz="2000" kern="100" dirty="0" smtClean="0">
                          <a:latin typeface="Times New Roman"/>
                          <a:ea typeface="宋体"/>
                          <a:cs typeface="Times New Roman"/>
                        </a:rPr>
                        <a:t>512bits(64bytes</a:t>
                      </a:r>
                      <a:r>
                        <a:rPr lang="en-US" sz="2000" kern="100" dirty="0">
                          <a:latin typeface="Times New Roman"/>
                          <a:ea typeface="宋体"/>
                          <a:cs typeface="Times New Roman"/>
                        </a:rPr>
                        <a:t>)</a:t>
                      </a:r>
                      <a:endParaRPr lang="zh-CN" sz="2000" kern="100" dirty="0">
                        <a:latin typeface="Times New Roman"/>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just">
                        <a:lnSpc>
                          <a:spcPct val="150000"/>
                        </a:lnSpc>
                        <a:spcAft>
                          <a:spcPts val="0"/>
                        </a:spcAft>
                      </a:pPr>
                      <a:r>
                        <a:rPr lang="en-US" sz="2000" kern="100">
                          <a:latin typeface="Times New Roman"/>
                          <a:ea typeface="宋体"/>
                          <a:cs typeface="Times New Roman"/>
                        </a:rPr>
                        <a:t>99H</a:t>
                      </a:r>
                      <a:endParaRPr lang="zh-CN" sz="2000" kern="100">
                        <a:latin typeface="Times New Roman"/>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lnSpc>
                          <a:spcPct val="150000"/>
                        </a:lnSpc>
                        <a:spcAft>
                          <a:spcPts val="0"/>
                        </a:spcAft>
                      </a:pPr>
                      <a:r>
                        <a:rPr lang="en-US" sz="2000" kern="100" dirty="0">
                          <a:latin typeface="Times New Roman"/>
                          <a:ea typeface="宋体"/>
                          <a:cs typeface="Times New Roman"/>
                        </a:rPr>
                        <a:t>The length of executing code is </a:t>
                      </a:r>
                      <a:r>
                        <a:rPr lang="en-US" sz="2000" kern="100" dirty="0" smtClean="0">
                          <a:latin typeface="Times New Roman"/>
                          <a:ea typeface="宋体"/>
                          <a:cs typeface="Times New Roman"/>
                        </a:rPr>
                        <a:t>1024bits(128bytes</a:t>
                      </a:r>
                      <a:r>
                        <a:rPr lang="en-US" sz="2000" kern="100" dirty="0">
                          <a:latin typeface="Times New Roman"/>
                          <a:ea typeface="宋体"/>
                          <a:cs typeface="Times New Roman"/>
                        </a:rPr>
                        <a:t>)</a:t>
                      </a:r>
                      <a:endParaRPr lang="zh-CN" sz="2000" kern="100" dirty="0">
                        <a:latin typeface="Times New Roman"/>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just">
                        <a:lnSpc>
                          <a:spcPct val="150000"/>
                        </a:lnSpc>
                        <a:spcAft>
                          <a:spcPts val="0"/>
                        </a:spcAft>
                      </a:pPr>
                      <a:r>
                        <a:rPr lang="en-US" sz="2000" kern="100" dirty="0">
                          <a:latin typeface="Times New Roman"/>
                          <a:ea typeface="宋体"/>
                          <a:cs typeface="Times New Roman"/>
                        </a:rPr>
                        <a:t>A5H</a:t>
                      </a:r>
                      <a:endParaRPr lang="zh-CN" sz="2000" kern="100" dirty="0">
                        <a:latin typeface="Times New Roman"/>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lnSpc>
                          <a:spcPct val="150000"/>
                        </a:lnSpc>
                        <a:spcAft>
                          <a:spcPts val="0"/>
                        </a:spcAft>
                      </a:pPr>
                      <a:r>
                        <a:rPr lang="en-US" sz="2000" kern="100" dirty="0">
                          <a:latin typeface="Times New Roman"/>
                          <a:ea typeface="宋体"/>
                          <a:cs typeface="Times New Roman"/>
                        </a:rPr>
                        <a:t>The length of executing code is </a:t>
                      </a:r>
                      <a:r>
                        <a:rPr lang="en-US" sz="2000" kern="100" dirty="0" smtClean="0">
                          <a:latin typeface="Times New Roman"/>
                          <a:ea typeface="宋体"/>
                          <a:cs typeface="Times New Roman"/>
                        </a:rPr>
                        <a:t>2048bits(256bytes</a:t>
                      </a:r>
                      <a:r>
                        <a:rPr lang="en-US" sz="2000" kern="100" dirty="0">
                          <a:latin typeface="Times New Roman"/>
                          <a:ea typeface="宋体"/>
                          <a:cs typeface="Times New Roman"/>
                        </a:rPr>
                        <a:t>) </a:t>
                      </a:r>
                      <a:endParaRPr lang="zh-CN" sz="2000" kern="100" dirty="0">
                        <a:latin typeface="Times New Roman"/>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291593748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3528" y="274638"/>
            <a:ext cx="8496944" cy="1082660"/>
          </a:xfrm>
        </p:spPr>
        <p:txBody>
          <a:bodyPr>
            <a:normAutofit fontScale="90000"/>
          </a:bodyPr>
          <a:lstStyle/>
          <a:p>
            <a:r>
              <a:rPr lang="en-US" altLang="zh-CN" dirty="0"/>
              <a:t>PART 3: </a:t>
            </a:r>
            <a:r>
              <a:rPr lang="en-US" altLang="zh-CN" dirty="0" err="1"/>
              <a:t>Telecommand</a:t>
            </a:r>
            <a:r>
              <a:rPr lang="en-US" altLang="zh-CN" dirty="0"/>
              <a:t> Management</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latin typeface="微软雅黑" pitchFamily="34" charset="-122"/>
                <a:ea typeface="微软雅黑" pitchFamily="34" charset="-122"/>
              </a:rPr>
              <a:t> </a:t>
            </a:r>
            <a:fld id="{E1EFCB46-C834-4067-A327-0EA79FD50686}" type="slidenum">
              <a:rPr lang="zh-CN" altLang="en-US" smtClean="0">
                <a:latin typeface="微软雅黑" pitchFamily="34" charset="-122"/>
                <a:ea typeface="微软雅黑" pitchFamily="34" charset="-122"/>
              </a:rPr>
              <a:pPr/>
              <a:t>32</a:t>
            </a:fld>
            <a:r>
              <a:rPr lang="zh-CN" altLang="en-US" smtClean="0">
                <a:latin typeface="微软雅黑" pitchFamily="34" charset="-122"/>
                <a:ea typeface="微软雅黑" pitchFamily="34" charset="-122"/>
              </a:rPr>
              <a:t> </a:t>
            </a:r>
            <a:endParaRPr lang="zh-CN" altLang="en-US" dirty="0">
              <a:latin typeface="微软雅黑" pitchFamily="34" charset="-122"/>
              <a:ea typeface="微软雅黑" pitchFamily="34" charset="-122"/>
            </a:endParaRPr>
          </a:p>
        </p:txBody>
      </p:sp>
      <p:sp>
        <p:nvSpPr>
          <p:cNvPr id="6" name="内容占位符 2"/>
          <p:cNvSpPr>
            <a:spLocks noGrp="1"/>
          </p:cNvSpPr>
          <p:nvPr>
            <p:ph idx="1"/>
          </p:nvPr>
        </p:nvSpPr>
        <p:spPr bwMode="auto">
          <a:xfrm>
            <a:off x="500063" y="1382246"/>
            <a:ext cx="8229600" cy="500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85000" lnSpcReduction="20000"/>
          </a:bodyPr>
          <a:lstStyle/>
          <a:p>
            <a:pPr marL="0" lvl="2">
              <a:buFontTx/>
              <a:buNone/>
            </a:pPr>
            <a:r>
              <a:rPr lang="en-US" altLang="zh-CN" smtClean="0">
                <a:cs typeface="Times New Roman" pitchFamily="18" charset="0"/>
              </a:rPr>
              <a:t>TC transfer frame format</a:t>
            </a:r>
            <a:endParaRPr lang="zh-CN" altLang="en-US" smtClean="0">
              <a:cs typeface="Times New Roman" pitchFamily="18" charset="0"/>
            </a:endParaRPr>
          </a:p>
        </p:txBody>
      </p:sp>
      <p:graphicFrame>
        <p:nvGraphicFramePr>
          <p:cNvPr id="7" name="表格 6"/>
          <p:cNvGraphicFramePr>
            <a:graphicFrameLocks noGrp="1"/>
          </p:cNvGraphicFramePr>
          <p:nvPr>
            <p:extLst>
              <p:ext uri="{D42A27DB-BD31-4B8C-83A1-F6EECF244321}">
                <p14:modId xmlns:p14="http://schemas.microsoft.com/office/powerpoint/2010/main" val="2167298590"/>
              </p:ext>
            </p:extLst>
          </p:nvPr>
        </p:nvGraphicFramePr>
        <p:xfrm>
          <a:off x="539552" y="2383512"/>
          <a:ext cx="8072437" cy="2773680"/>
        </p:xfrm>
        <a:graphic>
          <a:graphicData uri="http://schemas.openxmlformats.org/drawingml/2006/table">
            <a:tbl>
              <a:tblPr/>
              <a:tblGrid>
                <a:gridCol w="755650"/>
                <a:gridCol w="722312"/>
                <a:gridCol w="720725"/>
                <a:gridCol w="693738"/>
                <a:gridCol w="822325"/>
                <a:gridCol w="928687"/>
                <a:gridCol w="785813"/>
                <a:gridCol w="1000125"/>
                <a:gridCol w="785812"/>
                <a:gridCol w="857250"/>
              </a:tblGrid>
              <a:tr h="853342">
                <a:tc gridSpan="8">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Transfer Frame Primary Header (40 bits, 5bytes)</a:t>
                      </a:r>
                      <a:endParaRPr kumimoji="0" lang="zh-CN" alt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Transfer Frame Data Field</a:t>
                      </a:r>
                      <a:endParaRPr kumimoji="0" lang="zh-CN" alt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Frame Error Control Field</a:t>
                      </a:r>
                      <a:endParaRPr kumimoji="0" lang="zh-CN" alt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85334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Transfer Frame Version Number</a:t>
                      </a:r>
                      <a:endParaRPr kumimoji="0" lang="zh-CN" alt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RSVD. SPARE</a:t>
                      </a:r>
                      <a:endParaRPr kumimoji="0" lang="zh-CN" alt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RSVD. SPARE</a:t>
                      </a:r>
                      <a:endParaRPr kumimoji="0" lang="zh-CN" alt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RSVD. SPARE</a:t>
                      </a:r>
                      <a:endParaRPr kumimoji="0" lang="zh-CN" alt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Spacecraft ID</a:t>
                      </a:r>
                      <a:endParaRPr kumimoji="0" lang="zh-CN" alt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Virtual Channel ID </a:t>
                      </a:r>
                      <a:endParaRPr kumimoji="0" lang="zh-CN" alt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Frame Length</a:t>
                      </a:r>
                      <a:endParaRPr kumimoji="0" lang="zh-CN" alt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Frame Sequence Number</a:t>
                      </a:r>
                      <a:endParaRPr kumimoji="0" lang="zh-CN" alt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 </a:t>
                      </a:r>
                      <a:endParaRPr kumimoji="0" lang="zh-CN" alt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 </a:t>
                      </a:r>
                      <a:endParaRPr kumimoji="0" lang="zh-CN" alt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1333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2 bits</a:t>
                      </a:r>
                      <a:endParaRPr kumimoji="0" lang="zh-CN" alt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1 bit</a:t>
                      </a:r>
                      <a:endParaRPr kumimoji="0" lang="zh-CN" alt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1 bit</a:t>
                      </a:r>
                      <a:endParaRPr kumimoji="0" lang="zh-CN" alt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2 bits</a:t>
                      </a:r>
                      <a:endParaRPr kumimoji="0" lang="zh-CN" alt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10 bits</a:t>
                      </a:r>
                      <a:endParaRPr kumimoji="0" lang="zh-CN" alt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6 bits</a:t>
                      </a:r>
                      <a:endParaRPr kumimoji="0" lang="zh-CN" alt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10 bits</a:t>
                      </a:r>
                      <a:endParaRPr kumimoji="0" lang="zh-CN" alt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8 bits</a:t>
                      </a:r>
                      <a:endParaRPr kumimoji="0" lang="zh-CN" alt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 </a:t>
                      </a:r>
                      <a:endParaRPr kumimoji="0" lang="zh-CN" alt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16 bits</a:t>
                      </a:r>
                      <a:endParaRPr kumimoji="0" lang="zh-CN" alt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85334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00</a:t>
                      </a:r>
                      <a:endParaRPr kumimoji="0" lang="zh-CN" alt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1 </a:t>
                      </a:r>
                      <a:endParaRPr kumimoji="0" lang="zh-CN" alt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0</a:t>
                      </a:r>
                      <a:endParaRPr kumimoji="0" lang="zh-CN" alt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00</a:t>
                      </a:r>
                      <a:endParaRPr kumimoji="0" lang="zh-CN" alt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00 0000 00 00 </a:t>
                      </a:r>
                      <a:endParaRPr kumimoji="0" lang="zh-CN" alt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 </a:t>
                      </a:r>
                      <a:endParaRPr kumimoji="0" lang="zh-CN" alt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0x0F, 0X3F, 0X7F, 0XFF</a:t>
                      </a:r>
                      <a:endParaRPr kumimoji="0" lang="zh-CN" alt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00 </a:t>
                      </a:r>
                      <a:endParaRPr kumimoji="0" lang="zh-CN" alt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9,57,121,249bytes</a:t>
                      </a:r>
                      <a:endParaRPr kumimoji="0" lang="zh-CN" alt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XOR</a:t>
                      </a:r>
                      <a:endParaRPr kumimoji="0" lang="zh-CN" alt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extLst>
      <p:ext uri="{BB962C8B-B14F-4D97-AF65-F5344CB8AC3E}">
        <p14:creationId xmlns:p14="http://schemas.microsoft.com/office/powerpoint/2010/main" val="291593748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3528" y="274638"/>
            <a:ext cx="8496944" cy="1082660"/>
          </a:xfrm>
        </p:spPr>
        <p:txBody>
          <a:bodyPr>
            <a:normAutofit fontScale="90000"/>
          </a:bodyPr>
          <a:lstStyle/>
          <a:p>
            <a:r>
              <a:rPr lang="en-US" altLang="zh-CN" dirty="0"/>
              <a:t>PART 3: </a:t>
            </a:r>
            <a:r>
              <a:rPr lang="en-US" altLang="zh-CN" dirty="0" err="1"/>
              <a:t>Telecommand</a:t>
            </a:r>
            <a:r>
              <a:rPr lang="en-US" altLang="zh-CN" dirty="0"/>
              <a:t> Management</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latin typeface="微软雅黑" pitchFamily="34" charset="-122"/>
                <a:ea typeface="微软雅黑" pitchFamily="34" charset="-122"/>
              </a:rPr>
              <a:t> </a:t>
            </a:r>
            <a:fld id="{E1EFCB46-C834-4067-A327-0EA79FD50686}" type="slidenum">
              <a:rPr lang="zh-CN" altLang="en-US" smtClean="0">
                <a:latin typeface="微软雅黑" pitchFamily="34" charset="-122"/>
                <a:ea typeface="微软雅黑" pitchFamily="34" charset="-122"/>
              </a:rPr>
              <a:pPr/>
              <a:t>33</a:t>
            </a:fld>
            <a:r>
              <a:rPr lang="zh-CN" altLang="en-US" smtClean="0">
                <a:latin typeface="微软雅黑" pitchFamily="34" charset="-122"/>
                <a:ea typeface="微软雅黑" pitchFamily="34" charset="-122"/>
              </a:rPr>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887413" y="1947069"/>
            <a:ext cx="7488237" cy="3785652"/>
          </a:xfrm>
          <a:prstGeom prst="rect">
            <a:avLst/>
          </a:prstGeom>
          <a:noFill/>
          <a:ln w="9525">
            <a:noFill/>
            <a:miter lim="800000"/>
            <a:headEnd/>
            <a:tailEnd/>
          </a:ln>
        </p:spPr>
        <p:txBody>
          <a:bodyPr>
            <a:spAutoFit/>
          </a:bodyPr>
          <a:lstStyle/>
          <a:p>
            <a:pPr algn="just">
              <a:lnSpc>
                <a:spcPct val="150000"/>
              </a:lnSpc>
              <a:spcAft>
                <a:spcPts val="1200"/>
              </a:spcAft>
              <a:defRPr/>
            </a:pPr>
            <a:r>
              <a:rPr lang="en-US" altLang="zh-CN" dirty="0">
                <a:solidFill>
                  <a:schemeClr val="tx1"/>
                </a:solidFill>
                <a:latin typeface="微软雅黑" pitchFamily="34" charset="-122"/>
                <a:ea typeface="微软雅黑" pitchFamily="34" charset="-122"/>
              </a:rPr>
              <a:t>1</a:t>
            </a:r>
            <a:r>
              <a:rPr lang="en-US" altLang="zh-CN" sz="2000" dirty="0">
                <a:solidFill>
                  <a:schemeClr val="tx1"/>
                </a:solidFill>
                <a:latin typeface="微软雅黑" pitchFamily="34" charset="-122"/>
                <a:ea typeface="微软雅黑" pitchFamily="34" charset="-122"/>
                <a:cs typeface="Times New Roman" pitchFamily="18" charset="0"/>
              </a:rPr>
              <a:t>.  Telecommand is used to control satellite by GS. </a:t>
            </a:r>
          </a:p>
          <a:p>
            <a:pPr algn="just">
              <a:lnSpc>
                <a:spcPct val="150000"/>
              </a:lnSpc>
              <a:spcAft>
                <a:spcPts val="1200"/>
              </a:spcAft>
              <a:defRPr/>
            </a:pPr>
            <a:r>
              <a:rPr lang="en-US" altLang="zh-CN" sz="2000" dirty="0">
                <a:solidFill>
                  <a:schemeClr val="tx1"/>
                </a:solidFill>
                <a:latin typeface="微软雅黑" pitchFamily="34" charset="-122"/>
                <a:ea typeface="微软雅黑" pitchFamily="34" charset="-122"/>
                <a:cs typeface="Times New Roman" pitchFamily="18" charset="0"/>
              </a:rPr>
              <a:t>2. Telecommand includes direct </a:t>
            </a:r>
            <a:r>
              <a:rPr lang="en-US" altLang="zh-CN" sz="2000" dirty="0" smtClean="0">
                <a:solidFill>
                  <a:schemeClr val="tx1"/>
                </a:solidFill>
                <a:latin typeface="微软雅黑" pitchFamily="34" charset="-122"/>
                <a:ea typeface="微软雅黑" pitchFamily="34" charset="-122"/>
                <a:cs typeface="Times New Roman" pitchFamily="18" charset="0"/>
              </a:rPr>
              <a:t>command and </a:t>
            </a:r>
            <a:r>
              <a:rPr lang="en-US" altLang="zh-CN" sz="2000" dirty="0">
                <a:solidFill>
                  <a:schemeClr val="tx1"/>
                </a:solidFill>
                <a:latin typeface="微软雅黑" pitchFamily="34" charset="-122"/>
                <a:ea typeface="微软雅黑" pitchFamily="34" charset="-122"/>
                <a:cs typeface="Times New Roman" pitchFamily="18" charset="0"/>
              </a:rPr>
              <a:t>indirect command/data </a:t>
            </a:r>
            <a:r>
              <a:rPr lang="en-US" altLang="zh-CN" sz="2000" dirty="0" smtClean="0">
                <a:solidFill>
                  <a:schemeClr val="tx1"/>
                </a:solidFill>
                <a:latin typeface="微软雅黑" pitchFamily="34" charset="-122"/>
                <a:ea typeface="微软雅黑" pitchFamily="34" charset="-122"/>
                <a:cs typeface="Times New Roman" pitchFamily="18" charset="0"/>
              </a:rPr>
              <a:t>block.</a:t>
            </a:r>
            <a:endParaRPr lang="en-US" altLang="zh-CN" sz="2000" dirty="0">
              <a:solidFill>
                <a:schemeClr val="tx1"/>
              </a:solidFill>
              <a:latin typeface="微软雅黑" pitchFamily="34" charset="-122"/>
              <a:ea typeface="微软雅黑" pitchFamily="34" charset="-122"/>
              <a:cs typeface="Times New Roman" pitchFamily="18" charset="0"/>
            </a:endParaRPr>
          </a:p>
          <a:p>
            <a:pPr marL="457200" indent="-457200" algn="just">
              <a:lnSpc>
                <a:spcPct val="150000"/>
              </a:lnSpc>
              <a:spcAft>
                <a:spcPts val="1200"/>
              </a:spcAft>
              <a:buFontTx/>
              <a:buAutoNum type="arabicPeriod" startAt="3"/>
              <a:defRPr/>
            </a:pPr>
            <a:r>
              <a:rPr lang="en-US" altLang="zh-CN" sz="2000" dirty="0">
                <a:solidFill>
                  <a:schemeClr val="tx1"/>
                </a:solidFill>
                <a:latin typeface="微软雅黑" pitchFamily="34" charset="-122"/>
                <a:ea typeface="微软雅黑" pitchFamily="34" charset="-122"/>
                <a:cs typeface="Times New Roman" pitchFamily="18" charset="0"/>
              </a:rPr>
              <a:t>There are four types of data block with the length of 16, 64, 128 and 256 bytes.</a:t>
            </a:r>
          </a:p>
          <a:p>
            <a:pPr marL="457200" indent="-457200" algn="just">
              <a:lnSpc>
                <a:spcPct val="150000"/>
              </a:lnSpc>
              <a:spcAft>
                <a:spcPts val="1200"/>
              </a:spcAft>
              <a:buFontTx/>
              <a:buAutoNum type="arabicPeriod" startAt="3"/>
              <a:defRPr/>
            </a:pPr>
            <a:r>
              <a:rPr lang="en-US" altLang="zh-CN" sz="2000" dirty="0">
                <a:solidFill>
                  <a:schemeClr val="tx1"/>
                </a:solidFill>
                <a:latin typeface="微软雅黑" pitchFamily="34" charset="-122"/>
                <a:ea typeface="微软雅黑" pitchFamily="34" charset="-122"/>
                <a:cs typeface="Times New Roman" pitchFamily="18" charset="0"/>
              </a:rPr>
              <a:t>Indirect TC is a special data block with the length of 16 bytes, and the execution code is 4 bytes.</a:t>
            </a:r>
          </a:p>
        </p:txBody>
      </p:sp>
      <p:sp>
        <p:nvSpPr>
          <p:cNvPr id="7" name="矩形 1"/>
          <p:cNvSpPr>
            <a:spLocks noChangeArrowheads="1"/>
          </p:cNvSpPr>
          <p:nvPr/>
        </p:nvSpPr>
        <p:spPr bwMode="auto">
          <a:xfrm>
            <a:off x="465138" y="1154906"/>
            <a:ext cx="3278187"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a:lnSpc>
                <a:spcPct val="150000"/>
              </a:lnSpc>
            </a:pPr>
            <a:r>
              <a:rPr lang="en-US" altLang="zh-CN" sz="2800" b="1" dirty="0">
                <a:solidFill>
                  <a:schemeClr val="tx1"/>
                </a:solidFill>
                <a:latin typeface="微软雅黑" pitchFamily="34" charset="-122"/>
                <a:ea typeface="微软雅黑" pitchFamily="34" charset="-122"/>
                <a:cs typeface="Times New Roman" pitchFamily="18" charset="0"/>
              </a:rPr>
              <a:t>Summary</a:t>
            </a:r>
          </a:p>
        </p:txBody>
      </p:sp>
    </p:spTree>
    <p:extLst>
      <p:ext uri="{BB962C8B-B14F-4D97-AF65-F5344CB8AC3E}">
        <p14:creationId xmlns:p14="http://schemas.microsoft.com/office/powerpoint/2010/main" val="291593748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3528" y="274638"/>
            <a:ext cx="8496944" cy="1082660"/>
          </a:xfrm>
        </p:spPr>
        <p:txBody>
          <a:bodyPr>
            <a:normAutofit/>
          </a:bodyPr>
          <a:lstStyle/>
          <a:p>
            <a:r>
              <a:rPr lang="en-US" altLang="zh-CN" dirty="0"/>
              <a:t>PART 4: Telemetry Management</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latin typeface="微软雅黑" pitchFamily="34" charset="-122"/>
                <a:ea typeface="微软雅黑" pitchFamily="34" charset="-122"/>
              </a:rPr>
              <a:t> </a:t>
            </a:r>
            <a:fld id="{E1EFCB46-C834-4067-A327-0EA79FD50686}" type="slidenum">
              <a:rPr lang="zh-CN" altLang="en-US" smtClean="0">
                <a:latin typeface="微软雅黑" pitchFamily="34" charset="-122"/>
                <a:ea typeface="微软雅黑" pitchFamily="34" charset="-122"/>
              </a:rPr>
              <a:pPr/>
              <a:t>34</a:t>
            </a:fld>
            <a:r>
              <a:rPr lang="zh-CN" altLang="en-US" smtClean="0">
                <a:latin typeface="微软雅黑" pitchFamily="34" charset="-122"/>
                <a:ea typeface="微软雅黑" pitchFamily="34" charset="-122"/>
              </a:rPr>
              <a:t> </a:t>
            </a:r>
            <a:endParaRPr lang="zh-CN" altLang="en-US" dirty="0">
              <a:latin typeface="微软雅黑" pitchFamily="34" charset="-122"/>
              <a:ea typeface="微软雅黑" pitchFamily="34" charset="-122"/>
            </a:endParaRPr>
          </a:p>
        </p:txBody>
      </p:sp>
      <p:sp>
        <p:nvSpPr>
          <p:cNvPr id="6" name="椭圆 4"/>
          <p:cNvSpPr>
            <a:spLocks noChangeArrowheads="1"/>
          </p:cNvSpPr>
          <p:nvPr/>
        </p:nvSpPr>
        <p:spPr bwMode="auto">
          <a:xfrm rot="10800000">
            <a:off x="3773488" y="3284538"/>
            <a:ext cx="2743200" cy="1204912"/>
          </a:xfrm>
          <a:prstGeom prst="ellipse">
            <a:avLst/>
          </a:prstGeom>
          <a:solidFill>
            <a:schemeClr val="bg1"/>
          </a:solidFill>
          <a:ln w="12700" algn="ctr">
            <a:solidFill>
              <a:srgbClr val="0070C0"/>
            </a:solidFill>
            <a:round/>
            <a:headEnd/>
            <a:tailEnd/>
          </a:ln>
        </p:spPr>
        <p:txBody>
          <a:bodyPr wrap="none" anchor="ctr"/>
          <a:lstStyle/>
          <a:p>
            <a:endParaRPr lang="zh-CN" altLang="en-US">
              <a:solidFill>
                <a:srgbClr val="FF0000"/>
              </a:solidFill>
              <a:latin typeface="微软雅黑" pitchFamily="34" charset="-122"/>
              <a:ea typeface="微软雅黑" pitchFamily="34" charset="-122"/>
            </a:endParaRPr>
          </a:p>
        </p:txBody>
      </p:sp>
      <p:pic>
        <p:nvPicPr>
          <p:cNvPr id="7" name="Picture 5" descr="haiyang1"/>
          <p:cNvPicPr>
            <a:picLocks noChangeAspect="1" noChangeArrowheads="1"/>
          </p:cNvPicPr>
          <p:nvPr/>
        </p:nvPicPr>
        <p:blipFill>
          <a:blip r:embed="rId3">
            <a:clrChange>
              <a:clrFrom>
                <a:srgbClr val="FDFDFD"/>
              </a:clrFrom>
              <a:clrTo>
                <a:srgbClr val="FDFDFD">
                  <a:alpha val="0"/>
                </a:srgbClr>
              </a:clrTo>
            </a:clrChange>
            <a:extLst>
              <a:ext uri="{28A0092B-C50C-407E-A947-70E740481C1C}">
                <a14:useLocalDpi xmlns:a14="http://schemas.microsoft.com/office/drawing/2010/main" val="0"/>
              </a:ext>
            </a:extLst>
          </a:blip>
          <a:srcRect/>
          <a:stretch>
            <a:fillRect/>
          </a:stretch>
        </p:blipFill>
        <p:spPr bwMode="auto">
          <a:xfrm>
            <a:off x="6119813" y="2060575"/>
            <a:ext cx="1368425"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3"/>
          <p:cNvPicPr>
            <a:picLocks noChangeAspect="1" noChangeArrowheads="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403350" y="2122488"/>
            <a:ext cx="2339975" cy="233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弧形 8"/>
          <p:cNvSpPr/>
          <p:nvPr/>
        </p:nvSpPr>
        <p:spPr bwMode="auto">
          <a:xfrm rot="11605851">
            <a:off x="3832225" y="2863850"/>
            <a:ext cx="431800" cy="412750"/>
          </a:xfrm>
          <a:prstGeom prst="arc">
            <a:avLst/>
          </a:prstGeom>
          <a:ln>
            <a:headEnd type="none" w="med" len="med"/>
            <a:tailEnd type="none" w="med" len="med"/>
          </a:ln>
        </p:spPr>
        <p:style>
          <a:lnRef idx="2">
            <a:schemeClr val="dk1"/>
          </a:lnRef>
          <a:fillRef idx="0">
            <a:schemeClr val="dk1"/>
          </a:fillRef>
          <a:effectRef idx="1">
            <a:schemeClr val="dk1"/>
          </a:effectRef>
          <a:fontRef idx="minor">
            <a:schemeClr val="tx1"/>
          </a:fontRef>
        </p:style>
        <p:txBody>
          <a:bodyPr wrap="none" anchor="ctr"/>
          <a:lstStyle/>
          <a:p>
            <a:pPr>
              <a:defRPr/>
            </a:pPr>
            <a:endParaRPr lang="zh-CN" altLang="en-US">
              <a:solidFill>
                <a:srgbClr val="575F6D"/>
              </a:solidFill>
              <a:latin typeface="微软雅黑" pitchFamily="34" charset="-122"/>
              <a:ea typeface="微软雅黑" pitchFamily="34" charset="-122"/>
            </a:endParaRPr>
          </a:p>
        </p:txBody>
      </p:sp>
      <p:sp>
        <p:nvSpPr>
          <p:cNvPr id="10" name="弧形 9"/>
          <p:cNvSpPr/>
          <p:nvPr/>
        </p:nvSpPr>
        <p:spPr bwMode="auto">
          <a:xfrm rot="11858357">
            <a:off x="3998913" y="2808288"/>
            <a:ext cx="431800" cy="414337"/>
          </a:xfrm>
          <a:prstGeom prst="arc">
            <a:avLst/>
          </a:prstGeom>
          <a:ln>
            <a:headEnd type="none" w="med" len="med"/>
            <a:tailEnd type="none" w="med" len="med"/>
          </a:ln>
        </p:spPr>
        <p:style>
          <a:lnRef idx="2">
            <a:schemeClr val="dk1"/>
          </a:lnRef>
          <a:fillRef idx="0">
            <a:schemeClr val="dk1"/>
          </a:fillRef>
          <a:effectRef idx="1">
            <a:schemeClr val="dk1"/>
          </a:effectRef>
          <a:fontRef idx="minor">
            <a:schemeClr val="tx1"/>
          </a:fontRef>
        </p:style>
        <p:txBody>
          <a:bodyPr wrap="none" anchor="ctr"/>
          <a:lstStyle/>
          <a:p>
            <a:pPr>
              <a:defRPr/>
            </a:pPr>
            <a:endParaRPr lang="zh-CN" altLang="en-US">
              <a:solidFill>
                <a:srgbClr val="575F6D"/>
              </a:solidFill>
              <a:latin typeface="微软雅黑" pitchFamily="34" charset="-122"/>
              <a:ea typeface="微软雅黑" pitchFamily="34" charset="-122"/>
            </a:endParaRPr>
          </a:p>
        </p:txBody>
      </p:sp>
      <p:sp>
        <p:nvSpPr>
          <p:cNvPr id="11" name="弧形 10"/>
          <p:cNvSpPr/>
          <p:nvPr/>
        </p:nvSpPr>
        <p:spPr bwMode="auto">
          <a:xfrm rot="11858357">
            <a:off x="4159250" y="2755900"/>
            <a:ext cx="431800" cy="414338"/>
          </a:xfrm>
          <a:prstGeom prst="arc">
            <a:avLst/>
          </a:prstGeom>
          <a:ln>
            <a:headEnd type="none" w="med" len="med"/>
            <a:tailEnd type="none" w="med" len="med"/>
          </a:ln>
        </p:spPr>
        <p:style>
          <a:lnRef idx="2">
            <a:schemeClr val="dk1"/>
          </a:lnRef>
          <a:fillRef idx="0">
            <a:schemeClr val="dk1"/>
          </a:fillRef>
          <a:effectRef idx="1">
            <a:schemeClr val="dk1"/>
          </a:effectRef>
          <a:fontRef idx="minor">
            <a:schemeClr val="tx1"/>
          </a:fontRef>
        </p:style>
        <p:txBody>
          <a:bodyPr wrap="none" anchor="ctr"/>
          <a:lstStyle/>
          <a:p>
            <a:pPr>
              <a:defRPr/>
            </a:pPr>
            <a:endParaRPr lang="zh-CN" altLang="en-US">
              <a:solidFill>
                <a:srgbClr val="575F6D"/>
              </a:solidFill>
              <a:latin typeface="微软雅黑" pitchFamily="34" charset="-122"/>
              <a:ea typeface="微软雅黑" pitchFamily="34" charset="-122"/>
            </a:endParaRPr>
          </a:p>
        </p:txBody>
      </p:sp>
      <p:sp>
        <p:nvSpPr>
          <p:cNvPr id="12" name="弧形 11"/>
          <p:cNvSpPr/>
          <p:nvPr/>
        </p:nvSpPr>
        <p:spPr bwMode="auto">
          <a:xfrm rot="11858357">
            <a:off x="5287963" y="2405063"/>
            <a:ext cx="431800" cy="414337"/>
          </a:xfrm>
          <a:prstGeom prst="arc">
            <a:avLst/>
          </a:prstGeom>
          <a:ln>
            <a:headEnd type="none" w="med" len="med"/>
            <a:tailEnd type="none" w="med" len="med"/>
          </a:ln>
        </p:spPr>
        <p:style>
          <a:lnRef idx="2">
            <a:schemeClr val="dk1"/>
          </a:lnRef>
          <a:fillRef idx="0">
            <a:schemeClr val="dk1"/>
          </a:fillRef>
          <a:effectRef idx="1">
            <a:schemeClr val="dk1"/>
          </a:effectRef>
          <a:fontRef idx="minor">
            <a:schemeClr val="tx1"/>
          </a:fontRef>
        </p:style>
        <p:txBody>
          <a:bodyPr wrap="none" anchor="ctr"/>
          <a:lstStyle/>
          <a:p>
            <a:pPr>
              <a:defRPr/>
            </a:pPr>
            <a:endParaRPr lang="zh-CN" altLang="en-US">
              <a:solidFill>
                <a:srgbClr val="575F6D"/>
              </a:solidFill>
              <a:latin typeface="微软雅黑" pitchFamily="34" charset="-122"/>
              <a:ea typeface="微软雅黑" pitchFamily="34" charset="-122"/>
            </a:endParaRPr>
          </a:p>
        </p:txBody>
      </p:sp>
      <p:sp>
        <p:nvSpPr>
          <p:cNvPr id="13" name="弧形 12"/>
          <p:cNvSpPr/>
          <p:nvPr/>
        </p:nvSpPr>
        <p:spPr bwMode="auto">
          <a:xfrm rot="11858357">
            <a:off x="5491163" y="2332038"/>
            <a:ext cx="431800" cy="414337"/>
          </a:xfrm>
          <a:prstGeom prst="arc">
            <a:avLst/>
          </a:prstGeom>
          <a:ln>
            <a:headEnd type="none" w="med" len="med"/>
            <a:tailEnd type="none" w="med" len="med"/>
          </a:ln>
        </p:spPr>
        <p:style>
          <a:lnRef idx="2">
            <a:schemeClr val="dk1"/>
          </a:lnRef>
          <a:fillRef idx="0">
            <a:schemeClr val="dk1"/>
          </a:fillRef>
          <a:effectRef idx="1">
            <a:schemeClr val="dk1"/>
          </a:effectRef>
          <a:fontRef idx="minor">
            <a:schemeClr val="tx1"/>
          </a:fontRef>
        </p:style>
        <p:txBody>
          <a:bodyPr wrap="none" anchor="ctr"/>
          <a:lstStyle/>
          <a:p>
            <a:pPr>
              <a:defRPr/>
            </a:pPr>
            <a:endParaRPr lang="zh-CN" altLang="en-US">
              <a:solidFill>
                <a:srgbClr val="575F6D"/>
              </a:solidFill>
              <a:latin typeface="微软雅黑" pitchFamily="34" charset="-122"/>
              <a:ea typeface="微软雅黑" pitchFamily="34" charset="-122"/>
            </a:endParaRPr>
          </a:p>
        </p:txBody>
      </p:sp>
      <p:sp>
        <p:nvSpPr>
          <p:cNvPr id="14" name="弧形 13"/>
          <p:cNvSpPr/>
          <p:nvPr/>
        </p:nvSpPr>
        <p:spPr bwMode="auto">
          <a:xfrm rot="11858357">
            <a:off x="5141913" y="2476500"/>
            <a:ext cx="431800" cy="414338"/>
          </a:xfrm>
          <a:prstGeom prst="arc">
            <a:avLst/>
          </a:prstGeom>
          <a:ln>
            <a:headEnd type="none" w="med" len="med"/>
            <a:tailEnd type="none" w="med" len="med"/>
          </a:ln>
        </p:spPr>
        <p:style>
          <a:lnRef idx="2">
            <a:schemeClr val="dk1"/>
          </a:lnRef>
          <a:fillRef idx="0">
            <a:schemeClr val="dk1"/>
          </a:fillRef>
          <a:effectRef idx="1">
            <a:schemeClr val="dk1"/>
          </a:effectRef>
          <a:fontRef idx="minor">
            <a:schemeClr val="tx1"/>
          </a:fontRef>
        </p:style>
        <p:txBody>
          <a:bodyPr wrap="none" anchor="ctr"/>
          <a:lstStyle/>
          <a:p>
            <a:pPr>
              <a:defRPr/>
            </a:pPr>
            <a:endParaRPr lang="zh-CN" altLang="en-US">
              <a:solidFill>
                <a:srgbClr val="575F6D"/>
              </a:solidFill>
              <a:latin typeface="微软雅黑" pitchFamily="34" charset="-122"/>
              <a:ea typeface="微软雅黑" pitchFamily="34" charset="-122"/>
            </a:endParaRPr>
          </a:p>
        </p:txBody>
      </p:sp>
      <p:sp>
        <p:nvSpPr>
          <p:cNvPr id="15" name="矩形 1"/>
          <p:cNvSpPr>
            <a:spLocks noChangeArrowheads="1"/>
          </p:cNvSpPr>
          <p:nvPr/>
        </p:nvSpPr>
        <p:spPr bwMode="auto">
          <a:xfrm>
            <a:off x="1619250" y="4402138"/>
            <a:ext cx="2601913"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a:lnSpc>
                <a:spcPct val="150000"/>
              </a:lnSpc>
            </a:pPr>
            <a:r>
              <a:rPr lang="en-US" altLang="zh-CN" sz="2400">
                <a:solidFill>
                  <a:schemeClr val="tx1"/>
                </a:solidFill>
                <a:latin typeface="微软雅黑" pitchFamily="34" charset="-122"/>
                <a:ea typeface="微软雅黑" pitchFamily="34" charset="-122"/>
              </a:rPr>
              <a:t>Ground Users</a:t>
            </a:r>
          </a:p>
        </p:txBody>
      </p:sp>
      <p:sp>
        <p:nvSpPr>
          <p:cNvPr id="16" name="矩形 1"/>
          <p:cNvSpPr>
            <a:spLocks noChangeArrowheads="1"/>
          </p:cNvSpPr>
          <p:nvPr/>
        </p:nvSpPr>
        <p:spPr bwMode="auto">
          <a:xfrm>
            <a:off x="4348163" y="3535363"/>
            <a:ext cx="260032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a:lnSpc>
                <a:spcPct val="150000"/>
              </a:lnSpc>
            </a:pPr>
            <a:r>
              <a:rPr lang="en-US" altLang="zh-CN" sz="2400">
                <a:solidFill>
                  <a:schemeClr val="tx1"/>
                </a:solidFill>
                <a:latin typeface="微软雅黑" pitchFamily="34" charset="-122"/>
                <a:ea typeface="微软雅黑" pitchFamily="34" charset="-122"/>
              </a:rPr>
              <a:t>Telemetry</a:t>
            </a:r>
          </a:p>
        </p:txBody>
      </p:sp>
      <p:sp>
        <p:nvSpPr>
          <p:cNvPr id="17" name="矩形 1"/>
          <p:cNvSpPr>
            <a:spLocks noChangeArrowheads="1"/>
          </p:cNvSpPr>
          <p:nvPr/>
        </p:nvSpPr>
        <p:spPr bwMode="auto">
          <a:xfrm>
            <a:off x="6183313" y="2811463"/>
            <a:ext cx="260191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a:lnSpc>
                <a:spcPct val="150000"/>
              </a:lnSpc>
            </a:pPr>
            <a:r>
              <a:rPr lang="en-US" altLang="zh-CN" sz="2400">
                <a:solidFill>
                  <a:schemeClr val="tx1"/>
                </a:solidFill>
                <a:latin typeface="微软雅黑" pitchFamily="34" charset="-122"/>
                <a:ea typeface="微软雅黑" pitchFamily="34" charset="-122"/>
              </a:rPr>
              <a:t>Satellite</a:t>
            </a:r>
          </a:p>
        </p:txBody>
      </p:sp>
      <p:cxnSp>
        <p:nvCxnSpPr>
          <p:cNvPr id="18" name="直接箭头连接符 21"/>
          <p:cNvCxnSpPr>
            <a:cxnSpLocks noChangeShapeType="1"/>
          </p:cNvCxnSpPr>
          <p:nvPr/>
        </p:nvCxnSpPr>
        <p:spPr bwMode="auto">
          <a:xfrm flipH="1">
            <a:off x="3790950" y="2192338"/>
            <a:ext cx="1647825" cy="560387"/>
          </a:xfrm>
          <a:prstGeom prst="straightConnector1">
            <a:avLst/>
          </a:prstGeom>
          <a:noFill/>
          <a:ln w="28575" algn="ctr">
            <a:solidFill>
              <a:srgbClr val="0070C0"/>
            </a:solidFill>
            <a:round/>
            <a:headEnd/>
            <a:tailEnd type="arrow" w="med" len="med"/>
          </a:ln>
          <a:extLst>
            <a:ext uri="{909E8E84-426E-40DD-AFC4-6F175D3DCCD1}">
              <a14:hiddenFill xmlns:a14="http://schemas.microsoft.com/office/drawing/2010/main">
                <a:noFill/>
              </a14:hiddenFill>
            </a:ext>
          </a:extLst>
        </p:spPr>
      </p:cxnSp>
      <p:sp>
        <p:nvSpPr>
          <p:cNvPr id="19" name="矩形 1"/>
          <p:cNvSpPr>
            <a:spLocks noChangeArrowheads="1"/>
          </p:cNvSpPr>
          <p:nvPr/>
        </p:nvSpPr>
        <p:spPr bwMode="auto">
          <a:xfrm>
            <a:off x="3033713" y="5373688"/>
            <a:ext cx="355441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a:lnSpc>
                <a:spcPct val="150000"/>
              </a:lnSpc>
            </a:pPr>
            <a:r>
              <a:rPr lang="en-US" altLang="zh-CN" sz="2400" dirty="0">
                <a:solidFill>
                  <a:srgbClr val="C00000"/>
                </a:solidFill>
                <a:latin typeface="微软雅黑" pitchFamily="34" charset="-122"/>
                <a:ea typeface="微软雅黑" pitchFamily="34" charset="-122"/>
              </a:rPr>
              <a:t>Data rate: </a:t>
            </a:r>
            <a:r>
              <a:rPr lang="en-US" altLang="zh-CN" sz="2400" dirty="0" smtClean="0">
                <a:solidFill>
                  <a:srgbClr val="C00000"/>
                </a:solidFill>
                <a:latin typeface="微软雅黑" pitchFamily="34" charset="-122"/>
                <a:ea typeface="微软雅黑" pitchFamily="34" charset="-122"/>
              </a:rPr>
              <a:t>4096 </a:t>
            </a:r>
            <a:r>
              <a:rPr lang="en-US" altLang="zh-CN" sz="2400" dirty="0">
                <a:solidFill>
                  <a:srgbClr val="C00000"/>
                </a:solidFill>
                <a:latin typeface="微软雅黑" pitchFamily="34" charset="-122"/>
                <a:ea typeface="微软雅黑" pitchFamily="34" charset="-122"/>
              </a:rPr>
              <a:t>bps</a:t>
            </a:r>
          </a:p>
        </p:txBody>
      </p:sp>
    </p:spTree>
    <p:extLst>
      <p:ext uri="{BB962C8B-B14F-4D97-AF65-F5344CB8AC3E}">
        <p14:creationId xmlns:p14="http://schemas.microsoft.com/office/powerpoint/2010/main" val="2915937489"/>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3528" y="274638"/>
            <a:ext cx="8496944" cy="1082660"/>
          </a:xfrm>
        </p:spPr>
        <p:txBody>
          <a:bodyPr>
            <a:normAutofit/>
          </a:bodyPr>
          <a:lstStyle/>
          <a:p>
            <a:r>
              <a:rPr lang="en-US" altLang="zh-CN" dirty="0"/>
              <a:t>PART 4: Telemetry Management</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35</a:t>
            </a:fld>
            <a:r>
              <a:rPr lang="zh-CN" altLang="en-US" smtClean="0"/>
              <a:t> </a:t>
            </a:r>
            <a:endParaRPr lang="zh-CN" altLang="en-US" dirty="0">
              <a:latin typeface="微软雅黑" pitchFamily="34" charset="-122"/>
              <a:ea typeface="微软雅黑" pitchFamily="34" charset="-122"/>
            </a:endParaRPr>
          </a:p>
        </p:txBody>
      </p:sp>
      <p:sp>
        <p:nvSpPr>
          <p:cNvPr id="6" name="内容占位符 2"/>
          <p:cNvSpPr>
            <a:spLocks noGrp="1"/>
          </p:cNvSpPr>
          <p:nvPr>
            <p:ph idx="1"/>
          </p:nvPr>
        </p:nvSpPr>
        <p:spPr bwMode="auto">
          <a:xfrm>
            <a:off x="323528" y="1988840"/>
            <a:ext cx="8507412" cy="337735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pPr marL="0">
              <a:lnSpc>
                <a:spcPct val="150000"/>
              </a:lnSpc>
              <a:spcBef>
                <a:spcPct val="0"/>
              </a:spcBef>
              <a:buFontTx/>
              <a:buNone/>
            </a:pPr>
            <a:r>
              <a:rPr lang="en-US" altLang="zh-CN" sz="2000" b="0" dirty="0" smtClean="0">
                <a:solidFill>
                  <a:schemeClr val="tx1"/>
                </a:solidFill>
              </a:rPr>
              <a:t>Telemetry(</a:t>
            </a:r>
            <a:r>
              <a:rPr lang="en-US" altLang="zh-CN" sz="2000" b="0" dirty="0" smtClean="0">
                <a:solidFill>
                  <a:srgbClr val="0066FF"/>
                </a:solidFill>
              </a:rPr>
              <a:t>TM</a:t>
            </a:r>
            <a:r>
              <a:rPr lang="en-US" altLang="zh-CN" sz="2000" b="0" dirty="0" smtClean="0">
                <a:solidFill>
                  <a:schemeClr val="tx1"/>
                </a:solidFill>
              </a:rPr>
              <a:t>) is the only way for the GS to monitor the state of satellite. In ETRSS-1, telemetry function is fulfilled by OBC, CAN bus network, and the </a:t>
            </a:r>
            <a:r>
              <a:rPr lang="en-US" altLang="zh-CN" sz="2000" b="0" dirty="0" err="1" smtClean="0">
                <a:solidFill>
                  <a:schemeClr val="tx1"/>
                </a:solidFill>
              </a:rPr>
              <a:t>subcomputers</a:t>
            </a:r>
            <a:r>
              <a:rPr lang="en-US" altLang="zh-CN" sz="2000" b="0" dirty="0" smtClean="0">
                <a:solidFill>
                  <a:schemeClr val="tx1"/>
                </a:solidFill>
              </a:rPr>
              <a:t> in each subsystem.</a:t>
            </a:r>
          </a:p>
          <a:p>
            <a:pPr marL="0">
              <a:lnSpc>
                <a:spcPct val="150000"/>
              </a:lnSpc>
              <a:spcBef>
                <a:spcPct val="0"/>
              </a:spcBef>
              <a:buFontTx/>
              <a:buNone/>
            </a:pPr>
            <a:endParaRPr lang="en-US" altLang="zh-CN" sz="2000" b="0" dirty="0" smtClean="0">
              <a:solidFill>
                <a:schemeClr val="tx1"/>
              </a:solidFill>
            </a:endParaRPr>
          </a:p>
          <a:p>
            <a:pPr marL="0">
              <a:spcBef>
                <a:spcPct val="0"/>
              </a:spcBef>
              <a:buNone/>
            </a:pPr>
            <a:r>
              <a:rPr lang="en-US" altLang="zh-CN" sz="2000" b="0" dirty="0" smtClean="0">
                <a:solidFill>
                  <a:schemeClr val="tx1"/>
                </a:solidFill>
              </a:rPr>
              <a:t>The </a:t>
            </a:r>
            <a:r>
              <a:rPr lang="en-US" altLang="zh-CN" sz="2000" b="0" dirty="0" err="1">
                <a:solidFill>
                  <a:schemeClr val="tx1"/>
                </a:solidFill>
              </a:rPr>
              <a:t>subcomputer</a:t>
            </a:r>
            <a:r>
              <a:rPr lang="en-US" altLang="zh-CN" sz="2000" b="0" dirty="0">
                <a:solidFill>
                  <a:schemeClr val="tx1"/>
                </a:solidFill>
              </a:rPr>
              <a:t> collects the telemetry of each subsystem, then the </a:t>
            </a:r>
            <a:r>
              <a:rPr lang="x-none" altLang="zh-CN" sz="2000" b="0" dirty="0">
                <a:solidFill>
                  <a:schemeClr val="tx1"/>
                </a:solidFill>
              </a:rPr>
              <a:t>TM shall be collected through CAN bus and assembled into frames under protocol by OBC, and then is sent to </a:t>
            </a:r>
            <a:r>
              <a:rPr lang="en-US" altLang="zh-CN" sz="2000" b="0" dirty="0" smtClean="0">
                <a:solidFill>
                  <a:schemeClr val="tx1"/>
                </a:solidFill>
              </a:rPr>
              <a:t>Transponder</a:t>
            </a:r>
            <a:r>
              <a:rPr lang="x-none" altLang="zh-CN" sz="2000" b="0" dirty="0" smtClean="0">
                <a:solidFill>
                  <a:schemeClr val="tx1"/>
                </a:solidFill>
              </a:rPr>
              <a:t>. </a:t>
            </a:r>
            <a:endParaRPr lang="en-US" altLang="zh-CN" sz="2000" b="0" dirty="0">
              <a:solidFill>
                <a:schemeClr val="tx1"/>
              </a:solidFill>
            </a:endParaRPr>
          </a:p>
          <a:p>
            <a:pPr marL="0">
              <a:lnSpc>
                <a:spcPct val="150000"/>
              </a:lnSpc>
              <a:spcBef>
                <a:spcPct val="0"/>
              </a:spcBef>
              <a:buFontTx/>
              <a:buNone/>
            </a:pPr>
            <a:endParaRPr lang="en-US" altLang="zh-CN" sz="2000" b="0" dirty="0" smtClean="0">
              <a:solidFill>
                <a:schemeClr val="tx1"/>
              </a:solidFill>
            </a:endParaRPr>
          </a:p>
          <a:p>
            <a:pPr marL="0">
              <a:lnSpc>
                <a:spcPct val="150000"/>
              </a:lnSpc>
              <a:spcBef>
                <a:spcPct val="0"/>
              </a:spcBef>
              <a:buFontTx/>
              <a:buNone/>
            </a:pPr>
            <a:endParaRPr lang="en-US" altLang="zh-CN" sz="2000" b="0" dirty="0" smtClean="0">
              <a:solidFill>
                <a:schemeClr val="tx2"/>
              </a:solidFill>
              <a:cs typeface="Times New Roman" pitchFamily="18" charset="0"/>
            </a:endParaRPr>
          </a:p>
          <a:p>
            <a:pPr marL="0">
              <a:lnSpc>
                <a:spcPct val="150000"/>
              </a:lnSpc>
              <a:spcBef>
                <a:spcPct val="0"/>
              </a:spcBef>
              <a:buFontTx/>
              <a:buNone/>
            </a:pPr>
            <a:endParaRPr lang="en-US" altLang="zh-CN" sz="2000" b="0" dirty="0" smtClean="0">
              <a:solidFill>
                <a:schemeClr val="tx2"/>
              </a:solidFill>
              <a:cs typeface="Times New Roman" pitchFamily="18" charset="0"/>
            </a:endParaRPr>
          </a:p>
        </p:txBody>
      </p:sp>
    </p:spTree>
    <p:extLst>
      <p:ext uri="{BB962C8B-B14F-4D97-AF65-F5344CB8AC3E}">
        <p14:creationId xmlns:p14="http://schemas.microsoft.com/office/powerpoint/2010/main" val="2915937489"/>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a:spLocks noGrp="1"/>
          </p:cNvSpPr>
          <p:nvPr>
            <p:ph type="title"/>
          </p:nvPr>
        </p:nvSpPr>
        <p:spPr>
          <a:xfrm>
            <a:off x="323528" y="274638"/>
            <a:ext cx="8496944" cy="1082660"/>
          </a:xfrm>
        </p:spPr>
        <p:txBody>
          <a:bodyPr>
            <a:normAutofit/>
          </a:bodyPr>
          <a:lstStyle/>
          <a:p>
            <a:r>
              <a:rPr lang="en-US" altLang="zh-CN" dirty="0"/>
              <a:t>PART 4: Telemetry Management</a:t>
            </a:r>
          </a:p>
        </p:txBody>
      </p:sp>
      <p:sp>
        <p:nvSpPr>
          <p:cNvPr id="7" name="页脚占位符 3"/>
          <p:cNvSpPr>
            <a:spLocks noGrp="1"/>
          </p:cNvSpPr>
          <p:nvPr>
            <p:ph type="ftr" sz="quarter" idx="11"/>
          </p:nvPr>
        </p:nvSpPr>
        <p:spPr>
          <a:xfrm>
            <a:off x="971600" y="6359525"/>
            <a:ext cx="6480720" cy="363558"/>
          </a:xfrm>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8" name="灯片编号占位符 4"/>
          <p:cNvSpPr>
            <a:spLocks noGrp="1"/>
          </p:cNvSpPr>
          <p:nvPr>
            <p:ph type="sldNum" sz="quarter" idx="12"/>
          </p:nvPr>
        </p:nvSpPr>
        <p:spPr>
          <a:xfrm>
            <a:off x="7884368" y="6356350"/>
            <a:ext cx="802432" cy="365125"/>
          </a:xfrm>
        </p:spPr>
        <p:txBody>
          <a:bodyPr/>
          <a:lstStyle/>
          <a:p>
            <a:r>
              <a:rPr lang="en-US" altLang="zh-CN" smtClean="0">
                <a:latin typeface="微软雅黑" pitchFamily="34" charset="-122"/>
                <a:ea typeface="微软雅黑" pitchFamily="34" charset="-122"/>
              </a:rPr>
              <a:t>PAGE</a:t>
            </a:r>
            <a:r>
              <a:rPr lang="zh-CN" altLang="en-US" smtClean="0">
                <a:latin typeface="微软雅黑" pitchFamily="34" charset="-122"/>
                <a:ea typeface="微软雅黑" pitchFamily="34" charset="-122"/>
              </a:rPr>
              <a:t> </a:t>
            </a:r>
            <a:fld id="{E1EFCB46-C834-4067-A327-0EA79FD50686}" type="slidenum">
              <a:rPr lang="zh-CN" altLang="en-US" smtClean="0">
                <a:latin typeface="微软雅黑" pitchFamily="34" charset="-122"/>
                <a:ea typeface="微软雅黑" pitchFamily="34" charset="-122"/>
              </a:rPr>
              <a:pPr/>
              <a:t>36</a:t>
            </a:fld>
            <a:r>
              <a:rPr lang="zh-CN" altLang="en-US" smtClean="0">
                <a:latin typeface="微软雅黑" pitchFamily="34" charset="-122"/>
                <a:ea typeface="微软雅黑" pitchFamily="34" charset="-122"/>
              </a:rPr>
              <a:t> </a:t>
            </a:r>
            <a:endParaRPr lang="zh-CN" altLang="en-US" dirty="0">
              <a:latin typeface="微软雅黑" pitchFamily="34" charset="-122"/>
              <a:ea typeface="微软雅黑" pitchFamily="34" charset="-122"/>
            </a:endParaRPr>
          </a:p>
        </p:txBody>
      </p:sp>
      <p:sp>
        <p:nvSpPr>
          <p:cNvPr id="9" name="标题 2"/>
          <p:cNvSpPr txBox="1">
            <a:spLocks/>
          </p:cNvSpPr>
          <p:nvPr/>
        </p:nvSpPr>
        <p:spPr bwMode="auto">
          <a:xfrm>
            <a:off x="557213" y="1666255"/>
            <a:ext cx="8229600" cy="5291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marL="342900" indent="-342900" algn="l">
              <a:lnSpc>
                <a:spcPct val="150000"/>
              </a:lnSpc>
              <a:spcBef>
                <a:spcPts val="600"/>
              </a:spcBef>
              <a:spcAft>
                <a:spcPts val="600"/>
              </a:spcAft>
              <a:buFont typeface="Wingdings" pitchFamily="2" charset="2"/>
              <a:buChar char="l"/>
            </a:pPr>
            <a:r>
              <a:rPr lang="en-US" altLang="zh-CN" dirty="0" smtClean="0">
                <a:solidFill>
                  <a:schemeClr val="tx1"/>
                </a:solidFill>
                <a:latin typeface="微软雅黑" pitchFamily="34" charset="-122"/>
                <a:ea typeface="微软雅黑" pitchFamily="34" charset="-122"/>
              </a:rPr>
              <a:t>Fast telemetry packet</a:t>
            </a:r>
          </a:p>
          <a:p>
            <a:pPr marL="1085850" lvl="1" indent="-342900">
              <a:lnSpc>
                <a:spcPct val="150000"/>
              </a:lnSpc>
              <a:spcBef>
                <a:spcPts val="600"/>
              </a:spcBef>
              <a:spcAft>
                <a:spcPts val="600"/>
              </a:spcAft>
              <a:buFont typeface="Wingdings" pitchFamily="2" charset="2"/>
              <a:buChar char="Ø"/>
            </a:pPr>
            <a:r>
              <a:rPr lang="en-US" altLang="zh-CN" dirty="0">
                <a:latin typeface="微软雅黑" pitchFamily="34" charset="-122"/>
                <a:ea typeface="微软雅黑" pitchFamily="34" charset="-122"/>
              </a:rPr>
              <a:t>Collection </a:t>
            </a:r>
            <a:r>
              <a:rPr lang="en-US" altLang="zh-CN" dirty="0" smtClean="0">
                <a:latin typeface="微软雅黑" pitchFamily="34" charset="-122"/>
                <a:ea typeface="微软雅黑" pitchFamily="34" charset="-122"/>
              </a:rPr>
              <a:t>Period </a:t>
            </a:r>
            <a:r>
              <a:rPr lang="en-US" altLang="zh-CN" dirty="0" smtClean="0">
                <a:solidFill>
                  <a:schemeClr val="tx1"/>
                </a:solidFill>
                <a:latin typeface="微软雅黑" pitchFamily="34" charset="-122"/>
                <a:ea typeface="微软雅黑" pitchFamily="34" charset="-122"/>
              </a:rPr>
              <a:t>1s/2s/4s/8s</a:t>
            </a:r>
          </a:p>
          <a:p>
            <a:pPr marL="342900" indent="-342900">
              <a:lnSpc>
                <a:spcPct val="150000"/>
              </a:lnSpc>
              <a:spcBef>
                <a:spcPts val="600"/>
              </a:spcBef>
              <a:spcAft>
                <a:spcPts val="600"/>
              </a:spcAft>
              <a:buFont typeface="Wingdings" pitchFamily="2" charset="2"/>
              <a:buChar char="l"/>
            </a:pPr>
            <a:r>
              <a:rPr lang="en-US" altLang="zh-CN" dirty="0" smtClean="0">
                <a:solidFill>
                  <a:schemeClr val="tx1"/>
                </a:solidFill>
                <a:latin typeface="微软雅黑" pitchFamily="34" charset="-122"/>
                <a:ea typeface="微软雅黑" pitchFamily="34" charset="-122"/>
              </a:rPr>
              <a:t>Slow telemetry </a:t>
            </a:r>
            <a:r>
              <a:rPr lang="en-US" altLang="zh-CN" dirty="0">
                <a:solidFill>
                  <a:schemeClr val="tx1"/>
                </a:solidFill>
                <a:latin typeface="微软雅黑" pitchFamily="34" charset="-122"/>
                <a:ea typeface="微软雅黑" pitchFamily="34" charset="-122"/>
              </a:rPr>
              <a:t>packet</a:t>
            </a:r>
          </a:p>
          <a:p>
            <a:pPr marL="1085850" lvl="1" indent="-342900">
              <a:lnSpc>
                <a:spcPct val="150000"/>
              </a:lnSpc>
              <a:spcBef>
                <a:spcPts val="600"/>
              </a:spcBef>
              <a:spcAft>
                <a:spcPts val="600"/>
              </a:spcAft>
              <a:buFont typeface="Wingdings" pitchFamily="2" charset="2"/>
              <a:buChar char="Ø"/>
            </a:pPr>
            <a:r>
              <a:rPr lang="en-US" altLang="zh-CN" dirty="0">
                <a:latin typeface="微软雅黑" pitchFamily="34" charset="-122"/>
                <a:ea typeface="微软雅黑" pitchFamily="34" charset="-122"/>
              </a:rPr>
              <a:t>Collection Period </a:t>
            </a:r>
            <a:r>
              <a:rPr lang="en-US" altLang="zh-CN" dirty="0" smtClean="0">
                <a:solidFill>
                  <a:schemeClr val="tx1"/>
                </a:solidFill>
                <a:latin typeface="微软雅黑" pitchFamily="34" charset="-122"/>
                <a:ea typeface="微软雅黑" pitchFamily="34" charset="-122"/>
              </a:rPr>
              <a:t>16s/32s</a:t>
            </a:r>
            <a:endParaRPr lang="en-US" altLang="zh-CN" dirty="0">
              <a:solidFill>
                <a:schemeClr val="tx1"/>
              </a:solidFill>
              <a:latin typeface="微软雅黑" pitchFamily="34" charset="-122"/>
              <a:ea typeface="微软雅黑" pitchFamily="34" charset="-122"/>
            </a:endParaRPr>
          </a:p>
        </p:txBody>
      </p:sp>
    </p:spTree>
    <p:extLst>
      <p:ext uri="{BB962C8B-B14F-4D97-AF65-F5344CB8AC3E}">
        <p14:creationId xmlns:p14="http://schemas.microsoft.com/office/powerpoint/2010/main" val="288170722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a:spLocks noGrp="1"/>
          </p:cNvSpPr>
          <p:nvPr>
            <p:ph type="title"/>
          </p:nvPr>
        </p:nvSpPr>
        <p:spPr>
          <a:xfrm>
            <a:off x="323528" y="274638"/>
            <a:ext cx="8496944" cy="1082660"/>
          </a:xfrm>
        </p:spPr>
        <p:txBody>
          <a:bodyPr>
            <a:normAutofit/>
          </a:bodyPr>
          <a:lstStyle/>
          <a:p>
            <a:r>
              <a:rPr lang="en-US" altLang="zh-CN" dirty="0"/>
              <a:t>PART 4: Telemetry Management</a:t>
            </a:r>
          </a:p>
        </p:txBody>
      </p:sp>
      <p:sp>
        <p:nvSpPr>
          <p:cNvPr id="7" name="页脚占位符 3"/>
          <p:cNvSpPr>
            <a:spLocks noGrp="1"/>
          </p:cNvSpPr>
          <p:nvPr>
            <p:ph type="ftr" sz="quarter" idx="11"/>
          </p:nvPr>
        </p:nvSpPr>
        <p:spPr>
          <a:xfrm>
            <a:off x="971600" y="6359525"/>
            <a:ext cx="6480720" cy="363558"/>
          </a:xfrm>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8" name="灯片编号占位符 4"/>
          <p:cNvSpPr>
            <a:spLocks noGrp="1"/>
          </p:cNvSpPr>
          <p:nvPr>
            <p:ph type="sldNum" sz="quarter" idx="12"/>
          </p:nvPr>
        </p:nvSpPr>
        <p:spPr>
          <a:xfrm>
            <a:off x="7884368" y="6356350"/>
            <a:ext cx="802432" cy="365125"/>
          </a:xfrm>
        </p:spPr>
        <p:txBody>
          <a:bodyPr/>
          <a:lstStyle/>
          <a:p>
            <a:r>
              <a:rPr lang="en-US" altLang="zh-CN" smtClean="0">
                <a:latin typeface="微软雅黑" pitchFamily="34" charset="-122"/>
                <a:ea typeface="微软雅黑" pitchFamily="34" charset="-122"/>
              </a:rPr>
              <a:t>PAGE</a:t>
            </a:r>
            <a:r>
              <a:rPr lang="zh-CN" altLang="en-US" smtClean="0">
                <a:latin typeface="微软雅黑" pitchFamily="34" charset="-122"/>
                <a:ea typeface="微软雅黑" pitchFamily="34" charset="-122"/>
              </a:rPr>
              <a:t> </a:t>
            </a:r>
            <a:fld id="{E1EFCB46-C834-4067-A327-0EA79FD50686}" type="slidenum">
              <a:rPr lang="zh-CN" altLang="en-US" smtClean="0">
                <a:latin typeface="微软雅黑" pitchFamily="34" charset="-122"/>
                <a:ea typeface="微软雅黑" pitchFamily="34" charset="-122"/>
              </a:rPr>
              <a:pPr/>
              <a:t>37</a:t>
            </a:fld>
            <a:r>
              <a:rPr lang="zh-CN" altLang="en-US" smtClean="0">
                <a:latin typeface="微软雅黑" pitchFamily="34" charset="-122"/>
                <a:ea typeface="微软雅黑" pitchFamily="34" charset="-122"/>
              </a:rPr>
              <a:t> </a:t>
            </a:r>
            <a:endParaRPr lang="zh-CN" altLang="en-US" dirty="0">
              <a:latin typeface="微软雅黑" pitchFamily="34" charset="-122"/>
              <a:ea typeface="微软雅黑" pitchFamily="34" charset="-122"/>
            </a:endParaRPr>
          </a:p>
        </p:txBody>
      </p:sp>
      <p:graphicFrame>
        <p:nvGraphicFramePr>
          <p:cNvPr id="9" name="表格 8"/>
          <p:cNvGraphicFramePr>
            <a:graphicFrameLocks noGrp="1"/>
          </p:cNvGraphicFramePr>
          <p:nvPr>
            <p:extLst>
              <p:ext uri="{D42A27DB-BD31-4B8C-83A1-F6EECF244321}">
                <p14:modId xmlns:p14="http://schemas.microsoft.com/office/powerpoint/2010/main" val="2902084812"/>
              </p:ext>
            </p:extLst>
          </p:nvPr>
        </p:nvGraphicFramePr>
        <p:xfrm>
          <a:off x="395536" y="1357315"/>
          <a:ext cx="8496942" cy="4768845"/>
        </p:xfrm>
        <a:graphic>
          <a:graphicData uri="http://schemas.openxmlformats.org/drawingml/2006/table">
            <a:tbl>
              <a:tblPr firstRow="1" firstCol="1" bandRow="1">
                <a:tableStyleId>{5C22544A-7EE6-4342-B048-85BDC9FD1C3A}</a:tableStyleId>
              </a:tblPr>
              <a:tblGrid>
                <a:gridCol w="2080468"/>
                <a:gridCol w="593205"/>
                <a:gridCol w="1633439"/>
                <a:gridCol w="1633439"/>
                <a:gridCol w="664594"/>
                <a:gridCol w="683290"/>
                <a:gridCol w="1208507"/>
              </a:tblGrid>
              <a:tr h="914925">
                <a:tc>
                  <a:txBody>
                    <a:bodyPr/>
                    <a:lstStyle/>
                    <a:p>
                      <a:pPr algn="l">
                        <a:lnSpc>
                          <a:spcPct val="150000"/>
                        </a:lnSpc>
                        <a:spcAft>
                          <a:spcPts val="0"/>
                        </a:spcAft>
                      </a:pPr>
                      <a:r>
                        <a:rPr lang="en-US" sz="600" kern="0" dirty="0">
                          <a:effectLst/>
                        </a:rPr>
                        <a:t>TM Name </a:t>
                      </a:r>
                      <a:endParaRPr lang="zh-CN" sz="700" kern="100" dirty="0">
                        <a:effectLst/>
                        <a:latin typeface="Times New Roman"/>
                        <a:ea typeface="宋体"/>
                      </a:endParaRPr>
                    </a:p>
                  </a:txBody>
                  <a:tcPr marL="41292" marR="41292" marT="0" marB="0" anchor="b"/>
                </a:tc>
                <a:tc>
                  <a:txBody>
                    <a:bodyPr/>
                    <a:lstStyle/>
                    <a:p>
                      <a:pPr marL="71755" marR="71755" algn="l">
                        <a:lnSpc>
                          <a:spcPct val="150000"/>
                        </a:lnSpc>
                        <a:spcAft>
                          <a:spcPts val="0"/>
                        </a:spcAft>
                      </a:pPr>
                      <a:r>
                        <a:rPr lang="en-US" sz="600" kern="0">
                          <a:effectLst/>
                        </a:rPr>
                        <a:t>Packet header I D(Hex)</a:t>
                      </a:r>
                      <a:endParaRPr lang="zh-CN" sz="700" kern="100">
                        <a:effectLst/>
                        <a:latin typeface="Times New Roman"/>
                        <a:ea typeface="宋体"/>
                      </a:endParaRPr>
                    </a:p>
                  </a:txBody>
                  <a:tcPr marL="41292" marR="41292" marT="0" marB="0" vert="vert270" anchor="b"/>
                </a:tc>
                <a:tc>
                  <a:txBody>
                    <a:bodyPr/>
                    <a:lstStyle/>
                    <a:p>
                      <a:pPr marL="71755" marR="71755" algn="l">
                        <a:lnSpc>
                          <a:spcPct val="150000"/>
                        </a:lnSpc>
                        <a:spcAft>
                          <a:spcPts val="0"/>
                        </a:spcAft>
                      </a:pPr>
                      <a:r>
                        <a:rPr lang="en-US" sz="600" kern="0">
                          <a:effectLst/>
                        </a:rPr>
                        <a:t>Packet length (bytes)</a:t>
                      </a:r>
                      <a:endParaRPr lang="zh-CN" sz="700" kern="100">
                        <a:effectLst/>
                        <a:latin typeface="Times New Roman"/>
                        <a:ea typeface="宋体"/>
                      </a:endParaRPr>
                    </a:p>
                  </a:txBody>
                  <a:tcPr marL="41292" marR="41292" marT="0" marB="0" vert="vert270" anchor="b"/>
                </a:tc>
                <a:tc>
                  <a:txBody>
                    <a:bodyPr/>
                    <a:lstStyle/>
                    <a:p>
                      <a:pPr marL="71755" marR="71755" algn="l">
                        <a:lnSpc>
                          <a:spcPct val="150000"/>
                        </a:lnSpc>
                        <a:spcAft>
                          <a:spcPts val="0"/>
                        </a:spcAft>
                      </a:pPr>
                      <a:r>
                        <a:rPr lang="en-US" sz="600" kern="0">
                          <a:effectLst/>
                        </a:rPr>
                        <a:t>Data length (bytes) </a:t>
                      </a:r>
                      <a:endParaRPr lang="zh-CN" sz="700" kern="100">
                        <a:effectLst/>
                        <a:latin typeface="Times New Roman"/>
                        <a:ea typeface="宋体"/>
                      </a:endParaRPr>
                    </a:p>
                  </a:txBody>
                  <a:tcPr marL="41292" marR="41292" marT="0" marB="0" vert="vert270" anchor="b"/>
                </a:tc>
                <a:tc>
                  <a:txBody>
                    <a:bodyPr/>
                    <a:lstStyle/>
                    <a:p>
                      <a:pPr marL="71755" marR="71755" algn="l">
                        <a:lnSpc>
                          <a:spcPct val="150000"/>
                        </a:lnSpc>
                        <a:spcAft>
                          <a:spcPts val="0"/>
                        </a:spcAft>
                      </a:pPr>
                      <a:r>
                        <a:rPr lang="en-US" sz="600" kern="0">
                          <a:effectLst/>
                        </a:rPr>
                        <a:t>Collection Period (second)</a:t>
                      </a:r>
                      <a:endParaRPr lang="zh-CN" sz="700" kern="100">
                        <a:effectLst/>
                        <a:latin typeface="Times New Roman"/>
                        <a:ea typeface="宋体"/>
                      </a:endParaRPr>
                    </a:p>
                  </a:txBody>
                  <a:tcPr marL="41292" marR="41292" marT="0" marB="0" vert="vert270" anchor="ctr"/>
                </a:tc>
                <a:tc>
                  <a:txBody>
                    <a:bodyPr/>
                    <a:lstStyle/>
                    <a:p>
                      <a:pPr marL="71755" marR="71755" algn="l">
                        <a:lnSpc>
                          <a:spcPct val="150000"/>
                        </a:lnSpc>
                        <a:spcAft>
                          <a:spcPts val="0"/>
                        </a:spcAft>
                      </a:pPr>
                      <a:r>
                        <a:rPr lang="en-US" sz="600" kern="0">
                          <a:effectLst/>
                        </a:rPr>
                        <a:t>Delay Pack ID(Hex)</a:t>
                      </a:r>
                      <a:endParaRPr lang="zh-CN" sz="700" kern="100">
                        <a:effectLst/>
                        <a:latin typeface="Times New Roman"/>
                        <a:ea typeface="宋体"/>
                      </a:endParaRPr>
                    </a:p>
                  </a:txBody>
                  <a:tcPr marL="41292" marR="41292" marT="0" marB="0" vert="vert270" anchor="ctr"/>
                </a:tc>
                <a:tc>
                  <a:txBody>
                    <a:bodyPr/>
                    <a:lstStyle/>
                    <a:p>
                      <a:pPr marL="71755" marR="71755" algn="l">
                        <a:lnSpc>
                          <a:spcPct val="150000"/>
                        </a:lnSpc>
                        <a:spcAft>
                          <a:spcPts val="0"/>
                        </a:spcAft>
                      </a:pPr>
                      <a:r>
                        <a:rPr lang="en-US" sz="600" kern="0">
                          <a:effectLst/>
                        </a:rPr>
                        <a:t>Status</a:t>
                      </a:r>
                      <a:endParaRPr lang="zh-CN" sz="700" kern="100">
                        <a:effectLst/>
                        <a:latin typeface="Times New Roman"/>
                        <a:ea typeface="宋体"/>
                      </a:endParaRPr>
                    </a:p>
                  </a:txBody>
                  <a:tcPr marL="41292" marR="41292" marT="0" marB="0" vert="vert270" anchor="ctr"/>
                </a:tc>
              </a:tr>
              <a:tr h="137640">
                <a:tc>
                  <a:txBody>
                    <a:bodyPr/>
                    <a:lstStyle/>
                    <a:p>
                      <a:pPr algn="l">
                        <a:lnSpc>
                          <a:spcPct val="150000"/>
                        </a:lnSpc>
                        <a:spcAft>
                          <a:spcPts val="0"/>
                        </a:spcAft>
                      </a:pPr>
                      <a:r>
                        <a:rPr lang="en-US" sz="600" kern="0">
                          <a:effectLst/>
                        </a:rPr>
                        <a:t>OBC fast</a:t>
                      </a:r>
                      <a:endParaRPr lang="zh-CN" sz="700" kern="100">
                        <a:effectLst/>
                        <a:latin typeface="Times New Roman"/>
                        <a:ea typeface="宋体"/>
                      </a:endParaRPr>
                    </a:p>
                  </a:txBody>
                  <a:tcPr marL="41292" marR="41292" marT="0" marB="0" anchor="b"/>
                </a:tc>
                <a:tc>
                  <a:txBody>
                    <a:bodyPr/>
                    <a:lstStyle/>
                    <a:p>
                      <a:pPr algn="just">
                        <a:lnSpc>
                          <a:spcPct val="150000"/>
                        </a:lnSpc>
                        <a:spcAft>
                          <a:spcPts val="0"/>
                        </a:spcAft>
                      </a:pPr>
                      <a:r>
                        <a:rPr lang="en-US" sz="600" kern="100">
                          <a:effectLst/>
                        </a:rPr>
                        <a:t>10H</a:t>
                      </a:r>
                      <a:endParaRPr lang="zh-CN" sz="700" kern="100">
                        <a:effectLst/>
                        <a:latin typeface="Times New Roman"/>
                        <a:ea typeface="宋体"/>
                      </a:endParaRPr>
                    </a:p>
                  </a:txBody>
                  <a:tcPr marL="41292" marR="41292" marT="0" marB="0"/>
                </a:tc>
                <a:tc>
                  <a:txBody>
                    <a:bodyPr/>
                    <a:lstStyle/>
                    <a:p>
                      <a:pPr algn="r">
                        <a:lnSpc>
                          <a:spcPct val="150000"/>
                        </a:lnSpc>
                        <a:spcAft>
                          <a:spcPts val="0"/>
                        </a:spcAft>
                      </a:pPr>
                      <a:r>
                        <a:rPr lang="en-US" sz="600" kern="100">
                          <a:effectLst/>
                        </a:rPr>
                        <a:t>42</a:t>
                      </a:r>
                      <a:endParaRPr lang="zh-CN" sz="700" kern="100">
                        <a:effectLst/>
                        <a:latin typeface="Times New Roman"/>
                        <a:ea typeface="宋体"/>
                      </a:endParaRPr>
                    </a:p>
                  </a:txBody>
                  <a:tcPr marL="41292" marR="41292" marT="0" marB="0" anchor="ctr"/>
                </a:tc>
                <a:tc>
                  <a:txBody>
                    <a:bodyPr/>
                    <a:lstStyle/>
                    <a:p>
                      <a:pPr algn="just">
                        <a:lnSpc>
                          <a:spcPct val="150000"/>
                        </a:lnSpc>
                        <a:spcAft>
                          <a:spcPts val="0"/>
                        </a:spcAft>
                      </a:pPr>
                      <a:r>
                        <a:rPr lang="x-none" sz="600" kern="100">
                          <a:effectLst/>
                        </a:rPr>
                        <a:t>43</a:t>
                      </a:r>
                      <a:endParaRPr lang="zh-CN" sz="700" kern="100">
                        <a:effectLst/>
                        <a:latin typeface="Times New Roman"/>
                        <a:ea typeface="宋体"/>
                      </a:endParaRPr>
                    </a:p>
                  </a:txBody>
                  <a:tcPr marL="41292" marR="41292" marT="0" marB="0"/>
                </a:tc>
                <a:tc>
                  <a:txBody>
                    <a:bodyPr/>
                    <a:lstStyle/>
                    <a:p>
                      <a:pPr algn="just">
                        <a:lnSpc>
                          <a:spcPct val="150000"/>
                        </a:lnSpc>
                        <a:spcAft>
                          <a:spcPts val="0"/>
                        </a:spcAft>
                      </a:pPr>
                      <a:r>
                        <a:rPr lang="x-none" sz="600" kern="100">
                          <a:effectLst/>
                        </a:rPr>
                        <a:t>1</a:t>
                      </a:r>
                      <a:endParaRPr lang="zh-CN" sz="700" kern="100">
                        <a:effectLst/>
                        <a:latin typeface="Times New Roman"/>
                        <a:ea typeface="宋体"/>
                      </a:endParaRPr>
                    </a:p>
                  </a:txBody>
                  <a:tcPr marL="41292" marR="41292" marT="0" marB="0"/>
                </a:tc>
                <a:tc>
                  <a:txBody>
                    <a:bodyPr/>
                    <a:lstStyle/>
                    <a:p>
                      <a:pPr algn="l">
                        <a:lnSpc>
                          <a:spcPct val="150000"/>
                        </a:lnSpc>
                        <a:spcAft>
                          <a:spcPts val="0"/>
                        </a:spcAft>
                      </a:pPr>
                      <a:r>
                        <a:rPr lang="en-US" sz="600" kern="0">
                          <a:effectLst/>
                        </a:rPr>
                        <a:t>410H</a:t>
                      </a:r>
                      <a:endParaRPr lang="zh-CN" sz="700" kern="100">
                        <a:effectLst/>
                        <a:latin typeface="Times New Roman"/>
                        <a:ea typeface="宋体"/>
                      </a:endParaRPr>
                    </a:p>
                  </a:txBody>
                  <a:tcPr marL="41292" marR="41292" marT="0" marB="0" anchor="b"/>
                </a:tc>
                <a:tc>
                  <a:txBody>
                    <a:bodyPr/>
                    <a:lstStyle/>
                    <a:p>
                      <a:pPr algn="l">
                        <a:lnSpc>
                          <a:spcPct val="150000"/>
                        </a:lnSpc>
                        <a:spcAft>
                          <a:spcPts val="0"/>
                        </a:spcAft>
                      </a:pPr>
                      <a:r>
                        <a:rPr lang="en-US" sz="600" kern="0">
                          <a:effectLst/>
                        </a:rPr>
                        <a:t>online</a:t>
                      </a:r>
                      <a:endParaRPr lang="zh-CN" sz="700" kern="100">
                        <a:effectLst/>
                        <a:latin typeface="Times New Roman"/>
                        <a:ea typeface="宋体"/>
                      </a:endParaRPr>
                    </a:p>
                  </a:txBody>
                  <a:tcPr marL="41292" marR="41292" marT="0" marB="0" anchor="b"/>
                </a:tc>
              </a:tr>
              <a:tr h="137640">
                <a:tc>
                  <a:txBody>
                    <a:bodyPr/>
                    <a:lstStyle/>
                    <a:p>
                      <a:pPr algn="l">
                        <a:lnSpc>
                          <a:spcPct val="150000"/>
                        </a:lnSpc>
                        <a:spcAft>
                          <a:spcPts val="0"/>
                        </a:spcAft>
                      </a:pPr>
                      <a:r>
                        <a:rPr lang="en-US" sz="600" kern="0">
                          <a:effectLst/>
                        </a:rPr>
                        <a:t>OBC fixed format TM</a:t>
                      </a:r>
                      <a:endParaRPr lang="zh-CN" sz="700" kern="100">
                        <a:effectLst/>
                        <a:latin typeface="Times New Roman"/>
                        <a:ea typeface="宋体"/>
                      </a:endParaRPr>
                    </a:p>
                  </a:txBody>
                  <a:tcPr marL="41292" marR="41292" marT="0" marB="0" anchor="b"/>
                </a:tc>
                <a:tc>
                  <a:txBody>
                    <a:bodyPr/>
                    <a:lstStyle/>
                    <a:p>
                      <a:pPr algn="just">
                        <a:lnSpc>
                          <a:spcPct val="150000"/>
                        </a:lnSpc>
                        <a:spcAft>
                          <a:spcPts val="0"/>
                        </a:spcAft>
                      </a:pPr>
                      <a:r>
                        <a:rPr lang="en-US" sz="600" kern="0">
                          <a:effectLst/>
                        </a:rPr>
                        <a:t>30H</a:t>
                      </a:r>
                      <a:endParaRPr lang="zh-CN" sz="700" kern="100">
                        <a:effectLst/>
                        <a:latin typeface="Times New Roman"/>
                        <a:ea typeface="宋体"/>
                      </a:endParaRPr>
                    </a:p>
                  </a:txBody>
                  <a:tcPr marL="41292" marR="41292" marT="0" marB="0"/>
                </a:tc>
                <a:tc>
                  <a:txBody>
                    <a:bodyPr/>
                    <a:lstStyle/>
                    <a:p>
                      <a:pPr algn="r">
                        <a:lnSpc>
                          <a:spcPct val="150000"/>
                        </a:lnSpc>
                        <a:spcAft>
                          <a:spcPts val="0"/>
                        </a:spcAft>
                      </a:pPr>
                      <a:r>
                        <a:rPr lang="en-US" sz="600" kern="100">
                          <a:effectLst/>
                        </a:rPr>
                        <a:t>23</a:t>
                      </a:r>
                      <a:endParaRPr lang="zh-CN" sz="700" kern="100">
                        <a:effectLst/>
                        <a:latin typeface="Times New Roman"/>
                        <a:ea typeface="宋体"/>
                      </a:endParaRPr>
                    </a:p>
                  </a:txBody>
                  <a:tcPr marL="41292" marR="41292" marT="0" marB="0" anchor="ctr"/>
                </a:tc>
                <a:tc>
                  <a:txBody>
                    <a:bodyPr/>
                    <a:lstStyle/>
                    <a:p>
                      <a:pPr algn="just">
                        <a:lnSpc>
                          <a:spcPct val="150000"/>
                        </a:lnSpc>
                        <a:spcAft>
                          <a:spcPts val="0"/>
                        </a:spcAft>
                      </a:pPr>
                      <a:r>
                        <a:rPr lang="x-none" sz="600" kern="100">
                          <a:effectLst/>
                        </a:rPr>
                        <a:t>24</a:t>
                      </a:r>
                      <a:endParaRPr lang="zh-CN" sz="700" kern="100">
                        <a:effectLst/>
                        <a:latin typeface="Times New Roman"/>
                        <a:ea typeface="宋体"/>
                      </a:endParaRPr>
                    </a:p>
                  </a:txBody>
                  <a:tcPr marL="41292" marR="41292" marT="0" marB="0"/>
                </a:tc>
                <a:tc>
                  <a:txBody>
                    <a:bodyPr/>
                    <a:lstStyle/>
                    <a:p>
                      <a:pPr algn="just">
                        <a:lnSpc>
                          <a:spcPct val="150000"/>
                        </a:lnSpc>
                        <a:spcAft>
                          <a:spcPts val="0"/>
                        </a:spcAft>
                      </a:pPr>
                      <a:r>
                        <a:rPr lang="x-none" sz="600" kern="100">
                          <a:effectLst/>
                        </a:rPr>
                        <a:t> </a:t>
                      </a:r>
                      <a:endParaRPr lang="zh-CN" sz="700" kern="100">
                        <a:effectLst/>
                        <a:latin typeface="Times New Roman"/>
                        <a:ea typeface="宋体"/>
                      </a:endParaRPr>
                    </a:p>
                  </a:txBody>
                  <a:tcPr marL="41292" marR="41292" marT="0" marB="0"/>
                </a:tc>
                <a:tc>
                  <a:txBody>
                    <a:bodyPr/>
                    <a:lstStyle/>
                    <a:p>
                      <a:pPr algn="l">
                        <a:lnSpc>
                          <a:spcPct val="150000"/>
                        </a:lnSpc>
                        <a:spcAft>
                          <a:spcPts val="0"/>
                        </a:spcAft>
                      </a:pPr>
                      <a:r>
                        <a:rPr lang="en-US" sz="600" kern="0">
                          <a:effectLst/>
                        </a:rPr>
                        <a:t>430H</a:t>
                      </a:r>
                      <a:endParaRPr lang="zh-CN" sz="700" kern="100">
                        <a:effectLst/>
                        <a:latin typeface="Times New Roman"/>
                        <a:ea typeface="宋体"/>
                      </a:endParaRPr>
                    </a:p>
                  </a:txBody>
                  <a:tcPr marL="41292" marR="41292" marT="0" marB="0" anchor="b"/>
                </a:tc>
                <a:tc>
                  <a:txBody>
                    <a:bodyPr/>
                    <a:lstStyle/>
                    <a:p>
                      <a:pPr algn="l">
                        <a:lnSpc>
                          <a:spcPct val="150000"/>
                        </a:lnSpc>
                        <a:spcAft>
                          <a:spcPts val="0"/>
                        </a:spcAft>
                      </a:pPr>
                      <a:r>
                        <a:rPr lang="en-US" sz="600" kern="0">
                          <a:effectLst/>
                        </a:rPr>
                        <a:t>no packet TM</a:t>
                      </a:r>
                      <a:endParaRPr lang="zh-CN" sz="700" kern="100">
                        <a:effectLst/>
                        <a:latin typeface="Times New Roman"/>
                        <a:ea typeface="宋体"/>
                      </a:endParaRPr>
                    </a:p>
                  </a:txBody>
                  <a:tcPr marL="41292" marR="41292" marT="0" marB="0" anchor="b"/>
                </a:tc>
              </a:tr>
              <a:tr h="137640">
                <a:tc>
                  <a:txBody>
                    <a:bodyPr/>
                    <a:lstStyle/>
                    <a:p>
                      <a:pPr algn="l">
                        <a:lnSpc>
                          <a:spcPct val="150000"/>
                        </a:lnSpc>
                        <a:spcAft>
                          <a:spcPts val="0"/>
                        </a:spcAft>
                      </a:pPr>
                      <a:r>
                        <a:rPr lang="en-US" sz="600" kern="0">
                          <a:effectLst/>
                        </a:rPr>
                        <a:t>OBC Slow</a:t>
                      </a:r>
                      <a:endParaRPr lang="zh-CN" sz="700" kern="100">
                        <a:effectLst/>
                        <a:latin typeface="Times New Roman"/>
                        <a:ea typeface="宋体"/>
                      </a:endParaRPr>
                    </a:p>
                  </a:txBody>
                  <a:tcPr marL="41292" marR="41292" marT="0" marB="0" anchor="b"/>
                </a:tc>
                <a:tc>
                  <a:txBody>
                    <a:bodyPr/>
                    <a:lstStyle/>
                    <a:p>
                      <a:pPr algn="just">
                        <a:lnSpc>
                          <a:spcPct val="150000"/>
                        </a:lnSpc>
                        <a:spcAft>
                          <a:spcPts val="0"/>
                        </a:spcAft>
                      </a:pPr>
                      <a:r>
                        <a:rPr lang="x-none" sz="600" kern="100">
                          <a:effectLst/>
                        </a:rPr>
                        <a:t>20H</a:t>
                      </a:r>
                      <a:endParaRPr lang="zh-CN" sz="700" kern="100">
                        <a:effectLst/>
                        <a:latin typeface="Times New Roman"/>
                        <a:ea typeface="宋体"/>
                      </a:endParaRPr>
                    </a:p>
                  </a:txBody>
                  <a:tcPr marL="41292" marR="41292" marT="0" marB="0"/>
                </a:tc>
                <a:tc>
                  <a:txBody>
                    <a:bodyPr/>
                    <a:lstStyle/>
                    <a:p>
                      <a:pPr algn="r">
                        <a:lnSpc>
                          <a:spcPct val="150000"/>
                        </a:lnSpc>
                        <a:spcAft>
                          <a:spcPts val="0"/>
                        </a:spcAft>
                      </a:pPr>
                      <a:r>
                        <a:rPr lang="en-US" sz="600" kern="100">
                          <a:effectLst/>
                        </a:rPr>
                        <a:t>28</a:t>
                      </a:r>
                      <a:endParaRPr lang="zh-CN" sz="700" kern="100">
                        <a:effectLst/>
                        <a:latin typeface="Times New Roman"/>
                        <a:ea typeface="宋体"/>
                      </a:endParaRPr>
                    </a:p>
                  </a:txBody>
                  <a:tcPr marL="41292" marR="41292" marT="0" marB="0" anchor="ctr"/>
                </a:tc>
                <a:tc>
                  <a:txBody>
                    <a:bodyPr/>
                    <a:lstStyle/>
                    <a:p>
                      <a:pPr algn="just">
                        <a:lnSpc>
                          <a:spcPct val="150000"/>
                        </a:lnSpc>
                        <a:spcAft>
                          <a:spcPts val="0"/>
                        </a:spcAft>
                      </a:pPr>
                      <a:r>
                        <a:rPr lang="x-none" sz="600" kern="100">
                          <a:effectLst/>
                        </a:rPr>
                        <a:t>29</a:t>
                      </a:r>
                      <a:endParaRPr lang="zh-CN" sz="700" kern="100">
                        <a:effectLst/>
                        <a:latin typeface="Times New Roman"/>
                        <a:ea typeface="宋体"/>
                      </a:endParaRPr>
                    </a:p>
                  </a:txBody>
                  <a:tcPr marL="41292" marR="41292" marT="0" marB="0"/>
                </a:tc>
                <a:tc>
                  <a:txBody>
                    <a:bodyPr/>
                    <a:lstStyle/>
                    <a:p>
                      <a:pPr algn="just">
                        <a:lnSpc>
                          <a:spcPct val="150000"/>
                        </a:lnSpc>
                        <a:spcAft>
                          <a:spcPts val="0"/>
                        </a:spcAft>
                      </a:pPr>
                      <a:r>
                        <a:rPr lang="x-none" sz="600" kern="100">
                          <a:effectLst/>
                        </a:rPr>
                        <a:t>32</a:t>
                      </a:r>
                      <a:endParaRPr lang="zh-CN" sz="700" kern="100">
                        <a:effectLst/>
                        <a:latin typeface="Times New Roman"/>
                        <a:ea typeface="宋体"/>
                      </a:endParaRPr>
                    </a:p>
                  </a:txBody>
                  <a:tcPr marL="41292" marR="41292" marT="0" marB="0"/>
                </a:tc>
                <a:tc>
                  <a:txBody>
                    <a:bodyPr/>
                    <a:lstStyle/>
                    <a:p>
                      <a:pPr algn="l">
                        <a:lnSpc>
                          <a:spcPct val="150000"/>
                        </a:lnSpc>
                        <a:spcAft>
                          <a:spcPts val="0"/>
                        </a:spcAft>
                      </a:pPr>
                      <a:r>
                        <a:rPr lang="en-US" sz="600" kern="0">
                          <a:effectLst/>
                        </a:rPr>
                        <a:t>420H</a:t>
                      </a:r>
                      <a:endParaRPr lang="zh-CN" sz="700" kern="100">
                        <a:effectLst/>
                        <a:latin typeface="Times New Roman"/>
                        <a:ea typeface="宋体"/>
                      </a:endParaRPr>
                    </a:p>
                  </a:txBody>
                  <a:tcPr marL="41292" marR="41292" marT="0" marB="0" anchor="b"/>
                </a:tc>
                <a:tc>
                  <a:txBody>
                    <a:bodyPr/>
                    <a:lstStyle/>
                    <a:p>
                      <a:pPr algn="l">
                        <a:lnSpc>
                          <a:spcPct val="150000"/>
                        </a:lnSpc>
                        <a:spcAft>
                          <a:spcPts val="0"/>
                        </a:spcAft>
                      </a:pPr>
                      <a:r>
                        <a:rPr lang="en-US" sz="600" kern="0">
                          <a:effectLst/>
                        </a:rPr>
                        <a:t>online</a:t>
                      </a:r>
                      <a:endParaRPr lang="zh-CN" sz="700" kern="100">
                        <a:effectLst/>
                        <a:latin typeface="Times New Roman"/>
                        <a:ea typeface="宋体"/>
                      </a:endParaRPr>
                    </a:p>
                  </a:txBody>
                  <a:tcPr marL="41292" marR="41292" marT="0" marB="0" anchor="b"/>
                </a:tc>
              </a:tr>
              <a:tr h="137640">
                <a:tc>
                  <a:txBody>
                    <a:bodyPr/>
                    <a:lstStyle/>
                    <a:p>
                      <a:pPr algn="l">
                        <a:lnSpc>
                          <a:spcPct val="150000"/>
                        </a:lnSpc>
                        <a:spcAft>
                          <a:spcPts val="0"/>
                        </a:spcAft>
                      </a:pPr>
                      <a:r>
                        <a:rPr lang="en-US" sz="600" kern="0">
                          <a:effectLst/>
                        </a:rPr>
                        <a:t>OBC RTTTC counter</a:t>
                      </a:r>
                      <a:endParaRPr lang="zh-CN" sz="700" kern="100">
                        <a:effectLst/>
                        <a:latin typeface="Times New Roman"/>
                        <a:ea typeface="宋体"/>
                      </a:endParaRPr>
                    </a:p>
                  </a:txBody>
                  <a:tcPr marL="41292" marR="41292" marT="0" marB="0" anchor="b"/>
                </a:tc>
                <a:tc>
                  <a:txBody>
                    <a:bodyPr/>
                    <a:lstStyle/>
                    <a:p>
                      <a:pPr algn="just">
                        <a:lnSpc>
                          <a:spcPct val="150000"/>
                        </a:lnSpc>
                        <a:spcAft>
                          <a:spcPts val="0"/>
                        </a:spcAft>
                      </a:pPr>
                      <a:r>
                        <a:rPr lang="x-none" sz="600" kern="100">
                          <a:effectLst/>
                        </a:rPr>
                        <a:t>70H</a:t>
                      </a:r>
                      <a:endParaRPr lang="zh-CN" sz="700" kern="100">
                        <a:effectLst/>
                        <a:latin typeface="Times New Roman"/>
                        <a:ea typeface="宋体"/>
                      </a:endParaRPr>
                    </a:p>
                  </a:txBody>
                  <a:tcPr marL="41292" marR="41292" marT="0" marB="0"/>
                </a:tc>
                <a:tc>
                  <a:txBody>
                    <a:bodyPr/>
                    <a:lstStyle/>
                    <a:p>
                      <a:pPr algn="r">
                        <a:lnSpc>
                          <a:spcPct val="150000"/>
                        </a:lnSpc>
                        <a:spcAft>
                          <a:spcPts val="0"/>
                        </a:spcAft>
                      </a:pPr>
                      <a:r>
                        <a:rPr lang="en-US" sz="600" kern="100">
                          <a:effectLst/>
                        </a:rPr>
                        <a:t>63</a:t>
                      </a:r>
                      <a:endParaRPr lang="zh-CN" sz="700" kern="100">
                        <a:effectLst/>
                        <a:latin typeface="Times New Roman"/>
                        <a:ea typeface="宋体"/>
                      </a:endParaRPr>
                    </a:p>
                  </a:txBody>
                  <a:tcPr marL="41292" marR="41292" marT="0" marB="0" anchor="ctr"/>
                </a:tc>
                <a:tc>
                  <a:txBody>
                    <a:bodyPr/>
                    <a:lstStyle/>
                    <a:p>
                      <a:pPr algn="just">
                        <a:lnSpc>
                          <a:spcPct val="150000"/>
                        </a:lnSpc>
                        <a:spcAft>
                          <a:spcPts val="0"/>
                        </a:spcAft>
                      </a:pPr>
                      <a:r>
                        <a:rPr lang="x-none" sz="600" kern="100">
                          <a:effectLst/>
                        </a:rPr>
                        <a:t>64</a:t>
                      </a:r>
                      <a:endParaRPr lang="zh-CN" sz="700" kern="100">
                        <a:effectLst/>
                        <a:latin typeface="Times New Roman"/>
                        <a:ea typeface="宋体"/>
                      </a:endParaRPr>
                    </a:p>
                  </a:txBody>
                  <a:tcPr marL="41292" marR="41292" marT="0" marB="0"/>
                </a:tc>
                <a:tc>
                  <a:txBody>
                    <a:bodyPr/>
                    <a:lstStyle/>
                    <a:p>
                      <a:pPr algn="just">
                        <a:lnSpc>
                          <a:spcPct val="150000"/>
                        </a:lnSpc>
                        <a:spcAft>
                          <a:spcPts val="0"/>
                        </a:spcAft>
                      </a:pPr>
                      <a:r>
                        <a:rPr lang="x-none" sz="600" kern="100">
                          <a:effectLst/>
                        </a:rPr>
                        <a:t>32</a:t>
                      </a:r>
                      <a:endParaRPr lang="zh-CN" sz="700" kern="100">
                        <a:effectLst/>
                        <a:latin typeface="Times New Roman"/>
                        <a:ea typeface="宋体"/>
                      </a:endParaRPr>
                    </a:p>
                  </a:txBody>
                  <a:tcPr marL="41292" marR="41292" marT="0" marB="0"/>
                </a:tc>
                <a:tc>
                  <a:txBody>
                    <a:bodyPr/>
                    <a:lstStyle/>
                    <a:p>
                      <a:pPr algn="l">
                        <a:lnSpc>
                          <a:spcPct val="150000"/>
                        </a:lnSpc>
                        <a:spcAft>
                          <a:spcPts val="0"/>
                        </a:spcAft>
                      </a:pPr>
                      <a:r>
                        <a:rPr lang="en-US" sz="600" kern="0">
                          <a:effectLst/>
                        </a:rPr>
                        <a:t>470H</a:t>
                      </a:r>
                      <a:endParaRPr lang="zh-CN" sz="700" kern="100">
                        <a:effectLst/>
                        <a:latin typeface="Times New Roman"/>
                        <a:ea typeface="宋体"/>
                      </a:endParaRPr>
                    </a:p>
                  </a:txBody>
                  <a:tcPr marL="41292" marR="41292" marT="0" marB="0" anchor="b"/>
                </a:tc>
                <a:tc>
                  <a:txBody>
                    <a:bodyPr/>
                    <a:lstStyle/>
                    <a:p>
                      <a:pPr algn="l">
                        <a:lnSpc>
                          <a:spcPct val="150000"/>
                        </a:lnSpc>
                        <a:spcAft>
                          <a:spcPts val="0"/>
                        </a:spcAft>
                      </a:pPr>
                      <a:r>
                        <a:rPr lang="en-US" sz="600" kern="0">
                          <a:effectLst/>
                        </a:rPr>
                        <a:t>offline</a:t>
                      </a:r>
                      <a:endParaRPr lang="zh-CN" sz="700" kern="100">
                        <a:effectLst/>
                        <a:latin typeface="Times New Roman"/>
                        <a:ea typeface="宋体"/>
                      </a:endParaRPr>
                    </a:p>
                  </a:txBody>
                  <a:tcPr marL="41292" marR="41292" marT="0" marB="0" anchor="b"/>
                </a:tc>
              </a:tr>
              <a:tr h="137640">
                <a:tc>
                  <a:txBody>
                    <a:bodyPr/>
                    <a:lstStyle/>
                    <a:p>
                      <a:pPr algn="l">
                        <a:lnSpc>
                          <a:spcPct val="150000"/>
                        </a:lnSpc>
                        <a:spcAft>
                          <a:spcPts val="0"/>
                        </a:spcAft>
                      </a:pPr>
                      <a:r>
                        <a:rPr lang="en-US" sz="600" kern="0">
                          <a:effectLst/>
                        </a:rPr>
                        <a:t>OBC TTTC code</a:t>
                      </a:r>
                      <a:endParaRPr lang="zh-CN" sz="700" kern="100">
                        <a:effectLst/>
                        <a:latin typeface="Times New Roman"/>
                        <a:ea typeface="宋体"/>
                      </a:endParaRPr>
                    </a:p>
                  </a:txBody>
                  <a:tcPr marL="41292" marR="41292" marT="0" marB="0" anchor="b"/>
                </a:tc>
                <a:tc>
                  <a:txBody>
                    <a:bodyPr/>
                    <a:lstStyle/>
                    <a:p>
                      <a:pPr algn="just">
                        <a:lnSpc>
                          <a:spcPct val="150000"/>
                        </a:lnSpc>
                        <a:spcAft>
                          <a:spcPts val="0"/>
                        </a:spcAft>
                      </a:pPr>
                      <a:r>
                        <a:rPr lang="x-none" sz="600" kern="100">
                          <a:effectLst/>
                        </a:rPr>
                        <a:t>90H</a:t>
                      </a:r>
                      <a:endParaRPr lang="zh-CN" sz="700" kern="100">
                        <a:effectLst/>
                        <a:latin typeface="Times New Roman"/>
                        <a:ea typeface="宋体"/>
                      </a:endParaRPr>
                    </a:p>
                  </a:txBody>
                  <a:tcPr marL="41292" marR="41292" marT="0" marB="0"/>
                </a:tc>
                <a:tc>
                  <a:txBody>
                    <a:bodyPr/>
                    <a:lstStyle/>
                    <a:p>
                      <a:pPr algn="r">
                        <a:lnSpc>
                          <a:spcPct val="150000"/>
                        </a:lnSpc>
                        <a:spcAft>
                          <a:spcPts val="0"/>
                        </a:spcAft>
                      </a:pPr>
                      <a:r>
                        <a:rPr lang="en-US" sz="600" kern="100">
                          <a:effectLst/>
                        </a:rPr>
                        <a:t>55</a:t>
                      </a:r>
                      <a:endParaRPr lang="zh-CN" sz="700" kern="100">
                        <a:effectLst/>
                        <a:latin typeface="Times New Roman"/>
                        <a:ea typeface="宋体"/>
                      </a:endParaRPr>
                    </a:p>
                  </a:txBody>
                  <a:tcPr marL="41292" marR="41292" marT="0" marB="0" anchor="ctr"/>
                </a:tc>
                <a:tc>
                  <a:txBody>
                    <a:bodyPr/>
                    <a:lstStyle/>
                    <a:p>
                      <a:pPr algn="just">
                        <a:lnSpc>
                          <a:spcPct val="150000"/>
                        </a:lnSpc>
                        <a:spcAft>
                          <a:spcPts val="0"/>
                        </a:spcAft>
                      </a:pPr>
                      <a:r>
                        <a:rPr lang="x-none" sz="600" kern="100">
                          <a:effectLst/>
                        </a:rPr>
                        <a:t>56</a:t>
                      </a:r>
                      <a:endParaRPr lang="zh-CN" sz="700" kern="100">
                        <a:effectLst/>
                        <a:latin typeface="Times New Roman"/>
                        <a:ea typeface="宋体"/>
                      </a:endParaRPr>
                    </a:p>
                  </a:txBody>
                  <a:tcPr marL="41292" marR="41292" marT="0" marB="0"/>
                </a:tc>
                <a:tc>
                  <a:txBody>
                    <a:bodyPr/>
                    <a:lstStyle/>
                    <a:p>
                      <a:pPr algn="just">
                        <a:lnSpc>
                          <a:spcPct val="150000"/>
                        </a:lnSpc>
                        <a:spcAft>
                          <a:spcPts val="0"/>
                        </a:spcAft>
                      </a:pPr>
                      <a:r>
                        <a:rPr lang="x-none" sz="600" kern="100">
                          <a:effectLst/>
                        </a:rPr>
                        <a:t>32</a:t>
                      </a:r>
                      <a:endParaRPr lang="zh-CN" sz="700" kern="100">
                        <a:effectLst/>
                        <a:latin typeface="Times New Roman"/>
                        <a:ea typeface="宋体"/>
                      </a:endParaRPr>
                    </a:p>
                  </a:txBody>
                  <a:tcPr marL="41292" marR="41292" marT="0" marB="0"/>
                </a:tc>
                <a:tc>
                  <a:txBody>
                    <a:bodyPr/>
                    <a:lstStyle/>
                    <a:p>
                      <a:pPr algn="l">
                        <a:lnSpc>
                          <a:spcPct val="150000"/>
                        </a:lnSpc>
                        <a:spcAft>
                          <a:spcPts val="0"/>
                        </a:spcAft>
                      </a:pPr>
                      <a:r>
                        <a:rPr lang="en-US" sz="600" kern="0">
                          <a:effectLst/>
                        </a:rPr>
                        <a:t>490H</a:t>
                      </a:r>
                      <a:endParaRPr lang="zh-CN" sz="700" kern="100">
                        <a:effectLst/>
                        <a:latin typeface="Times New Roman"/>
                        <a:ea typeface="宋体"/>
                      </a:endParaRPr>
                    </a:p>
                  </a:txBody>
                  <a:tcPr marL="41292" marR="41292" marT="0" marB="0" anchor="b"/>
                </a:tc>
                <a:tc>
                  <a:txBody>
                    <a:bodyPr/>
                    <a:lstStyle/>
                    <a:p>
                      <a:pPr algn="l">
                        <a:lnSpc>
                          <a:spcPct val="150000"/>
                        </a:lnSpc>
                        <a:spcAft>
                          <a:spcPts val="0"/>
                        </a:spcAft>
                      </a:pPr>
                      <a:r>
                        <a:rPr lang="en-US" sz="600" kern="0">
                          <a:effectLst/>
                        </a:rPr>
                        <a:t>online</a:t>
                      </a:r>
                      <a:endParaRPr lang="zh-CN" sz="700" kern="100">
                        <a:effectLst/>
                        <a:latin typeface="Times New Roman"/>
                        <a:ea typeface="宋体"/>
                      </a:endParaRPr>
                    </a:p>
                  </a:txBody>
                  <a:tcPr marL="41292" marR="41292" marT="0" marB="0" anchor="b"/>
                </a:tc>
              </a:tr>
              <a:tr h="137640">
                <a:tc>
                  <a:txBody>
                    <a:bodyPr/>
                    <a:lstStyle/>
                    <a:p>
                      <a:pPr algn="l">
                        <a:lnSpc>
                          <a:spcPct val="150000"/>
                        </a:lnSpc>
                        <a:spcAft>
                          <a:spcPts val="0"/>
                        </a:spcAft>
                      </a:pPr>
                      <a:r>
                        <a:rPr lang="en-US" sz="600" kern="0">
                          <a:effectLst/>
                        </a:rPr>
                        <a:t>OBC bus counter</a:t>
                      </a:r>
                      <a:endParaRPr lang="zh-CN" sz="700" kern="100">
                        <a:effectLst/>
                        <a:latin typeface="Times New Roman"/>
                        <a:ea typeface="宋体"/>
                      </a:endParaRPr>
                    </a:p>
                  </a:txBody>
                  <a:tcPr marL="41292" marR="41292" marT="0" marB="0" anchor="b"/>
                </a:tc>
                <a:tc>
                  <a:txBody>
                    <a:bodyPr/>
                    <a:lstStyle/>
                    <a:p>
                      <a:pPr algn="just">
                        <a:lnSpc>
                          <a:spcPct val="150000"/>
                        </a:lnSpc>
                        <a:spcAft>
                          <a:spcPts val="0"/>
                        </a:spcAft>
                      </a:pPr>
                      <a:r>
                        <a:rPr lang="x-none" sz="600" kern="100">
                          <a:effectLst/>
                        </a:rPr>
                        <a:t>A0H</a:t>
                      </a:r>
                      <a:endParaRPr lang="zh-CN" sz="700" kern="100">
                        <a:effectLst/>
                        <a:latin typeface="Times New Roman"/>
                        <a:ea typeface="宋体"/>
                      </a:endParaRPr>
                    </a:p>
                  </a:txBody>
                  <a:tcPr marL="41292" marR="41292" marT="0" marB="0"/>
                </a:tc>
                <a:tc>
                  <a:txBody>
                    <a:bodyPr/>
                    <a:lstStyle/>
                    <a:p>
                      <a:pPr algn="r">
                        <a:lnSpc>
                          <a:spcPct val="150000"/>
                        </a:lnSpc>
                        <a:spcAft>
                          <a:spcPts val="0"/>
                        </a:spcAft>
                      </a:pPr>
                      <a:r>
                        <a:rPr lang="en-US" sz="600" kern="100">
                          <a:effectLst/>
                        </a:rPr>
                        <a:t>69</a:t>
                      </a:r>
                      <a:endParaRPr lang="zh-CN" sz="700" kern="100">
                        <a:effectLst/>
                        <a:latin typeface="Times New Roman"/>
                        <a:ea typeface="宋体"/>
                      </a:endParaRPr>
                    </a:p>
                  </a:txBody>
                  <a:tcPr marL="41292" marR="41292" marT="0" marB="0" anchor="ctr"/>
                </a:tc>
                <a:tc>
                  <a:txBody>
                    <a:bodyPr/>
                    <a:lstStyle/>
                    <a:p>
                      <a:pPr algn="just">
                        <a:lnSpc>
                          <a:spcPct val="150000"/>
                        </a:lnSpc>
                        <a:spcAft>
                          <a:spcPts val="0"/>
                        </a:spcAft>
                      </a:pPr>
                      <a:r>
                        <a:rPr lang="x-none" sz="600" kern="100">
                          <a:effectLst/>
                        </a:rPr>
                        <a:t>70</a:t>
                      </a:r>
                      <a:endParaRPr lang="zh-CN" sz="700" kern="100">
                        <a:effectLst/>
                        <a:latin typeface="Times New Roman"/>
                        <a:ea typeface="宋体"/>
                      </a:endParaRPr>
                    </a:p>
                  </a:txBody>
                  <a:tcPr marL="41292" marR="41292" marT="0" marB="0"/>
                </a:tc>
                <a:tc>
                  <a:txBody>
                    <a:bodyPr/>
                    <a:lstStyle/>
                    <a:p>
                      <a:pPr algn="just">
                        <a:lnSpc>
                          <a:spcPct val="150000"/>
                        </a:lnSpc>
                        <a:spcAft>
                          <a:spcPts val="0"/>
                        </a:spcAft>
                      </a:pPr>
                      <a:r>
                        <a:rPr lang="x-none" sz="600" kern="100">
                          <a:effectLst/>
                        </a:rPr>
                        <a:t>32</a:t>
                      </a:r>
                      <a:endParaRPr lang="zh-CN" sz="700" kern="100">
                        <a:effectLst/>
                        <a:latin typeface="Times New Roman"/>
                        <a:ea typeface="宋体"/>
                      </a:endParaRPr>
                    </a:p>
                  </a:txBody>
                  <a:tcPr marL="41292" marR="41292" marT="0" marB="0"/>
                </a:tc>
                <a:tc>
                  <a:txBody>
                    <a:bodyPr/>
                    <a:lstStyle/>
                    <a:p>
                      <a:pPr algn="l">
                        <a:lnSpc>
                          <a:spcPct val="150000"/>
                        </a:lnSpc>
                        <a:spcAft>
                          <a:spcPts val="0"/>
                        </a:spcAft>
                      </a:pPr>
                      <a:r>
                        <a:rPr lang="en-US" sz="600" kern="0">
                          <a:effectLst/>
                        </a:rPr>
                        <a:t>4A0H</a:t>
                      </a:r>
                      <a:endParaRPr lang="zh-CN" sz="700" kern="100">
                        <a:effectLst/>
                        <a:latin typeface="Times New Roman"/>
                        <a:ea typeface="宋体"/>
                      </a:endParaRPr>
                    </a:p>
                  </a:txBody>
                  <a:tcPr marL="41292" marR="41292" marT="0" marB="0" anchor="b"/>
                </a:tc>
                <a:tc>
                  <a:txBody>
                    <a:bodyPr/>
                    <a:lstStyle/>
                    <a:p>
                      <a:pPr algn="l">
                        <a:lnSpc>
                          <a:spcPct val="150000"/>
                        </a:lnSpc>
                        <a:spcAft>
                          <a:spcPts val="0"/>
                        </a:spcAft>
                      </a:pPr>
                      <a:r>
                        <a:rPr lang="en-US" sz="600" kern="0">
                          <a:effectLst/>
                        </a:rPr>
                        <a:t>online</a:t>
                      </a:r>
                      <a:endParaRPr lang="zh-CN" sz="700" kern="100">
                        <a:effectLst/>
                        <a:latin typeface="Times New Roman"/>
                        <a:ea typeface="宋体"/>
                      </a:endParaRPr>
                    </a:p>
                  </a:txBody>
                  <a:tcPr marL="41292" marR="41292" marT="0" marB="0" anchor="b"/>
                </a:tc>
              </a:tr>
              <a:tr h="137640">
                <a:tc>
                  <a:txBody>
                    <a:bodyPr/>
                    <a:lstStyle/>
                    <a:p>
                      <a:pPr algn="l">
                        <a:lnSpc>
                          <a:spcPct val="150000"/>
                        </a:lnSpc>
                        <a:spcAft>
                          <a:spcPts val="0"/>
                        </a:spcAft>
                      </a:pPr>
                      <a:r>
                        <a:rPr lang="en-US" sz="600" kern="0">
                          <a:effectLst/>
                        </a:rPr>
                        <a:t>OBC uplink data block</a:t>
                      </a:r>
                      <a:endParaRPr lang="zh-CN" sz="700" kern="100">
                        <a:effectLst/>
                        <a:latin typeface="Times New Roman"/>
                        <a:ea typeface="宋体"/>
                      </a:endParaRPr>
                    </a:p>
                  </a:txBody>
                  <a:tcPr marL="41292" marR="41292" marT="0" marB="0" anchor="b"/>
                </a:tc>
                <a:tc>
                  <a:txBody>
                    <a:bodyPr/>
                    <a:lstStyle/>
                    <a:p>
                      <a:pPr algn="just">
                        <a:lnSpc>
                          <a:spcPct val="150000"/>
                        </a:lnSpc>
                        <a:spcAft>
                          <a:spcPts val="0"/>
                        </a:spcAft>
                      </a:pPr>
                      <a:r>
                        <a:rPr lang="x-none" sz="600" kern="100">
                          <a:effectLst/>
                        </a:rPr>
                        <a:t>B0H</a:t>
                      </a:r>
                      <a:endParaRPr lang="zh-CN" sz="700" kern="100">
                        <a:effectLst/>
                        <a:latin typeface="Times New Roman"/>
                        <a:ea typeface="宋体"/>
                      </a:endParaRPr>
                    </a:p>
                  </a:txBody>
                  <a:tcPr marL="41292" marR="41292" marT="0" marB="0"/>
                </a:tc>
                <a:tc>
                  <a:txBody>
                    <a:bodyPr/>
                    <a:lstStyle/>
                    <a:p>
                      <a:pPr algn="just">
                        <a:lnSpc>
                          <a:spcPct val="150000"/>
                        </a:lnSpc>
                        <a:spcAft>
                          <a:spcPts val="0"/>
                        </a:spcAft>
                      </a:pPr>
                      <a:r>
                        <a:rPr lang="x-none" sz="600" kern="100">
                          <a:effectLst/>
                        </a:rPr>
                        <a:t>16</a:t>
                      </a:r>
                      <a:r>
                        <a:rPr lang="zh-CN" sz="600" kern="100">
                          <a:effectLst/>
                        </a:rPr>
                        <a:t>、</a:t>
                      </a:r>
                      <a:r>
                        <a:rPr lang="x-none" sz="600" kern="100">
                          <a:effectLst/>
                        </a:rPr>
                        <a:t>64</a:t>
                      </a:r>
                      <a:r>
                        <a:rPr lang="zh-CN" sz="600" kern="100">
                          <a:effectLst/>
                        </a:rPr>
                        <a:t>、</a:t>
                      </a:r>
                      <a:r>
                        <a:rPr lang="x-none" sz="600" kern="100">
                          <a:effectLst/>
                        </a:rPr>
                        <a:t>128</a:t>
                      </a:r>
                      <a:r>
                        <a:rPr lang="zh-CN" sz="600" kern="100">
                          <a:effectLst/>
                        </a:rPr>
                        <a:t>、</a:t>
                      </a:r>
                      <a:r>
                        <a:rPr lang="x-none" sz="600" kern="100">
                          <a:effectLst/>
                        </a:rPr>
                        <a:t>256</a:t>
                      </a:r>
                      <a:endParaRPr lang="zh-CN" sz="700" kern="100">
                        <a:effectLst/>
                        <a:latin typeface="Times New Roman"/>
                        <a:ea typeface="宋体"/>
                      </a:endParaRPr>
                    </a:p>
                  </a:txBody>
                  <a:tcPr marL="41292" marR="41292" marT="0" marB="0"/>
                </a:tc>
                <a:tc>
                  <a:txBody>
                    <a:bodyPr/>
                    <a:lstStyle/>
                    <a:p>
                      <a:pPr algn="just">
                        <a:lnSpc>
                          <a:spcPct val="150000"/>
                        </a:lnSpc>
                        <a:spcAft>
                          <a:spcPts val="0"/>
                        </a:spcAft>
                      </a:pPr>
                      <a:r>
                        <a:rPr lang="x-none" sz="600" kern="100">
                          <a:effectLst/>
                        </a:rPr>
                        <a:t>16</a:t>
                      </a:r>
                      <a:r>
                        <a:rPr lang="zh-CN" sz="600" kern="100">
                          <a:effectLst/>
                        </a:rPr>
                        <a:t>、</a:t>
                      </a:r>
                      <a:r>
                        <a:rPr lang="x-none" sz="600" kern="100">
                          <a:effectLst/>
                        </a:rPr>
                        <a:t>64</a:t>
                      </a:r>
                      <a:r>
                        <a:rPr lang="zh-CN" sz="600" kern="100">
                          <a:effectLst/>
                        </a:rPr>
                        <a:t>、</a:t>
                      </a:r>
                      <a:r>
                        <a:rPr lang="x-none" sz="600" kern="100">
                          <a:effectLst/>
                        </a:rPr>
                        <a:t>128</a:t>
                      </a:r>
                      <a:r>
                        <a:rPr lang="zh-CN" sz="600" kern="100">
                          <a:effectLst/>
                        </a:rPr>
                        <a:t>、</a:t>
                      </a:r>
                      <a:r>
                        <a:rPr lang="x-none" sz="600" kern="100">
                          <a:effectLst/>
                        </a:rPr>
                        <a:t>256</a:t>
                      </a:r>
                      <a:endParaRPr lang="zh-CN" sz="700" kern="100">
                        <a:effectLst/>
                        <a:latin typeface="Times New Roman"/>
                        <a:ea typeface="宋体"/>
                      </a:endParaRPr>
                    </a:p>
                  </a:txBody>
                  <a:tcPr marL="41292" marR="41292" marT="0" marB="0"/>
                </a:tc>
                <a:tc>
                  <a:txBody>
                    <a:bodyPr/>
                    <a:lstStyle/>
                    <a:p>
                      <a:pPr algn="just">
                        <a:lnSpc>
                          <a:spcPct val="150000"/>
                        </a:lnSpc>
                        <a:spcAft>
                          <a:spcPts val="0"/>
                        </a:spcAft>
                      </a:pPr>
                      <a:r>
                        <a:rPr lang="x-none" sz="600" kern="100">
                          <a:effectLst/>
                        </a:rPr>
                        <a:t>Single</a:t>
                      </a:r>
                      <a:endParaRPr lang="zh-CN" sz="700" kern="100">
                        <a:effectLst/>
                        <a:latin typeface="Times New Roman"/>
                        <a:ea typeface="宋体"/>
                      </a:endParaRPr>
                    </a:p>
                  </a:txBody>
                  <a:tcPr marL="41292" marR="41292" marT="0" marB="0"/>
                </a:tc>
                <a:tc>
                  <a:txBody>
                    <a:bodyPr/>
                    <a:lstStyle/>
                    <a:p>
                      <a:pPr algn="l">
                        <a:lnSpc>
                          <a:spcPct val="150000"/>
                        </a:lnSpc>
                        <a:spcAft>
                          <a:spcPts val="0"/>
                        </a:spcAft>
                      </a:pPr>
                      <a:r>
                        <a:rPr lang="en-US" sz="600" kern="0">
                          <a:effectLst/>
                        </a:rPr>
                        <a:t>4B0H</a:t>
                      </a:r>
                      <a:endParaRPr lang="zh-CN" sz="700" kern="100">
                        <a:effectLst/>
                        <a:latin typeface="Times New Roman"/>
                        <a:ea typeface="宋体"/>
                      </a:endParaRPr>
                    </a:p>
                  </a:txBody>
                  <a:tcPr marL="41292" marR="41292" marT="0" marB="0" anchor="b"/>
                </a:tc>
                <a:tc>
                  <a:txBody>
                    <a:bodyPr/>
                    <a:lstStyle/>
                    <a:p>
                      <a:pPr algn="l">
                        <a:lnSpc>
                          <a:spcPct val="150000"/>
                        </a:lnSpc>
                        <a:spcAft>
                          <a:spcPts val="0"/>
                        </a:spcAft>
                      </a:pPr>
                      <a:r>
                        <a:rPr lang="en-US" sz="600" kern="0">
                          <a:effectLst/>
                        </a:rPr>
                        <a:t>offline</a:t>
                      </a:r>
                      <a:endParaRPr lang="zh-CN" sz="700" kern="100">
                        <a:effectLst/>
                        <a:latin typeface="Times New Roman"/>
                        <a:ea typeface="宋体"/>
                      </a:endParaRPr>
                    </a:p>
                  </a:txBody>
                  <a:tcPr marL="41292" marR="41292" marT="0" marB="0" anchor="b"/>
                </a:tc>
              </a:tr>
              <a:tr h="137640">
                <a:tc>
                  <a:txBody>
                    <a:bodyPr/>
                    <a:lstStyle/>
                    <a:p>
                      <a:pPr algn="l">
                        <a:lnSpc>
                          <a:spcPct val="150000"/>
                        </a:lnSpc>
                        <a:spcAft>
                          <a:spcPts val="0"/>
                        </a:spcAft>
                      </a:pPr>
                      <a:r>
                        <a:rPr lang="en-US" sz="600" kern="0">
                          <a:effectLst/>
                        </a:rPr>
                        <a:t>OBC storage downlink</a:t>
                      </a:r>
                      <a:endParaRPr lang="zh-CN" sz="700" kern="100">
                        <a:effectLst/>
                        <a:latin typeface="Times New Roman"/>
                        <a:ea typeface="宋体"/>
                      </a:endParaRPr>
                    </a:p>
                  </a:txBody>
                  <a:tcPr marL="41292" marR="41292" marT="0" marB="0" anchor="b"/>
                </a:tc>
                <a:tc>
                  <a:txBody>
                    <a:bodyPr/>
                    <a:lstStyle/>
                    <a:p>
                      <a:pPr algn="just">
                        <a:lnSpc>
                          <a:spcPct val="150000"/>
                        </a:lnSpc>
                        <a:spcAft>
                          <a:spcPts val="0"/>
                        </a:spcAft>
                      </a:pPr>
                      <a:r>
                        <a:rPr lang="x-none" sz="600" kern="100">
                          <a:effectLst/>
                        </a:rPr>
                        <a:t>C0H</a:t>
                      </a:r>
                      <a:endParaRPr lang="zh-CN" sz="700" kern="100">
                        <a:effectLst/>
                        <a:latin typeface="Times New Roman"/>
                        <a:ea typeface="宋体"/>
                      </a:endParaRPr>
                    </a:p>
                  </a:txBody>
                  <a:tcPr marL="41292" marR="41292" marT="0" marB="0"/>
                </a:tc>
                <a:tc>
                  <a:txBody>
                    <a:bodyPr/>
                    <a:lstStyle/>
                    <a:p>
                      <a:pPr algn="r">
                        <a:lnSpc>
                          <a:spcPct val="150000"/>
                        </a:lnSpc>
                        <a:spcAft>
                          <a:spcPts val="0"/>
                        </a:spcAft>
                      </a:pPr>
                      <a:r>
                        <a:rPr lang="en-US" sz="600" kern="100">
                          <a:effectLst/>
                        </a:rPr>
                        <a:t>67</a:t>
                      </a:r>
                      <a:endParaRPr lang="zh-CN" sz="700" kern="100">
                        <a:effectLst/>
                        <a:latin typeface="Times New Roman"/>
                        <a:ea typeface="宋体"/>
                      </a:endParaRPr>
                    </a:p>
                  </a:txBody>
                  <a:tcPr marL="41292" marR="41292" marT="0" marB="0" anchor="ctr"/>
                </a:tc>
                <a:tc>
                  <a:txBody>
                    <a:bodyPr/>
                    <a:lstStyle/>
                    <a:p>
                      <a:pPr algn="just">
                        <a:lnSpc>
                          <a:spcPct val="150000"/>
                        </a:lnSpc>
                        <a:spcAft>
                          <a:spcPts val="0"/>
                        </a:spcAft>
                      </a:pPr>
                      <a:r>
                        <a:rPr lang="x-none" sz="600" kern="100">
                          <a:effectLst/>
                        </a:rPr>
                        <a:t>68</a:t>
                      </a:r>
                      <a:endParaRPr lang="zh-CN" sz="700" kern="100">
                        <a:effectLst/>
                        <a:latin typeface="Times New Roman"/>
                        <a:ea typeface="宋体"/>
                      </a:endParaRPr>
                    </a:p>
                  </a:txBody>
                  <a:tcPr marL="41292" marR="41292" marT="0" marB="0"/>
                </a:tc>
                <a:tc>
                  <a:txBody>
                    <a:bodyPr/>
                    <a:lstStyle/>
                    <a:p>
                      <a:pPr algn="just">
                        <a:lnSpc>
                          <a:spcPct val="150000"/>
                        </a:lnSpc>
                        <a:spcAft>
                          <a:spcPts val="0"/>
                        </a:spcAft>
                      </a:pPr>
                      <a:r>
                        <a:rPr lang="x-none" sz="600" kern="100">
                          <a:effectLst/>
                        </a:rPr>
                        <a:t>Single</a:t>
                      </a:r>
                      <a:endParaRPr lang="zh-CN" sz="700" kern="100">
                        <a:effectLst/>
                        <a:latin typeface="Times New Roman"/>
                        <a:ea typeface="宋体"/>
                      </a:endParaRPr>
                    </a:p>
                  </a:txBody>
                  <a:tcPr marL="41292" marR="41292" marT="0" marB="0"/>
                </a:tc>
                <a:tc>
                  <a:txBody>
                    <a:bodyPr/>
                    <a:lstStyle/>
                    <a:p>
                      <a:pPr algn="l">
                        <a:lnSpc>
                          <a:spcPct val="150000"/>
                        </a:lnSpc>
                        <a:spcAft>
                          <a:spcPts val="0"/>
                        </a:spcAft>
                      </a:pPr>
                      <a:r>
                        <a:rPr lang="en-US" sz="600" kern="0">
                          <a:effectLst/>
                        </a:rPr>
                        <a:t>4C0H</a:t>
                      </a:r>
                      <a:endParaRPr lang="zh-CN" sz="700" kern="100">
                        <a:effectLst/>
                        <a:latin typeface="Times New Roman"/>
                        <a:ea typeface="宋体"/>
                      </a:endParaRPr>
                    </a:p>
                  </a:txBody>
                  <a:tcPr marL="41292" marR="41292" marT="0" marB="0" anchor="b"/>
                </a:tc>
                <a:tc>
                  <a:txBody>
                    <a:bodyPr/>
                    <a:lstStyle/>
                    <a:p>
                      <a:pPr algn="l">
                        <a:lnSpc>
                          <a:spcPct val="150000"/>
                        </a:lnSpc>
                        <a:spcAft>
                          <a:spcPts val="0"/>
                        </a:spcAft>
                      </a:pPr>
                      <a:r>
                        <a:rPr lang="en-US" sz="600" kern="0">
                          <a:effectLst/>
                        </a:rPr>
                        <a:t>offline</a:t>
                      </a:r>
                      <a:endParaRPr lang="zh-CN" sz="700" kern="100">
                        <a:effectLst/>
                        <a:latin typeface="Times New Roman"/>
                        <a:ea typeface="宋体"/>
                      </a:endParaRPr>
                    </a:p>
                  </a:txBody>
                  <a:tcPr marL="41292" marR="41292" marT="0" marB="0" anchor="b"/>
                </a:tc>
              </a:tr>
              <a:tr h="137640">
                <a:tc>
                  <a:txBody>
                    <a:bodyPr/>
                    <a:lstStyle/>
                    <a:p>
                      <a:pPr algn="l">
                        <a:lnSpc>
                          <a:spcPct val="150000"/>
                        </a:lnSpc>
                        <a:spcAft>
                          <a:spcPts val="0"/>
                        </a:spcAft>
                      </a:pPr>
                      <a:r>
                        <a:rPr lang="en-US" sz="600" kern="0">
                          <a:effectLst/>
                        </a:rPr>
                        <a:t>OBC data block</a:t>
                      </a:r>
                      <a:endParaRPr lang="zh-CN" sz="700" kern="100">
                        <a:effectLst/>
                        <a:latin typeface="Times New Roman"/>
                        <a:ea typeface="宋体"/>
                      </a:endParaRPr>
                    </a:p>
                  </a:txBody>
                  <a:tcPr marL="41292" marR="41292" marT="0" marB="0" anchor="b"/>
                </a:tc>
                <a:tc>
                  <a:txBody>
                    <a:bodyPr/>
                    <a:lstStyle/>
                    <a:p>
                      <a:pPr algn="just">
                        <a:lnSpc>
                          <a:spcPct val="150000"/>
                        </a:lnSpc>
                        <a:spcAft>
                          <a:spcPts val="0"/>
                        </a:spcAft>
                      </a:pPr>
                      <a:r>
                        <a:rPr lang="x-none" sz="600" kern="100">
                          <a:effectLst/>
                        </a:rPr>
                        <a:t>E0H</a:t>
                      </a:r>
                      <a:endParaRPr lang="zh-CN" sz="700" kern="100">
                        <a:effectLst/>
                        <a:latin typeface="Times New Roman"/>
                        <a:ea typeface="宋体"/>
                      </a:endParaRPr>
                    </a:p>
                  </a:txBody>
                  <a:tcPr marL="41292" marR="41292" marT="0" marB="0"/>
                </a:tc>
                <a:tc>
                  <a:txBody>
                    <a:bodyPr/>
                    <a:lstStyle/>
                    <a:p>
                      <a:pPr algn="r">
                        <a:lnSpc>
                          <a:spcPct val="150000"/>
                        </a:lnSpc>
                        <a:spcAft>
                          <a:spcPts val="0"/>
                        </a:spcAft>
                      </a:pPr>
                      <a:r>
                        <a:rPr lang="en-US" sz="600" kern="100">
                          <a:effectLst/>
                        </a:rPr>
                        <a:t>241</a:t>
                      </a:r>
                      <a:endParaRPr lang="zh-CN" sz="700" kern="100">
                        <a:effectLst/>
                        <a:latin typeface="Times New Roman"/>
                        <a:ea typeface="宋体"/>
                      </a:endParaRPr>
                    </a:p>
                  </a:txBody>
                  <a:tcPr marL="41292" marR="41292" marT="0" marB="0" anchor="ctr"/>
                </a:tc>
                <a:tc>
                  <a:txBody>
                    <a:bodyPr/>
                    <a:lstStyle/>
                    <a:p>
                      <a:pPr algn="just">
                        <a:lnSpc>
                          <a:spcPct val="150000"/>
                        </a:lnSpc>
                        <a:spcAft>
                          <a:spcPts val="0"/>
                        </a:spcAft>
                      </a:pPr>
                      <a:r>
                        <a:rPr lang="x-none" sz="600" kern="100">
                          <a:effectLst/>
                        </a:rPr>
                        <a:t>242</a:t>
                      </a:r>
                      <a:endParaRPr lang="zh-CN" sz="700" kern="100">
                        <a:effectLst/>
                        <a:latin typeface="Times New Roman"/>
                        <a:ea typeface="宋体"/>
                      </a:endParaRPr>
                    </a:p>
                  </a:txBody>
                  <a:tcPr marL="41292" marR="41292" marT="0" marB="0"/>
                </a:tc>
                <a:tc>
                  <a:txBody>
                    <a:bodyPr/>
                    <a:lstStyle/>
                    <a:p>
                      <a:pPr algn="just">
                        <a:lnSpc>
                          <a:spcPct val="150000"/>
                        </a:lnSpc>
                        <a:spcAft>
                          <a:spcPts val="0"/>
                        </a:spcAft>
                      </a:pPr>
                      <a:r>
                        <a:rPr lang="x-none" sz="600" kern="100">
                          <a:effectLst/>
                        </a:rPr>
                        <a:t>Single</a:t>
                      </a:r>
                      <a:endParaRPr lang="zh-CN" sz="700" kern="100">
                        <a:effectLst/>
                        <a:latin typeface="Times New Roman"/>
                        <a:ea typeface="宋体"/>
                      </a:endParaRPr>
                    </a:p>
                  </a:txBody>
                  <a:tcPr marL="41292" marR="41292" marT="0" marB="0"/>
                </a:tc>
                <a:tc>
                  <a:txBody>
                    <a:bodyPr/>
                    <a:lstStyle/>
                    <a:p>
                      <a:pPr algn="l">
                        <a:lnSpc>
                          <a:spcPct val="150000"/>
                        </a:lnSpc>
                        <a:spcAft>
                          <a:spcPts val="0"/>
                        </a:spcAft>
                      </a:pPr>
                      <a:r>
                        <a:rPr lang="en-US" sz="600" kern="0">
                          <a:effectLst/>
                        </a:rPr>
                        <a:t>4E0H</a:t>
                      </a:r>
                      <a:endParaRPr lang="zh-CN" sz="700" kern="100">
                        <a:effectLst/>
                        <a:latin typeface="Times New Roman"/>
                        <a:ea typeface="宋体"/>
                      </a:endParaRPr>
                    </a:p>
                  </a:txBody>
                  <a:tcPr marL="41292" marR="41292" marT="0" marB="0" anchor="b"/>
                </a:tc>
                <a:tc>
                  <a:txBody>
                    <a:bodyPr/>
                    <a:lstStyle/>
                    <a:p>
                      <a:pPr algn="l">
                        <a:lnSpc>
                          <a:spcPct val="150000"/>
                        </a:lnSpc>
                        <a:spcAft>
                          <a:spcPts val="0"/>
                        </a:spcAft>
                      </a:pPr>
                      <a:r>
                        <a:rPr lang="en-US" sz="600" kern="0">
                          <a:effectLst/>
                        </a:rPr>
                        <a:t>online</a:t>
                      </a:r>
                      <a:endParaRPr lang="zh-CN" sz="700" kern="100">
                        <a:effectLst/>
                        <a:latin typeface="Times New Roman"/>
                        <a:ea typeface="宋体"/>
                      </a:endParaRPr>
                    </a:p>
                  </a:txBody>
                  <a:tcPr marL="41292" marR="41292" marT="0" marB="0" anchor="b"/>
                </a:tc>
              </a:tr>
              <a:tr h="137640">
                <a:tc>
                  <a:txBody>
                    <a:bodyPr/>
                    <a:lstStyle/>
                    <a:p>
                      <a:pPr algn="l">
                        <a:lnSpc>
                          <a:spcPct val="150000"/>
                        </a:lnSpc>
                        <a:spcAft>
                          <a:spcPts val="0"/>
                        </a:spcAft>
                      </a:pPr>
                      <a:r>
                        <a:rPr lang="en-US" sz="600" kern="0">
                          <a:effectLst/>
                        </a:rPr>
                        <a:t>OBC RTTTC code</a:t>
                      </a:r>
                      <a:endParaRPr lang="zh-CN" sz="700" kern="100">
                        <a:effectLst/>
                        <a:latin typeface="Times New Roman"/>
                        <a:ea typeface="宋体"/>
                      </a:endParaRPr>
                    </a:p>
                  </a:txBody>
                  <a:tcPr marL="41292" marR="41292" marT="0" marB="0" anchor="b"/>
                </a:tc>
                <a:tc>
                  <a:txBody>
                    <a:bodyPr/>
                    <a:lstStyle/>
                    <a:p>
                      <a:pPr algn="just">
                        <a:lnSpc>
                          <a:spcPct val="150000"/>
                        </a:lnSpc>
                        <a:spcAft>
                          <a:spcPts val="0"/>
                        </a:spcAft>
                      </a:pPr>
                      <a:r>
                        <a:rPr lang="x-none" sz="600" kern="100">
                          <a:effectLst/>
                        </a:rPr>
                        <a:t>F0H</a:t>
                      </a:r>
                      <a:endParaRPr lang="zh-CN" sz="700" kern="100">
                        <a:effectLst/>
                        <a:latin typeface="Times New Roman"/>
                        <a:ea typeface="宋体"/>
                      </a:endParaRPr>
                    </a:p>
                  </a:txBody>
                  <a:tcPr marL="41292" marR="41292" marT="0" marB="0"/>
                </a:tc>
                <a:tc>
                  <a:txBody>
                    <a:bodyPr/>
                    <a:lstStyle/>
                    <a:p>
                      <a:pPr algn="just">
                        <a:lnSpc>
                          <a:spcPct val="150000"/>
                        </a:lnSpc>
                        <a:spcAft>
                          <a:spcPts val="0"/>
                        </a:spcAft>
                      </a:pPr>
                      <a:r>
                        <a:rPr lang="x-none" sz="600" kern="100">
                          <a:effectLst/>
                        </a:rPr>
                        <a:t>16</a:t>
                      </a:r>
                      <a:r>
                        <a:rPr lang="zh-CN" sz="600" kern="100">
                          <a:effectLst/>
                        </a:rPr>
                        <a:t>、</a:t>
                      </a:r>
                      <a:r>
                        <a:rPr lang="x-none" sz="600" kern="100">
                          <a:effectLst/>
                        </a:rPr>
                        <a:t>64</a:t>
                      </a:r>
                      <a:r>
                        <a:rPr lang="zh-CN" sz="600" kern="100">
                          <a:effectLst/>
                        </a:rPr>
                        <a:t>、</a:t>
                      </a:r>
                      <a:r>
                        <a:rPr lang="x-none" sz="600" kern="100">
                          <a:effectLst/>
                        </a:rPr>
                        <a:t>128</a:t>
                      </a:r>
                      <a:r>
                        <a:rPr lang="zh-CN" sz="600" kern="100">
                          <a:effectLst/>
                        </a:rPr>
                        <a:t>、</a:t>
                      </a:r>
                      <a:r>
                        <a:rPr lang="x-none" sz="600" kern="100">
                          <a:effectLst/>
                        </a:rPr>
                        <a:t>256</a:t>
                      </a:r>
                      <a:endParaRPr lang="zh-CN" sz="700" kern="100">
                        <a:effectLst/>
                        <a:latin typeface="Times New Roman"/>
                        <a:ea typeface="宋体"/>
                      </a:endParaRPr>
                    </a:p>
                  </a:txBody>
                  <a:tcPr marL="41292" marR="41292" marT="0" marB="0"/>
                </a:tc>
                <a:tc>
                  <a:txBody>
                    <a:bodyPr/>
                    <a:lstStyle/>
                    <a:p>
                      <a:pPr algn="just">
                        <a:lnSpc>
                          <a:spcPct val="150000"/>
                        </a:lnSpc>
                        <a:spcAft>
                          <a:spcPts val="0"/>
                        </a:spcAft>
                      </a:pPr>
                      <a:r>
                        <a:rPr lang="x-none" sz="600" kern="100">
                          <a:effectLst/>
                        </a:rPr>
                        <a:t>16</a:t>
                      </a:r>
                      <a:r>
                        <a:rPr lang="zh-CN" sz="600" kern="100">
                          <a:effectLst/>
                        </a:rPr>
                        <a:t>、</a:t>
                      </a:r>
                      <a:r>
                        <a:rPr lang="x-none" sz="600" kern="100">
                          <a:effectLst/>
                        </a:rPr>
                        <a:t>64</a:t>
                      </a:r>
                      <a:r>
                        <a:rPr lang="zh-CN" sz="600" kern="100">
                          <a:effectLst/>
                        </a:rPr>
                        <a:t>、</a:t>
                      </a:r>
                      <a:r>
                        <a:rPr lang="x-none" sz="600" kern="100">
                          <a:effectLst/>
                        </a:rPr>
                        <a:t>128</a:t>
                      </a:r>
                      <a:r>
                        <a:rPr lang="zh-CN" sz="600" kern="100">
                          <a:effectLst/>
                        </a:rPr>
                        <a:t>、</a:t>
                      </a:r>
                      <a:r>
                        <a:rPr lang="x-none" sz="600" kern="100">
                          <a:effectLst/>
                        </a:rPr>
                        <a:t>256</a:t>
                      </a:r>
                      <a:endParaRPr lang="zh-CN" sz="700" kern="100">
                        <a:effectLst/>
                        <a:latin typeface="Times New Roman"/>
                        <a:ea typeface="宋体"/>
                      </a:endParaRPr>
                    </a:p>
                  </a:txBody>
                  <a:tcPr marL="41292" marR="41292" marT="0" marB="0"/>
                </a:tc>
                <a:tc>
                  <a:txBody>
                    <a:bodyPr/>
                    <a:lstStyle/>
                    <a:p>
                      <a:pPr algn="just">
                        <a:lnSpc>
                          <a:spcPct val="150000"/>
                        </a:lnSpc>
                        <a:spcAft>
                          <a:spcPts val="0"/>
                        </a:spcAft>
                      </a:pPr>
                      <a:r>
                        <a:rPr lang="x-none" sz="600" kern="100">
                          <a:effectLst/>
                        </a:rPr>
                        <a:t>Single</a:t>
                      </a:r>
                      <a:endParaRPr lang="zh-CN" sz="700" kern="100">
                        <a:effectLst/>
                        <a:latin typeface="Times New Roman"/>
                        <a:ea typeface="宋体"/>
                      </a:endParaRPr>
                    </a:p>
                  </a:txBody>
                  <a:tcPr marL="41292" marR="41292" marT="0" marB="0"/>
                </a:tc>
                <a:tc>
                  <a:txBody>
                    <a:bodyPr/>
                    <a:lstStyle/>
                    <a:p>
                      <a:pPr algn="l">
                        <a:lnSpc>
                          <a:spcPct val="150000"/>
                        </a:lnSpc>
                        <a:spcAft>
                          <a:spcPts val="0"/>
                        </a:spcAft>
                      </a:pPr>
                      <a:r>
                        <a:rPr lang="en-US" sz="600" kern="0">
                          <a:effectLst/>
                        </a:rPr>
                        <a:t>4F0H</a:t>
                      </a:r>
                      <a:endParaRPr lang="zh-CN" sz="700" kern="100">
                        <a:effectLst/>
                        <a:latin typeface="Times New Roman"/>
                        <a:ea typeface="宋体"/>
                      </a:endParaRPr>
                    </a:p>
                  </a:txBody>
                  <a:tcPr marL="41292" marR="41292" marT="0" marB="0" anchor="b"/>
                </a:tc>
                <a:tc>
                  <a:txBody>
                    <a:bodyPr/>
                    <a:lstStyle/>
                    <a:p>
                      <a:pPr algn="l">
                        <a:lnSpc>
                          <a:spcPct val="150000"/>
                        </a:lnSpc>
                        <a:spcAft>
                          <a:spcPts val="0"/>
                        </a:spcAft>
                      </a:pPr>
                      <a:r>
                        <a:rPr lang="en-US" sz="600" kern="0">
                          <a:effectLst/>
                        </a:rPr>
                        <a:t>offline</a:t>
                      </a:r>
                      <a:endParaRPr lang="zh-CN" sz="700" kern="100">
                        <a:effectLst/>
                        <a:latin typeface="Times New Roman"/>
                        <a:ea typeface="宋体"/>
                      </a:endParaRPr>
                    </a:p>
                  </a:txBody>
                  <a:tcPr marL="41292" marR="41292" marT="0" marB="0" anchor="b"/>
                </a:tc>
              </a:tr>
              <a:tr h="137640">
                <a:tc>
                  <a:txBody>
                    <a:bodyPr/>
                    <a:lstStyle/>
                    <a:p>
                      <a:pPr algn="l">
                        <a:lnSpc>
                          <a:spcPct val="150000"/>
                        </a:lnSpc>
                        <a:spcAft>
                          <a:spcPts val="0"/>
                        </a:spcAft>
                      </a:pPr>
                      <a:r>
                        <a:rPr lang="en-US" sz="600" kern="0">
                          <a:effectLst/>
                        </a:rPr>
                        <a:t>OBC 1wire temparature</a:t>
                      </a:r>
                      <a:endParaRPr lang="zh-CN" sz="700" kern="100">
                        <a:effectLst/>
                        <a:latin typeface="Times New Roman"/>
                        <a:ea typeface="宋体"/>
                      </a:endParaRPr>
                    </a:p>
                  </a:txBody>
                  <a:tcPr marL="41292" marR="41292" marT="0" marB="0" anchor="b"/>
                </a:tc>
                <a:tc>
                  <a:txBody>
                    <a:bodyPr/>
                    <a:lstStyle/>
                    <a:p>
                      <a:pPr algn="just">
                        <a:lnSpc>
                          <a:spcPct val="150000"/>
                        </a:lnSpc>
                        <a:spcAft>
                          <a:spcPts val="0"/>
                        </a:spcAft>
                      </a:pPr>
                      <a:r>
                        <a:rPr lang="x-none" sz="600" kern="100">
                          <a:effectLst/>
                        </a:rPr>
                        <a:t>50H</a:t>
                      </a:r>
                      <a:endParaRPr lang="zh-CN" sz="700" kern="100">
                        <a:effectLst/>
                        <a:latin typeface="Times New Roman"/>
                        <a:ea typeface="宋体"/>
                      </a:endParaRPr>
                    </a:p>
                  </a:txBody>
                  <a:tcPr marL="41292" marR="41292" marT="0" marB="0"/>
                </a:tc>
                <a:tc>
                  <a:txBody>
                    <a:bodyPr/>
                    <a:lstStyle/>
                    <a:p>
                      <a:pPr algn="r">
                        <a:lnSpc>
                          <a:spcPct val="150000"/>
                        </a:lnSpc>
                        <a:spcAft>
                          <a:spcPts val="0"/>
                        </a:spcAft>
                      </a:pPr>
                      <a:r>
                        <a:rPr lang="en-US" sz="600" kern="100">
                          <a:effectLst/>
                        </a:rPr>
                        <a:t>39</a:t>
                      </a:r>
                      <a:endParaRPr lang="zh-CN" sz="700" kern="100">
                        <a:effectLst/>
                        <a:latin typeface="Times New Roman"/>
                        <a:ea typeface="宋体"/>
                      </a:endParaRPr>
                    </a:p>
                  </a:txBody>
                  <a:tcPr marL="41292" marR="41292" marT="0" marB="0" anchor="ctr"/>
                </a:tc>
                <a:tc>
                  <a:txBody>
                    <a:bodyPr/>
                    <a:lstStyle/>
                    <a:p>
                      <a:pPr algn="just">
                        <a:lnSpc>
                          <a:spcPct val="150000"/>
                        </a:lnSpc>
                        <a:spcAft>
                          <a:spcPts val="0"/>
                        </a:spcAft>
                      </a:pPr>
                      <a:r>
                        <a:rPr lang="x-none" sz="600" kern="100">
                          <a:effectLst/>
                        </a:rPr>
                        <a:t>40</a:t>
                      </a:r>
                      <a:endParaRPr lang="zh-CN" sz="700" kern="100">
                        <a:effectLst/>
                        <a:latin typeface="Times New Roman"/>
                        <a:ea typeface="宋体"/>
                      </a:endParaRPr>
                    </a:p>
                  </a:txBody>
                  <a:tcPr marL="41292" marR="41292" marT="0" marB="0"/>
                </a:tc>
                <a:tc>
                  <a:txBody>
                    <a:bodyPr/>
                    <a:lstStyle/>
                    <a:p>
                      <a:pPr algn="just">
                        <a:lnSpc>
                          <a:spcPct val="150000"/>
                        </a:lnSpc>
                        <a:spcAft>
                          <a:spcPts val="0"/>
                        </a:spcAft>
                      </a:pPr>
                      <a:r>
                        <a:rPr lang="x-none" sz="600" kern="100">
                          <a:effectLst/>
                        </a:rPr>
                        <a:t>32</a:t>
                      </a:r>
                      <a:endParaRPr lang="zh-CN" sz="700" kern="100">
                        <a:effectLst/>
                        <a:latin typeface="Times New Roman"/>
                        <a:ea typeface="宋体"/>
                      </a:endParaRPr>
                    </a:p>
                  </a:txBody>
                  <a:tcPr marL="41292" marR="41292" marT="0" marB="0"/>
                </a:tc>
                <a:tc>
                  <a:txBody>
                    <a:bodyPr/>
                    <a:lstStyle/>
                    <a:p>
                      <a:pPr algn="l">
                        <a:lnSpc>
                          <a:spcPct val="150000"/>
                        </a:lnSpc>
                        <a:spcAft>
                          <a:spcPts val="0"/>
                        </a:spcAft>
                      </a:pPr>
                      <a:r>
                        <a:rPr lang="en-US" sz="600" kern="0">
                          <a:effectLst/>
                        </a:rPr>
                        <a:t>450H</a:t>
                      </a:r>
                      <a:endParaRPr lang="zh-CN" sz="700" kern="100">
                        <a:effectLst/>
                        <a:latin typeface="Times New Roman"/>
                        <a:ea typeface="宋体"/>
                      </a:endParaRPr>
                    </a:p>
                  </a:txBody>
                  <a:tcPr marL="41292" marR="41292" marT="0" marB="0" anchor="b"/>
                </a:tc>
                <a:tc>
                  <a:txBody>
                    <a:bodyPr/>
                    <a:lstStyle/>
                    <a:p>
                      <a:pPr algn="l">
                        <a:lnSpc>
                          <a:spcPct val="150000"/>
                        </a:lnSpc>
                        <a:spcAft>
                          <a:spcPts val="0"/>
                        </a:spcAft>
                      </a:pPr>
                      <a:r>
                        <a:rPr lang="en-US" sz="600" kern="0">
                          <a:effectLst/>
                        </a:rPr>
                        <a:t>offline</a:t>
                      </a:r>
                      <a:endParaRPr lang="zh-CN" sz="700" kern="100">
                        <a:effectLst/>
                        <a:latin typeface="Times New Roman"/>
                        <a:ea typeface="宋体"/>
                      </a:endParaRPr>
                    </a:p>
                  </a:txBody>
                  <a:tcPr marL="41292" marR="41292" marT="0" marB="0" anchor="b"/>
                </a:tc>
              </a:tr>
              <a:tr h="137640">
                <a:tc>
                  <a:txBody>
                    <a:bodyPr/>
                    <a:lstStyle/>
                    <a:p>
                      <a:pPr algn="l">
                        <a:lnSpc>
                          <a:spcPct val="150000"/>
                        </a:lnSpc>
                        <a:spcAft>
                          <a:spcPts val="0"/>
                        </a:spcAft>
                      </a:pPr>
                      <a:r>
                        <a:rPr lang="en-US" sz="600" kern="0">
                          <a:effectLst/>
                        </a:rPr>
                        <a:t>OBC RTTTC exec status</a:t>
                      </a:r>
                      <a:endParaRPr lang="zh-CN" sz="700" kern="100">
                        <a:effectLst/>
                        <a:latin typeface="Times New Roman"/>
                        <a:ea typeface="宋体"/>
                      </a:endParaRPr>
                    </a:p>
                  </a:txBody>
                  <a:tcPr marL="41292" marR="41292" marT="0" marB="0" anchor="b"/>
                </a:tc>
                <a:tc>
                  <a:txBody>
                    <a:bodyPr/>
                    <a:lstStyle/>
                    <a:p>
                      <a:pPr algn="just">
                        <a:lnSpc>
                          <a:spcPct val="150000"/>
                        </a:lnSpc>
                        <a:spcAft>
                          <a:spcPts val="0"/>
                        </a:spcAft>
                      </a:pPr>
                      <a:r>
                        <a:rPr lang="x-none" sz="600" kern="100">
                          <a:effectLst/>
                        </a:rPr>
                        <a:t>40H</a:t>
                      </a:r>
                      <a:endParaRPr lang="zh-CN" sz="700" kern="100">
                        <a:effectLst/>
                        <a:latin typeface="Times New Roman"/>
                        <a:ea typeface="宋体"/>
                      </a:endParaRPr>
                    </a:p>
                  </a:txBody>
                  <a:tcPr marL="41292" marR="41292" marT="0" marB="0"/>
                </a:tc>
                <a:tc>
                  <a:txBody>
                    <a:bodyPr/>
                    <a:lstStyle/>
                    <a:p>
                      <a:pPr algn="r">
                        <a:lnSpc>
                          <a:spcPct val="150000"/>
                        </a:lnSpc>
                        <a:spcAft>
                          <a:spcPts val="0"/>
                        </a:spcAft>
                      </a:pPr>
                      <a:r>
                        <a:rPr lang="en-US" sz="600" kern="100">
                          <a:effectLst/>
                        </a:rPr>
                        <a:t>40</a:t>
                      </a:r>
                      <a:endParaRPr lang="zh-CN" sz="700" kern="100">
                        <a:effectLst/>
                        <a:latin typeface="Times New Roman"/>
                        <a:ea typeface="宋体"/>
                      </a:endParaRPr>
                    </a:p>
                  </a:txBody>
                  <a:tcPr marL="41292" marR="41292" marT="0" marB="0" anchor="ctr"/>
                </a:tc>
                <a:tc>
                  <a:txBody>
                    <a:bodyPr/>
                    <a:lstStyle/>
                    <a:p>
                      <a:pPr algn="just">
                        <a:lnSpc>
                          <a:spcPct val="150000"/>
                        </a:lnSpc>
                        <a:spcAft>
                          <a:spcPts val="0"/>
                        </a:spcAft>
                      </a:pPr>
                      <a:r>
                        <a:rPr lang="x-none" sz="600" kern="100">
                          <a:effectLst/>
                        </a:rPr>
                        <a:t>41</a:t>
                      </a:r>
                      <a:endParaRPr lang="zh-CN" sz="700" kern="100">
                        <a:effectLst/>
                        <a:latin typeface="Times New Roman"/>
                        <a:ea typeface="宋体"/>
                      </a:endParaRPr>
                    </a:p>
                  </a:txBody>
                  <a:tcPr marL="41292" marR="41292" marT="0" marB="0"/>
                </a:tc>
                <a:tc>
                  <a:txBody>
                    <a:bodyPr/>
                    <a:lstStyle/>
                    <a:p>
                      <a:pPr algn="just">
                        <a:lnSpc>
                          <a:spcPct val="150000"/>
                        </a:lnSpc>
                        <a:spcAft>
                          <a:spcPts val="0"/>
                        </a:spcAft>
                      </a:pPr>
                      <a:r>
                        <a:rPr lang="x-none" sz="600" kern="100">
                          <a:effectLst/>
                        </a:rPr>
                        <a:t>32</a:t>
                      </a:r>
                      <a:endParaRPr lang="zh-CN" sz="700" kern="100">
                        <a:effectLst/>
                        <a:latin typeface="Times New Roman"/>
                        <a:ea typeface="宋体"/>
                      </a:endParaRPr>
                    </a:p>
                  </a:txBody>
                  <a:tcPr marL="41292" marR="41292" marT="0" marB="0"/>
                </a:tc>
                <a:tc>
                  <a:txBody>
                    <a:bodyPr/>
                    <a:lstStyle/>
                    <a:p>
                      <a:pPr algn="l">
                        <a:lnSpc>
                          <a:spcPct val="150000"/>
                        </a:lnSpc>
                        <a:spcAft>
                          <a:spcPts val="0"/>
                        </a:spcAft>
                      </a:pPr>
                      <a:r>
                        <a:rPr lang="en-US" sz="600" kern="0">
                          <a:effectLst/>
                        </a:rPr>
                        <a:t>440H</a:t>
                      </a:r>
                      <a:endParaRPr lang="zh-CN" sz="700" kern="100">
                        <a:effectLst/>
                        <a:latin typeface="Times New Roman"/>
                        <a:ea typeface="宋体"/>
                      </a:endParaRPr>
                    </a:p>
                  </a:txBody>
                  <a:tcPr marL="41292" marR="41292" marT="0" marB="0" anchor="b"/>
                </a:tc>
                <a:tc>
                  <a:txBody>
                    <a:bodyPr/>
                    <a:lstStyle/>
                    <a:p>
                      <a:pPr algn="l">
                        <a:lnSpc>
                          <a:spcPct val="150000"/>
                        </a:lnSpc>
                        <a:spcAft>
                          <a:spcPts val="0"/>
                        </a:spcAft>
                      </a:pPr>
                      <a:r>
                        <a:rPr lang="en-US" sz="600" kern="0">
                          <a:effectLst/>
                        </a:rPr>
                        <a:t>offline</a:t>
                      </a:r>
                      <a:endParaRPr lang="zh-CN" sz="700" kern="100">
                        <a:effectLst/>
                        <a:latin typeface="Times New Roman"/>
                        <a:ea typeface="宋体"/>
                      </a:endParaRPr>
                    </a:p>
                  </a:txBody>
                  <a:tcPr marL="41292" marR="41292" marT="0" marB="0" anchor="b"/>
                </a:tc>
              </a:tr>
              <a:tr h="137640">
                <a:tc>
                  <a:txBody>
                    <a:bodyPr/>
                    <a:lstStyle/>
                    <a:p>
                      <a:pPr algn="l">
                        <a:lnSpc>
                          <a:spcPct val="150000"/>
                        </a:lnSpc>
                        <a:spcAft>
                          <a:spcPts val="0"/>
                        </a:spcAft>
                      </a:pPr>
                      <a:r>
                        <a:rPr lang="x-none" sz="600" kern="100">
                          <a:effectLst/>
                        </a:rPr>
                        <a:t>Transponder A fast</a:t>
                      </a:r>
                      <a:endParaRPr lang="zh-CN" sz="700" kern="100">
                        <a:effectLst/>
                        <a:latin typeface="Times New Roman"/>
                        <a:ea typeface="宋体"/>
                      </a:endParaRPr>
                    </a:p>
                  </a:txBody>
                  <a:tcPr marL="41292" marR="41292" marT="0" marB="0"/>
                </a:tc>
                <a:tc>
                  <a:txBody>
                    <a:bodyPr/>
                    <a:lstStyle/>
                    <a:p>
                      <a:pPr algn="just">
                        <a:lnSpc>
                          <a:spcPct val="150000"/>
                        </a:lnSpc>
                        <a:spcAft>
                          <a:spcPts val="0"/>
                        </a:spcAft>
                      </a:pPr>
                      <a:r>
                        <a:rPr lang="x-none" sz="600" kern="100">
                          <a:effectLst/>
                        </a:rPr>
                        <a:t>22H</a:t>
                      </a:r>
                      <a:endParaRPr lang="zh-CN" sz="700" kern="100">
                        <a:effectLst/>
                        <a:latin typeface="Times New Roman"/>
                        <a:ea typeface="宋体"/>
                      </a:endParaRPr>
                    </a:p>
                  </a:txBody>
                  <a:tcPr marL="41292" marR="41292" marT="0" marB="0"/>
                </a:tc>
                <a:tc>
                  <a:txBody>
                    <a:bodyPr/>
                    <a:lstStyle/>
                    <a:p>
                      <a:pPr algn="r">
                        <a:lnSpc>
                          <a:spcPct val="150000"/>
                        </a:lnSpc>
                        <a:spcAft>
                          <a:spcPts val="0"/>
                        </a:spcAft>
                      </a:pPr>
                      <a:r>
                        <a:rPr lang="en-US" sz="600" kern="100">
                          <a:effectLst/>
                        </a:rPr>
                        <a:t>15</a:t>
                      </a:r>
                      <a:endParaRPr lang="zh-CN" sz="700" kern="100">
                        <a:effectLst/>
                        <a:latin typeface="Times New Roman"/>
                        <a:ea typeface="宋体"/>
                      </a:endParaRPr>
                    </a:p>
                  </a:txBody>
                  <a:tcPr marL="41292" marR="41292" marT="0" marB="0" anchor="ctr"/>
                </a:tc>
                <a:tc>
                  <a:txBody>
                    <a:bodyPr/>
                    <a:lstStyle/>
                    <a:p>
                      <a:pPr algn="just">
                        <a:lnSpc>
                          <a:spcPct val="150000"/>
                        </a:lnSpc>
                        <a:spcAft>
                          <a:spcPts val="0"/>
                        </a:spcAft>
                      </a:pPr>
                      <a:r>
                        <a:rPr lang="x-none" sz="600" kern="100">
                          <a:effectLst/>
                        </a:rPr>
                        <a:t>16</a:t>
                      </a:r>
                      <a:endParaRPr lang="zh-CN" sz="700" kern="100">
                        <a:effectLst/>
                        <a:latin typeface="Times New Roman"/>
                        <a:ea typeface="宋体"/>
                      </a:endParaRPr>
                    </a:p>
                  </a:txBody>
                  <a:tcPr marL="41292" marR="41292" marT="0" marB="0"/>
                </a:tc>
                <a:tc>
                  <a:txBody>
                    <a:bodyPr/>
                    <a:lstStyle/>
                    <a:p>
                      <a:pPr algn="just">
                        <a:lnSpc>
                          <a:spcPct val="150000"/>
                        </a:lnSpc>
                        <a:spcAft>
                          <a:spcPts val="0"/>
                        </a:spcAft>
                      </a:pPr>
                      <a:r>
                        <a:rPr lang="x-none" sz="600" kern="100">
                          <a:effectLst/>
                        </a:rPr>
                        <a:t>1</a:t>
                      </a:r>
                      <a:endParaRPr lang="zh-CN" sz="700" kern="100">
                        <a:effectLst/>
                        <a:latin typeface="Times New Roman"/>
                        <a:ea typeface="宋体"/>
                      </a:endParaRPr>
                    </a:p>
                  </a:txBody>
                  <a:tcPr marL="41292" marR="41292" marT="0" marB="0"/>
                </a:tc>
                <a:tc>
                  <a:txBody>
                    <a:bodyPr/>
                    <a:lstStyle/>
                    <a:p>
                      <a:pPr algn="just">
                        <a:lnSpc>
                          <a:spcPct val="150000"/>
                        </a:lnSpc>
                        <a:spcAft>
                          <a:spcPts val="0"/>
                        </a:spcAft>
                      </a:pPr>
                      <a:r>
                        <a:rPr lang="en-US" sz="600" kern="100">
                          <a:effectLst/>
                        </a:rPr>
                        <a:t>422H</a:t>
                      </a:r>
                      <a:endParaRPr lang="zh-CN" sz="700" kern="100">
                        <a:effectLst/>
                        <a:latin typeface="Times New Roman"/>
                        <a:ea typeface="宋体"/>
                      </a:endParaRPr>
                    </a:p>
                  </a:txBody>
                  <a:tcPr marL="41292" marR="41292" marT="0" marB="0" anchor="ctr"/>
                </a:tc>
                <a:tc>
                  <a:txBody>
                    <a:bodyPr/>
                    <a:lstStyle/>
                    <a:p>
                      <a:pPr algn="just">
                        <a:lnSpc>
                          <a:spcPct val="150000"/>
                        </a:lnSpc>
                        <a:spcAft>
                          <a:spcPts val="0"/>
                        </a:spcAft>
                      </a:pPr>
                      <a:r>
                        <a:rPr lang="en-US" sz="600" kern="0">
                          <a:effectLst/>
                        </a:rPr>
                        <a:t>online</a:t>
                      </a:r>
                      <a:endParaRPr lang="zh-CN" sz="700" kern="100">
                        <a:effectLst/>
                        <a:latin typeface="Times New Roman"/>
                        <a:ea typeface="宋体"/>
                      </a:endParaRPr>
                    </a:p>
                  </a:txBody>
                  <a:tcPr marL="41292" marR="41292" marT="0" marB="0"/>
                </a:tc>
              </a:tr>
              <a:tr h="137640">
                <a:tc>
                  <a:txBody>
                    <a:bodyPr/>
                    <a:lstStyle/>
                    <a:p>
                      <a:pPr algn="l">
                        <a:lnSpc>
                          <a:spcPct val="150000"/>
                        </a:lnSpc>
                        <a:spcAft>
                          <a:spcPts val="0"/>
                        </a:spcAft>
                      </a:pPr>
                      <a:r>
                        <a:rPr lang="x-none" sz="600" kern="100">
                          <a:effectLst/>
                        </a:rPr>
                        <a:t>Transponder B fast</a:t>
                      </a:r>
                      <a:endParaRPr lang="zh-CN" sz="700" kern="100">
                        <a:effectLst/>
                        <a:latin typeface="Times New Roman"/>
                        <a:ea typeface="宋体"/>
                      </a:endParaRPr>
                    </a:p>
                  </a:txBody>
                  <a:tcPr marL="41292" marR="41292" marT="0" marB="0"/>
                </a:tc>
                <a:tc>
                  <a:txBody>
                    <a:bodyPr/>
                    <a:lstStyle/>
                    <a:p>
                      <a:pPr algn="just">
                        <a:lnSpc>
                          <a:spcPct val="150000"/>
                        </a:lnSpc>
                        <a:spcAft>
                          <a:spcPts val="0"/>
                        </a:spcAft>
                      </a:pPr>
                      <a:r>
                        <a:rPr lang="x-none" sz="600" kern="100">
                          <a:effectLst/>
                        </a:rPr>
                        <a:t>25H</a:t>
                      </a:r>
                      <a:endParaRPr lang="zh-CN" sz="700" kern="100">
                        <a:effectLst/>
                        <a:latin typeface="Times New Roman"/>
                        <a:ea typeface="宋体"/>
                      </a:endParaRPr>
                    </a:p>
                  </a:txBody>
                  <a:tcPr marL="41292" marR="41292" marT="0" marB="0"/>
                </a:tc>
                <a:tc>
                  <a:txBody>
                    <a:bodyPr/>
                    <a:lstStyle/>
                    <a:p>
                      <a:pPr algn="r">
                        <a:lnSpc>
                          <a:spcPct val="150000"/>
                        </a:lnSpc>
                        <a:spcAft>
                          <a:spcPts val="0"/>
                        </a:spcAft>
                      </a:pPr>
                      <a:r>
                        <a:rPr lang="en-US" sz="600" kern="100">
                          <a:effectLst/>
                        </a:rPr>
                        <a:t>15</a:t>
                      </a:r>
                      <a:endParaRPr lang="zh-CN" sz="700" kern="100">
                        <a:effectLst/>
                        <a:latin typeface="Times New Roman"/>
                        <a:ea typeface="宋体"/>
                      </a:endParaRPr>
                    </a:p>
                  </a:txBody>
                  <a:tcPr marL="41292" marR="41292" marT="0" marB="0" anchor="ctr"/>
                </a:tc>
                <a:tc>
                  <a:txBody>
                    <a:bodyPr/>
                    <a:lstStyle/>
                    <a:p>
                      <a:pPr algn="just">
                        <a:lnSpc>
                          <a:spcPct val="150000"/>
                        </a:lnSpc>
                        <a:spcAft>
                          <a:spcPts val="0"/>
                        </a:spcAft>
                      </a:pPr>
                      <a:r>
                        <a:rPr lang="x-none" sz="600" kern="100">
                          <a:effectLst/>
                        </a:rPr>
                        <a:t>16</a:t>
                      </a:r>
                      <a:endParaRPr lang="zh-CN" sz="700" kern="100">
                        <a:effectLst/>
                        <a:latin typeface="Times New Roman"/>
                        <a:ea typeface="宋体"/>
                      </a:endParaRPr>
                    </a:p>
                  </a:txBody>
                  <a:tcPr marL="41292" marR="41292" marT="0" marB="0"/>
                </a:tc>
                <a:tc>
                  <a:txBody>
                    <a:bodyPr/>
                    <a:lstStyle/>
                    <a:p>
                      <a:pPr algn="just">
                        <a:lnSpc>
                          <a:spcPct val="150000"/>
                        </a:lnSpc>
                        <a:spcAft>
                          <a:spcPts val="0"/>
                        </a:spcAft>
                      </a:pPr>
                      <a:r>
                        <a:rPr lang="x-none" sz="600" kern="100">
                          <a:effectLst/>
                        </a:rPr>
                        <a:t>1</a:t>
                      </a:r>
                      <a:endParaRPr lang="zh-CN" sz="700" kern="100">
                        <a:effectLst/>
                        <a:latin typeface="Times New Roman"/>
                        <a:ea typeface="宋体"/>
                      </a:endParaRPr>
                    </a:p>
                  </a:txBody>
                  <a:tcPr marL="41292" marR="41292" marT="0" marB="0"/>
                </a:tc>
                <a:tc>
                  <a:txBody>
                    <a:bodyPr/>
                    <a:lstStyle/>
                    <a:p>
                      <a:pPr algn="just">
                        <a:lnSpc>
                          <a:spcPct val="150000"/>
                        </a:lnSpc>
                        <a:spcAft>
                          <a:spcPts val="0"/>
                        </a:spcAft>
                      </a:pPr>
                      <a:r>
                        <a:rPr lang="en-US" sz="600" kern="100">
                          <a:effectLst/>
                        </a:rPr>
                        <a:t>425H</a:t>
                      </a:r>
                      <a:endParaRPr lang="zh-CN" sz="700" kern="100">
                        <a:effectLst/>
                        <a:latin typeface="Times New Roman"/>
                        <a:ea typeface="宋体"/>
                      </a:endParaRPr>
                    </a:p>
                  </a:txBody>
                  <a:tcPr marL="41292" marR="41292" marT="0" marB="0" anchor="ctr"/>
                </a:tc>
                <a:tc>
                  <a:txBody>
                    <a:bodyPr/>
                    <a:lstStyle/>
                    <a:p>
                      <a:pPr algn="just">
                        <a:lnSpc>
                          <a:spcPct val="150000"/>
                        </a:lnSpc>
                        <a:spcAft>
                          <a:spcPts val="0"/>
                        </a:spcAft>
                      </a:pPr>
                      <a:r>
                        <a:rPr lang="en-US" sz="600" kern="0">
                          <a:effectLst/>
                        </a:rPr>
                        <a:t>online</a:t>
                      </a:r>
                      <a:endParaRPr lang="zh-CN" sz="700" kern="100">
                        <a:effectLst/>
                        <a:latin typeface="Times New Roman"/>
                        <a:ea typeface="宋体"/>
                      </a:endParaRPr>
                    </a:p>
                  </a:txBody>
                  <a:tcPr marL="41292" marR="41292" marT="0" marB="0"/>
                </a:tc>
              </a:tr>
              <a:tr h="137640">
                <a:tc>
                  <a:txBody>
                    <a:bodyPr/>
                    <a:lstStyle/>
                    <a:p>
                      <a:pPr algn="l">
                        <a:lnSpc>
                          <a:spcPct val="150000"/>
                        </a:lnSpc>
                        <a:spcAft>
                          <a:spcPts val="0"/>
                        </a:spcAft>
                      </a:pPr>
                      <a:r>
                        <a:rPr lang="x-none" sz="600" kern="100">
                          <a:effectLst/>
                        </a:rPr>
                        <a:t>PCU fast</a:t>
                      </a:r>
                      <a:endParaRPr lang="zh-CN" sz="700" kern="100">
                        <a:effectLst/>
                        <a:latin typeface="Times New Roman"/>
                        <a:ea typeface="宋体"/>
                      </a:endParaRPr>
                    </a:p>
                  </a:txBody>
                  <a:tcPr marL="41292" marR="41292" marT="0" marB="0"/>
                </a:tc>
                <a:tc>
                  <a:txBody>
                    <a:bodyPr/>
                    <a:lstStyle/>
                    <a:p>
                      <a:pPr algn="just">
                        <a:lnSpc>
                          <a:spcPct val="150000"/>
                        </a:lnSpc>
                        <a:spcAft>
                          <a:spcPts val="0"/>
                        </a:spcAft>
                      </a:pPr>
                      <a:r>
                        <a:rPr lang="x-none" sz="600" kern="100">
                          <a:effectLst/>
                        </a:rPr>
                        <a:t>23H</a:t>
                      </a:r>
                      <a:endParaRPr lang="zh-CN" sz="700" kern="100">
                        <a:effectLst/>
                        <a:latin typeface="Times New Roman"/>
                        <a:ea typeface="宋体"/>
                      </a:endParaRPr>
                    </a:p>
                  </a:txBody>
                  <a:tcPr marL="41292" marR="41292" marT="0" marB="0"/>
                </a:tc>
                <a:tc>
                  <a:txBody>
                    <a:bodyPr/>
                    <a:lstStyle/>
                    <a:p>
                      <a:pPr algn="r">
                        <a:lnSpc>
                          <a:spcPct val="150000"/>
                        </a:lnSpc>
                        <a:spcAft>
                          <a:spcPts val="0"/>
                        </a:spcAft>
                      </a:pPr>
                      <a:r>
                        <a:rPr lang="en-US" sz="600" kern="100">
                          <a:effectLst/>
                        </a:rPr>
                        <a:t>11</a:t>
                      </a:r>
                      <a:endParaRPr lang="zh-CN" sz="700" kern="100">
                        <a:effectLst/>
                        <a:latin typeface="Times New Roman"/>
                        <a:ea typeface="宋体"/>
                      </a:endParaRPr>
                    </a:p>
                  </a:txBody>
                  <a:tcPr marL="41292" marR="41292" marT="0" marB="0" anchor="ctr"/>
                </a:tc>
                <a:tc>
                  <a:txBody>
                    <a:bodyPr/>
                    <a:lstStyle/>
                    <a:p>
                      <a:pPr algn="just">
                        <a:lnSpc>
                          <a:spcPct val="150000"/>
                        </a:lnSpc>
                        <a:spcAft>
                          <a:spcPts val="0"/>
                        </a:spcAft>
                      </a:pPr>
                      <a:r>
                        <a:rPr lang="x-none" sz="600" kern="100">
                          <a:effectLst/>
                        </a:rPr>
                        <a:t>12</a:t>
                      </a:r>
                      <a:endParaRPr lang="zh-CN" sz="700" kern="100">
                        <a:effectLst/>
                        <a:latin typeface="Times New Roman"/>
                        <a:ea typeface="宋体"/>
                      </a:endParaRPr>
                    </a:p>
                  </a:txBody>
                  <a:tcPr marL="41292" marR="41292" marT="0" marB="0"/>
                </a:tc>
                <a:tc>
                  <a:txBody>
                    <a:bodyPr/>
                    <a:lstStyle/>
                    <a:p>
                      <a:pPr algn="just">
                        <a:lnSpc>
                          <a:spcPct val="150000"/>
                        </a:lnSpc>
                        <a:spcAft>
                          <a:spcPts val="0"/>
                        </a:spcAft>
                      </a:pPr>
                      <a:r>
                        <a:rPr lang="x-none" sz="600" kern="100">
                          <a:effectLst/>
                        </a:rPr>
                        <a:t>2</a:t>
                      </a:r>
                      <a:endParaRPr lang="zh-CN" sz="700" kern="100">
                        <a:effectLst/>
                        <a:latin typeface="Times New Roman"/>
                        <a:ea typeface="宋体"/>
                      </a:endParaRPr>
                    </a:p>
                  </a:txBody>
                  <a:tcPr marL="41292" marR="41292" marT="0" marB="0"/>
                </a:tc>
                <a:tc>
                  <a:txBody>
                    <a:bodyPr/>
                    <a:lstStyle/>
                    <a:p>
                      <a:pPr algn="just">
                        <a:lnSpc>
                          <a:spcPct val="150000"/>
                        </a:lnSpc>
                        <a:spcAft>
                          <a:spcPts val="0"/>
                        </a:spcAft>
                      </a:pPr>
                      <a:r>
                        <a:rPr lang="en-US" sz="600" kern="100">
                          <a:effectLst/>
                        </a:rPr>
                        <a:t>423H</a:t>
                      </a:r>
                      <a:endParaRPr lang="zh-CN" sz="700" kern="100">
                        <a:effectLst/>
                        <a:latin typeface="Times New Roman"/>
                        <a:ea typeface="宋体"/>
                      </a:endParaRPr>
                    </a:p>
                  </a:txBody>
                  <a:tcPr marL="41292" marR="41292" marT="0" marB="0" anchor="ctr"/>
                </a:tc>
                <a:tc>
                  <a:txBody>
                    <a:bodyPr/>
                    <a:lstStyle/>
                    <a:p>
                      <a:pPr algn="just">
                        <a:lnSpc>
                          <a:spcPct val="150000"/>
                        </a:lnSpc>
                        <a:spcAft>
                          <a:spcPts val="0"/>
                        </a:spcAft>
                      </a:pPr>
                      <a:r>
                        <a:rPr lang="en-US" sz="600" kern="0">
                          <a:effectLst/>
                        </a:rPr>
                        <a:t>online</a:t>
                      </a:r>
                      <a:endParaRPr lang="zh-CN" sz="700" kern="100">
                        <a:effectLst/>
                        <a:latin typeface="Times New Roman"/>
                        <a:ea typeface="宋体"/>
                      </a:endParaRPr>
                    </a:p>
                  </a:txBody>
                  <a:tcPr marL="41292" marR="41292" marT="0" marB="0"/>
                </a:tc>
              </a:tr>
              <a:tr h="137640">
                <a:tc>
                  <a:txBody>
                    <a:bodyPr/>
                    <a:lstStyle/>
                    <a:p>
                      <a:pPr algn="l">
                        <a:lnSpc>
                          <a:spcPct val="150000"/>
                        </a:lnSpc>
                        <a:spcAft>
                          <a:spcPts val="0"/>
                        </a:spcAft>
                      </a:pPr>
                      <a:r>
                        <a:rPr lang="x-none" sz="600" kern="100">
                          <a:effectLst/>
                        </a:rPr>
                        <a:t>PCU slow</a:t>
                      </a:r>
                      <a:endParaRPr lang="zh-CN" sz="700" kern="100">
                        <a:effectLst/>
                        <a:latin typeface="Times New Roman"/>
                        <a:ea typeface="宋体"/>
                      </a:endParaRPr>
                    </a:p>
                  </a:txBody>
                  <a:tcPr marL="41292" marR="41292" marT="0" marB="0"/>
                </a:tc>
                <a:tc>
                  <a:txBody>
                    <a:bodyPr/>
                    <a:lstStyle/>
                    <a:p>
                      <a:pPr algn="just">
                        <a:lnSpc>
                          <a:spcPct val="150000"/>
                        </a:lnSpc>
                        <a:spcAft>
                          <a:spcPts val="0"/>
                        </a:spcAft>
                      </a:pPr>
                      <a:r>
                        <a:rPr lang="x-none" sz="600" kern="100">
                          <a:effectLst/>
                        </a:rPr>
                        <a:t>43H</a:t>
                      </a:r>
                      <a:endParaRPr lang="zh-CN" sz="700" kern="100">
                        <a:effectLst/>
                        <a:latin typeface="Times New Roman"/>
                        <a:ea typeface="宋体"/>
                      </a:endParaRPr>
                    </a:p>
                  </a:txBody>
                  <a:tcPr marL="41292" marR="41292" marT="0" marB="0"/>
                </a:tc>
                <a:tc>
                  <a:txBody>
                    <a:bodyPr/>
                    <a:lstStyle/>
                    <a:p>
                      <a:pPr algn="r">
                        <a:lnSpc>
                          <a:spcPct val="150000"/>
                        </a:lnSpc>
                        <a:spcAft>
                          <a:spcPts val="0"/>
                        </a:spcAft>
                      </a:pPr>
                      <a:r>
                        <a:rPr lang="en-US" sz="600" kern="100">
                          <a:effectLst/>
                        </a:rPr>
                        <a:t>25</a:t>
                      </a:r>
                      <a:endParaRPr lang="zh-CN" sz="700" kern="100">
                        <a:effectLst/>
                        <a:latin typeface="Times New Roman"/>
                        <a:ea typeface="宋体"/>
                      </a:endParaRPr>
                    </a:p>
                  </a:txBody>
                  <a:tcPr marL="41292" marR="41292" marT="0" marB="0" anchor="ctr"/>
                </a:tc>
                <a:tc>
                  <a:txBody>
                    <a:bodyPr/>
                    <a:lstStyle/>
                    <a:p>
                      <a:pPr algn="just">
                        <a:lnSpc>
                          <a:spcPct val="150000"/>
                        </a:lnSpc>
                        <a:spcAft>
                          <a:spcPts val="0"/>
                        </a:spcAft>
                      </a:pPr>
                      <a:r>
                        <a:rPr lang="x-none" sz="600" kern="100">
                          <a:effectLst/>
                        </a:rPr>
                        <a:t>26</a:t>
                      </a:r>
                      <a:endParaRPr lang="zh-CN" sz="700" kern="100">
                        <a:effectLst/>
                        <a:latin typeface="Times New Roman"/>
                        <a:ea typeface="宋体"/>
                      </a:endParaRPr>
                    </a:p>
                  </a:txBody>
                  <a:tcPr marL="41292" marR="41292" marT="0" marB="0"/>
                </a:tc>
                <a:tc>
                  <a:txBody>
                    <a:bodyPr/>
                    <a:lstStyle/>
                    <a:p>
                      <a:pPr algn="just">
                        <a:lnSpc>
                          <a:spcPct val="150000"/>
                        </a:lnSpc>
                        <a:spcAft>
                          <a:spcPts val="0"/>
                        </a:spcAft>
                      </a:pPr>
                      <a:r>
                        <a:rPr lang="x-none" sz="600" kern="100">
                          <a:effectLst/>
                        </a:rPr>
                        <a:t>16</a:t>
                      </a:r>
                      <a:endParaRPr lang="zh-CN" sz="700" kern="100">
                        <a:effectLst/>
                        <a:latin typeface="Times New Roman"/>
                        <a:ea typeface="宋体"/>
                      </a:endParaRPr>
                    </a:p>
                  </a:txBody>
                  <a:tcPr marL="41292" marR="41292" marT="0" marB="0"/>
                </a:tc>
                <a:tc>
                  <a:txBody>
                    <a:bodyPr/>
                    <a:lstStyle/>
                    <a:p>
                      <a:pPr algn="just">
                        <a:lnSpc>
                          <a:spcPct val="150000"/>
                        </a:lnSpc>
                        <a:spcAft>
                          <a:spcPts val="0"/>
                        </a:spcAft>
                      </a:pPr>
                      <a:r>
                        <a:rPr lang="en-US" sz="600" kern="100">
                          <a:effectLst/>
                        </a:rPr>
                        <a:t>443H</a:t>
                      </a:r>
                      <a:endParaRPr lang="zh-CN" sz="700" kern="100">
                        <a:effectLst/>
                        <a:latin typeface="Times New Roman"/>
                        <a:ea typeface="宋体"/>
                      </a:endParaRPr>
                    </a:p>
                  </a:txBody>
                  <a:tcPr marL="41292" marR="41292" marT="0" marB="0" anchor="ctr"/>
                </a:tc>
                <a:tc>
                  <a:txBody>
                    <a:bodyPr/>
                    <a:lstStyle/>
                    <a:p>
                      <a:pPr algn="just">
                        <a:lnSpc>
                          <a:spcPct val="150000"/>
                        </a:lnSpc>
                        <a:spcAft>
                          <a:spcPts val="0"/>
                        </a:spcAft>
                      </a:pPr>
                      <a:r>
                        <a:rPr lang="en-US" sz="600" kern="0">
                          <a:effectLst/>
                        </a:rPr>
                        <a:t>online</a:t>
                      </a:r>
                      <a:endParaRPr lang="zh-CN" sz="700" kern="100">
                        <a:effectLst/>
                        <a:latin typeface="Times New Roman"/>
                        <a:ea typeface="宋体"/>
                      </a:endParaRPr>
                    </a:p>
                  </a:txBody>
                  <a:tcPr marL="41292" marR="41292" marT="0" marB="0"/>
                </a:tc>
              </a:tr>
              <a:tr h="137640">
                <a:tc>
                  <a:txBody>
                    <a:bodyPr/>
                    <a:lstStyle/>
                    <a:p>
                      <a:pPr algn="l">
                        <a:lnSpc>
                          <a:spcPct val="150000"/>
                        </a:lnSpc>
                        <a:spcAft>
                          <a:spcPts val="0"/>
                        </a:spcAft>
                      </a:pPr>
                      <a:r>
                        <a:rPr lang="x-none" sz="600" kern="100">
                          <a:effectLst/>
                        </a:rPr>
                        <a:t>AOCC fast</a:t>
                      </a:r>
                      <a:endParaRPr lang="zh-CN" sz="700" kern="100">
                        <a:effectLst/>
                        <a:latin typeface="Times New Roman"/>
                        <a:ea typeface="宋体"/>
                      </a:endParaRPr>
                    </a:p>
                  </a:txBody>
                  <a:tcPr marL="41292" marR="41292" marT="0" marB="0"/>
                </a:tc>
                <a:tc>
                  <a:txBody>
                    <a:bodyPr/>
                    <a:lstStyle/>
                    <a:p>
                      <a:pPr algn="just">
                        <a:lnSpc>
                          <a:spcPct val="150000"/>
                        </a:lnSpc>
                        <a:spcAft>
                          <a:spcPts val="0"/>
                        </a:spcAft>
                      </a:pPr>
                      <a:r>
                        <a:rPr lang="x-none" sz="600" kern="100">
                          <a:effectLst/>
                        </a:rPr>
                        <a:t>24H</a:t>
                      </a:r>
                      <a:endParaRPr lang="zh-CN" sz="700" kern="100">
                        <a:effectLst/>
                        <a:latin typeface="Times New Roman"/>
                        <a:ea typeface="宋体"/>
                      </a:endParaRPr>
                    </a:p>
                  </a:txBody>
                  <a:tcPr marL="41292" marR="41292" marT="0" marB="0"/>
                </a:tc>
                <a:tc>
                  <a:txBody>
                    <a:bodyPr/>
                    <a:lstStyle/>
                    <a:p>
                      <a:pPr algn="r">
                        <a:lnSpc>
                          <a:spcPct val="150000"/>
                        </a:lnSpc>
                        <a:spcAft>
                          <a:spcPts val="0"/>
                        </a:spcAft>
                      </a:pPr>
                      <a:r>
                        <a:rPr lang="en-US" sz="600" kern="100">
                          <a:effectLst/>
                        </a:rPr>
                        <a:t>127</a:t>
                      </a:r>
                      <a:endParaRPr lang="zh-CN" sz="700" kern="100">
                        <a:effectLst/>
                        <a:latin typeface="Times New Roman"/>
                        <a:ea typeface="宋体"/>
                      </a:endParaRPr>
                    </a:p>
                  </a:txBody>
                  <a:tcPr marL="41292" marR="41292" marT="0" marB="0" anchor="ctr"/>
                </a:tc>
                <a:tc>
                  <a:txBody>
                    <a:bodyPr/>
                    <a:lstStyle/>
                    <a:p>
                      <a:pPr algn="just">
                        <a:lnSpc>
                          <a:spcPct val="150000"/>
                        </a:lnSpc>
                        <a:spcAft>
                          <a:spcPts val="0"/>
                        </a:spcAft>
                      </a:pPr>
                      <a:r>
                        <a:rPr lang="x-none" sz="600" kern="100">
                          <a:effectLst/>
                        </a:rPr>
                        <a:t>128</a:t>
                      </a:r>
                      <a:endParaRPr lang="zh-CN" sz="700" kern="100">
                        <a:effectLst/>
                        <a:latin typeface="Times New Roman"/>
                        <a:ea typeface="宋体"/>
                      </a:endParaRPr>
                    </a:p>
                  </a:txBody>
                  <a:tcPr marL="41292" marR="41292" marT="0" marB="0"/>
                </a:tc>
                <a:tc>
                  <a:txBody>
                    <a:bodyPr/>
                    <a:lstStyle/>
                    <a:p>
                      <a:pPr algn="just">
                        <a:lnSpc>
                          <a:spcPct val="150000"/>
                        </a:lnSpc>
                        <a:spcAft>
                          <a:spcPts val="0"/>
                        </a:spcAft>
                      </a:pPr>
                      <a:r>
                        <a:rPr lang="x-none" sz="600" kern="100">
                          <a:effectLst/>
                        </a:rPr>
                        <a:t>1</a:t>
                      </a:r>
                      <a:endParaRPr lang="zh-CN" sz="700" kern="100">
                        <a:effectLst/>
                        <a:latin typeface="Times New Roman"/>
                        <a:ea typeface="宋体"/>
                      </a:endParaRPr>
                    </a:p>
                  </a:txBody>
                  <a:tcPr marL="41292" marR="41292" marT="0" marB="0"/>
                </a:tc>
                <a:tc>
                  <a:txBody>
                    <a:bodyPr/>
                    <a:lstStyle/>
                    <a:p>
                      <a:pPr algn="just">
                        <a:lnSpc>
                          <a:spcPct val="150000"/>
                        </a:lnSpc>
                        <a:spcAft>
                          <a:spcPts val="0"/>
                        </a:spcAft>
                      </a:pPr>
                      <a:r>
                        <a:rPr lang="en-US" sz="600" kern="100">
                          <a:effectLst/>
                        </a:rPr>
                        <a:t>424H</a:t>
                      </a:r>
                      <a:endParaRPr lang="zh-CN" sz="700" kern="100">
                        <a:effectLst/>
                        <a:latin typeface="Times New Roman"/>
                        <a:ea typeface="宋体"/>
                      </a:endParaRPr>
                    </a:p>
                  </a:txBody>
                  <a:tcPr marL="41292" marR="41292" marT="0" marB="0" anchor="ctr"/>
                </a:tc>
                <a:tc>
                  <a:txBody>
                    <a:bodyPr/>
                    <a:lstStyle/>
                    <a:p>
                      <a:pPr algn="just">
                        <a:lnSpc>
                          <a:spcPct val="150000"/>
                        </a:lnSpc>
                        <a:spcAft>
                          <a:spcPts val="0"/>
                        </a:spcAft>
                      </a:pPr>
                      <a:r>
                        <a:rPr lang="en-US" sz="600" kern="0">
                          <a:effectLst/>
                        </a:rPr>
                        <a:t>online</a:t>
                      </a:r>
                      <a:endParaRPr lang="zh-CN" sz="700" kern="100">
                        <a:effectLst/>
                        <a:latin typeface="Times New Roman"/>
                        <a:ea typeface="宋体"/>
                      </a:endParaRPr>
                    </a:p>
                  </a:txBody>
                  <a:tcPr marL="41292" marR="41292" marT="0" marB="0"/>
                </a:tc>
              </a:tr>
              <a:tr h="137640">
                <a:tc>
                  <a:txBody>
                    <a:bodyPr/>
                    <a:lstStyle/>
                    <a:p>
                      <a:pPr algn="l">
                        <a:lnSpc>
                          <a:spcPct val="150000"/>
                        </a:lnSpc>
                        <a:spcAft>
                          <a:spcPts val="0"/>
                        </a:spcAft>
                      </a:pPr>
                      <a:r>
                        <a:rPr lang="x-none" sz="600" kern="100">
                          <a:effectLst/>
                        </a:rPr>
                        <a:t>AOCC slow</a:t>
                      </a:r>
                      <a:endParaRPr lang="zh-CN" sz="700" kern="100">
                        <a:effectLst/>
                        <a:latin typeface="Times New Roman"/>
                        <a:ea typeface="宋体"/>
                      </a:endParaRPr>
                    </a:p>
                  </a:txBody>
                  <a:tcPr marL="41292" marR="41292" marT="0" marB="0"/>
                </a:tc>
                <a:tc>
                  <a:txBody>
                    <a:bodyPr/>
                    <a:lstStyle/>
                    <a:p>
                      <a:pPr algn="just">
                        <a:lnSpc>
                          <a:spcPct val="150000"/>
                        </a:lnSpc>
                        <a:spcAft>
                          <a:spcPts val="0"/>
                        </a:spcAft>
                      </a:pPr>
                      <a:r>
                        <a:rPr lang="x-none" sz="600" kern="100">
                          <a:effectLst/>
                        </a:rPr>
                        <a:t>44H</a:t>
                      </a:r>
                      <a:endParaRPr lang="zh-CN" sz="700" kern="100">
                        <a:effectLst/>
                        <a:latin typeface="Times New Roman"/>
                        <a:ea typeface="宋体"/>
                      </a:endParaRPr>
                    </a:p>
                  </a:txBody>
                  <a:tcPr marL="41292" marR="41292" marT="0" marB="0"/>
                </a:tc>
                <a:tc>
                  <a:txBody>
                    <a:bodyPr/>
                    <a:lstStyle/>
                    <a:p>
                      <a:pPr algn="r">
                        <a:lnSpc>
                          <a:spcPct val="150000"/>
                        </a:lnSpc>
                        <a:spcAft>
                          <a:spcPts val="0"/>
                        </a:spcAft>
                      </a:pPr>
                      <a:r>
                        <a:rPr lang="en-US" sz="600" kern="100">
                          <a:effectLst/>
                        </a:rPr>
                        <a:t>127</a:t>
                      </a:r>
                      <a:endParaRPr lang="zh-CN" sz="700" kern="100">
                        <a:effectLst/>
                        <a:latin typeface="Times New Roman"/>
                        <a:ea typeface="宋体"/>
                      </a:endParaRPr>
                    </a:p>
                  </a:txBody>
                  <a:tcPr marL="41292" marR="41292" marT="0" marB="0" anchor="ctr"/>
                </a:tc>
                <a:tc>
                  <a:txBody>
                    <a:bodyPr/>
                    <a:lstStyle/>
                    <a:p>
                      <a:pPr algn="just">
                        <a:lnSpc>
                          <a:spcPct val="150000"/>
                        </a:lnSpc>
                        <a:spcAft>
                          <a:spcPts val="0"/>
                        </a:spcAft>
                      </a:pPr>
                      <a:r>
                        <a:rPr lang="x-none" sz="600" kern="100">
                          <a:effectLst/>
                        </a:rPr>
                        <a:t>128</a:t>
                      </a:r>
                      <a:endParaRPr lang="zh-CN" sz="700" kern="100">
                        <a:effectLst/>
                        <a:latin typeface="Times New Roman"/>
                        <a:ea typeface="宋体"/>
                      </a:endParaRPr>
                    </a:p>
                  </a:txBody>
                  <a:tcPr marL="41292" marR="41292" marT="0" marB="0"/>
                </a:tc>
                <a:tc>
                  <a:txBody>
                    <a:bodyPr/>
                    <a:lstStyle/>
                    <a:p>
                      <a:pPr algn="just">
                        <a:lnSpc>
                          <a:spcPct val="150000"/>
                        </a:lnSpc>
                        <a:spcAft>
                          <a:spcPts val="0"/>
                        </a:spcAft>
                      </a:pPr>
                      <a:r>
                        <a:rPr lang="x-none" sz="600" kern="100">
                          <a:effectLst/>
                        </a:rPr>
                        <a:t>32</a:t>
                      </a:r>
                      <a:endParaRPr lang="zh-CN" sz="700" kern="100">
                        <a:effectLst/>
                        <a:latin typeface="Times New Roman"/>
                        <a:ea typeface="宋体"/>
                      </a:endParaRPr>
                    </a:p>
                  </a:txBody>
                  <a:tcPr marL="41292" marR="41292" marT="0" marB="0"/>
                </a:tc>
                <a:tc>
                  <a:txBody>
                    <a:bodyPr/>
                    <a:lstStyle/>
                    <a:p>
                      <a:pPr algn="just">
                        <a:lnSpc>
                          <a:spcPct val="150000"/>
                        </a:lnSpc>
                        <a:spcAft>
                          <a:spcPts val="0"/>
                        </a:spcAft>
                      </a:pPr>
                      <a:r>
                        <a:rPr lang="en-US" sz="600" kern="100">
                          <a:effectLst/>
                        </a:rPr>
                        <a:t>444H</a:t>
                      </a:r>
                      <a:endParaRPr lang="zh-CN" sz="700" kern="100">
                        <a:effectLst/>
                        <a:latin typeface="Times New Roman"/>
                        <a:ea typeface="宋体"/>
                      </a:endParaRPr>
                    </a:p>
                  </a:txBody>
                  <a:tcPr marL="41292" marR="41292" marT="0" marB="0" anchor="ctr"/>
                </a:tc>
                <a:tc>
                  <a:txBody>
                    <a:bodyPr/>
                    <a:lstStyle/>
                    <a:p>
                      <a:pPr algn="just">
                        <a:lnSpc>
                          <a:spcPct val="150000"/>
                        </a:lnSpc>
                        <a:spcAft>
                          <a:spcPts val="0"/>
                        </a:spcAft>
                      </a:pPr>
                      <a:r>
                        <a:rPr lang="en-US" sz="600" kern="0">
                          <a:effectLst/>
                        </a:rPr>
                        <a:t>online</a:t>
                      </a:r>
                      <a:endParaRPr lang="zh-CN" sz="700" kern="100">
                        <a:effectLst/>
                        <a:latin typeface="Times New Roman"/>
                        <a:ea typeface="宋体"/>
                      </a:endParaRPr>
                    </a:p>
                  </a:txBody>
                  <a:tcPr marL="41292" marR="41292" marT="0" marB="0"/>
                </a:tc>
              </a:tr>
              <a:tr h="137640">
                <a:tc>
                  <a:txBody>
                    <a:bodyPr/>
                    <a:lstStyle/>
                    <a:p>
                      <a:pPr algn="l">
                        <a:lnSpc>
                          <a:spcPct val="150000"/>
                        </a:lnSpc>
                        <a:spcAft>
                          <a:spcPts val="0"/>
                        </a:spcAft>
                      </a:pPr>
                      <a:r>
                        <a:rPr lang="x-none" sz="600" kern="100">
                          <a:effectLst/>
                        </a:rPr>
                        <a:t>BCU fast</a:t>
                      </a:r>
                      <a:endParaRPr lang="zh-CN" sz="700" kern="100">
                        <a:effectLst/>
                        <a:latin typeface="Times New Roman"/>
                        <a:ea typeface="宋体"/>
                      </a:endParaRPr>
                    </a:p>
                  </a:txBody>
                  <a:tcPr marL="41292" marR="41292" marT="0" marB="0"/>
                </a:tc>
                <a:tc>
                  <a:txBody>
                    <a:bodyPr/>
                    <a:lstStyle/>
                    <a:p>
                      <a:pPr algn="just">
                        <a:lnSpc>
                          <a:spcPct val="150000"/>
                        </a:lnSpc>
                        <a:spcAft>
                          <a:spcPts val="0"/>
                        </a:spcAft>
                      </a:pPr>
                      <a:r>
                        <a:rPr lang="x-none" sz="600" kern="100">
                          <a:effectLst/>
                        </a:rPr>
                        <a:t>28H</a:t>
                      </a:r>
                      <a:endParaRPr lang="zh-CN" sz="700" kern="100">
                        <a:effectLst/>
                        <a:latin typeface="Times New Roman"/>
                        <a:ea typeface="宋体"/>
                      </a:endParaRPr>
                    </a:p>
                  </a:txBody>
                  <a:tcPr marL="41292" marR="41292" marT="0" marB="0"/>
                </a:tc>
                <a:tc>
                  <a:txBody>
                    <a:bodyPr/>
                    <a:lstStyle/>
                    <a:p>
                      <a:pPr algn="r">
                        <a:lnSpc>
                          <a:spcPct val="150000"/>
                        </a:lnSpc>
                        <a:spcAft>
                          <a:spcPts val="0"/>
                        </a:spcAft>
                      </a:pPr>
                      <a:r>
                        <a:rPr lang="en-US" sz="600" kern="100">
                          <a:effectLst/>
                        </a:rPr>
                        <a:t>13</a:t>
                      </a:r>
                      <a:endParaRPr lang="zh-CN" sz="700" kern="100">
                        <a:effectLst/>
                        <a:latin typeface="Times New Roman"/>
                        <a:ea typeface="宋体"/>
                      </a:endParaRPr>
                    </a:p>
                  </a:txBody>
                  <a:tcPr marL="41292" marR="41292" marT="0" marB="0" anchor="ctr"/>
                </a:tc>
                <a:tc>
                  <a:txBody>
                    <a:bodyPr/>
                    <a:lstStyle/>
                    <a:p>
                      <a:pPr algn="just">
                        <a:lnSpc>
                          <a:spcPct val="150000"/>
                        </a:lnSpc>
                        <a:spcAft>
                          <a:spcPts val="0"/>
                        </a:spcAft>
                      </a:pPr>
                      <a:r>
                        <a:rPr lang="x-none" sz="600" kern="100">
                          <a:effectLst/>
                        </a:rPr>
                        <a:t>14</a:t>
                      </a:r>
                      <a:endParaRPr lang="zh-CN" sz="700" kern="100">
                        <a:effectLst/>
                        <a:latin typeface="Times New Roman"/>
                        <a:ea typeface="宋体"/>
                      </a:endParaRPr>
                    </a:p>
                  </a:txBody>
                  <a:tcPr marL="41292" marR="41292" marT="0" marB="0"/>
                </a:tc>
                <a:tc>
                  <a:txBody>
                    <a:bodyPr/>
                    <a:lstStyle/>
                    <a:p>
                      <a:pPr algn="just">
                        <a:lnSpc>
                          <a:spcPct val="150000"/>
                        </a:lnSpc>
                        <a:spcAft>
                          <a:spcPts val="0"/>
                        </a:spcAft>
                      </a:pPr>
                      <a:r>
                        <a:rPr lang="x-none" sz="600" kern="100">
                          <a:effectLst/>
                        </a:rPr>
                        <a:t>4</a:t>
                      </a:r>
                      <a:endParaRPr lang="zh-CN" sz="700" kern="100">
                        <a:effectLst/>
                        <a:latin typeface="Times New Roman"/>
                        <a:ea typeface="宋体"/>
                      </a:endParaRPr>
                    </a:p>
                  </a:txBody>
                  <a:tcPr marL="41292" marR="41292" marT="0" marB="0"/>
                </a:tc>
                <a:tc>
                  <a:txBody>
                    <a:bodyPr/>
                    <a:lstStyle/>
                    <a:p>
                      <a:pPr algn="just">
                        <a:lnSpc>
                          <a:spcPct val="150000"/>
                        </a:lnSpc>
                        <a:spcAft>
                          <a:spcPts val="0"/>
                        </a:spcAft>
                      </a:pPr>
                      <a:r>
                        <a:rPr lang="en-US" sz="600" kern="100">
                          <a:effectLst/>
                        </a:rPr>
                        <a:t>428H</a:t>
                      </a:r>
                      <a:endParaRPr lang="zh-CN" sz="700" kern="100">
                        <a:effectLst/>
                        <a:latin typeface="Times New Roman"/>
                        <a:ea typeface="宋体"/>
                      </a:endParaRPr>
                    </a:p>
                  </a:txBody>
                  <a:tcPr marL="41292" marR="41292" marT="0" marB="0" anchor="ctr"/>
                </a:tc>
                <a:tc>
                  <a:txBody>
                    <a:bodyPr/>
                    <a:lstStyle/>
                    <a:p>
                      <a:pPr algn="just">
                        <a:lnSpc>
                          <a:spcPct val="150000"/>
                        </a:lnSpc>
                        <a:spcAft>
                          <a:spcPts val="0"/>
                        </a:spcAft>
                      </a:pPr>
                      <a:r>
                        <a:rPr lang="en-US" sz="600" kern="0">
                          <a:effectLst/>
                        </a:rPr>
                        <a:t>online</a:t>
                      </a:r>
                      <a:endParaRPr lang="zh-CN" sz="700" kern="100">
                        <a:effectLst/>
                        <a:latin typeface="Times New Roman"/>
                        <a:ea typeface="宋体"/>
                      </a:endParaRPr>
                    </a:p>
                  </a:txBody>
                  <a:tcPr marL="41292" marR="41292" marT="0" marB="0"/>
                </a:tc>
              </a:tr>
              <a:tr h="137640">
                <a:tc>
                  <a:txBody>
                    <a:bodyPr/>
                    <a:lstStyle/>
                    <a:p>
                      <a:pPr algn="l">
                        <a:lnSpc>
                          <a:spcPct val="150000"/>
                        </a:lnSpc>
                        <a:spcAft>
                          <a:spcPts val="0"/>
                        </a:spcAft>
                        <a:tabLst>
                          <a:tab pos="680720" algn="l"/>
                        </a:tabLst>
                      </a:pPr>
                      <a:r>
                        <a:rPr lang="x-none" sz="600" kern="100" dirty="0">
                          <a:effectLst/>
                        </a:rPr>
                        <a:t>TCU temprature slow</a:t>
                      </a:r>
                      <a:endParaRPr lang="zh-CN" sz="700" kern="100" dirty="0">
                        <a:effectLst/>
                        <a:latin typeface="Times New Roman"/>
                        <a:ea typeface="宋体"/>
                      </a:endParaRPr>
                    </a:p>
                  </a:txBody>
                  <a:tcPr marL="41292" marR="41292" marT="0" marB="0"/>
                </a:tc>
                <a:tc>
                  <a:txBody>
                    <a:bodyPr/>
                    <a:lstStyle/>
                    <a:p>
                      <a:pPr algn="just">
                        <a:lnSpc>
                          <a:spcPct val="150000"/>
                        </a:lnSpc>
                        <a:spcAft>
                          <a:spcPts val="0"/>
                        </a:spcAft>
                      </a:pPr>
                      <a:r>
                        <a:rPr lang="x-none" sz="600" kern="100">
                          <a:effectLst/>
                        </a:rPr>
                        <a:t>47H</a:t>
                      </a:r>
                      <a:endParaRPr lang="zh-CN" sz="700" kern="100">
                        <a:effectLst/>
                        <a:latin typeface="Times New Roman"/>
                        <a:ea typeface="宋体"/>
                      </a:endParaRPr>
                    </a:p>
                  </a:txBody>
                  <a:tcPr marL="41292" marR="41292" marT="0" marB="0"/>
                </a:tc>
                <a:tc>
                  <a:txBody>
                    <a:bodyPr/>
                    <a:lstStyle/>
                    <a:p>
                      <a:pPr algn="r">
                        <a:lnSpc>
                          <a:spcPct val="150000"/>
                        </a:lnSpc>
                        <a:spcAft>
                          <a:spcPts val="0"/>
                        </a:spcAft>
                      </a:pPr>
                      <a:r>
                        <a:rPr lang="en-US" sz="600" kern="100">
                          <a:effectLst/>
                        </a:rPr>
                        <a:t>107</a:t>
                      </a:r>
                      <a:endParaRPr lang="zh-CN" sz="700" kern="100">
                        <a:effectLst/>
                        <a:latin typeface="Times New Roman"/>
                        <a:ea typeface="宋体"/>
                      </a:endParaRPr>
                    </a:p>
                  </a:txBody>
                  <a:tcPr marL="41292" marR="41292" marT="0" marB="0" anchor="ctr"/>
                </a:tc>
                <a:tc>
                  <a:txBody>
                    <a:bodyPr/>
                    <a:lstStyle/>
                    <a:p>
                      <a:pPr algn="just">
                        <a:lnSpc>
                          <a:spcPct val="150000"/>
                        </a:lnSpc>
                        <a:spcAft>
                          <a:spcPts val="0"/>
                        </a:spcAft>
                      </a:pPr>
                      <a:r>
                        <a:rPr lang="x-none" sz="600" kern="100">
                          <a:effectLst/>
                        </a:rPr>
                        <a:t>108</a:t>
                      </a:r>
                      <a:endParaRPr lang="zh-CN" sz="700" kern="100">
                        <a:effectLst/>
                        <a:latin typeface="Times New Roman"/>
                        <a:ea typeface="宋体"/>
                      </a:endParaRPr>
                    </a:p>
                  </a:txBody>
                  <a:tcPr marL="41292" marR="41292" marT="0" marB="0"/>
                </a:tc>
                <a:tc>
                  <a:txBody>
                    <a:bodyPr/>
                    <a:lstStyle/>
                    <a:p>
                      <a:pPr algn="just">
                        <a:lnSpc>
                          <a:spcPct val="150000"/>
                        </a:lnSpc>
                        <a:spcAft>
                          <a:spcPts val="0"/>
                        </a:spcAft>
                      </a:pPr>
                      <a:r>
                        <a:rPr lang="x-none" sz="600" kern="100">
                          <a:effectLst/>
                        </a:rPr>
                        <a:t>32</a:t>
                      </a:r>
                      <a:endParaRPr lang="zh-CN" sz="700" kern="100">
                        <a:effectLst/>
                        <a:latin typeface="Times New Roman"/>
                        <a:ea typeface="宋体"/>
                      </a:endParaRPr>
                    </a:p>
                  </a:txBody>
                  <a:tcPr marL="41292" marR="41292" marT="0" marB="0"/>
                </a:tc>
                <a:tc>
                  <a:txBody>
                    <a:bodyPr/>
                    <a:lstStyle/>
                    <a:p>
                      <a:pPr algn="just">
                        <a:lnSpc>
                          <a:spcPct val="150000"/>
                        </a:lnSpc>
                        <a:spcAft>
                          <a:spcPts val="0"/>
                        </a:spcAft>
                      </a:pPr>
                      <a:r>
                        <a:rPr lang="en-US" sz="600" kern="100">
                          <a:effectLst/>
                        </a:rPr>
                        <a:t>447H</a:t>
                      </a:r>
                      <a:endParaRPr lang="zh-CN" sz="700" kern="100">
                        <a:effectLst/>
                        <a:latin typeface="Times New Roman"/>
                        <a:ea typeface="宋体"/>
                      </a:endParaRPr>
                    </a:p>
                  </a:txBody>
                  <a:tcPr marL="41292" marR="41292" marT="0" marB="0" anchor="ctr"/>
                </a:tc>
                <a:tc>
                  <a:txBody>
                    <a:bodyPr/>
                    <a:lstStyle/>
                    <a:p>
                      <a:pPr algn="just">
                        <a:lnSpc>
                          <a:spcPct val="150000"/>
                        </a:lnSpc>
                        <a:spcAft>
                          <a:spcPts val="0"/>
                        </a:spcAft>
                      </a:pPr>
                      <a:r>
                        <a:rPr lang="en-US" sz="600" kern="0">
                          <a:effectLst/>
                        </a:rPr>
                        <a:t>online</a:t>
                      </a:r>
                      <a:endParaRPr lang="zh-CN" sz="700" kern="100">
                        <a:effectLst/>
                        <a:latin typeface="Times New Roman"/>
                        <a:ea typeface="宋体"/>
                      </a:endParaRPr>
                    </a:p>
                  </a:txBody>
                  <a:tcPr marL="41292" marR="41292" marT="0" marB="0"/>
                </a:tc>
              </a:tr>
              <a:tr h="137640">
                <a:tc>
                  <a:txBody>
                    <a:bodyPr/>
                    <a:lstStyle/>
                    <a:p>
                      <a:pPr algn="l">
                        <a:lnSpc>
                          <a:spcPct val="150000"/>
                        </a:lnSpc>
                        <a:spcAft>
                          <a:spcPts val="0"/>
                        </a:spcAft>
                      </a:pPr>
                      <a:r>
                        <a:rPr lang="x-none" sz="600" kern="100">
                          <a:effectLst/>
                        </a:rPr>
                        <a:t>TCU status slow</a:t>
                      </a:r>
                      <a:endParaRPr lang="zh-CN" sz="700" kern="100">
                        <a:effectLst/>
                        <a:latin typeface="Times New Roman"/>
                        <a:ea typeface="宋体"/>
                      </a:endParaRPr>
                    </a:p>
                  </a:txBody>
                  <a:tcPr marL="41292" marR="41292" marT="0" marB="0"/>
                </a:tc>
                <a:tc>
                  <a:txBody>
                    <a:bodyPr/>
                    <a:lstStyle/>
                    <a:p>
                      <a:pPr algn="just">
                        <a:lnSpc>
                          <a:spcPct val="150000"/>
                        </a:lnSpc>
                        <a:spcAft>
                          <a:spcPts val="0"/>
                        </a:spcAft>
                      </a:pPr>
                      <a:r>
                        <a:rPr lang="x-none" sz="600" kern="100">
                          <a:effectLst/>
                        </a:rPr>
                        <a:t>67H</a:t>
                      </a:r>
                      <a:endParaRPr lang="zh-CN" sz="700" kern="100">
                        <a:effectLst/>
                        <a:latin typeface="Times New Roman"/>
                        <a:ea typeface="宋体"/>
                      </a:endParaRPr>
                    </a:p>
                  </a:txBody>
                  <a:tcPr marL="41292" marR="41292" marT="0" marB="0"/>
                </a:tc>
                <a:tc>
                  <a:txBody>
                    <a:bodyPr/>
                    <a:lstStyle/>
                    <a:p>
                      <a:pPr algn="r">
                        <a:lnSpc>
                          <a:spcPct val="150000"/>
                        </a:lnSpc>
                        <a:spcAft>
                          <a:spcPts val="0"/>
                        </a:spcAft>
                      </a:pPr>
                      <a:r>
                        <a:rPr lang="en-US" sz="600" kern="100">
                          <a:effectLst/>
                        </a:rPr>
                        <a:t>107</a:t>
                      </a:r>
                      <a:endParaRPr lang="zh-CN" sz="700" kern="100">
                        <a:effectLst/>
                        <a:latin typeface="Times New Roman"/>
                        <a:ea typeface="宋体"/>
                      </a:endParaRPr>
                    </a:p>
                  </a:txBody>
                  <a:tcPr marL="41292" marR="41292" marT="0" marB="0" anchor="ctr"/>
                </a:tc>
                <a:tc>
                  <a:txBody>
                    <a:bodyPr/>
                    <a:lstStyle/>
                    <a:p>
                      <a:pPr algn="just">
                        <a:lnSpc>
                          <a:spcPct val="150000"/>
                        </a:lnSpc>
                        <a:spcAft>
                          <a:spcPts val="0"/>
                        </a:spcAft>
                      </a:pPr>
                      <a:r>
                        <a:rPr lang="x-none" sz="600" kern="100">
                          <a:effectLst/>
                        </a:rPr>
                        <a:t>108</a:t>
                      </a:r>
                      <a:endParaRPr lang="zh-CN" sz="700" kern="100">
                        <a:effectLst/>
                        <a:latin typeface="Times New Roman"/>
                        <a:ea typeface="宋体"/>
                      </a:endParaRPr>
                    </a:p>
                  </a:txBody>
                  <a:tcPr marL="41292" marR="41292" marT="0" marB="0"/>
                </a:tc>
                <a:tc>
                  <a:txBody>
                    <a:bodyPr/>
                    <a:lstStyle/>
                    <a:p>
                      <a:pPr algn="just">
                        <a:lnSpc>
                          <a:spcPct val="150000"/>
                        </a:lnSpc>
                        <a:spcAft>
                          <a:spcPts val="0"/>
                        </a:spcAft>
                      </a:pPr>
                      <a:r>
                        <a:rPr lang="x-none" sz="600" kern="100">
                          <a:effectLst/>
                        </a:rPr>
                        <a:t>32</a:t>
                      </a:r>
                      <a:endParaRPr lang="zh-CN" sz="700" kern="100">
                        <a:effectLst/>
                        <a:latin typeface="Times New Roman"/>
                        <a:ea typeface="宋体"/>
                      </a:endParaRPr>
                    </a:p>
                  </a:txBody>
                  <a:tcPr marL="41292" marR="41292" marT="0" marB="0"/>
                </a:tc>
                <a:tc>
                  <a:txBody>
                    <a:bodyPr/>
                    <a:lstStyle/>
                    <a:p>
                      <a:pPr algn="just">
                        <a:lnSpc>
                          <a:spcPct val="150000"/>
                        </a:lnSpc>
                        <a:spcAft>
                          <a:spcPts val="0"/>
                        </a:spcAft>
                      </a:pPr>
                      <a:r>
                        <a:rPr lang="en-US" sz="600" kern="100">
                          <a:effectLst/>
                        </a:rPr>
                        <a:t>467H</a:t>
                      </a:r>
                      <a:endParaRPr lang="zh-CN" sz="700" kern="100">
                        <a:effectLst/>
                        <a:latin typeface="Times New Roman"/>
                        <a:ea typeface="宋体"/>
                      </a:endParaRPr>
                    </a:p>
                  </a:txBody>
                  <a:tcPr marL="41292" marR="41292" marT="0" marB="0" anchor="ctr"/>
                </a:tc>
                <a:tc>
                  <a:txBody>
                    <a:bodyPr/>
                    <a:lstStyle/>
                    <a:p>
                      <a:pPr algn="just">
                        <a:lnSpc>
                          <a:spcPct val="150000"/>
                        </a:lnSpc>
                        <a:spcAft>
                          <a:spcPts val="0"/>
                        </a:spcAft>
                      </a:pPr>
                      <a:r>
                        <a:rPr lang="en-US" sz="600" kern="0">
                          <a:effectLst/>
                        </a:rPr>
                        <a:t>online</a:t>
                      </a:r>
                      <a:endParaRPr lang="zh-CN" sz="700" kern="100">
                        <a:effectLst/>
                        <a:latin typeface="Times New Roman"/>
                        <a:ea typeface="宋体"/>
                      </a:endParaRPr>
                    </a:p>
                  </a:txBody>
                  <a:tcPr marL="41292" marR="41292" marT="0" marB="0"/>
                </a:tc>
              </a:tr>
              <a:tr h="137640">
                <a:tc>
                  <a:txBody>
                    <a:bodyPr/>
                    <a:lstStyle/>
                    <a:p>
                      <a:pPr algn="l">
                        <a:lnSpc>
                          <a:spcPct val="150000"/>
                        </a:lnSpc>
                        <a:spcAft>
                          <a:spcPts val="0"/>
                        </a:spcAft>
                      </a:pPr>
                      <a:r>
                        <a:rPr lang="x-none" sz="600" kern="100">
                          <a:effectLst/>
                        </a:rPr>
                        <a:t>TCU important count</a:t>
                      </a:r>
                      <a:endParaRPr lang="zh-CN" sz="700" kern="100">
                        <a:effectLst/>
                        <a:latin typeface="Times New Roman"/>
                        <a:ea typeface="宋体"/>
                      </a:endParaRPr>
                    </a:p>
                  </a:txBody>
                  <a:tcPr marL="41292" marR="41292" marT="0" marB="0"/>
                </a:tc>
                <a:tc>
                  <a:txBody>
                    <a:bodyPr/>
                    <a:lstStyle/>
                    <a:p>
                      <a:pPr algn="just">
                        <a:lnSpc>
                          <a:spcPct val="150000"/>
                        </a:lnSpc>
                        <a:spcAft>
                          <a:spcPts val="0"/>
                        </a:spcAft>
                      </a:pPr>
                      <a:r>
                        <a:rPr lang="x-none" sz="600" kern="100">
                          <a:effectLst/>
                        </a:rPr>
                        <a:t>52H</a:t>
                      </a:r>
                      <a:endParaRPr lang="zh-CN" sz="700" kern="100">
                        <a:effectLst/>
                        <a:latin typeface="Times New Roman"/>
                        <a:ea typeface="宋体"/>
                      </a:endParaRPr>
                    </a:p>
                  </a:txBody>
                  <a:tcPr marL="41292" marR="41292" marT="0" marB="0"/>
                </a:tc>
                <a:tc>
                  <a:txBody>
                    <a:bodyPr/>
                    <a:lstStyle/>
                    <a:p>
                      <a:pPr algn="r">
                        <a:lnSpc>
                          <a:spcPct val="150000"/>
                        </a:lnSpc>
                        <a:spcAft>
                          <a:spcPts val="0"/>
                        </a:spcAft>
                      </a:pPr>
                      <a:r>
                        <a:rPr lang="en-US" sz="600" kern="100">
                          <a:effectLst/>
                        </a:rPr>
                        <a:t>18</a:t>
                      </a:r>
                      <a:endParaRPr lang="zh-CN" sz="700" kern="100">
                        <a:effectLst/>
                        <a:latin typeface="Times New Roman"/>
                        <a:ea typeface="宋体"/>
                      </a:endParaRPr>
                    </a:p>
                  </a:txBody>
                  <a:tcPr marL="41292" marR="41292" marT="0" marB="0" anchor="ctr"/>
                </a:tc>
                <a:tc>
                  <a:txBody>
                    <a:bodyPr/>
                    <a:lstStyle/>
                    <a:p>
                      <a:pPr algn="just">
                        <a:lnSpc>
                          <a:spcPct val="150000"/>
                        </a:lnSpc>
                        <a:spcAft>
                          <a:spcPts val="0"/>
                        </a:spcAft>
                      </a:pPr>
                      <a:r>
                        <a:rPr lang="x-none" sz="600" kern="100">
                          <a:effectLst/>
                        </a:rPr>
                        <a:t>19</a:t>
                      </a:r>
                      <a:endParaRPr lang="zh-CN" sz="700" kern="100">
                        <a:effectLst/>
                        <a:latin typeface="Times New Roman"/>
                        <a:ea typeface="宋体"/>
                      </a:endParaRPr>
                    </a:p>
                  </a:txBody>
                  <a:tcPr marL="41292" marR="41292" marT="0" marB="0"/>
                </a:tc>
                <a:tc>
                  <a:txBody>
                    <a:bodyPr/>
                    <a:lstStyle/>
                    <a:p>
                      <a:pPr algn="just">
                        <a:lnSpc>
                          <a:spcPct val="150000"/>
                        </a:lnSpc>
                        <a:spcAft>
                          <a:spcPts val="0"/>
                        </a:spcAft>
                      </a:pPr>
                      <a:r>
                        <a:rPr lang="x-none" sz="600" kern="100">
                          <a:effectLst/>
                        </a:rPr>
                        <a:t>8</a:t>
                      </a:r>
                      <a:endParaRPr lang="zh-CN" sz="700" kern="100">
                        <a:effectLst/>
                        <a:latin typeface="Times New Roman"/>
                        <a:ea typeface="宋体"/>
                      </a:endParaRPr>
                    </a:p>
                  </a:txBody>
                  <a:tcPr marL="41292" marR="41292" marT="0" marB="0"/>
                </a:tc>
                <a:tc>
                  <a:txBody>
                    <a:bodyPr/>
                    <a:lstStyle/>
                    <a:p>
                      <a:pPr algn="just">
                        <a:lnSpc>
                          <a:spcPct val="150000"/>
                        </a:lnSpc>
                        <a:spcAft>
                          <a:spcPts val="0"/>
                        </a:spcAft>
                      </a:pPr>
                      <a:r>
                        <a:rPr lang="en-US" sz="600" kern="100">
                          <a:effectLst/>
                        </a:rPr>
                        <a:t>452H</a:t>
                      </a:r>
                      <a:endParaRPr lang="zh-CN" sz="700" kern="100">
                        <a:effectLst/>
                        <a:latin typeface="Times New Roman"/>
                        <a:ea typeface="宋体"/>
                      </a:endParaRPr>
                    </a:p>
                  </a:txBody>
                  <a:tcPr marL="41292" marR="41292" marT="0" marB="0" anchor="ctr"/>
                </a:tc>
                <a:tc>
                  <a:txBody>
                    <a:bodyPr/>
                    <a:lstStyle/>
                    <a:p>
                      <a:pPr algn="just">
                        <a:lnSpc>
                          <a:spcPct val="150000"/>
                        </a:lnSpc>
                        <a:spcAft>
                          <a:spcPts val="0"/>
                        </a:spcAft>
                      </a:pPr>
                      <a:r>
                        <a:rPr lang="en-US" sz="600" kern="0">
                          <a:effectLst/>
                        </a:rPr>
                        <a:t>online</a:t>
                      </a:r>
                      <a:endParaRPr lang="zh-CN" sz="700" kern="100">
                        <a:effectLst/>
                        <a:latin typeface="Times New Roman"/>
                        <a:ea typeface="宋体"/>
                      </a:endParaRPr>
                    </a:p>
                  </a:txBody>
                  <a:tcPr marL="41292" marR="41292" marT="0" marB="0"/>
                </a:tc>
              </a:tr>
              <a:tr h="137640">
                <a:tc>
                  <a:txBody>
                    <a:bodyPr/>
                    <a:lstStyle/>
                    <a:p>
                      <a:pPr algn="l">
                        <a:lnSpc>
                          <a:spcPct val="150000"/>
                        </a:lnSpc>
                        <a:spcAft>
                          <a:spcPts val="0"/>
                        </a:spcAft>
                      </a:pPr>
                      <a:r>
                        <a:rPr lang="x-none" sz="600" kern="100">
                          <a:effectLst/>
                        </a:rPr>
                        <a:t>DTS Fast</a:t>
                      </a:r>
                      <a:endParaRPr lang="zh-CN" sz="700" kern="100">
                        <a:effectLst/>
                        <a:latin typeface="Times New Roman"/>
                        <a:ea typeface="宋体"/>
                      </a:endParaRPr>
                    </a:p>
                  </a:txBody>
                  <a:tcPr marL="41292" marR="41292" marT="0" marB="0"/>
                </a:tc>
                <a:tc>
                  <a:txBody>
                    <a:bodyPr/>
                    <a:lstStyle/>
                    <a:p>
                      <a:pPr algn="just">
                        <a:lnSpc>
                          <a:spcPct val="150000"/>
                        </a:lnSpc>
                        <a:spcAft>
                          <a:spcPts val="0"/>
                        </a:spcAft>
                      </a:pPr>
                      <a:r>
                        <a:rPr lang="x-none" sz="600" kern="100">
                          <a:effectLst/>
                        </a:rPr>
                        <a:t>2BH</a:t>
                      </a:r>
                      <a:endParaRPr lang="zh-CN" sz="700" kern="100">
                        <a:effectLst/>
                        <a:latin typeface="Times New Roman"/>
                        <a:ea typeface="宋体"/>
                      </a:endParaRPr>
                    </a:p>
                  </a:txBody>
                  <a:tcPr marL="41292" marR="41292" marT="0" marB="0"/>
                </a:tc>
                <a:tc>
                  <a:txBody>
                    <a:bodyPr/>
                    <a:lstStyle/>
                    <a:p>
                      <a:pPr algn="r">
                        <a:lnSpc>
                          <a:spcPct val="150000"/>
                        </a:lnSpc>
                        <a:spcAft>
                          <a:spcPts val="0"/>
                        </a:spcAft>
                      </a:pPr>
                      <a:r>
                        <a:rPr lang="en-US" sz="600" kern="100">
                          <a:effectLst/>
                        </a:rPr>
                        <a:t>7</a:t>
                      </a:r>
                      <a:endParaRPr lang="zh-CN" sz="700" kern="100">
                        <a:effectLst/>
                        <a:latin typeface="Times New Roman"/>
                        <a:ea typeface="宋体"/>
                      </a:endParaRPr>
                    </a:p>
                  </a:txBody>
                  <a:tcPr marL="41292" marR="41292" marT="0" marB="0" anchor="ctr"/>
                </a:tc>
                <a:tc>
                  <a:txBody>
                    <a:bodyPr/>
                    <a:lstStyle/>
                    <a:p>
                      <a:pPr algn="just">
                        <a:lnSpc>
                          <a:spcPct val="150000"/>
                        </a:lnSpc>
                        <a:spcAft>
                          <a:spcPts val="0"/>
                        </a:spcAft>
                      </a:pPr>
                      <a:r>
                        <a:rPr lang="x-none" sz="600" kern="100">
                          <a:effectLst/>
                        </a:rPr>
                        <a:t>8</a:t>
                      </a:r>
                      <a:endParaRPr lang="zh-CN" sz="700" kern="100">
                        <a:effectLst/>
                        <a:latin typeface="Times New Roman"/>
                        <a:ea typeface="宋体"/>
                      </a:endParaRPr>
                    </a:p>
                  </a:txBody>
                  <a:tcPr marL="41292" marR="41292" marT="0" marB="0"/>
                </a:tc>
                <a:tc>
                  <a:txBody>
                    <a:bodyPr/>
                    <a:lstStyle/>
                    <a:p>
                      <a:pPr algn="just">
                        <a:lnSpc>
                          <a:spcPct val="150000"/>
                        </a:lnSpc>
                        <a:spcAft>
                          <a:spcPts val="0"/>
                        </a:spcAft>
                      </a:pPr>
                      <a:r>
                        <a:rPr lang="x-none" sz="600" kern="100">
                          <a:effectLst/>
                        </a:rPr>
                        <a:t>2</a:t>
                      </a:r>
                      <a:endParaRPr lang="zh-CN" sz="700" kern="100">
                        <a:effectLst/>
                        <a:latin typeface="Times New Roman"/>
                        <a:ea typeface="宋体"/>
                      </a:endParaRPr>
                    </a:p>
                  </a:txBody>
                  <a:tcPr marL="41292" marR="41292" marT="0" marB="0"/>
                </a:tc>
                <a:tc>
                  <a:txBody>
                    <a:bodyPr/>
                    <a:lstStyle/>
                    <a:p>
                      <a:pPr algn="just">
                        <a:lnSpc>
                          <a:spcPct val="150000"/>
                        </a:lnSpc>
                        <a:spcAft>
                          <a:spcPts val="0"/>
                        </a:spcAft>
                      </a:pPr>
                      <a:r>
                        <a:rPr lang="en-US" sz="600" kern="100">
                          <a:effectLst/>
                        </a:rPr>
                        <a:t>42BH</a:t>
                      </a:r>
                      <a:endParaRPr lang="zh-CN" sz="700" kern="100">
                        <a:effectLst/>
                        <a:latin typeface="Times New Roman"/>
                        <a:ea typeface="宋体"/>
                      </a:endParaRPr>
                    </a:p>
                  </a:txBody>
                  <a:tcPr marL="41292" marR="41292" marT="0" marB="0" anchor="ctr"/>
                </a:tc>
                <a:tc>
                  <a:txBody>
                    <a:bodyPr/>
                    <a:lstStyle/>
                    <a:p>
                      <a:pPr algn="just">
                        <a:lnSpc>
                          <a:spcPct val="150000"/>
                        </a:lnSpc>
                        <a:spcAft>
                          <a:spcPts val="0"/>
                        </a:spcAft>
                      </a:pPr>
                      <a:r>
                        <a:rPr lang="en-US" sz="600" kern="0">
                          <a:effectLst/>
                        </a:rPr>
                        <a:t>online</a:t>
                      </a:r>
                      <a:endParaRPr lang="zh-CN" sz="700" kern="100">
                        <a:effectLst/>
                        <a:latin typeface="Times New Roman"/>
                        <a:ea typeface="宋体"/>
                      </a:endParaRPr>
                    </a:p>
                  </a:txBody>
                  <a:tcPr marL="41292" marR="41292" marT="0" marB="0"/>
                </a:tc>
              </a:tr>
              <a:tr h="137640">
                <a:tc>
                  <a:txBody>
                    <a:bodyPr/>
                    <a:lstStyle/>
                    <a:p>
                      <a:pPr algn="l">
                        <a:lnSpc>
                          <a:spcPct val="150000"/>
                        </a:lnSpc>
                        <a:spcAft>
                          <a:spcPts val="0"/>
                        </a:spcAft>
                      </a:pPr>
                      <a:r>
                        <a:rPr lang="x-none" sz="600" kern="100">
                          <a:effectLst/>
                        </a:rPr>
                        <a:t>DTS Slow</a:t>
                      </a:r>
                      <a:endParaRPr lang="zh-CN" sz="700" kern="100">
                        <a:effectLst/>
                        <a:latin typeface="Times New Roman"/>
                        <a:ea typeface="宋体"/>
                      </a:endParaRPr>
                    </a:p>
                  </a:txBody>
                  <a:tcPr marL="41292" marR="41292" marT="0" marB="0"/>
                </a:tc>
                <a:tc>
                  <a:txBody>
                    <a:bodyPr/>
                    <a:lstStyle/>
                    <a:p>
                      <a:pPr algn="just">
                        <a:lnSpc>
                          <a:spcPct val="150000"/>
                        </a:lnSpc>
                        <a:spcAft>
                          <a:spcPts val="0"/>
                        </a:spcAft>
                      </a:pPr>
                      <a:r>
                        <a:rPr lang="x-none" sz="600" kern="100">
                          <a:effectLst/>
                        </a:rPr>
                        <a:t>4BH</a:t>
                      </a:r>
                      <a:endParaRPr lang="zh-CN" sz="700" kern="100">
                        <a:effectLst/>
                        <a:latin typeface="Times New Roman"/>
                        <a:ea typeface="宋体"/>
                      </a:endParaRPr>
                    </a:p>
                  </a:txBody>
                  <a:tcPr marL="41292" marR="41292" marT="0" marB="0"/>
                </a:tc>
                <a:tc>
                  <a:txBody>
                    <a:bodyPr/>
                    <a:lstStyle/>
                    <a:p>
                      <a:pPr algn="r">
                        <a:lnSpc>
                          <a:spcPct val="150000"/>
                        </a:lnSpc>
                        <a:spcAft>
                          <a:spcPts val="0"/>
                        </a:spcAft>
                      </a:pPr>
                      <a:r>
                        <a:rPr lang="en-US" sz="600" kern="100">
                          <a:effectLst/>
                        </a:rPr>
                        <a:t>15</a:t>
                      </a:r>
                      <a:endParaRPr lang="zh-CN" sz="700" kern="100">
                        <a:effectLst/>
                        <a:latin typeface="Times New Roman"/>
                        <a:ea typeface="宋体"/>
                      </a:endParaRPr>
                    </a:p>
                  </a:txBody>
                  <a:tcPr marL="41292" marR="41292" marT="0" marB="0" anchor="ctr"/>
                </a:tc>
                <a:tc>
                  <a:txBody>
                    <a:bodyPr/>
                    <a:lstStyle/>
                    <a:p>
                      <a:pPr algn="just">
                        <a:lnSpc>
                          <a:spcPct val="150000"/>
                        </a:lnSpc>
                        <a:spcAft>
                          <a:spcPts val="0"/>
                        </a:spcAft>
                      </a:pPr>
                      <a:r>
                        <a:rPr lang="x-none" sz="600" kern="100">
                          <a:effectLst/>
                        </a:rPr>
                        <a:t>16</a:t>
                      </a:r>
                      <a:endParaRPr lang="zh-CN" sz="700" kern="100">
                        <a:effectLst/>
                        <a:latin typeface="Times New Roman"/>
                        <a:ea typeface="宋体"/>
                      </a:endParaRPr>
                    </a:p>
                  </a:txBody>
                  <a:tcPr marL="41292" marR="41292" marT="0" marB="0"/>
                </a:tc>
                <a:tc>
                  <a:txBody>
                    <a:bodyPr/>
                    <a:lstStyle/>
                    <a:p>
                      <a:pPr algn="just">
                        <a:lnSpc>
                          <a:spcPct val="150000"/>
                        </a:lnSpc>
                        <a:spcAft>
                          <a:spcPts val="0"/>
                        </a:spcAft>
                      </a:pPr>
                      <a:r>
                        <a:rPr lang="x-none" sz="600" kern="100">
                          <a:effectLst/>
                        </a:rPr>
                        <a:t>16</a:t>
                      </a:r>
                      <a:endParaRPr lang="zh-CN" sz="700" kern="100">
                        <a:effectLst/>
                        <a:latin typeface="Times New Roman"/>
                        <a:ea typeface="宋体"/>
                      </a:endParaRPr>
                    </a:p>
                  </a:txBody>
                  <a:tcPr marL="41292" marR="41292" marT="0" marB="0"/>
                </a:tc>
                <a:tc>
                  <a:txBody>
                    <a:bodyPr/>
                    <a:lstStyle/>
                    <a:p>
                      <a:pPr algn="just">
                        <a:lnSpc>
                          <a:spcPct val="150000"/>
                        </a:lnSpc>
                        <a:spcAft>
                          <a:spcPts val="0"/>
                        </a:spcAft>
                      </a:pPr>
                      <a:r>
                        <a:rPr lang="en-US" sz="600" kern="100">
                          <a:effectLst/>
                        </a:rPr>
                        <a:t>44BH</a:t>
                      </a:r>
                      <a:endParaRPr lang="zh-CN" sz="700" kern="100">
                        <a:effectLst/>
                        <a:latin typeface="Times New Roman"/>
                        <a:ea typeface="宋体"/>
                      </a:endParaRPr>
                    </a:p>
                  </a:txBody>
                  <a:tcPr marL="41292" marR="41292" marT="0" marB="0" anchor="ctr"/>
                </a:tc>
                <a:tc>
                  <a:txBody>
                    <a:bodyPr/>
                    <a:lstStyle/>
                    <a:p>
                      <a:pPr algn="just">
                        <a:lnSpc>
                          <a:spcPct val="150000"/>
                        </a:lnSpc>
                        <a:spcAft>
                          <a:spcPts val="0"/>
                        </a:spcAft>
                      </a:pPr>
                      <a:r>
                        <a:rPr lang="en-US" sz="600" kern="0">
                          <a:effectLst/>
                        </a:rPr>
                        <a:t>online</a:t>
                      </a:r>
                      <a:endParaRPr lang="zh-CN" sz="700" kern="100">
                        <a:effectLst/>
                        <a:latin typeface="Times New Roman"/>
                        <a:ea typeface="宋体"/>
                      </a:endParaRPr>
                    </a:p>
                  </a:txBody>
                  <a:tcPr marL="41292" marR="41292" marT="0" marB="0"/>
                </a:tc>
              </a:tr>
              <a:tr h="137640">
                <a:tc>
                  <a:txBody>
                    <a:bodyPr/>
                    <a:lstStyle/>
                    <a:p>
                      <a:pPr algn="just">
                        <a:lnSpc>
                          <a:spcPct val="150000"/>
                        </a:lnSpc>
                        <a:spcAft>
                          <a:spcPts val="0"/>
                        </a:spcAft>
                      </a:pPr>
                      <a:r>
                        <a:rPr lang="en-US" sz="600" kern="0">
                          <a:effectLst/>
                        </a:rPr>
                        <a:t>GPS fast TM</a:t>
                      </a:r>
                      <a:endParaRPr lang="zh-CN" sz="700" kern="100">
                        <a:effectLst/>
                        <a:latin typeface="Times New Roman"/>
                        <a:ea typeface="宋体"/>
                      </a:endParaRPr>
                    </a:p>
                  </a:txBody>
                  <a:tcPr marL="41292" marR="41292" marT="0" marB="0" anchor="ctr"/>
                </a:tc>
                <a:tc>
                  <a:txBody>
                    <a:bodyPr/>
                    <a:lstStyle/>
                    <a:p>
                      <a:pPr algn="just">
                        <a:lnSpc>
                          <a:spcPct val="150000"/>
                        </a:lnSpc>
                        <a:spcAft>
                          <a:spcPts val="0"/>
                        </a:spcAft>
                      </a:pPr>
                      <a:r>
                        <a:rPr lang="x-none" sz="600" kern="100">
                          <a:effectLst/>
                        </a:rPr>
                        <a:t>2AH</a:t>
                      </a:r>
                      <a:endParaRPr lang="zh-CN" sz="700" kern="100">
                        <a:effectLst/>
                        <a:latin typeface="Times New Roman"/>
                        <a:ea typeface="宋体"/>
                      </a:endParaRPr>
                    </a:p>
                  </a:txBody>
                  <a:tcPr marL="41292" marR="41292" marT="0" marB="0"/>
                </a:tc>
                <a:tc>
                  <a:txBody>
                    <a:bodyPr/>
                    <a:lstStyle/>
                    <a:p>
                      <a:pPr algn="r">
                        <a:lnSpc>
                          <a:spcPct val="150000"/>
                        </a:lnSpc>
                        <a:spcAft>
                          <a:spcPts val="0"/>
                        </a:spcAft>
                      </a:pPr>
                      <a:r>
                        <a:rPr lang="en-US" sz="600" kern="100">
                          <a:effectLst/>
                        </a:rPr>
                        <a:t>19</a:t>
                      </a:r>
                      <a:endParaRPr lang="zh-CN" sz="700" kern="100">
                        <a:effectLst/>
                        <a:latin typeface="Times New Roman"/>
                        <a:ea typeface="宋体"/>
                      </a:endParaRPr>
                    </a:p>
                  </a:txBody>
                  <a:tcPr marL="41292" marR="41292" marT="0" marB="0" anchor="ctr"/>
                </a:tc>
                <a:tc>
                  <a:txBody>
                    <a:bodyPr/>
                    <a:lstStyle/>
                    <a:p>
                      <a:pPr algn="just">
                        <a:lnSpc>
                          <a:spcPct val="150000"/>
                        </a:lnSpc>
                        <a:spcAft>
                          <a:spcPts val="0"/>
                        </a:spcAft>
                      </a:pPr>
                      <a:r>
                        <a:rPr lang="x-none" sz="600" kern="100">
                          <a:effectLst/>
                        </a:rPr>
                        <a:t>20</a:t>
                      </a:r>
                      <a:endParaRPr lang="zh-CN" sz="700" kern="100">
                        <a:effectLst/>
                        <a:latin typeface="Times New Roman"/>
                        <a:ea typeface="宋体"/>
                      </a:endParaRPr>
                    </a:p>
                  </a:txBody>
                  <a:tcPr marL="41292" marR="41292" marT="0" marB="0"/>
                </a:tc>
                <a:tc>
                  <a:txBody>
                    <a:bodyPr/>
                    <a:lstStyle/>
                    <a:p>
                      <a:pPr algn="just">
                        <a:lnSpc>
                          <a:spcPct val="150000"/>
                        </a:lnSpc>
                        <a:spcAft>
                          <a:spcPts val="0"/>
                        </a:spcAft>
                      </a:pPr>
                      <a:r>
                        <a:rPr lang="x-none" sz="600" kern="100">
                          <a:effectLst/>
                        </a:rPr>
                        <a:t>2</a:t>
                      </a:r>
                      <a:endParaRPr lang="zh-CN" sz="700" kern="100">
                        <a:effectLst/>
                        <a:latin typeface="Times New Roman"/>
                        <a:ea typeface="宋体"/>
                      </a:endParaRPr>
                    </a:p>
                  </a:txBody>
                  <a:tcPr marL="41292" marR="41292" marT="0" marB="0"/>
                </a:tc>
                <a:tc>
                  <a:txBody>
                    <a:bodyPr/>
                    <a:lstStyle/>
                    <a:p>
                      <a:pPr algn="just">
                        <a:lnSpc>
                          <a:spcPct val="150000"/>
                        </a:lnSpc>
                        <a:spcAft>
                          <a:spcPts val="0"/>
                        </a:spcAft>
                      </a:pPr>
                      <a:r>
                        <a:rPr lang="en-US" sz="600" kern="100">
                          <a:effectLst/>
                        </a:rPr>
                        <a:t>42AH</a:t>
                      </a:r>
                      <a:endParaRPr lang="zh-CN" sz="700" kern="100">
                        <a:effectLst/>
                        <a:latin typeface="Times New Roman"/>
                        <a:ea typeface="宋体"/>
                      </a:endParaRPr>
                    </a:p>
                  </a:txBody>
                  <a:tcPr marL="41292" marR="41292" marT="0" marB="0" anchor="ctr"/>
                </a:tc>
                <a:tc>
                  <a:txBody>
                    <a:bodyPr/>
                    <a:lstStyle/>
                    <a:p>
                      <a:pPr algn="just">
                        <a:lnSpc>
                          <a:spcPct val="150000"/>
                        </a:lnSpc>
                        <a:spcAft>
                          <a:spcPts val="0"/>
                        </a:spcAft>
                      </a:pPr>
                      <a:r>
                        <a:rPr lang="en-US" sz="600" kern="0">
                          <a:effectLst/>
                        </a:rPr>
                        <a:t>online</a:t>
                      </a:r>
                      <a:endParaRPr lang="zh-CN" sz="700" kern="100">
                        <a:effectLst/>
                        <a:latin typeface="Times New Roman"/>
                        <a:ea typeface="宋体"/>
                      </a:endParaRPr>
                    </a:p>
                  </a:txBody>
                  <a:tcPr marL="41292" marR="41292" marT="0" marB="0"/>
                </a:tc>
              </a:tr>
              <a:tr h="137640">
                <a:tc>
                  <a:txBody>
                    <a:bodyPr/>
                    <a:lstStyle/>
                    <a:p>
                      <a:pPr algn="just">
                        <a:lnSpc>
                          <a:spcPct val="150000"/>
                        </a:lnSpc>
                        <a:spcAft>
                          <a:spcPts val="0"/>
                        </a:spcAft>
                      </a:pPr>
                      <a:r>
                        <a:rPr lang="en-US" sz="600" kern="0">
                          <a:effectLst/>
                        </a:rPr>
                        <a:t>GPS status slow</a:t>
                      </a:r>
                      <a:endParaRPr lang="zh-CN" sz="700" kern="100">
                        <a:effectLst/>
                        <a:latin typeface="Times New Roman"/>
                        <a:ea typeface="宋体"/>
                      </a:endParaRPr>
                    </a:p>
                  </a:txBody>
                  <a:tcPr marL="41292" marR="41292" marT="0" marB="0" anchor="ctr"/>
                </a:tc>
                <a:tc>
                  <a:txBody>
                    <a:bodyPr/>
                    <a:lstStyle/>
                    <a:p>
                      <a:pPr algn="just">
                        <a:lnSpc>
                          <a:spcPct val="150000"/>
                        </a:lnSpc>
                        <a:spcAft>
                          <a:spcPts val="0"/>
                        </a:spcAft>
                      </a:pPr>
                      <a:r>
                        <a:rPr lang="x-none" sz="600" kern="100">
                          <a:effectLst/>
                        </a:rPr>
                        <a:t>4AH</a:t>
                      </a:r>
                      <a:endParaRPr lang="zh-CN" sz="700" kern="100">
                        <a:effectLst/>
                        <a:latin typeface="Times New Roman"/>
                        <a:ea typeface="宋体"/>
                      </a:endParaRPr>
                    </a:p>
                  </a:txBody>
                  <a:tcPr marL="41292" marR="41292" marT="0" marB="0"/>
                </a:tc>
                <a:tc>
                  <a:txBody>
                    <a:bodyPr/>
                    <a:lstStyle/>
                    <a:p>
                      <a:pPr algn="r">
                        <a:lnSpc>
                          <a:spcPct val="150000"/>
                        </a:lnSpc>
                        <a:spcAft>
                          <a:spcPts val="0"/>
                        </a:spcAft>
                      </a:pPr>
                      <a:r>
                        <a:rPr lang="en-US" sz="600" kern="100">
                          <a:effectLst/>
                        </a:rPr>
                        <a:t>125</a:t>
                      </a:r>
                      <a:endParaRPr lang="zh-CN" sz="700" kern="100">
                        <a:effectLst/>
                        <a:latin typeface="Times New Roman"/>
                        <a:ea typeface="宋体"/>
                      </a:endParaRPr>
                    </a:p>
                  </a:txBody>
                  <a:tcPr marL="41292" marR="41292" marT="0" marB="0" anchor="ctr"/>
                </a:tc>
                <a:tc>
                  <a:txBody>
                    <a:bodyPr/>
                    <a:lstStyle/>
                    <a:p>
                      <a:pPr algn="just">
                        <a:lnSpc>
                          <a:spcPct val="150000"/>
                        </a:lnSpc>
                        <a:spcAft>
                          <a:spcPts val="0"/>
                        </a:spcAft>
                      </a:pPr>
                      <a:r>
                        <a:rPr lang="x-none" sz="600" kern="100">
                          <a:effectLst/>
                        </a:rPr>
                        <a:t>126</a:t>
                      </a:r>
                      <a:endParaRPr lang="zh-CN" sz="700" kern="100">
                        <a:effectLst/>
                        <a:latin typeface="Times New Roman"/>
                        <a:ea typeface="宋体"/>
                      </a:endParaRPr>
                    </a:p>
                  </a:txBody>
                  <a:tcPr marL="41292" marR="41292" marT="0" marB="0"/>
                </a:tc>
                <a:tc>
                  <a:txBody>
                    <a:bodyPr/>
                    <a:lstStyle/>
                    <a:p>
                      <a:pPr algn="just">
                        <a:lnSpc>
                          <a:spcPct val="150000"/>
                        </a:lnSpc>
                        <a:spcAft>
                          <a:spcPts val="0"/>
                        </a:spcAft>
                      </a:pPr>
                      <a:r>
                        <a:rPr lang="x-none" sz="600" kern="100">
                          <a:effectLst/>
                        </a:rPr>
                        <a:t>32</a:t>
                      </a:r>
                      <a:endParaRPr lang="zh-CN" sz="700" kern="100">
                        <a:effectLst/>
                        <a:latin typeface="Times New Roman"/>
                        <a:ea typeface="宋体"/>
                      </a:endParaRPr>
                    </a:p>
                  </a:txBody>
                  <a:tcPr marL="41292" marR="41292" marT="0" marB="0"/>
                </a:tc>
                <a:tc>
                  <a:txBody>
                    <a:bodyPr/>
                    <a:lstStyle/>
                    <a:p>
                      <a:pPr algn="just">
                        <a:lnSpc>
                          <a:spcPct val="150000"/>
                        </a:lnSpc>
                        <a:spcAft>
                          <a:spcPts val="0"/>
                        </a:spcAft>
                      </a:pPr>
                      <a:r>
                        <a:rPr lang="en-US" sz="600" kern="100">
                          <a:effectLst/>
                        </a:rPr>
                        <a:t>44AH</a:t>
                      </a:r>
                      <a:endParaRPr lang="zh-CN" sz="700" kern="100">
                        <a:effectLst/>
                        <a:latin typeface="Times New Roman"/>
                        <a:ea typeface="宋体"/>
                      </a:endParaRPr>
                    </a:p>
                  </a:txBody>
                  <a:tcPr marL="41292" marR="41292" marT="0" marB="0" anchor="ctr"/>
                </a:tc>
                <a:tc>
                  <a:txBody>
                    <a:bodyPr/>
                    <a:lstStyle/>
                    <a:p>
                      <a:pPr algn="just">
                        <a:lnSpc>
                          <a:spcPct val="150000"/>
                        </a:lnSpc>
                        <a:spcAft>
                          <a:spcPts val="0"/>
                        </a:spcAft>
                      </a:pPr>
                      <a:r>
                        <a:rPr lang="en-US" sz="600" kern="0">
                          <a:effectLst/>
                        </a:rPr>
                        <a:t>online</a:t>
                      </a:r>
                      <a:endParaRPr lang="zh-CN" sz="700" kern="100">
                        <a:effectLst/>
                        <a:latin typeface="Times New Roman"/>
                        <a:ea typeface="宋体"/>
                      </a:endParaRPr>
                    </a:p>
                  </a:txBody>
                  <a:tcPr marL="41292" marR="41292" marT="0" marB="0"/>
                </a:tc>
              </a:tr>
              <a:tr h="137640">
                <a:tc>
                  <a:txBody>
                    <a:bodyPr/>
                    <a:lstStyle/>
                    <a:p>
                      <a:pPr algn="just">
                        <a:lnSpc>
                          <a:spcPct val="150000"/>
                        </a:lnSpc>
                        <a:spcAft>
                          <a:spcPts val="0"/>
                        </a:spcAft>
                      </a:pPr>
                      <a:r>
                        <a:rPr lang="en-US" sz="600" kern="0">
                          <a:effectLst/>
                        </a:rPr>
                        <a:t>GPS orbit slow</a:t>
                      </a:r>
                      <a:endParaRPr lang="zh-CN" sz="700" kern="100">
                        <a:effectLst/>
                        <a:latin typeface="Times New Roman"/>
                        <a:ea typeface="宋体"/>
                      </a:endParaRPr>
                    </a:p>
                  </a:txBody>
                  <a:tcPr marL="41292" marR="41292" marT="0" marB="0" anchor="ctr"/>
                </a:tc>
                <a:tc>
                  <a:txBody>
                    <a:bodyPr/>
                    <a:lstStyle/>
                    <a:p>
                      <a:pPr algn="just">
                        <a:lnSpc>
                          <a:spcPct val="150000"/>
                        </a:lnSpc>
                        <a:spcAft>
                          <a:spcPts val="0"/>
                        </a:spcAft>
                      </a:pPr>
                      <a:r>
                        <a:rPr lang="x-none" sz="600" kern="100">
                          <a:effectLst/>
                        </a:rPr>
                        <a:t>6AH</a:t>
                      </a:r>
                      <a:endParaRPr lang="zh-CN" sz="700" kern="100">
                        <a:effectLst/>
                        <a:latin typeface="Times New Roman"/>
                        <a:ea typeface="宋体"/>
                      </a:endParaRPr>
                    </a:p>
                  </a:txBody>
                  <a:tcPr marL="41292" marR="41292" marT="0" marB="0"/>
                </a:tc>
                <a:tc>
                  <a:txBody>
                    <a:bodyPr/>
                    <a:lstStyle/>
                    <a:p>
                      <a:pPr algn="r">
                        <a:lnSpc>
                          <a:spcPct val="150000"/>
                        </a:lnSpc>
                        <a:spcAft>
                          <a:spcPts val="0"/>
                        </a:spcAft>
                      </a:pPr>
                      <a:r>
                        <a:rPr lang="en-US" sz="600" kern="100">
                          <a:effectLst/>
                        </a:rPr>
                        <a:t>86</a:t>
                      </a:r>
                      <a:endParaRPr lang="zh-CN" sz="700" kern="100">
                        <a:effectLst/>
                        <a:latin typeface="Times New Roman"/>
                        <a:ea typeface="宋体"/>
                      </a:endParaRPr>
                    </a:p>
                  </a:txBody>
                  <a:tcPr marL="41292" marR="41292" marT="0" marB="0" anchor="ctr"/>
                </a:tc>
                <a:tc>
                  <a:txBody>
                    <a:bodyPr/>
                    <a:lstStyle/>
                    <a:p>
                      <a:pPr algn="just">
                        <a:lnSpc>
                          <a:spcPct val="150000"/>
                        </a:lnSpc>
                        <a:spcAft>
                          <a:spcPts val="0"/>
                        </a:spcAft>
                      </a:pPr>
                      <a:r>
                        <a:rPr lang="x-none" sz="600" kern="100">
                          <a:effectLst/>
                        </a:rPr>
                        <a:t>87</a:t>
                      </a:r>
                      <a:endParaRPr lang="zh-CN" sz="700" kern="100">
                        <a:effectLst/>
                        <a:latin typeface="Times New Roman"/>
                        <a:ea typeface="宋体"/>
                      </a:endParaRPr>
                    </a:p>
                  </a:txBody>
                  <a:tcPr marL="41292" marR="41292" marT="0" marB="0"/>
                </a:tc>
                <a:tc>
                  <a:txBody>
                    <a:bodyPr/>
                    <a:lstStyle/>
                    <a:p>
                      <a:pPr algn="just">
                        <a:lnSpc>
                          <a:spcPct val="150000"/>
                        </a:lnSpc>
                        <a:spcAft>
                          <a:spcPts val="0"/>
                        </a:spcAft>
                      </a:pPr>
                      <a:r>
                        <a:rPr lang="x-none" sz="600" kern="100">
                          <a:effectLst/>
                        </a:rPr>
                        <a:t>32</a:t>
                      </a:r>
                      <a:endParaRPr lang="zh-CN" sz="700" kern="100">
                        <a:effectLst/>
                        <a:latin typeface="Times New Roman"/>
                        <a:ea typeface="宋体"/>
                      </a:endParaRPr>
                    </a:p>
                  </a:txBody>
                  <a:tcPr marL="41292" marR="41292" marT="0" marB="0"/>
                </a:tc>
                <a:tc>
                  <a:txBody>
                    <a:bodyPr/>
                    <a:lstStyle/>
                    <a:p>
                      <a:pPr algn="just">
                        <a:lnSpc>
                          <a:spcPct val="150000"/>
                        </a:lnSpc>
                        <a:spcAft>
                          <a:spcPts val="0"/>
                        </a:spcAft>
                      </a:pPr>
                      <a:r>
                        <a:rPr lang="en-US" sz="600" kern="100">
                          <a:effectLst/>
                        </a:rPr>
                        <a:t>46AH</a:t>
                      </a:r>
                      <a:endParaRPr lang="zh-CN" sz="700" kern="100">
                        <a:effectLst/>
                        <a:latin typeface="Times New Roman"/>
                        <a:ea typeface="宋体"/>
                      </a:endParaRPr>
                    </a:p>
                  </a:txBody>
                  <a:tcPr marL="41292" marR="41292" marT="0" marB="0" anchor="ctr"/>
                </a:tc>
                <a:tc>
                  <a:txBody>
                    <a:bodyPr/>
                    <a:lstStyle/>
                    <a:p>
                      <a:pPr algn="just">
                        <a:lnSpc>
                          <a:spcPct val="150000"/>
                        </a:lnSpc>
                        <a:spcAft>
                          <a:spcPts val="0"/>
                        </a:spcAft>
                      </a:pPr>
                      <a:r>
                        <a:rPr lang="en-US" sz="600" kern="0">
                          <a:effectLst/>
                        </a:rPr>
                        <a:t>online</a:t>
                      </a:r>
                      <a:endParaRPr lang="zh-CN" sz="700" kern="100">
                        <a:effectLst/>
                        <a:latin typeface="Times New Roman"/>
                        <a:ea typeface="宋体"/>
                      </a:endParaRPr>
                    </a:p>
                  </a:txBody>
                  <a:tcPr marL="41292" marR="41292" marT="0" marB="0"/>
                </a:tc>
              </a:tr>
              <a:tr h="137640">
                <a:tc>
                  <a:txBody>
                    <a:bodyPr/>
                    <a:lstStyle/>
                    <a:p>
                      <a:pPr algn="l">
                        <a:lnSpc>
                          <a:spcPct val="150000"/>
                        </a:lnSpc>
                        <a:spcAft>
                          <a:spcPts val="0"/>
                        </a:spcAft>
                        <a:tabLst>
                          <a:tab pos="531495" algn="l"/>
                        </a:tabLst>
                      </a:pPr>
                      <a:r>
                        <a:rPr lang="x-none" sz="600" kern="100">
                          <a:effectLst/>
                        </a:rPr>
                        <a:t>Camera Fast</a:t>
                      </a:r>
                      <a:endParaRPr lang="zh-CN" sz="700" kern="100">
                        <a:effectLst/>
                        <a:latin typeface="Times New Roman"/>
                        <a:ea typeface="宋体"/>
                      </a:endParaRPr>
                    </a:p>
                  </a:txBody>
                  <a:tcPr marL="41292" marR="41292" marT="0" marB="0"/>
                </a:tc>
                <a:tc>
                  <a:txBody>
                    <a:bodyPr/>
                    <a:lstStyle/>
                    <a:p>
                      <a:pPr algn="just">
                        <a:lnSpc>
                          <a:spcPct val="150000"/>
                        </a:lnSpc>
                        <a:spcAft>
                          <a:spcPts val="0"/>
                        </a:spcAft>
                      </a:pPr>
                      <a:r>
                        <a:rPr lang="x-none" sz="600" kern="100">
                          <a:effectLst/>
                        </a:rPr>
                        <a:t>2CH</a:t>
                      </a:r>
                      <a:endParaRPr lang="zh-CN" sz="700" kern="100">
                        <a:effectLst/>
                        <a:latin typeface="Times New Roman"/>
                        <a:ea typeface="宋体"/>
                      </a:endParaRPr>
                    </a:p>
                  </a:txBody>
                  <a:tcPr marL="41292" marR="41292" marT="0" marB="0"/>
                </a:tc>
                <a:tc>
                  <a:txBody>
                    <a:bodyPr/>
                    <a:lstStyle/>
                    <a:p>
                      <a:pPr algn="r">
                        <a:lnSpc>
                          <a:spcPct val="150000"/>
                        </a:lnSpc>
                        <a:spcAft>
                          <a:spcPts val="0"/>
                        </a:spcAft>
                      </a:pPr>
                      <a:r>
                        <a:rPr lang="en-US" sz="600" kern="100">
                          <a:effectLst/>
                        </a:rPr>
                        <a:t>34</a:t>
                      </a:r>
                      <a:endParaRPr lang="zh-CN" sz="700" kern="100">
                        <a:effectLst/>
                        <a:latin typeface="Times New Roman"/>
                        <a:ea typeface="宋体"/>
                      </a:endParaRPr>
                    </a:p>
                  </a:txBody>
                  <a:tcPr marL="41292" marR="41292" marT="0" marB="0" anchor="ctr"/>
                </a:tc>
                <a:tc>
                  <a:txBody>
                    <a:bodyPr/>
                    <a:lstStyle/>
                    <a:p>
                      <a:pPr algn="just">
                        <a:lnSpc>
                          <a:spcPct val="150000"/>
                        </a:lnSpc>
                        <a:spcAft>
                          <a:spcPts val="0"/>
                        </a:spcAft>
                      </a:pPr>
                      <a:r>
                        <a:rPr lang="x-none" sz="600" kern="100">
                          <a:effectLst/>
                        </a:rPr>
                        <a:t>35</a:t>
                      </a:r>
                      <a:endParaRPr lang="zh-CN" sz="700" kern="100">
                        <a:effectLst/>
                        <a:latin typeface="Times New Roman"/>
                        <a:ea typeface="宋体"/>
                      </a:endParaRPr>
                    </a:p>
                  </a:txBody>
                  <a:tcPr marL="41292" marR="41292" marT="0" marB="0"/>
                </a:tc>
                <a:tc>
                  <a:txBody>
                    <a:bodyPr/>
                    <a:lstStyle/>
                    <a:p>
                      <a:pPr algn="just">
                        <a:lnSpc>
                          <a:spcPct val="150000"/>
                        </a:lnSpc>
                        <a:spcAft>
                          <a:spcPts val="0"/>
                        </a:spcAft>
                      </a:pPr>
                      <a:r>
                        <a:rPr lang="x-none" sz="600" kern="100">
                          <a:effectLst/>
                        </a:rPr>
                        <a:t>2</a:t>
                      </a:r>
                      <a:endParaRPr lang="zh-CN" sz="700" kern="100">
                        <a:effectLst/>
                        <a:latin typeface="Times New Roman"/>
                        <a:ea typeface="宋体"/>
                      </a:endParaRPr>
                    </a:p>
                  </a:txBody>
                  <a:tcPr marL="41292" marR="41292" marT="0" marB="0"/>
                </a:tc>
                <a:tc>
                  <a:txBody>
                    <a:bodyPr/>
                    <a:lstStyle/>
                    <a:p>
                      <a:pPr algn="just">
                        <a:lnSpc>
                          <a:spcPct val="150000"/>
                        </a:lnSpc>
                        <a:spcAft>
                          <a:spcPts val="0"/>
                        </a:spcAft>
                      </a:pPr>
                      <a:r>
                        <a:rPr lang="en-US" sz="600" kern="100">
                          <a:effectLst/>
                        </a:rPr>
                        <a:t>42CH</a:t>
                      </a:r>
                      <a:endParaRPr lang="zh-CN" sz="700" kern="100">
                        <a:effectLst/>
                        <a:latin typeface="Times New Roman"/>
                        <a:ea typeface="宋体"/>
                      </a:endParaRPr>
                    </a:p>
                  </a:txBody>
                  <a:tcPr marL="41292" marR="41292" marT="0" marB="0" anchor="ctr"/>
                </a:tc>
                <a:tc>
                  <a:txBody>
                    <a:bodyPr/>
                    <a:lstStyle/>
                    <a:p>
                      <a:pPr algn="just">
                        <a:lnSpc>
                          <a:spcPct val="150000"/>
                        </a:lnSpc>
                        <a:spcAft>
                          <a:spcPts val="0"/>
                        </a:spcAft>
                      </a:pPr>
                      <a:r>
                        <a:rPr lang="en-US" sz="600" kern="0" dirty="0">
                          <a:effectLst/>
                        </a:rPr>
                        <a:t>online</a:t>
                      </a:r>
                      <a:endParaRPr lang="zh-CN" sz="700" kern="100" dirty="0">
                        <a:effectLst/>
                        <a:latin typeface="Times New Roman"/>
                        <a:ea typeface="宋体"/>
                      </a:endParaRPr>
                    </a:p>
                  </a:txBody>
                  <a:tcPr marL="41292" marR="41292" marT="0" marB="0"/>
                </a:tc>
              </a:tr>
            </a:tbl>
          </a:graphicData>
        </a:graphic>
      </p:graphicFrame>
    </p:spTree>
    <p:extLst>
      <p:ext uri="{BB962C8B-B14F-4D97-AF65-F5344CB8AC3E}">
        <p14:creationId xmlns:p14="http://schemas.microsoft.com/office/powerpoint/2010/main" val="379945748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PART 4: Telemetry Management</a:t>
            </a:r>
            <a:endParaRPr lang="zh-CN" altLang="en-US" dirty="0"/>
          </a:p>
        </p:txBody>
      </p:sp>
      <p:sp>
        <p:nvSpPr>
          <p:cNvPr id="3" name="内容占位符 2"/>
          <p:cNvSpPr>
            <a:spLocks noGrp="1"/>
          </p:cNvSpPr>
          <p:nvPr>
            <p:ph idx="1"/>
          </p:nvPr>
        </p:nvSpPr>
        <p:spPr>
          <a:xfrm>
            <a:off x="457200" y="1357298"/>
            <a:ext cx="8229600" cy="4735997"/>
          </a:xfrm>
        </p:spPr>
        <p:txBody>
          <a:bodyPr>
            <a:normAutofit/>
          </a:bodyPr>
          <a:lstStyle/>
          <a:p>
            <a:r>
              <a:rPr lang="en-US" altLang="zh-CN" dirty="0" smtClean="0"/>
              <a:t>What’s in telemetry packet ?</a:t>
            </a:r>
          </a:p>
          <a:p>
            <a:pPr lvl="1"/>
            <a:r>
              <a:rPr lang="en-US" altLang="zh-CN" dirty="0" smtClean="0">
                <a:solidFill>
                  <a:srgbClr val="FF0000"/>
                </a:solidFill>
              </a:rPr>
              <a:t>Time, orbit, attitude</a:t>
            </a:r>
          </a:p>
          <a:p>
            <a:pPr lvl="1"/>
            <a:r>
              <a:rPr lang="en-US" altLang="zh-CN" dirty="0" smtClean="0"/>
              <a:t>Healthy status. Self-test flags</a:t>
            </a:r>
          </a:p>
          <a:p>
            <a:pPr lvl="1"/>
            <a:r>
              <a:rPr lang="en-US" altLang="zh-CN" dirty="0" smtClean="0"/>
              <a:t>Communication counters. Upload counters, CAN data bus error counters</a:t>
            </a:r>
          </a:p>
          <a:p>
            <a:pPr lvl="1"/>
            <a:r>
              <a:rPr lang="en-US" altLang="zh-CN" dirty="0" smtClean="0"/>
              <a:t>Temperature</a:t>
            </a:r>
          </a:p>
          <a:p>
            <a:pPr lvl="1"/>
            <a:endParaRPr lang="zh-CN" altLang="en-US" dirty="0"/>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latin typeface="微软雅黑" pitchFamily="34" charset="-122"/>
                <a:ea typeface="微软雅黑" pitchFamily="34" charset="-122"/>
              </a:rPr>
              <a:t> </a:t>
            </a:r>
            <a:fld id="{E1EFCB46-C834-4067-A327-0EA79FD50686}" type="slidenum">
              <a:rPr lang="zh-CN" altLang="en-US" smtClean="0">
                <a:latin typeface="微软雅黑" pitchFamily="34" charset="-122"/>
                <a:ea typeface="微软雅黑" pitchFamily="34" charset="-122"/>
              </a:rPr>
              <a:pPr/>
              <a:t>38</a:t>
            </a:fld>
            <a:r>
              <a:rPr lang="zh-CN" altLang="en-US" smtClean="0">
                <a:latin typeface="微软雅黑" pitchFamily="34" charset="-122"/>
                <a:ea typeface="微软雅黑" pitchFamily="34" charset="-122"/>
              </a:rPr>
              <a:t> </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1006386072"/>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3528" y="274638"/>
            <a:ext cx="8496944" cy="1082660"/>
          </a:xfrm>
        </p:spPr>
        <p:txBody>
          <a:bodyPr>
            <a:normAutofit/>
          </a:bodyPr>
          <a:lstStyle/>
          <a:p>
            <a:r>
              <a:rPr lang="en-US" altLang="zh-CN" dirty="0"/>
              <a:t>PART 4: Telemetry Management</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latin typeface="微软雅黑" pitchFamily="34" charset="-122"/>
                <a:ea typeface="微软雅黑" pitchFamily="34" charset="-122"/>
              </a:rPr>
              <a:t> </a:t>
            </a:r>
            <a:fld id="{E1EFCB46-C834-4067-A327-0EA79FD50686}" type="slidenum">
              <a:rPr lang="zh-CN" altLang="en-US" smtClean="0">
                <a:latin typeface="微软雅黑" pitchFamily="34" charset="-122"/>
                <a:ea typeface="微软雅黑" pitchFamily="34" charset="-122"/>
              </a:rPr>
              <a:pPr/>
              <a:t>39</a:t>
            </a:fld>
            <a:r>
              <a:rPr lang="zh-CN" altLang="en-US" smtClean="0">
                <a:latin typeface="微软雅黑" pitchFamily="34" charset="-122"/>
                <a:ea typeface="微软雅黑" pitchFamily="34" charset="-122"/>
              </a:rPr>
              <a:t> </a:t>
            </a:r>
            <a:endParaRPr lang="zh-CN" altLang="en-US" dirty="0">
              <a:latin typeface="微软雅黑" pitchFamily="34" charset="-122"/>
              <a:ea typeface="微软雅黑" pitchFamily="34" charset="-122"/>
            </a:endParaRPr>
          </a:p>
        </p:txBody>
      </p:sp>
      <p:sp>
        <p:nvSpPr>
          <p:cNvPr id="6" name="内容占位符 2"/>
          <p:cNvSpPr>
            <a:spLocks noGrp="1"/>
          </p:cNvSpPr>
          <p:nvPr>
            <p:ph idx="1"/>
          </p:nvPr>
        </p:nvSpPr>
        <p:spPr bwMode="auto">
          <a:xfrm>
            <a:off x="285750" y="1214438"/>
            <a:ext cx="8229600" cy="4286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92500" lnSpcReduction="20000"/>
          </a:bodyPr>
          <a:lstStyle/>
          <a:p>
            <a:pPr marL="0" lvl="2">
              <a:buFontTx/>
              <a:buNone/>
            </a:pPr>
            <a:r>
              <a:rPr lang="en-US" altLang="zh-CN" sz="1800" dirty="0" smtClean="0">
                <a:cs typeface="Times New Roman" pitchFamily="18" charset="0"/>
              </a:rPr>
              <a:t>TM transfer frame format(According to </a:t>
            </a:r>
            <a:r>
              <a:rPr lang="en-US" altLang="zh-CN" sz="1800" dirty="0">
                <a:cs typeface="Times New Roman" pitchFamily="18" charset="0"/>
              </a:rPr>
              <a:t>CCSDS Space Packet </a:t>
            </a:r>
            <a:r>
              <a:rPr lang="en-US" altLang="zh-CN" sz="1800" dirty="0" smtClean="0">
                <a:cs typeface="Times New Roman" pitchFamily="18" charset="0"/>
              </a:rPr>
              <a:t>Protocol)</a:t>
            </a:r>
          </a:p>
        </p:txBody>
      </p:sp>
      <p:graphicFrame>
        <p:nvGraphicFramePr>
          <p:cNvPr id="8" name="表格 7"/>
          <p:cNvGraphicFramePr>
            <a:graphicFrameLocks noGrp="1"/>
          </p:cNvGraphicFramePr>
          <p:nvPr>
            <p:extLst>
              <p:ext uri="{D42A27DB-BD31-4B8C-83A1-F6EECF244321}">
                <p14:modId xmlns:p14="http://schemas.microsoft.com/office/powerpoint/2010/main" val="2946950508"/>
              </p:ext>
            </p:extLst>
          </p:nvPr>
        </p:nvGraphicFramePr>
        <p:xfrm>
          <a:off x="683568" y="2852936"/>
          <a:ext cx="7992885" cy="2317750"/>
        </p:xfrm>
        <a:graphic>
          <a:graphicData uri="http://schemas.openxmlformats.org/drawingml/2006/table">
            <a:tbl>
              <a:tblPr/>
              <a:tblGrid>
                <a:gridCol w="543206"/>
                <a:gridCol w="465605"/>
                <a:gridCol w="359341"/>
                <a:gridCol w="360040"/>
                <a:gridCol w="432048"/>
                <a:gridCol w="360040"/>
                <a:gridCol w="738955"/>
                <a:gridCol w="465605"/>
                <a:gridCol w="379616"/>
                <a:gridCol w="216024"/>
                <a:gridCol w="216024"/>
                <a:gridCol w="360040"/>
                <a:gridCol w="648072"/>
                <a:gridCol w="648072"/>
                <a:gridCol w="648072"/>
                <a:gridCol w="360040"/>
                <a:gridCol w="171278"/>
                <a:gridCol w="620807"/>
              </a:tblGrid>
              <a:tr h="365125">
                <a:tc>
                  <a:txBody>
                    <a:bodyPr/>
                    <a:lstStyle/>
                    <a:p>
                      <a:pPr algn="ctr">
                        <a:lnSpc>
                          <a:spcPct val="125000"/>
                        </a:lnSpc>
                        <a:spcAft>
                          <a:spcPts val="600"/>
                        </a:spcAft>
                      </a:pPr>
                      <a:r>
                        <a:rPr lang="en-US" sz="1200" dirty="0">
                          <a:solidFill>
                            <a:srgbClr val="000000"/>
                          </a:solidFill>
                          <a:effectLst/>
                          <a:latin typeface="Times New Roman"/>
                          <a:ea typeface="宋体"/>
                        </a:rPr>
                        <a:t>0</a:t>
                      </a:r>
                      <a:endParaRPr lang="zh-CN" sz="1400" dirty="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1200" dirty="0">
                          <a:solidFill>
                            <a:srgbClr val="000000"/>
                          </a:solidFill>
                          <a:effectLst/>
                          <a:latin typeface="Times New Roman"/>
                          <a:ea typeface="宋体"/>
                        </a:rPr>
                        <a:t>1</a:t>
                      </a:r>
                      <a:endParaRPr lang="zh-CN" sz="1400" dirty="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1200">
                          <a:solidFill>
                            <a:srgbClr val="000000"/>
                          </a:solidFill>
                          <a:effectLst/>
                          <a:latin typeface="Times New Roman"/>
                          <a:ea typeface="宋体"/>
                        </a:rPr>
                        <a:t>2</a:t>
                      </a:r>
                      <a:endParaRPr lang="zh-CN" sz="14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1200">
                          <a:solidFill>
                            <a:srgbClr val="000000"/>
                          </a:solidFill>
                          <a:effectLst/>
                          <a:latin typeface="Times New Roman"/>
                          <a:ea typeface="宋体"/>
                        </a:rPr>
                        <a:t>3</a:t>
                      </a:r>
                      <a:endParaRPr lang="zh-CN" sz="14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1200">
                          <a:solidFill>
                            <a:srgbClr val="000000"/>
                          </a:solidFill>
                          <a:effectLst/>
                          <a:latin typeface="Times New Roman"/>
                          <a:ea typeface="宋体"/>
                        </a:rPr>
                        <a:t>4</a:t>
                      </a:r>
                      <a:endParaRPr lang="zh-CN" sz="14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1200" dirty="0">
                          <a:solidFill>
                            <a:srgbClr val="000000"/>
                          </a:solidFill>
                          <a:effectLst/>
                          <a:latin typeface="Times New Roman"/>
                          <a:ea typeface="宋体"/>
                        </a:rPr>
                        <a:t>5</a:t>
                      </a:r>
                      <a:endParaRPr lang="zh-CN" sz="1400" dirty="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1200" dirty="0">
                          <a:solidFill>
                            <a:srgbClr val="000000"/>
                          </a:solidFill>
                          <a:effectLst/>
                          <a:latin typeface="Times New Roman"/>
                          <a:ea typeface="宋体"/>
                        </a:rPr>
                        <a:t>6</a:t>
                      </a:r>
                      <a:endParaRPr lang="zh-CN" sz="1400" dirty="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1200">
                          <a:solidFill>
                            <a:srgbClr val="000000"/>
                          </a:solidFill>
                          <a:effectLst/>
                          <a:latin typeface="Times New Roman"/>
                          <a:ea typeface="宋体"/>
                        </a:rPr>
                        <a:t>7</a:t>
                      </a:r>
                      <a:endParaRPr lang="zh-CN" sz="14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1200">
                          <a:solidFill>
                            <a:srgbClr val="000000"/>
                          </a:solidFill>
                          <a:effectLst/>
                          <a:latin typeface="Times New Roman"/>
                          <a:ea typeface="宋体"/>
                        </a:rPr>
                        <a:t>8</a:t>
                      </a:r>
                      <a:endParaRPr lang="zh-CN" sz="14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1200">
                          <a:solidFill>
                            <a:srgbClr val="000000"/>
                          </a:solidFill>
                          <a:effectLst/>
                          <a:latin typeface="Times New Roman"/>
                          <a:ea typeface="宋体"/>
                        </a:rPr>
                        <a:t>…</a:t>
                      </a:r>
                      <a:endParaRPr lang="zh-CN" sz="14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1200">
                          <a:solidFill>
                            <a:srgbClr val="000000"/>
                          </a:solidFill>
                          <a:effectLst/>
                          <a:latin typeface="Times New Roman"/>
                          <a:ea typeface="宋体"/>
                        </a:rPr>
                        <a:t>…</a:t>
                      </a:r>
                      <a:endParaRPr lang="zh-CN" sz="14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1200">
                          <a:solidFill>
                            <a:srgbClr val="000000"/>
                          </a:solidFill>
                          <a:effectLst/>
                          <a:latin typeface="Times New Roman"/>
                          <a:ea typeface="宋体"/>
                        </a:rPr>
                        <a:t>13</a:t>
                      </a:r>
                      <a:endParaRPr lang="zh-CN" sz="14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1200">
                          <a:solidFill>
                            <a:srgbClr val="000000"/>
                          </a:solidFill>
                          <a:effectLst/>
                          <a:latin typeface="Times New Roman"/>
                          <a:ea typeface="宋体"/>
                        </a:rPr>
                        <a:t>14</a:t>
                      </a:r>
                      <a:endParaRPr lang="zh-CN" sz="14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1200">
                          <a:solidFill>
                            <a:srgbClr val="000000"/>
                          </a:solidFill>
                          <a:effectLst/>
                          <a:latin typeface="Times New Roman"/>
                          <a:ea typeface="宋体"/>
                        </a:rPr>
                        <a:t>15</a:t>
                      </a:r>
                      <a:endParaRPr lang="zh-CN" sz="14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1200">
                          <a:solidFill>
                            <a:srgbClr val="000000"/>
                          </a:solidFill>
                          <a:effectLst/>
                          <a:latin typeface="Times New Roman"/>
                          <a:ea typeface="宋体"/>
                        </a:rPr>
                        <a:t>16</a:t>
                      </a:r>
                      <a:endParaRPr lang="zh-CN" sz="14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1200">
                          <a:solidFill>
                            <a:srgbClr val="000000"/>
                          </a:solidFill>
                          <a:effectLst/>
                          <a:latin typeface="Times New Roman"/>
                          <a:ea typeface="宋体"/>
                        </a:rPr>
                        <a:t>17</a:t>
                      </a:r>
                      <a:endParaRPr lang="zh-CN" sz="14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1200">
                          <a:solidFill>
                            <a:srgbClr val="000000"/>
                          </a:solidFill>
                          <a:effectLst/>
                          <a:latin typeface="Times New Roman"/>
                          <a:ea typeface="宋体"/>
                        </a:rPr>
                        <a:t>…</a:t>
                      </a:r>
                      <a:endParaRPr lang="zh-CN" sz="14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1200">
                          <a:solidFill>
                            <a:srgbClr val="000000"/>
                          </a:solidFill>
                          <a:effectLst/>
                          <a:latin typeface="Times New Roman"/>
                          <a:ea typeface="宋体"/>
                        </a:rPr>
                        <a:t>127</a:t>
                      </a:r>
                      <a:endParaRPr lang="zh-CN" sz="14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43535">
                <a:tc>
                  <a:txBody>
                    <a:bodyPr/>
                    <a:lstStyle/>
                    <a:p>
                      <a:pPr algn="ctr">
                        <a:lnSpc>
                          <a:spcPct val="125000"/>
                        </a:lnSpc>
                        <a:spcAft>
                          <a:spcPts val="600"/>
                        </a:spcAft>
                      </a:pPr>
                      <a:r>
                        <a:rPr lang="en-US" sz="1200">
                          <a:solidFill>
                            <a:srgbClr val="000000"/>
                          </a:solidFill>
                          <a:effectLst/>
                          <a:latin typeface="Times New Roman"/>
                          <a:ea typeface="宋体"/>
                        </a:rPr>
                        <a:t>EB</a:t>
                      </a:r>
                      <a:endParaRPr lang="zh-CN" sz="14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1200">
                          <a:solidFill>
                            <a:srgbClr val="000000"/>
                          </a:solidFill>
                          <a:effectLst/>
                          <a:latin typeface="Times New Roman"/>
                          <a:ea typeface="宋体"/>
                        </a:rPr>
                        <a:t>90</a:t>
                      </a:r>
                      <a:endParaRPr lang="zh-CN" sz="14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1200" dirty="0" smtClean="0">
                          <a:solidFill>
                            <a:srgbClr val="000000"/>
                          </a:solidFill>
                          <a:effectLst/>
                          <a:latin typeface="Times New Roman"/>
                          <a:ea typeface="宋体"/>
                        </a:rPr>
                        <a:t>AA</a:t>
                      </a:r>
                      <a:endParaRPr lang="zh-CN" sz="1400" dirty="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1200" dirty="0" smtClean="0">
                          <a:solidFill>
                            <a:srgbClr val="000000"/>
                          </a:solidFill>
                          <a:effectLst/>
                          <a:latin typeface="Times New Roman"/>
                          <a:ea typeface="宋体"/>
                        </a:rPr>
                        <a:t>AA</a:t>
                      </a:r>
                      <a:endParaRPr lang="zh-CN" sz="1400" dirty="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1200" dirty="0" smtClean="0">
                          <a:solidFill>
                            <a:srgbClr val="000000"/>
                          </a:solidFill>
                          <a:effectLst/>
                          <a:latin typeface="Times New Roman"/>
                          <a:ea typeface="宋体"/>
                        </a:rPr>
                        <a:t>AA</a:t>
                      </a:r>
                      <a:endParaRPr lang="zh-CN" sz="1400" dirty="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1200" dirty="0" smtClean="0">
                          <a:solidFill>
                            <a:srgbClr val="000000"/>
                          </a:solidFill>
                          <a:effectLst/>
                          <a:latin typeface="Times New Roman"/>
                          <a:ea typeface="宋体"/>
                        </a:rPr>
                        <a:t>AA</a:t>
                      </a:r>
                      <a:endParaRPr lang="zh-CN" sz="1400" dirty="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1200">
                          <a:solidFill>
                            <a:srgbClr val="000000"/>
                          </a:solidFill>
                          <a:effectLst/>
                          <a:latin typeface="Times New Roman"/>
                          <a:ea typeface="宋体"/>
                        </a:rPr>
                        <a:t>##</a:t>
                      </a:r>
                      <a:endParaRPr lang="zh-CN" sz="14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1200">
                          <a:solidFill>
                            <a:srgbClr val="000000"/>
                          </a:solidFill>
                          <a:effectLst/>
                          <a:latin typeface="Times New Roman"/>
                          <a:ea typeface="宋体"/>
                        </a:rPr>
                        <a:t>##</a:t>
                      </a:r>
                      <a:endParaRPr lang="zh-CN" sz="14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1200">
                          <a:solidFill>
                            <a:srgbClr val="000000"/>
                          </a:solidFill>
                          <a:effectLst/>
                          <a:latin typeface="Times New Roman"/>
                          <a:ea typeface="宋体"/>
                        </a:rPr>
                        <a:t>##</a:t>
                      </a:r>
                      <a:endParaRPr lang="zh-CN" sz="14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1200">
                          <a:solidFill>
                            <a:srgbClr val="000000"/>
                          </a:solidFill>
                          <a:effectLst/>
                          <a:latin typeface="Times New Roman"/>
                          <a:ea typeface="宋体"/>
                        </a:rPr>
                        <a:t>…</a:t>
                      </a:r>
                      <a:endParaRPr lang="zh-CN" sz="14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1200">
                          <a:solidFill>
                            <a:srgbClr val="000000"/>
                          </a:solidFill>
                          <a:effectLst/>
                          <a:latin typeface="Times New Roman"/>
                          <a:ea typeface="宋体"/>
                        </a:rPr>
                        <a:t>…</a:t>
                      </a:r>
                      <a:endParaRPr lang="zh-CN" sz="14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1200">
                          <a:solidFill>
                            <a:srgbClr val="000000"/>
                          </a:solidFill>
                          <a:effectLst/>
                          <a:latin typeface="Times New Roman"/>
                          <a:ea typeface="宋体"/>
                        </a:rPr>
                        <a:t>##</a:t>
                      </a:r>
                      <a:endParaRPr lang="zh-CN" sz="14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1200">
                          <a:solidFill>
                            <a:srgbClr val="000000"/>
                          </a:solidFill>
                          <a:effectLst/>
                          <a:latin typeface="Times New Roman"/>
                          <a:ea typeface="宋体"/>
                        </a:rPr>
                        <a:t>##</a:t>
                      </a:r>
                      <a:endParaRPr lang="zh-CN" sz="14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1200">
                          <a:solidFill>
                            <a:srgbClr val="000000"/>
                          </a:solidFill>
                          <a:effectLst/>
                          <a:latin typeface="Times New Roman"/>
                          <a:ea typeface="宋体"/>
                        </a:rPr>
                        <a:t>##</a:t>
                      </a:r>
                      <a:endParaRPr lang="zh-CN" sz="14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1200">
                          <a:solidFill>
                            <a:srgbClr val="000000"/>
                          </a:solidFill>
                          <a:effectLst/>
                          <a:latin typeface="Times New Roman"/>
                          <a:ea typeface="宋体"/>
                        </a:rPr>
                        <a:t>##</a:t>
                      </a:r>
                      <a:endParaRPr lang="zh-CN" sz="14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1200">
                          <a:solidFill>
                            <a:srgbClr val="000000"/>
                          </a:solidFill>
                          <a:effectLst/>
                          <a:latin typeface="Times New Roman"/>
                          <a:ea typeface="宋体"/>
                        </a:rPr>
                        <a:t>##</a:t>
                      </a:r>
                      <a:endParaRPr lang="zh-CN" sz="14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1200">
                          <a:solidFill>
                            <a:srgbClr val="000000"/>
                          </a:solidFill>
                          <a:effectLst/>
                          <a:latin typeface="Times New Roman"/>
                          <a:ea typeface="宋体"/>
                        </a:rPr>
                        <a:t>…</a:t>
                      </a:r>
                      <a:endParaRPr lang="zh-CN" sz="14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1200">
                          <a:solidFill>
                            <a:srgbClr val="000000"/>
                          </a:solidFill>
                          <a:effectLst/>
                          <a:latin typeface="Times New Roman"/>
                          <a:ea typeface="宋体"/>
                        </a:rPr>
                        <a:t>##</a:t>
                      </a:r>
                      <a:endParaRPr lang="zh-CN" sz="14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280160">
                <a:tc gridSpan="2">
                  <a:txBody>
                    <a:bodyPr/>
                    <a:lstStyle/>
                    <a:p>
                      <a:pPr algn="l">
                        <a:lnSpc>
                          <a:spcPct val="125000"/>
                        </a:lnSpc>
                        <a:spcAft>
                          <a:spcPts val="600"/>
                        </a:spcAft>
                      </a:pPr>
                      <a:r>
                        <a:rPr lang="en-US" sz="1200" dirty="0">
                          <a:solidFill>
                            <a:srgbClr val="000000"/>
                          </a:solidFill>
                          <a:effectLst/>
                          <a:latin typeface="Times New Roman"/>
                          <a:ea typeface="宋体"/>
                        </a:rPr>
                        <a:t> </a:t>
                      </a:r>
                      <a:r>
                        <a:rPr lang="en-US" altLang="zh-CN" sz="1200" dirty="0" smtClean="0">
                          <a:solidFill>
                            <a:srgbClr val="000000"/>
                          </a:solidFill>
                          <a:effectLst/>
                          <a:latin typeface="Times New Roman"/>
                          <a:ea typeface="+mn-ea"/>
                        </a:rPr>
                        <a:t>Attached </a:t>
                      </a:r>
                      <a:r>
                        <a:rPr lang="en-US" altLang="zh-CN" sz="1200" dirty="0" err="1" smtClean="0">
                          <a:solidFill>
                            <a:srgbClr val="000000"/>
                          </a:solidFill>
                          <a:effectLst/>
                          <a:latin typeface="Times New Roman"/>
                          <a:ea typeface="+mn-ea"/>
                        </a:rPr>
                        <a:t>Syn</a:t>
                      </a:r>
                      <a:r>
                        <a:rPr lang="en-US" altLang="zh-CN" sz="1200" dirty="0" smtClean="0">
                          <a:solidFill>
                            <a:srgbClr val="000000"/>
                          </a:solidFill>
                          <a:effectLst/>
                          <a:latin typeface="Times New Roman"/>
                          <a:ea typeface="+mn-ea"/>
                        </a:rPr>
                        <a:t> Marker</a:t>
                      </a:r>
                      <a:endParaRPr lang="en-US" altLang="zh-CN" sz="1200" dirty="0">
                        <a:solidFill>
                          <a:srgbClr val="000000"/>
                        </a:solidFill>
                        <a:effectLst/>
                        <a:latin typeface="Times New Roman"/>
                        <a:ea typeface="+mn-e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gridSpan="4">
                  <a:txBody>
                    <a:bodyPr/>
                    <a:lstStyle/>
                    <a:p>
                      <a:pPr indent="158750" algn="l">
                        <a:lnSpc>
                          <a:spcPct val="125000"/>
                        </a:lnSpc>
                        <a:spcAft>
                          <a:spcPts val="600"/>
                        </a:spcAft>
                      </a:pPr>
                      <a:r>
                        <a:rPr lang="en-US" sz="1200" dirty="0">
                          <a:solidFill>
                            <a:srgbClr val="000000"/>
                          </a:solidFill>
                          <a:effectLst/>
                          <a:latin typeface="Times New Roman"/>
                          <a:ea typeface="宋体"/>
                        </a:rPr>
                        <a:t> </a:t>
                      </a:r>
                      <a:r>
                        <a:rPr lang="en-US" altLang="zh-CN" sz="1200" dirty="0" smtClean="0">
                          <a:solidFill>
                            <a:srgbClr val="000000"/>
                          </a:solidFill>
                          <a:effectLst/>
                          <a:latin typeface="Times New Roman"/>
                          <a:ea typeface="宋体"/>
                        </a:rPr>
                        <a:t>Reserved</a:t>
                      </a:r>
                      <a:endParaRPr lang="zh-CN" sz="1400" dirty="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2">
                  <a:txBody>
                    <a:bodyPr/>
                    <a:lstStyle/>
                    <a:p>
                      <a:pPr algn="l">
                        <a:lnSpc>
                          <a:spcPct val="125000"/>
                        </a:lnSpc>
                        <a:spcAft>
                          <a:spcPts val="600"/>
                        </a:spcAft>
                      </a:pPr>
                      <a:r>
                        <a:rPr lang="en-US" altLang="zh-CN" sz="1200" dirty="0" smtClean="0">
                          <a:solidFill>
                            <a:srgbClr val="000000"/>
                          </a:solidFill>
                          <a:effectLst/>
                          <a:latin typeface="Times New Roman"/>
                          <a:ea typeface="+mn-ea"/>
                        </a:rPr>
                        <a:t>Transfer Frame Primary Header </a:t>
                      </a:r>
                      <a:endParaRPr lang="en-US" altLang="zh-CN" sz="1200" dirty="0">
                        <a:solidFill>
                          <a:srgbClr val="000000"/>
                        </a:solidFill>
                        <a:effectLst/>
                        <a:latin typeface="Times New Roman"/>
                        <a:ea typeface="+mn-e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gridSpan="4">
                  <a:txBody>
                    <a:bodyPr/>
                    <a:lstStyle/>
                    <a:p>
                      <a:pPr algn="l">
                        <a:lnSpc>
                          <a:spcPct val="125000"/>
                        </a:lnSpc>
                        <a:spcAft>
                          <a:spcPts val="600"/>
                        </a:spcAft>
                      </a:pPr>
                      <a:r>
                        <a:rPr lang="en-US" sz="1200" dirty="0" smtClean="0">
                          <a:solidFill>
                            <a:srgbClr val="000000"/>
                          </a:solidFill>
                          <a:effectLst/>
                          <a:latin typeface="Times New Roman"/>
                          <a:ea typeface="宋体"/>
                        </a:rPr>
                        <a:t>Fixed Format Telemetry</a:t>
                      </a:r>
                      <a:endParaRPr lang="en-US" sz="1200" dirty="0">
                        <a:solidFill>
                          <a:srgbClr val="000000"/>
                        </a:solidFill>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p>
                      <a:pPr algn="l">
                        <a:lnSpc>
                          <a:spcPct val="125000"/>
                        </a:lnSpc>
                        <a:spcAft>
                          <a:spcPts val="600"/>
                        </a:spcAft>
                      </a:pPr>
                      <a:r>
                        <a:rPr lang="en-US" altLang="zh-CN" sz="1200" dirty="0" smtClean="0">
                          <a:solidFill>
                            <a:srgbClr val="000000"/>
                          </a:solidFill>
                          <a:effectLst/>
                          <a:latin typeface="Times New Roman"/>
                          <a:ea typeface="+mn-ea"/>
                        </a:rPr>
                        <a:t>Master Channel Frame count</a:t>
                      </a:r>
                      <a:endParaRPr lang="en-US" altLang="zh-CN" sz="1200" dirty="0">
                        <a:solidFill>
                          <a:srgbClr val="000000"/>
                        </a:solidFill>
                        <a:effectLst/>
                        <a:latin typeface="Times New Roman"/>
                        <a:ea typeface="+mn-e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25000"/>
                        </a:lnSpc>
                        <a:spcAft>
                          <a:spcPts val="600"/>
                        </a:spcAft>
                      </a:pPr>
                      <a:r>
                        <a:rPr lang="en-US" altLang="zh-CN" sz="1200" dirty="0" smtClean="0">
                          <a:solidFill>
                            <a:srgbClr val="000000"/>
                          </a:solidFill>
                          <a:effectLst/>
                          <a:latin typeface="Times New Roman"/>
                          <a:ea typeface="+mn-ea"/>
                        </a:rPr>
                        <a:t>Virtual Channel Frame count</a:t>
                      </a:r>
                      <a:endParaRPr lang="en-US" altLang="zh-CN" sz="1200" dirty="0">
                        <a:solidFill>
                          <a:srgbClr val="000000"/>
                        </a:solidFill>
                        <a:effectLst/>
                        <a:latin typeface="Times New Roman"/>
                        <a:ea typeface="+mn-e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25000"/>
                        </a:lnSpc>
                        <a:spcAft>
                          <a:spcPts val="600"/>
                        </a:spcAft>
                      </a:pPr>
                      <a:r>
                        <a:rPr lang="en-US" altLang="zh-CN" sz="1200" dirty="0" smtClean="0">
                          <a:solidFill>
                            <a:srgbClr val="000000"/>
                          </a:solidFill>
                          <a:effectLst/>
                          <a:latin typeface="Times New Roman"/>
                          <a:ea typeface="+mn-ea"/>
                        </a:rPr>
                        <a:t>First Packet Header Pointer</a:t>
                      </a:r>
                      <a:endParaRPr lang="en-US" altLang="zh-CN" sz="1200" dirty="0">
                        <a:solidFill>
                          <a:srgbClr val="000000"/>
                        </a:solidFill>
                        <a:effectLst/>
                        <a:latin typeface="Times New Roman"/>
                        <a:ea typeface="+mn-e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3">
                  <a:txBody>
                    <a:bodyPr/>
                    <a:lstStyle/>
                    <a:p>
                      <a:pPr algn="l">
                        <a:lnSpc>
                          <a:spcPct val="125000"/>
                        </a:lnSpc>
                        <a:spcAft>
                          <a:spcPts val="600"/>
                        </a:spcAft>
                      </a:pPr>
                      <a:r>
                        <a:rPr lang="en-US" sz="1200" dirty="0" smtClean="0">
                          <a:solidFill>
                            <a:srgbClr val="000000"/>
                          </a:solidFill>
                          <a:effectLst/>
                          <a:latin typeface="Times New Roman"/>
                          <a:ea typeface="宋体"/>
                        </a:rPr>
                        <a:t>Transfer Frame Data Field</a:t>
                      </a:r>
                      <a:endParaRPr lang="en-US" sz="1200" dirty="0">
                        <a:solidFill>
                          <a:srgbClr val="000000"/>
                        </a:solidFill>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r>
              <a:tr h="328930">
                <a:tc gridSpan="2">
                  <a:txBody>
                    <a:bodyPr/>
                    <a:lstStyle/>
                    <a:p>
                      <a:pPr algn="ctr">
                        <a:lnSpc>
                          <a:spcPct val="125000"/>
                        </a:lnSpc>
                        <a:spcAft>
                          <a:spcPts val="600"/>
                        </a:spcAft>
                      </a:pPr>
                      <a:r>
                        <a:rPr lang="en-US" sz="1200">
                          <a:solidFill>
                            <a:srgbClr val="000000"/>
                          </a:solidFill>
                          <a:effectLst/>
                          <a:latin typeface="Times New Roman"/>
                          <a:ea typeface="宋体"/>
                        </a:rPr>
                        <a:t>2</a:t>
                      </a:r>
                      <a:endParaRPr lang="zh-CN" sz="14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gridSpan="4">
                  <a:txBody>
                    <a:bodyPr/>
                    <a:lstStyle/>
                    <a:p>
                      <a:pPr algn="ctr">
                        <a:lnSpc>
                          <a:spcPct val="125000"/>
                        </a:lnSpc>
                        <a:spcAft>
                          <a:spcPts val="600"/>
                        </a:spcAft>
                      </a:pPr>
                      <a:r>
                        <a:rPr lang="en-US" sz="1200">
                          <a:solidFill>
                            <a:srgbClr val="000000"/>
                          </a:solidFill>
                          <a:effectLst/>
                          <a:latin typeface="Times New Roman"/>
                          <a:ea typeface="宋体"/>
                        </a:rPr>
                        <a:t>4</a:t>
                      </a:r>
                      <a:endParaRPr lang="zh-CN" sz="14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2">
                  <a:txBody>
                    <a:bodyPr/>
                    <a:lstStyle/>
                    <a:p>
                      <a:pPr algn="ctr">
                        <a:lnSpc>
                          <a:spcPct val="125000"/>
                        </a:lnSpc>
                        <a:spcAft>
                          <a:spcPts val="600"/>
                        </a:spcAft>
                      </a:pPr>
                      <a:r>
                        <a:rPr lang="en-US" sz="1200">
                          <a:solidFill>
                            <a:srgbClr val="000000"/>
                          </a:solidFill>
                          <a:effectLst/>
                          <a:latin typeface="Times New Roman"/>
                          <a:ea typeface="宋体"/>
                        </a:rPr>
                        <a:t>2</a:t>
                      </a:r>
                      <a:endParaRPr lang="zh-CN" sz="14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gridSpan="4">
                  <a:txBody>
                    <a:bodyPr/>
                    <a:lstStyle/>
                    <a:p>
                      <a:pPr algn="ctr">
                        <a:lnSpc>
                          <a:spcPct val="125000"/>
                        </a:lnSpc>
                        <a:spcAft>
                          <a:spcPts val="600"/>
                        </a:spcAft>
                      </a:pPr>
                      <a:r>
                        <a:rPr lang="en-US" sz="1200">
                          <a:solidFill>
                            <a:srgbClr val="000000"/>
                          </a:solidFill>
                          <a:effectLst/>
                          <a:latin typeface="Times New Roman"/>
                          <a:ea typeface="宋体"/>
                        </a:rPr>
                        <a:t>6</a:t>
                      </a:r>
                      <a:endParaRPr lang="zh-CN" sz="14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p>
                      <a:pPr algn="ctr">
                        <a:lnSpc>
                          <a:spcPct val="125000"/>
                        </a:lnSpc>
                        <a:spcAft>
                          <a:spcPts val="600"/>
                        </a:spcAft>
                      </a:pPr>
                      <a:r>
                        <a:rPr lang="en-US" sz="1200">
                          <a:solidFill>
                            <a:srgbClr val="000000"/>
                          </a:solidFill>
                          <a:effectLst/>
                          <a:latin typeface="Times New Roman"/>
                          <a:ea typeface="宋体"/>
                        </a:rPr>
                        <a:t>1</a:t>
                      </a:r>
                      <a:endParaRPr lang="zh-CN" sz="14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1200">
                          <a:solidFill>
                            <a:srgbClr val="000000"/>
                          </a:solidFill>
                          <a:effectLst/>
                          <a:latin typeface="Times New Roman"/>
                          <a:ea typeface="宋体"/>
                        </a:rPr>
                        <a:t>1</a:t>
                      </a:r>
                      <a:endParaRPr lang="zh-CN" sz="14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1200">
                          <a:solidFill>
                            <a:srgbClr val="000000"/>
                          </a:solidFill>
                          <a:effectLst/>
                          <a:latin typeface="Times New Roman"/>
                          <a:ea typeface="宋体"/>
                        </a:rPr>
                        <a:t>1</a:t>
                      </a:r>
                      <a:endParaRPr lang="zh-CN" sz="14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3">
                  <a:txBody>
                    <a:bodyPr/>
                    <a:lstStyle/>
                    <a:p>
                      <a:pPr algn="ctr">
                        <a:lnSpc>
                          <a:spcPct val="125000"/>
                        </a:lnSpc>
                        <a:spcAft>
                          <a:spcPts val="600"/>
                        </a:spcAft>
                      </a:pPr>
                      <a:r>
                        <a:rPr lang="en-US" sz="1200" dirty="0">
                          <a:solidFill>
                            <a:srgbClr val="000000"/>
                          </a:solidFill>
                          <a:effectLst/>
                          <a:latin typeface="Times New Roman"/>
                          <a:ea typeface="宋体"/>
                        </a:rPr>
                        <a:t>111</a:t>
                      </a:r>
                      <a:endParaRPr lang="zh-CN" sz="1400" dirty="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r>
            </a:tbl>
          </a:graphicData>
        </a:graphic>
      </p:graphicFrame>
    </p:spTree>
    <p:extLst>
      <p:ext uri="{BB962C8B-B14F-4D97-AF65-F5344CB8AC3E}">
        <p14:creationId xmlns:p14="http://schemas.microsoft.com/office/powerpoint/2010/main" val="2853101565"/>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latin typeface="微软雅黑" pitchFamily="34" charset="-122"/>
                <a:ea typeface="微软雅黑" pitchFamily="34" charset="-122"/>
              </a:rPr>
              <a:t> </a:t>
            </a:r>
            <a:fld id="{E1EFCB46-C834-4067-A327-0EA79FD50686}" type="slidenum">
              <a:rPr lang="zh-CN" altLang="en-US" smtClean="0">
                <a:latin typeface="微软雅黑" pitchFamily="34" charset="-122"/>
                <a:ea typeface="微软雅黑" pitchFamily="34" charset="-122"/>
              </a:rPr>
              <a:pPr/>
              <a:t>40</a:t>
            </a:fld>
            <a:r>
              <a:rPr lang="zh-CN" altLang="en-US" smtClean="0">
                <a:latin typeface="微软雅黑" pitchFamily="34" charset="-122"/>
                <a:ea typeface="微软雅黑" pitchFamily="34" charset="-122"/>
              </a:rPr>
              <a:t> </a:t>
            </a:r>
            <a:endParaRPr lang="zh-CN" altLang="en-US" dirty="0">
              <a:latin typeface="微软雅黑" pitchFamily="34" charset="-122"/>
              <a:ea typeface="微软雅黑" pitchFamily="34" charset="-122"/>
            </a:endParaRPr>
          </a:p>
        </p:txBody>
      </p:sp>
      <p:sp>
        <p:nvSpPr>
          <p:cNvPr id="6" name="标题 1"/>
          <p:cNvSpPr>
            <a:spLocks noGrp="1"/>
          </p:cNvSpPr>
          <p:nvPr>
            <p:ph type="title"/>
          </p:nvPr>
        </p:nvSpPr>
        <p:spPr>
          <a:xfrm>
            <a:off x="323528" y="274638"/>
            <a:ext cx="8496944" cy="1082660"/>
          </a:xfrm>
        </p:spPr>
        <p:txBody>
          <a:bodyPr>
            <a:normAutofit/>
          </a:bodyPr>
          <a:lstStyle/>
          <a:p>
            <a:r>
              <a:rPr lang="en-US" altLang="zh-CN" dirty="0"/>
              <a:t>PART 4: Telemetry Management</a:t>
            </a:r>
          </a:p>
        </p:txBody>
      </p:sp>
      <p:pic>
        <p:nvPicPr>
          <p:cNvPr id="116738" name="Picture 2" descr="D:\Program Files\Microsoft Office\MEDIA\CAGCAT10\j0195812.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9552" y="1318588"/>
            <a:ext cx="1182584" cy="1216738"/>
          </a:xfrm>
          <a:prstGeom prst="rect">
            <a:avLst/>
          </a:prstGeom>
          <a:noFill/>
          <a:extLst>
            <a:ext uri="{909E8E84-426E-40DD-AFC4-6F175D3DCCD1}">
              <a14:hiddenFill xmlns:a14="http://schemas.microsoft.com/office/drawing/2010/main">
                <a:solidFill>
                  <a:srgbClr val="FFFFFF"/>
                </a:solidFill>
              </a14:hiddenFill>
            </a:ext>
          </a:extLst>
        </p:spPr>
      </p:pic>
      <p:sp>
        <p:nvSpPr>
          <p:cNvPr id="8" name="横卷形 7"/>
          <p:cNvSpPr/>
          <p:nvPr/>
        </p:nvSpPr>
        <p:spPr>
          <a:xfrm>
            <a:off x="2327214" y="1383198"/>
            <a:ext cx="5976664" cy="1152128"/>
          </a:xfrm>
          <a:prstGeom prst="horizontalScroll">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3200" dirty="0" smtClean="0">
                <a:latin typeface="微软雅黑" pitchFamily="34" charset="-122"/>
                <a:ea typeface="微软雅黑" pitchFamily="34" charset="-122"/>
              </a:rPr>
              <a:t>What is </a:t>
            </a:r>
            <a:r>
              <a:rPr lang="en-US" altLang="zh-CN" sz="3200" dirty="0" smtClean="0">
                <a:solidFill>
                  <a:srgbClr val="FF0000"/>
                </a:solidFill>
                <a:latin typeface="微软雅黑" pitchFamily="34" charset="-122"/>
                <a:ea typeface="微软雅黑" pitchFamily="34" charset="-122"/>
              </a:rPr>
              <a:t>CCSDS </a:t>
            </a:r>
            <a:r>
              <a:rPr lang="en-US" altLang="zh-CN" sz="3200" dirty="0" smtClean="0">
                <a:latin typeface="微软雅黑" pitchFamily="34" charset="-122"/>
                <a:ea typeface="微软雅黑" pitchFamily="34" charset="-122"/>
              </a:rPr>
              <a:t>?</a:t>
            </a:r>
            <a:endParaRPr lang="zh-CN" altLang="en-US" sz="3200" dirty="0">
              <a:latin typeface="微软雅黑" pitchFamily="34" charset="-122"/>
              <a:ea typeface="微软雅黑" pitchFamily="34" charset="-122"/>
            </a:endParaRPr>
          </a:p>
        </p:txBody>
      </p:sp>
      <p:sp>
        <p:nvSpPr>
          <p:cNvPr id="10" name="标题 2"/>
          <p:cNvSpPr txBox="1">
            <a:spLocks/>
          </p:cNvSpPr>
          <p:nvPr/>
        </p:nvSpPr>
        <p:spPr bwMode="auto">
          <a:xfrm>
            <a:off x="557213" y="2780928"/>
            <a:ext cx="8229600" cy="4176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marL="342900" indent="-342900" algn="l">
              <a:lnSpc>
                <a:spcPct val="150000"/>
              </a:lnSpc>
              <a:spcBef>
                <a:spcPts val="600"/>
              </a:spcBef>
              <a:spcAft>
                <a:spcPts val="600"/>
              </a:spcAft>
              <a:buFont typeface="Wingdings" pitchFamily="2" charset="2"/>
              <a:buChar char="l"/>
            </a:pPr>
            <a:r>
              <a:rPr lang="en-US" altLang="zh-CN" b="0" dirty="0" smtClean="0">
                <a:solidFill>
                  <a:schemeClr val="tx1"/>
                </a:solidFill>
                <a:latin typeface="微软雅黑" pitchFamily="34" charset="-122"/>
                <a:ea typeface="微软雅黑" pitchFamily="34" charset="-122"/>
              </a:rPr>
              <a:t>The Consultative Committee for Space Data Systems</a:t>
            </a:r>
          </a:p>
          <a:p>
            <a:pPr marL="342900" indent="-342900" algn="l">
              <a:lnSpc>
                <a:spcPct val="150000"/>
              </a:lnSpc>
              <a:spcBef>
                <a:spcPts val="600"/>
              </a:spcBef>
              <a:spcAft>
                <a:spcPts val="600"/>
              </a:spcAft>
              <a:buFont typeface="Wingdings" pitchFamily="2" charset="2"/>
              <a:buChar char="l"/>
            </a:pPr>
            <a:r>
              <a:rPr lang="en-US" altLang="zh-CN" b="0" dirty="0" smtClean="0">
                <a:solidFill>
                  <a:schemeClr val="tx1"/>
                </a:solidFill>
                <a:latin typeface="微软雅黑" pitchFamily="34" charset="-122"/>
                <a:ea typeface="微软雅黑" pitchFamily="34" charset="-122"/>
              </a:rPr>
              <a:t>Founded in 1982 by ESA/NASA/CNES/DLR/JAXA etc.</a:t>
            </a:r>
          </a:p>
          <a:p>
            <a:pPr marL="342900" indent="-342900" algn="l">
              <a:lnSpc>
                <a:spcPct val="150000"/>
              </a:lnSpc>
              <a:spcBef>
                <a:spcPts val="600"/>
              </a:spcBef>
              <a:spcAft>
                <a:spcPts val="600"/>
              </a:spcAft>
              <a:buFont typeface="Wingdings" pitchFamily="2" charset="2"/>
              <a:buChar char="l"/>
            </a:pPr>
            <a:r>
              <a:rPr lang="en-US" altLang="zh-CN" b="0" dirty="0" smtClean="0">
                <a:solidFill>
                  <a:schemeClr val="tx1"/>
                </a:solidFill>
                <a:latin typeface="微软雅黑" pitchFamily="34" charset="-122"/>
                <a:ea typeface="微软雅黑" pitchFamily="34" charset="-122"/>
              </a:rPr>
              <a:t>Defines Recommendations and standards for spacecraft.</a:t>
            </a:r>
            <a:endParaRPr lang="zh-CN" altLang="en-US" b="0" dirty="0">
              <a:solidFill>
                <a:schemeClr val="tx1"/>
              </a:solidFill>
              <a:latin typeface="微软雅黑" pitchFamily="34" charset="-122"/>
              <a:ea typeface="微软雅黑" pitchFamily="34" charset="-122"/>
            </a:endParaRPr>
          </a:p>
        </p:txBody>
      </p:sp>
    </p:spTree>
    <p:extLst>
      <p:ext uri="{BB962C8B-B14F-4D97-AF65-F5344CB8AC3E}">
        <p14:creationId xmlns:p14="http://schemas.microsoft.com/office/powerpoint/2010/main" val="40745911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Documents by CCSDS Area:</a:t>
            </a:r>
            <a:endParaRPr lang="zh-CN" altLang="en-US" dirty="0"/>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41</a:t>
            </a:fld>
            <a:r>
              <a:rPr lang="zh-CN" altLang="en-US" smtClean="0"/>
              <a:t> </a:t>
            </a:r>
            <a:endParaRPr lang="zh-CN" altLang="en-US" dirty="0">
              <a:latin typeface="微软雅黑" pitchFamily="34" charset="-122"/>
              <a:ea typeface="微软雅黑" pitchFamily="34" charset="-122"/>
            </a:endParaRPr>
          </a:p>
        </p:txBody>
      </p:sp>
      <p:pic>
        <p:nvPicPr>
          <p:cNvPr id="6" name="Picture 2" descr="C:\Documents and Settings\yanguorui\桌面\AreaGraph.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7537" y="1412776"/>
            <a:ext cx="7708926" cy="48003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2645851"/>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a:spLocks noGrp="1"/>
          </p:cNvSpPr>
          <p:nvPr>
            <p:ph type="title"/>
          </p:nvPr>
        </p:nvSpPr>
        <p:spPr>
          <a:xfrm>
            <a:off x="457200" y="274638"/>
            <a:ext cx="8229600" cy="1082660"/>
          </a:xfrm>
        </p:spPr>
        <p:txBody>
          <a:bodyPr/>
          <a:lstStyle/>
          <a:p>
            <a:r>
              <a:rPr lang="en-US" altLang="zh-CN" dirty="0" smtClean="0"/>
              <a:t>Space Link Services Area</a:t>
            </a:r>
            <a:endParaRPr lang="zh-CN" altLang="en-US" dirty="0"/>
          </a:p>
        </p:txBody>
      </p:sp>
      <p:sp>
        <p:nvSpPr>
          <p:cNvPr id="7" name="内容占位符 2"/>
          <p:cNvSpPr>
            <a:spLocks noGrp="1"/>
          </p:cNvSpPr>
          <p:nvPr>
            <p:ph idx="1"/>
          </p:nvPr>
        </p:nvSpPr>
        <p:spPr>
          <a:xfrm>
            <a:off x="457200" y="1357298"/>
            <a:ext cx="8229600" cy="4768865"/>
          </a:xfrm>
        </p:spPr>
        <p:txBody>
          <a:bodyPr>
            <a:normAutofit fontScale="85000" lnSpcReduction="10000"/>
          </a:bodyPr>
          <a:lstStyle/>
          <a:p>
            <a:pPr marL="0" indent="0" algn="just">
              <a:buNone/>
            </a:pPr>
            <a:r>
              <a:rPr lang="en-US" altLang="zh-CN" b="0" dirty="0"/>
              <a:t>CCSDS has developed four protocols for the Data Link Protocol </a:t>
            </a:r>
            <a:r>
              <a:rPr lang="en-US" altLang="zh-CN" b="0" dirty="0" err="1"/>
              <a:t>Sublayer</a:t>
            </a:r>
            <a:r>
              <a:rPr lang="en-US" altLang="zh-CN" b="0" dirty="0"/>
              <a:t> of the Data Link Layer:</a:t>
            </a:r>
          </a:p>
          <a:p>
            <a:pPr marL="514350" indent="-514350" algn="just">
              <a:buFont typeface="+mj-lt"/>
              <a:buAutoNum type="alphaLcPeriod"/>
            </a:pPr>
            <a:r>
              <a:rPr lang="en-US" altLang="zh-CN" b="0" dirty="0" smtClean="0">
                <a:solidFill>
                  <a:srgbClr val="FF0000"/>
                </a:solidFill>
              </a:rPr>
              <a:t>TM </a:t>
            </a:r>
            <a:r>
              <a:rPr lang="en-US" altLang="zh-CN" b="0" dirty="0">
                <a:solidFill>
                  <a:srgbClr val="FF0000"/>
                </a:solidFill>
              </a:rPr>
              <a:t>Space Data Link </a:t>
            </a:r>
            <a:r>
              <a:rPr lang="en-US" altLang="zh-CN" b="0" dirty="0" smtClean="0">
                <a:solidFill>
                  <a:srgbClr val="FF0000"/>
                </a:solidFill>
              </a:rPr>
              <a:t>Protocol</a:t>
            </a:r>
          </a:p>
          <a:p>
            <a:pPr marL="514350" indent="-514350" algn="just">
              <a:buFont typeface="+mj-lt"/>
              <a:buAutoNum type="alphaLcPeriod"/>
            </a:pPr>
            <a:r>
              <a:rPr lang="en-US" altLang="zh-CN" b="0" dirty="0" smtClean="0"/>
              <a:t>TC </a:t>
            </a:r>
            <a:r>
              <a:rPr lang="en-US" altLang="zh-CN" b="0" dirty="0"/>
              <a:t>Space Data Link </a:t>
            </a:r>
            <a:r>
              <a:rPr lang="en-US" altLang="zh-CN" b="0" dirty="0" smtClean="0"/>
              <a:t>Protocol</a:t>
            </a:r>
          </a:p>
          <a:p>
            <a:pPr marL="514350" indent="-514350" algn="just">
              <a:buFont typeface="+mj-lt"/>
              <a:buAutoNum type="alphaLcPeriod"/>
            </a:pPr>
            <a:r>
              <a:rPr lang="en-US" altLang="zh-CN" b="0" dirty="0" smtClean="0"/>
              <a:t>AOS </a:t>
            </a:r>
            <a:r>
              <a:rPr lang="en-US" altLang="zh-CN" b="0" dirty="0"/>
              <a:t>Space Data Link </a:t>
            </a:r>
            <a:r>
              <a:rPr lang="zh-CN" altLang="en-US" b="0" dirty="0" smtClean="0"/>
              <a:t> </a:t>
            </a:r>
            <a:endParaRPr lang="en-US" altLang="zh-CN" b="0" dirty="0"/>
          </a:p>
          <a:p>
            <a:pPr marL="514350" indent="-514350" algn="just">
              <a:buFont typeface="+mj-lt"/>
              <a:buAutoNum type="alphaLcPeriod"/>
            </a:pPr>
            <a:r>
              <a:rPr lang="en-US" altLang="zh-CN" b="0" dirty="0" smtClean="0"/>
              <a:t>Proximity-1 </a:t>
            </a:r>
            <a:r>
              <a:rPr lang="en-US" altLang="zh-CN" b="0" dirty="0"/>
              <a:t>Space Link Protocol—Data Link Layer </a:t>
            </a:r>
            <a:r>
              <a:rPr lang="en-US" altLang="zh-CN" b="0" dirty="0" smtClean="0"/>
              <a:t>.</a:t>
            </a:r>
            <a:endParaRPr lang="zh-CN" altLang="en-US" b="0" dirty="0"/>
          </a:p>
        </p:txBody>
      </p:sp>
      <p:sp>
        <p:nvSpPr>
          <p:cNvPr id="8" name="页脚占位符 3"/>
          <p:cNvSpPr>
            <a:spLocks noGrp="1"/>
          </p:cNvSpPr>
          <p:nvPr>
            <p:ph type="ftr" sz="quarter" idx="11"/>
          </p:nvPr>
        </p:nvSpPr>
        <p:spPr>
          <a:xfrm>
            <a:off x="971600" y="6359525"/>
            <a:ext cx="6480720" cy="363558"/>
          </a:xfrm>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9" name="灯片编号占位符 4"/>
          <p:cNvSpPr>
            <a:spLocks noGrp="1"/>
          </p:cNvSpPr>
          <p:nvPr>
            <p:ph type="sldNum" sz="quarter" idx="12"/>
          </p:nvPr>
        </p:nvSpPr>
        <p:spPr>
          <a:xfrm>
            <a:off x="7884368" y="6356350"/>
            <a:ext cx="802432" cy="365125"/>
          </a:xfrm>
        </p:spPr>
        <p:txBody>
          <a:bodyPr/>
          <a:lstStyle/>
          <a:p>
            <a:r>
              <a:rPr lang="en-US" altLang="zh-CN" smtClean="0">
                <a:latin typeface="微软雅黑" pitchFamily="34" charset="-122"/>
                <a:ea typeface="微软雅黑" pitchFamily="34" charset="-122"/>
              </a:rPr>
              <a:t>PAGE</a:t>
            </a:r>
            <a:r>
              <a:rPr lang="zh-CN" altLang="en-US" smtClean="0">
                <a:latin typeface="微软雅黑" pitchFamily="34" charset="-122"/>
                <a:ea typeface="微软雅黑" pitchFamily="34" charset="-122"/>
              </a:rPr>
              <a:t> </a:t>
            </a:r>
            <a:fld id="{E1EFCB46-C834-4067-A327-0EA79FD50686}" type="slidenum">
              <a:rPr lang="zh-CN" altLang="en-US" smtClean="0">
                <a:latin typeface="微软雅黑" pitchFamily="34" charset="-122"/>
                <a:ea typeface="微软雅黑" pitchFamily="34" charset="-122"/>
              </a:rPr>
              <a:pPr/>
              <a:t>42</a:t>
            </a:fld>
            <a:r>
              <a:rPr lang="zh-CN" altLang="en-US" smtClean="0">
                <a:latin typeface="微软雅黑" pitchFamily="34" charset="-122"/>
                <a:ea typeface="微软雅黑" pitchFamily="34" charset="-122"/>
              </a:rPr>
              <a:t> </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4231380191"/>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TM SPACE DATA LINK PROTOCOL</a:t>
            </a:r>
            <a:endParaRPr lang="zh-CN" altLang="en-US" dirty="0"/>
          </a:p>
        </p:txBody>
      </p:sp>
      <p:sp>
        <p:nvSpPr>
          <p:cNvPr id="3" name="内容占位符 2"/>
          <p:cNvSpPr>
            <a:spLocks noGrp="1"/>
          </p:cNvSpPr>
          <p:nvPr>
            <p:ph idx="1"/>
          </p:nvPr>
        </p:nvSpPr>
        <p:spPr>
          <a:xfrm>
            <a:off x="457200" y="1357299"/>
            <a:ext cx="8291264" cy="1927685"/>
          </a:xfrm>
        </p:spPr>
        <p:txBody>
          <a:bodyPr>
            <a:normAutofit fontScale="70000" lnSpcReduction="20000"/>
          </a:bodyPr>
          <a:lstStyle/>
          <a:p>
            <a:r>
              <a:rPr lang="en-US" altLang="zh-CN" b="0" dirty="0"/>
              <a:t>The TM Space Data Link Protocol corresponds to the Logical Link </a:t>
            </a:r>
            <a:r>
              <a:rPr lang="en-US" altLang="zh-CN" b="0" dirty="0" err="1"/>
              <a:t>Sublayer</a:t>
            </a:r>
            <a:r>
              <a:rPr lang="en-US" altLang="zh-CN" b="0" dirty="0"/>
              <a:t>, and provides functions of transferring various data using a fixed-length protocol data unit called the Transfer Frame. </a:t>
            </a:r>
            <a:endParaRPr lang="zh-CN" altLang="en-US" b="0" dirty="0"/>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latin typeface="微软雅黑" pitchFamily="34" charset="-122"/>
                <a:ea typeface="微软雅黑" pitchFamily="34" charset="-122"/>
              </a:rPr>
              <a:t> </a:t>
            </a:r>
            <a:fld id="{E1EFCB46-C834-4067-A327-0EA79FD50686}" type="slidenum">
              <a:rPr lang="zh-CN" altLang="en-US" smtClean="0">
                <a:latin typeface="微软雅黑" pitchFamily="34" charset="-122"/>
                <a:ea typeface="微软雅黑" pitchFamily="34" charset="-122"/>
              </a:rPr>
              <a:pPr/>
              <a:t>43</a:t>
            </a:fld>
            <a:r>
              <a:rPr lang="zh-CN" altLang="en-US" smtClean="0">
                <a:latin typeface="微软雅黑" pitchFamily="34" charset="-122"/>
                <a:ea typeface="微软雅黑" pitchFamily="34" charset="-122"/>
              </a:rPr>
              <a:t> </a:t>
            </a:r>
            <a:endParaRPr lang="zh-CN" altLang="en-US" dirty="0">
              <a:latin typeface="微软雅黑" pitchFamily="34" charset="-122"/>
              <a:ea typeface="微软雅黑" pitchFamily="34" charset="-122"/>
            </a:endParaRPr>
          </a:p>
        </p:txBody>
      </p:sp>
      <p:pic>
        <p:nvPicPr>
          <p:cNvPr id="11673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9712" y="3429000"/>
            <a:ext cx="5256584" cy="27974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15636603"/>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normAutofit fontScale="90000"/>
          </a:bodyPr>
          <a:lstStyle/>
          <a:p>
            <a:r>
              <a:rPr lang="en-US" altLang="zh-CN" dirty="0"/>
              <a:t>TM SPACE DATA LINK PROTOCOL</a:t>
            </a:r>
            <a:endParaRPr lang="zh-CN" altLang="en-US" dirty="0"/>
          </a:p>
        </p:txBody>
      </p:sp>
      <p:sp>
        <p:nvSpPr>
          <p:cNvPr id="7" name="内容占位符 6"/>
          <p:cNvSpPr>
            <a:spLocks noGrp="1"/>
          </p:cNvSpPr>
          <p:nvPr>
            <p:ph idx="1"/>
          </p:nvPr>
        </p:nvSpPr>
        <p:spPr>
          <a:xfrm>
            <a:off x="6635576" y="1357298"/>
            <a:ext cx="2256904" cy="4768865"/>
          </a:xfrm>
        </p:spPr>
        <p:txBody>
          <a:bodyPr>
            <a:noAutofit/>
          </a:bodyPr>
          <a:lstStyle/>
          <a:p>
            <a:r>
              <a:rPr lang="en-US" altLang="zh-CN" sz="2000" b="0" dirty="0"/>
              <a:t>Channel Tree of the TM Space Data Link Protocol </a:t>
            </a:r>
            <a:endParaRPr lang="zh-CN" altLang="en-US" sz="2000" b="0" dirty="0"/>
          </a:p>
        </p:txBody>
      </p:sp>
      <p:pic>
        <p:nvPicPr>
          <p:cNvPr id="11776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536" y="1486652"/>
            <a:ext cx="6240041" cy="43958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页脚占位符 3"/>
          <p:cNvSpPr>
            <a:spLocks noGrp="1"/>
          </p:cNvSpPr>
          <p:nvPr>
            <p:ph type="ftr" sz="quarter" idx="11"/>
          </p:nvPr>
        </p:nvSpPr>
        <p:spPr>
          <a:xfrm>
            <a:off x="971600" y="6359525"/>
            <a:ext cx="6480720" cy="363558"/>
          </a:xfrm>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8" name="灯片编号占位符 4"/>
          <p:cNvSpPr>
            <a:spLocks noGrp="1"/>
          </p:cNvSpPr>
          <p:nvPr>
            <p:ph type="sldNum" sz="quarter" idx="12"/>
          </p:nvPr>
        </p:nvSpPr>
        <p:spPr>
          <a:xfrm>
            <a:off x="7884368" y="6356350"/>
            <a:ext cx="802432" cy="365125"/>
          </a:xfrm>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44</a:t>
            </a:fld>
            <a:r>
              <a:rPr lang="zh-CN" altLang="en-US" smtClean="0"/>
              <a:t> </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2926056944"/>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TM SPACE DATA LINK PROTOCOL</a:t>
            </a:r>
            <a:endParaRPr lang="zh-CN" altLang="en-US" dirty="0"/>
          </a:p>
        </p:txBody>
      </p:sp>
      <p:sp>
        <p:nvSpPr>
          <p:cNvPr id="3" name="内容占位符 2"/>
          <p:cNvSpPr>
            <a:spLocks noGrp="1"/>
          </p:cNvSpPr>
          <p:nvPr>
            <p:ph idx="1"/>
          </p:nvPr>
        </p:nvSpPr>
        <p:spPr/>
        <p:txBody>
          <a:bodyPr/>
          <a:lstStyle/>
          <a:p>
            <a:endParaRPr lang="zh-CN" altLang="en-US"/>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45</a:t>
            </a:fld>
            <a:r>
              <a:rPr lang="zh-CN" altLang="en-US" smtClean="0"/>
              <a:t> </a:t>
            </a:r>
            <a:endParaRPr lang="zh-CN" altLang="en-US" dirty="0">
              <a:latin typeface="微软雅黑" pitchFamily="34" charset="-122"/>
              <a:ea typeface="微软雅黑" pitchFamily="34" charset="-122"/>
            </a:endParaRPr>
          </a:p>
        </p:txBody>
      </p:sp>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62050" y="1628800"/>
            <a:ext cx="6819900" cy="495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35497157"/>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TM SPACE DATA LINK PROTOCOL</a:t>
            </a:r>
            <a:endParaRPr lang="zh-CN" altLang="en-US" dirty="0"/>
          </a:p>
        </p:txBody>
      </p:sp>
      <p:sp>
        <p:nvSpPr>
          <p:cNvPr id="10" name="页脚占位符 3"/>
          <p:cNvSpPr>
            <a:spLocks noGrp="1"/>
          </p:cNvSpPr>
          <p:nvPr>
            <p:ph type="ftr" sz="quarter" idx="11"/>
          </p:nvPr>
        </p:nvSpPr>
        <p:spPr>
          <a:xfrm>
            <a:off x="971600" y="6359525"/>
            <a:ext cx="6480720" cy="363558"/>
          </a:xfrm>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11" name="灯片编号占位符 4"/>
          <p:cNvSpPr>
            <a:spLocks noGrp="1"/>
          </p:cNvSpPr>
          <p:nvPr>
            <p:ph type="sldNum" sz="quarter" idx="12"/>
          </p:nvPr>
        </p:nvSpPr>
        <p:spPr>
          <a:xfrm>
            <a:off x="7884368" y="6356350"/>
            <a:ext cx="802432" cy="365125"/>
          </a:xfrm>
        </p:spPr>
        <p:txBody>
          <a:bodyPr/>
          <a:lstStyle/>
          <a:p>
            <a:r>
              <a:rPr lang="en-US" altLang="zh-CN" smtClean="0">
                <a:latin typeface="微软雅黑" pitchFamily="34" charset="-122"/>
                <a:ea typeface="微软雅黑" pitchFamily="34" charset="-122"/>
              </a:rPr>
              <a:t>PAGE</a:t>
            </a:r>
            <a:r>
              <a:rPr lang="zh-CN" altLang="en-US" smtClean="0">
                <a:latin typeface="微软雅黑" pitchFamily="34" charset="-122"/>
                <a:ea typeface="微软雅黑" pitchFamily="34" charset="-122"/>
              </a:rPr>
              <a:t> </a:t>
            </a:r>
            <a:fld id="{E1EFCB46-C834-4067-A327-0EA79FD50686}" type="slidenum">
              <a:rPr lang="zh-CN" altLang="en-US" smtClean="0">
                <a:latin typeface="微软雅黑" pitchFamily="34" charset="-122"/>
                <a:ea typeface="微软雅黑" pitchFamily="34" charset="-122"/>
              </a:rPr>
              <a:pPr/>
              <a:t>46</a:t>
            </a:fld>
            <a:r>
              <a:rPr lang="zh-CN" altLang="en-US" smtClean="0">
                <a:latin typeface="微软雅黑" pitchFamily="34" charset="-122"/>
                <a:ea typeface="微软雅黑" pitchFamily="34" charset="-122"/>
              </a:rPr>
              <a:t> </a:t>
            </a:r>
            <a:endParaRPr lang="zh-CN" altLang="en-US" dirty="0">
              <a:latin typeface="微软雅黑" pitchFamily="34" charset="-122"/>
              <a:ea typeface="微软雅黑" pitchFamily="34" charset="-122"/>
            </a:endParaRPr>
          </a:p>
        </p:txBody>
      </p:sp>
      <p:pic>
        <p:nvPicPr>
          <p:cNvPr id="12" name="table"/>
          <p:cNvPicPr>
            <a:picLocks noChangeAspect="1"/>
          </p:cNvPicPr>
          <p:nvPr/>
        </p:nvPicPr>
        <p:blipFill>
          <a:blip r:embed="rId3"/>
          <a:stretch>
            <a:fillRect/>
          </a:stretch>
        </p:blipFill>
        <p:spPr>
          <a:xfrm>
            <a:off x="253089" y="1772816"/>
            <a:ext cx="8686798" cy="4213697"/>
          </a:xfrm>
          <a:prstGeom prst="rect">
            <a:avLst/>
          </a:prstGeom>
        </p:spPr>
      </p:pic>
    </p:spTree>
    <p:extLst>
      <p:ext uri="{BB962C8B-B14F-4D97-AF65-F5344CB8AC3E}">
        <p14:creationId xmlns:p14="http://schemas.microsoft.com/office/powerpoint/2010/main" val="3846668069"/>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TM SPACE DATA LINK PROTOCOL</a:t>
            </a:r>
            <a:endParaRPr lang="zh-CN" altLang="en-US" dirty="0"/>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47</a:t>
            </a:fld>
            <a:r>
              <a:rPr lang="zh-CN" altLang="en-US" smtClean="0"/>
              <a:t> </a:t>
            </a:r>
            <a:endParaRPr lang="zh-CN" altLang="en-US" dirty="0">
              <a:latin typeface="微软雅黑" pitchFamily="34" charset="-122"/>
              <a:ea typeface="微软雅黑" pitchFamily="34" charset="-122"/>
            </a:endParaRPr>
          </a:p>
        </p:txBody>
      </p:sp>
      <p:pic>
        <p:nvPicPr>
          <p:cNvPr id="6" name="table"/>
          <p:cNvPicPr>
            <a:picLocks noGrp="1" noChangeAspect="1"/>
          </p:cNvPicPr>
          <p:nvPr>
            <p:ph idx="1"/>
          </p:nvPr>
        </p:nvPicPr>
        <p:blipFill>
          <a:blip r:embed="rId3"/>
          <a:stretch>
            <a:fillRect/>
          </a:stretch>
        </p:blipFill>
        <p:spPr>
          <a:xfrm>
            <a:off x="457200" y="1543861"/>
            <a:ext cx="8229600" cy="4395753"/>
          </a:xfrm>
          <a:prstGeom prst="rect">
            <a:avLst/>
          </a:prstGeom>
        </p:spPr>
      </p:pic>
    </p:spTree>
    <p:extLst>
      <p:ext uri="{BB962C8B-B14F-4D97-AF65-F5344CB8AC3E}">
        <p14:creationId xmlns:p14="http://schemas.microsoft.com/office/powerpoint/2010/main" val="1426674707"/>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TM Space Data Link Protocol-Service</a:t>
            </a:r>
            <a:endParaRPr lang="zh-CN" altLang="en-US" dirty="0"/>
          </a:p>
        </p:txBody>
      </p:sp>
      <p:sp>
        <p:nvSpPr>
          <p:cNvPr id="3" name="内容占位符 2"/>
          <p:cNvSpPr>
            <a:spLocks noGrp="1"/>
          </p:cNvSpPr>
          <p:nvPr>
            <p:ph idx="1"/>
          </p:nvPr>
        </p:nvSpPr>
        <p:spPr/>
        <p:txBody>
          <a:bodyPr/>
          <a:lstStyle/>
          <a:p>
            <a:endParaRPr lang="zh-CN" altLang="en-US"/>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48</a:t>
            </a:fld>
            <a:r>
              <a:rPr lang="zh-CN" altLang="en-US" smtClean="0"/>
              <a:t> </a:t>
            </a:r>
            <a:endParaRPr lang="zh-CN" altLang="en-US" dirty="0">
              <a:latin typeface="微软雅黑" pitchFamily="34" charset="-122"/>
              <a:ea typeface="微软雅黑" pitchFamily="34" charset="-122"/>
            </a:endParaRPr>
          </a:p>
        </p:txBody>
      </p:sp>
      <p:pic>
        <p:nvPicPr>
          <p:cNvPr id="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1490" y="1442216"/>
            <a:ext cx="5341020" cy="48483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18488698"/>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TM SPACE DATA LINK PROTOCOL</a:t>
            </a:r>
            <a:endParaRPr lang="zh-CN" altLang="en-US" dirty="0"/>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49</a:t>
            </a:fld>
            <a:r>
              <a:rPr lang="zh-CN" altLang="en-US" smtClean="0"/>
              <a:t> </a:t>
            </a:r>
            <a:endParaRPr lang="zh-CN" altLang="en-US" dirty="0">
              <a:latin typeface="微软雅黑" pitchFamily="34" charset="-122"/>
              <a:ea typeface="微软雅黑" pitchFamily="34" charset="-122"/>
            </a:endParaRPr>
          </a:p>
        </p:txBody>
      </p:sp>
      <p:sp>
        <p:nvSpPr>
          <p:cNvPr id="6" name="内容占位符 5"/>
          <p:cNvSpPr>
            <a:spLocks noGrp="1"/>
          </p:cNvSpPr>
          <p:nvPr>
            <p:ph idx="1"/>
          </p:nvPr>
        </p:nvSpPr>
        <p:spPr>
          <a:xfrm>
            <a:off x="457200" y="1357298"/>
            <a:ext cx="8229600" cy="2951898"/>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pPr>
            <a:r>
              <a:rPr lang="en-US" altLang="zh-CN" b="0" dirty="0">
                <a:solidFill>
                  <a:schemeClr val="tx1">
                    <a:lumMod val="75000"/>
                    <a:lumOff val="25000"/>
                  </a:schemeClr>
                </a:solidFill>
                <a:latin typeface="微软雅黑" pitchFamily="34" charset="-122"/>
                <a:ea typeface="微软雅黑" pitchFamily="34" charset="-122"/>
              </a:rPr>
              <a:t>If no Packet starts in the Transfer Frame Data Field, the First Header </a:t>
            </a:r>
            <a:r>
              <a:rPr lang="en-US" altLang="zh-CN" b="0" dirty="0" smtClean="0">
                <a:solidFill>
                  <a:schemeClr val="tx1">
                    <a:lumMod val="75000"/>
                    <a:lumOff val="25000"/>
                  </a:schemeClr>
                </a:solidFill>
                <a:latin typeface="微软雅黑" pitchFamily="34" charset="-122"/>
                <a:ea typeface="微软雅黑" pitchFamily="34" charset="-122"/>
              </a:rPr>
              <a:t>Pointer shall </a:t>
            </a:r>
            <a:r>
              <a:rPr lang="en-US" altLang="zh-CN" b="0" dirty="0">
                <a:solidFill>
                  <a:schemeClr val="tx1">
                    <a:lumMod val="75000"/>
                    <a:lumOff val="25000"/>
                  </a:schemeClr>
                </a:solidFill>
                <a:latin typeface="微软雅黑" pitchFamily="34" charset="-122"/>
                <a:ea typeface="微软雅黑" pitchFamily="34" charset="-122"/>
              </a:rPr>
              <a:t>be set to ‘11111111111’.</a:t>
            </a:r>
          </a:p>
          <a:p>
            <a:pPr algn="just">
              <a:lnSpc>
                <a:spcPct val="150000"/>
              </a:lnSpc>
            </a:pPr>
            <a:r>
              <a:rPr lang="en-US" altLang="zh-CN" b="0" dirty="0" smtClean="0">
                <a:solidFill>
                  <a:schemeClr val="tx1">
                    <a:lumMod val="75000"/>
                    <a:lumOff val="25000"/>
                  </a:schemeClr>
                </a:solidFill>
                <a:latin typeface="微软雅黑" pitchFamily="34" charset="-122"/>
                <a:ea typeface="微软雅黑" pitchFamily="34" charset="-122"/>
              </a:rPr>
              <a:t>If </a:t>
            </a:r>
            <a:r>
              <a:rPr lang="en-US" altLang="zh-CN" b="0" dirty="0">
                <a:solidFill>
                  <a:schemeClr val="tx1">
                    <a:lumMod val="75000"/>
                    <a:lumOff val="25000"/>
                  </a:schemeClr>
                </a:solidFill>
                <a:latin typeface="微软雅黑" pitchFamily="34" charset="-122"/>
                <a:ea typeface="微软雅黑" pitchFamily="34" charset="-122"/>
              </a:rPr>
              <a:t>a Transfer Frame contains only Idle Data in its Transfer Frame Data Field, </a:t>
            </a:r>
            <a:r>
              <a:rPr lang="en-US" altLang="zh-CN" b="0" dirty="0" smtClean="0">
                <a:solidFill>
                  <a:schemeClr val="tx1">
                    <a:lumMod val="75000"/>
                    <a:lumOff val="25000"/>
                  </a:schemeClr>
                </a:solidFill>
                <a:latin typeface="微软雅黑" pitchFamily="34" charset="-122"/>
                <a:ea typeface="微软雅黑" pitchFamily="34" charset="-122"/>
              </a:rPr>
              <a:t>the First </a:t>
            </a:r>
            <a:r>
              <a:rPr lang="en-US" altLang="zh-CN" b="0" dirty="0">
                <a:solidFill>
                  <a:schemeClr val="tx1">
                    <a:lumMod val="75000"/>
                    <a:lumOff val="25000"/>
                  </a:schemeClr>
                </a:solidFill>
                <a:latin typeface="微软雅黑" pitchFamily="34" charset="-122"/>
                <a:ea typeface="微软雅黑" pitchFamily="34" charset="-122"/>
              </a:rPr>
              <a:t>Header Pointer shall be set to ‘11111111110’.</a:t>
            </a:r>
          </a:p>
          <a:p>
            <a:pPr algn="just">
              <a:lnSpc>
                <a:spcPct val="150000"/>
              </a:lnSpc>
            </a:pPr>
            <a:r>
              <a:rPr lang="en-US" altLang="zh-CN" b="0" dirty="0">
                <a:solidFill>
                  <a:schemeClr val="tx1">
                    <a:lumMod val="75000"/>
                    <a:lumOff val="25000"/>
                  </a:schemeClr>
                </a:solidFill>
                <a:latin typeface="微软雅黑" pitchFamily="34" charset="-122"/>
                <a:ea typeface="微软雅黑" pitchFamily="34" charset="-122"/>
              </a:rPr>
              <a:t>NOTE – A Transfer Frame with its First Header Pointer set to ‘11111111110’ is called </a:t>
            </a:r>
            <a:r>
              <a:rPr lang="en-US" altLang="zh-CN" b="0" dirty="0" smtClean="0">
                <a:solidFill>
                  <a:schemeClr val="tx1">
                    <a:lumMod val="75000"/>
                    <a:lumOff val="25000"/>
                  </a:schemeClr>
                </a:solidFill>
                <a:latin typeface="微软雅黑" pitchFamily="34" charset="-122"/>
                <a:ea typeface="微软雅黑" pitchFamily="34" charset="-122"/>
              </a:rPr>
              <a:t>an Only </a:t>
            </a:r>
            <a:r>
              <a:rPr lang="en-US" altLang="zh-CN" b="0" dirty="0">
                <a:solidFill>
                  <a:schemeClr val="tx1">
                    <a:lumMod val="75000"/>
                    <a:lumOff val="25000"/>
                  </a:schemeClr>
                </a:solidFill>
                <a:latin typeface="微软雅黑" pitchFamily="34" charset="-122"/>
                <a:ea typeface="微软雅黑" pitchFamily="34" charset="-122"/>
              </a:rPr>
              <a:t>Idle Data (OID) Transfer Frame, meaning that it has Only Idle Data in </a:t>
            </a:r>
            <a:r>
              <a:rPr lang="en-US" altLang="zh-CN" b="0" dirty="0" smtClean="0">
                <a:solidFill>
                  <a:schemeClr val="tx1">
                    <a:lumMod val="75000"/>
                    <a:lumOff val="25000"/>
                  </a:schemeClr>
                </a:solidFill>
                <a:latin typeface="微软雅黑" pitchFamily="34" charset="-122"/>
                <a:ea typeface="微软雅黑" pitchFamily="34" charset="-122"/>
              </a:rPr>
              <a:t>its Data </a:t>
            </a:r>
            <a:r>
              <a:rPr lang="en-US" altLang="zh-CN" b="0" dirty="0">
                <a:solidFill>
                  <a:schemeClr val="tx1">
                    <a:lumMod val="75000"/>
                    <a:lumOff val="25000"/>
                  </a:schemeClr>
                </a:solidFill>
                <a:latin typeface="微软雅黑" pitchFamily="34" charset="-122"/>
                <a:ea typeface="微软雅黑" pitchFamily="34" charset="-122"/>
              </a:rPr>
              <a:t>Field</a:t>
            </a:r>
          </a:p>
        </p:txBody>
      </p:sp>
    </p:spTree>
    <p:extLst>
      <p:ext uri="{BB962C8B-B14F-4D97-AF65-F5344CB8AC3E}">
        <p14:creationId xmlns:p14="http://schemas.microsoft.com/office/powerpoint/2010/main" val="4278982574"/>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a:spLocks noGrp="1"/>
          </p:cNvSpPr>
          <p:nvPr>
            <p:ph type="title"/>
          </p:nvPr>
        </p:nvSpPr>
        <p:spPr>
          <a:xfrm>
            <a:off x="323528" y="274638"/>
            <a:ext cx="8496944" cy="1082660"/>
          </a:xfrm>
        </p:spPr>
        <p:txBody>
          <a:bodyPr>
            <a:normAutofit/>
          </a:bodyPr>
          <a:lstStyle/>
          <a:p>
            <a:r>
              <a:rPr lang="en-US" altLang="zh-CN" dirty="0"/>
              <a:t>PART 4: Telemetry Management</a:t>
            </a:r>
          </a:p>
        </p:txBody>
      </p:sp>
      <p:sp>
        <p:nvSpPr>
          <p:cNvPr id="7" name="页脚占位符 3"/>
          <p:cNvSpPr>
            <a:spLocks noGrp="1"/>
          </p:cNvSpPr>
          <p:nvPr>
            <p:ph type="ftr" sz="quarter" idx="11"/>
          </p:nvPr>
        </p:nvSpPr>
        <p:spPr>
          <a:xfrm>
            <a:off x="971600" y="6359525"/>
            <a:ext cx="6480720" cy="363558"/>
          </a:xfrm>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8" name="灯片编号占位符 4"/>
          <p:cNvSpPr>
            <a:spLocks noGrp="1"/>
          </p:cNvSpPr>
          <p:nvPr>
            <p:ph type="sldNum" sz="quarter" idx="12"/>
          </p:nvPr>
        </p:nvSpPr>
        <p:spPr>
          <a:xfrm>
            <a:off x="7884368" y="6356350"/>
            <a:ext cx="802432" cy="365125"/>
          </a:xfrm>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50</a:t>
            </a:fld>
            <a:r>
              <a:rPr lang="zh-CN" altLang="en-US" smtClean="0"/>
              <a:t> </a:t>
            </a:r>
            <a:endParaRPr lang="zh-CN" altLang="en-US" dirty="0">
              <a:latin typeface="微软雅黑" pitchFamily="34" charset="-122"/>
              <a:ea typeface="微软雅黑" pitchFamily="34" charset="-122"/>
            </a:endParaRPr>
          </a:p>
        </p:txBody>
      </p:sp>
      <p:sp>
        <p:nvSpPr>
          <p:cNvPr id="9" name="标题 2"/>
          <p:cNvSpPr txBox="1">
            <a:spLocks/>
          </p:cNvSpPr>
          <p:nvPr/>
        </p:nvSpPr>
        <p:spPr bwMode="auto">
          <a:xfrm>
            <a:off x="557213" y="1666255"/>
            <a:ext cx="8229600" cy="5291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algn="l">
              <a:lnSpc>
                <a:spcPct val="150000"/>
              </a:lnSpc>
              <a:spcBef>
                <a:spcPts val="600"/>
              </a:spcBef>
              <a:spcAft>
                <a:spcPts val="600"/>
              </a:spcAft>
            </a:pPr>
            <a:r>
              <a:rPr lang="en-US" altLang="zh-CN" b="0" dirty="0">
                <a:solidFill>
                  <a:schemeClr val="tx1"/>
                </a:solidFill>
                <a:latin typeface="微软雅黑" pitchFamily="34" charset="-122"/>
                <a:ea typeface="微软雅黑" pitchFamily="34" charset="-122"/>
              </a:rPr>
              <a:t>For the orbit of </a:t>
            </a:r>
            <a:r>
              <a:rPr lang="en-US" altLang="zh-CN" b="0" dirty="0" smtClean="0">
                <a:solidFill>
                  <a:schemeClr val="tx1"/>
                </a:solidFill>
                <a:latin typeface="微软雅黑" pitchFamily="34" charset="-122"/>
                <a:ea typeface="微软雅黑" pitchFamily="34" charset="-122"/>
              </a:rPr>
              <a:t>ETRSS-1</a:t>
            </a:r>
            <a:r>
              <a:rPr lang="en-US" altLang="zh-CN" b="0" dirty="0">
                <a:solidFill>
                  <a:schemeClr val="tx1"/>
                </a:solidFill>
                <a:latin typeface="微软雅黑" pitchFamily="34" charset="-122"/>
                <a:ea typeface="微软雅黑" pitchFamily="34" charset="-122"/>
              </a:rPr>
              <a:t>, the GS can not always track and get the TM data of the satellite, thus delayed Telemetry is used to monitor the state of the satellite when it is not traced by GS. </a:t>
            </a:r>
          </a:p>
          <a:p>
            <a:pPr algn="l">
              <a:lnSpc>
                <a:spcPct val="150000"/>
              </a:lnSpc>
              <a:spcBef>
                <a:spcPts val="600"/>
              </a:spcBef>
              <a:spcAft>
                <a:spcPts val="600"/>
              </a:spcAft>
            </a:pPr>
            <a:r>
              <a:rPr lang="en-US" altLang="zh-CN" b="0" dirty="0">
                <a:solidFill>
                  <a:schemeClr val="tx1"/>
                </a:solidFill>
                <a:latin typeface="微软雅黑" pitchFamily="34" charset="-122"/>
                <a:ea typeface="微软雅黑" pitchFamily="34" charset="-122"/>
              </a:rPr>
              <a:t>The delayed telemetry is sampled from real-time telemetry by OBC</a:t>
            </a:r>
            <a:r>
              <a:rPr lang="zh-CN" altLang="en-US" b="0" dirty="0">
                <a:solidFill>
                  <a:schemeClr val="tx1"/>
                </a:solidFill>
                <a:latin typeface="微软雅黑" pitchFamily="34" charset="-122"/>
                <a:ea typeface="微软雅黑" pitchFamily="34" charset="-122"/>
              </a:rPr>
              <a:t>， </a:t>
            </a:r>
            <a:r>
              <a:rPr lang="en-US" altLang="zh-CN" b="0" dirty="0">
                <a:solidFill>
                  <a:schemeClr val="tx1"/>
                </a:solidFill>
                <a:latin typeface="微软雅黑" pitchFamily="34" charset="-122"/>
                <a:ea typeface="微软雅黑" pitchFamily="34" charset="-122"/>
              </a:rPr>
              <a:t>and stored in the memory of OBC, which will be transferred to GS when </a:t>
            </a:r>
            <a:r>
              <a:rPr lang="en-US" altLang="zh-CN" b="0" dirty="0" smtClean="0">
                <a:solidFill>
                  <a:schemeClr val="tx1"/>
                </a:solidFill>
                <a:latin typeface="微软雅黑" pitchFamily="34" charset="-122"/>
                <a:ea typeface="微软雅黑" pitchFamily="34" charset="-122"/>
              </a:rPr>
              <a:t>ETRSS-1 </a:t>
            </a:r>
            <a:r>
              <a:rPr lang="en-US" altLang="zh-CN" b="0" dirty="0">
                <a:solidFill>
                  <a:schemeClr val="tx1"/>
                </a:solidFill>
                <a:latin typeface="微软雅黑" pitchFamily="34" charset="-122"/>
                <a:ea typeface="微软雅黑" pitchFamily="34" charset="-122"/>
              </a:rPr>
              <a:t>can be </a:t>
            </a:r>
            <a:r>
              <a:rPr lang="en-US" altLang="zh-CN" b="0" dirty="0" smtClean="0">
                <a:solidFill>
                  <a:schemeClr val="tx1"/>
                </a:solidFill>
                <a:latin typeface="微软雅黑" pitchFamily="34" charset="-122"/>
                <a:ea typeface="微软雅黑" pitchFamily="34" charset="-122"/>
              </a:rPr>
              <a:t>tracked. </a:t>
            </a:r>
            <a:r>
              <a:rPr lang="en-US" altLang="zh-CN" b="0" dirty="0">
                <a:solidFill>
                  <a:schemeClr val="tx1"/>
                </a:solidFill>
                <a:latin typeface="微软雅黑" pitchFamily="34" charset="-122"/>
                <a:ea typeface="微软雅黑" pitchFamily="34" charset="-122"/>
              </a:rPr>
              <a:t>The sample ratio can be set  through indirect TC from GS.</a:t>
            </a:r>
            <a:endParaRPr lang="zh-CN" altLang="en-US" b="0" dirty="0">
              <a:solidFill>
                <a:schemeClr val="tx1"/>
              </a:solidFill>
              <a:latin typeface="微软雅黑" pitchFamily="34" charset="-122"/>
              <a:ea typeface="微软雅黑" pitchFamily="34" charset="-122"/>
            </a:endParaRPr>
          </a:p>
        </p:txBody>
      </p:sp>
    </p:spTree>
    <p:extLst>
      <p:ext uri="{BB962C8B-B14F-4D97-AF65-F5344CB8AC3E}">
        <p14:creationId xmlns:p14="http://schemas.microsoft.com/office/powerpoint/2010/main" val="389067757"/>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a:spLocks noGrp="1"/>
          </p:cNvSpPr>
          <p:nvPr>
            <p:ph type="title"/>
          </p:nvPr>
        </p:nvSpPr>
        <p:spPr>
          <a:xfrm>
            <a:off x="323528" y="274638"/>
            <a:ext cx="8496944" cy="1082660"/>
          </a:xfrm>
        </p:spPr>
        <p:txBody>
          <a:bodyPr>
            <a:normAutofit/>
          </a:bodyPr>
          <a:lstStyle/>
          <a:p>
            <a:r>
              <a:rPr lang="en-US" altLang="zh-CN" dirty="0"/>
              <a:t>PART 4: Telemetry Management</a:t>
            </a:r>
          </a:p>
        </p:txBody>
      </p:sp>
      <p:sp>
        <p:nvSpPr>
          <p:cNvPr id="7" name="页脚占位符 3"/>
          <p:cNvSpPr>
            <a:spLocks noGrp="1"/>
          </p:cNvSpPr>
          <p:nvPr>
            <p:ph type="ftr" sz="quarter" idx="11"/>
          </p:nvPr>
        </p:nvSpPr>
        <p:spPr>
          <a:xfrm>
            <a:off x="971600" y="6359525"/>
            <a:ext cx="6480720" cy="363558"/>
          </a:xfrm>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8" name="灯片编号占位符 4"/>
          <p:cNvSpPr>
            <a:spLocks noGrp="1"/>
          </p:cNvSpPr>
          <p:nvPr>
            <p:ph type="sldNum" sz="quarter" idx="12"/>
          </p:nvPr>
        </p:nvSpPr>
        <p:spPr>
          <a:xfrm>
            <a:off x="7884368" y="6356350"/>
            <a:ext cx="802432" cy="365125"/>
          </a:xfrm>
        </p:spPr>
        <p:txBody>
          <a:bodyPr/>
          <a:lstStyle/>
          <a:p>
            <a:r>
              <a:rPr lang="en-US" altLang="zh-CN" smtClean="0">
                <a:latin typeface="微软雅黑" pitchFamily="34" charset="-122"/>
                <a:ea typeface="微软雅黑" pitchFamily="34" charset="-122"/>
              </a:rPr>
              <a:t>PAGE</a:t>
            </a:r>
            <a:r>
              <a:rPr lang="zh-CN" altLang="en-US" smtClean="0">
                <a:latin typeface="微软雅黑" pitchFamily="34" charset="-122"/>
                <a:ea typeface="微软雅黑" pitchFamily="34" charset="-122"/>
              </a:rPr>
              <a:t> </a:t>
            </a:r>
            <a:fld id="{E1EFCB46-C834-4067-A327-0EA79FD50686}" type="slidenum">
              <a:rPr lang="zh-CN" altLang="en-US" smtClean="0">
                <a:latin typeface="微软雅黑" pitchFamily="34" charset="-122"/>
                <a:ea typeface="微软雅黑" pitchFamily="34" charset="-122"/>
              </a:rPr>
              <a:pPr/>
              <a:t>51</a:t>
            </a:fld>
            <a:r>
              <a:rPr lang="zh-CN" altLang="en-US" smtClean="0">
                <a:latin typeface="微软雅黑" pitchFamily="34" charset="-122"/>
                <a:ea typeface="微软雅黑" pitchFamily="34" charset="-122"/>
              </a:rPr>
              <a:t> </a:t>
            </a:r>
            <a:endParaRPr lang="zh-CN" altLang="en-US" dirty="0">
              <a:latin typeface="微软雅黑" pitchFamily="34" charset="-122"/>
              <a:ea typeface="微软雅黑" pitchFamily="34" charset="-122"/>
            </a:endParaRPr>
          </a:p>
        </p:txBody>
      </p:sp>
      <p:graphicFrame>
        <p:nvGraphicFramePr>
          <p:cNvPr id="10" name="图示 9"/>
          <p:cNvGraphicFramePr/>
          <p:nvPr>
            <p:extLst>
              <p:ext uri="{D42A27DB-BD31-4B8C-83A1-F6EECF244321}">
                <p14:modId xmlns:p14="http://schemas.microsoft.com/office/powerpoint/2010/main" val="3575387797"/>
              </p:ext>
            </p:extLst>
          </p:nvPr>
        </p:nvGraphicFramePr>
        <p:xfrm>
          <a:off x="1547664" y="1484784"/>
          <a:ext cx="60960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81935224"/>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3528" y="274638"/>
            <a:ext cx="8496944" cy="1082660"/>
          </a:xfrm>
        </p:spPr>
        <p:txBody>
          <a:bodyPr>
            <a:normAutofit/>
          </a:bodyPr>
          <a:lstStyle/>
          <a:p>
            <a:r>
              <a:rPr lang="en-US" altLang="zh-CN" dirty="0"/>
              <a:t>PART 4: Telemetry Management</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latin typeface="微软雅黑" pitchFamily="34" charset="-122"/>
                <a:ea typeface="微软雅黑" pitchFamily="34" charset="-122"/>
              </a:rPr>
              <a:t> </a:t>
            </a:r>
            <a:fld id="{E1EFCB46-C834-4067-A327-0EA79FD50686}" type="slidenum">
              <a:rPr lang="zh-CN" altLang="en-US" smtClean="0">
                <a:latin typeface="微软雅黑" pitchFamily="34" charset="-122"/>
                <a:ea typeface="微软雅黑" pitchFamily="34" charset="-122"/>
              </a:rPr>
              <a:pPr/>
              <a:t>52</a:t>
            </a:fld>
            <a:r>
              <a:rPr lang="zh-CN" altLang="en-US" smtClean="0">
                <a:latin typeface="微软雅黑" pitchFamily="34" charset="-122"/>
                <a:ea typeface="微软雅黑" pitchFamily="34" charset="-122"/>
              </a:rPr>
              <a:t> </a:t>
            </a:r>
            <a:endParaRPr lang="zh-CN" altLang="en-US" dirty="0">
              <a:latin typeface="微软雅黑" pitchFamily="34" charset="-122"/>
              <a:ea typeface="微软雅黑" pitchFamily="34" charset="-122"/>
            </a:endParaRPr>
          </a:p>
        </p:txBody>
      </p:sp>
      <p:sp>
        <p:nvSpPr>
          <p:cNvPr id="6" name="标题 2"/>
          <p:cNvSpPr txBox="1">
            <a:spLocks/>
          </p:cNvSpPr>
          <p:nvPr/>
        </p:nvSpPr>
        <p:spPr bwMode="auto">
          <a:xfrm>
            <a:off x="134987" y="1448034"/>
            <a:ext cx="8229600" cy="71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algn="l"/>
            <a:r>
              <a:rPr lang="en-US" altLang="zh-CN" dirty="0">
                <a:solidFill>
                  <a:schemeClr val="tx1"/>
                </a:solidFill>
                <a:latin typeface="微软雅黑" pitchFamily="34" charset="-122"/>
                <a:ea typeface="微软雅黑" pitchFamily="34" charset="-122"/>
              </a:rPr>
              <a:t>Delayed Telemetry</a:t>
            </a:r>
            <a:endParaRPr lang="zh-CN" altLang="en-US" dirty="0">
              <a:solidFill>
                <a:schemeClr val="tx1"/>
              </a:solidFill>
              <a:latin typeface="微软雅黑" pitchFamily="34" charset="-122"/>
              <a:ea typeface="微软雅黑" pitchFamily="34" charset="-122"/>
            </a:endParaRPr>
          </a:p>
        </p:txBody>
      </p:sp>
      <p:sp>
        <p:nvSpPr>
          <p:cNvPr id="7" name="TextBox 5"/>
          <p:cNvSpPr txBox="1">
            <a:spLocks noChangeArrowheads="1"/>
          </p:cNvSpPr>
          <p:nvPr/>
        </p:nvSpPr>
        <p:spPr bwMode="auto">
          <a:xfrm>
            <a:off x="107504" y="2561133"/>
            <a:ext cx="3879850" cy="4530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954" tIns="41477" rIns="82954" bIns="41477">
            <a:spAutoFit/>
          </a:bodyPr>
          <a:lstStyle>
            <a:lvl1pPr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algn="l" eaLnBrk="1" hangingPunct="1"/>
            <a:r>
              <a:rPr lang="en-US" altLang="zh-CN" sz="2400" dirty="0">
                <a:solidFill>
                  <a:schemeClr val="tx1"/>
                </a:solidFill>
                <a:latin typeface="微软雅黑" pitchFamily="34" charset="-122"/>
                <a:ea typeface="微软雅黑" pitchFamily="34" charset="-122"/>
              </a:rPr>
              <a:t>Real time TM packet</a:t>
            </a:r>
          </a:p>
        </p:txBody>
      </p:sp>
      <p:sp>
        <p:nvSpPr>
          <p:cNvPr id="8" name="右箭头 6"/>
          <p:cNvSpPr>
            <a:spLocks noChangeArrowheads="1"/>
          </p:cNvSpPr>
          <p:nvPr/>
        </p:nvSpPr>
        <p:spPr bwMode="auto">
          <a:xfrm>
            <a:off x="3994844" y="2611933"/>
            <a:ext cx="865188" cy="385763"/>
          </a:xfrm>
          <a:prstGeom prst="rightArrow">
            <a:avLst>
              <a:gd name="adj1" fmla="val 50000"/>
              <a:gd name="adj2" fmla="val 49933"/>
            </a:avLst>
          </a:prstGeom>
          <a:solidFill>
            <a:schemeClr val="bg1"/>
          </a:solidFill>
          <a:ln w="9525" algn="ctr">
            <a:solidFill>
              <a:schemeClr val="tx1"/>
            </a:solidFill>
            <a:round/>
            <a:headEnd/>
            <a:tailEnd/>
          </a:ln>
        </p:spPr>
        <p:txBody>
          <a:bodyPr wrap="none" anchor="ctr"/>
          <a:lstStyle/>
          <a:p>
            <a:endParaRPr lang="zh-CN" altLang="en-US" sz="1400">
              <a:latin typeface="微软雅黑" pitchFamily="34" charset="-122"/>
              <a:ea typeface="微软雅黑" pitchFamily="34" charset="-122"/>
            </a:endParaRPr>
          </a:p>
        </p:txBody>
      </p:sp>
      <p:sp>
        <p:nvSpPr>
          <p:cNvPr id="9" name="TextBox 7"/>
          <p:cNvSpPr txBox="1">
            <a:spLocks noChangeArrowheads="1"/>
          </p:cNvSpPr>
          <p:nvPr/>
        </p:nvSpPr>
        <p:spPr bwMode="auto">
          <a:xfrm>
            <a:off x="4932040" y="2540496"/>
            <a:ext cx="4248472" cy="8224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2954" tIns="41477" rIns="82954" bIns="41477">
            <a:spAutoFit/>
          </a:bodyPr>
          <a:lstStyle>
            <a:lvl1pPr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algn="l" eaLnBrk="1" hangingPunct="1"/>
            <a:r>
              <a:rPr lang="en-US" altLang="zh-CN" sz="2400" dirty="0">
                <a:solidFill>
                  <a:schemeClr val="tx1"/>
                </a:solidFill>
                <a:latin typeface="微软雅黑" pitchFamily="34" charset="-122"/>
                <a:ea typeface="微软雅黑" pitchFamily="34" charset="-122"/>
              </a:rPr>
              <a:t>Delayed TM packet saved in </a:t>
            </a:r>
            <a:r>
              <a:rPr lang="en-US" altLang="zh-CN" sz="2400" dirty="0" smtClean="0">
                <a:solidFill>
                  <a:schemeClr val="tx1"/>
                </a:solidFill>
                <a:latin typeface="微软雅黑" pitchFamily="34" charset="-122"/>
                <a:ea typeface="微软雅黑" pitchFamily="34" charset="-122"/>
              </a:rPr>
              <a:t>OBC memory</a:t>
            </a:r>
            <a:endParaRPr lang="en-US" altLang="zh-CN" sz="2400" dirty="0">
              <a:solidFill>
                <a:schemeClr val="tx1"/>
              </a:solidFill>
              <a:latin typeface="微软雅黑" pitchFamily="34" charset="-122"/>
              <a:ea typeface="微软雅黑" pitchFamily="34" charset="-122"/>
            </a:endParaRPr>
          </a:p>
        </p:txBody>
      </p:sp>
      <p:sp>
        <p:nvSpPr>
          <p:cNvPr id="10" name="矩形 2"/>
          <p:cNvSpPr>
            <a:spLocks noChangeArrowheads="1"/>
          </p:cNvSpPr>
          <p:nvPr/>
        </p:nvSpPr>
        <p:spPr bwMode="auto">
          <a:xfrm>
            <a:off x="4033696" y="1448034"/>
            <a:ext cx="496911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dirty="0">
                <a:solidFill>
                  <a:schemeClr val="tx1"/>
                </a:solidFill>
                <a:latin typeface="微软雅黑" pitchFamily="34" charset="-122"/>
                <a:ea typeface="微软雅黑" pitchFamily="34" charset="-122"/>
              </a:rPr>
              <a:t>Sampled </a:t>
            </a:r>
            <a:r>
              <a:rPr lang="en-US" altLang="zh-CN" sz="1400" dirty="0">
                <a:latin typeface="微软雅黑" pitchFamily="34" charset="-122"/>
                <a:ea typeface="微软雅黑" pitchFamily="34" charset="-122"/>
              </a:rPr>
              <a:t> </a:t>
            </a:r>
            <a:r>
              <a:rPr lang="en-US" altLang="zh-CN" sz="2400" dirty="0" smtClean="0">
                <a:solidFill>
                  <a:schemeClr val="tx1"/>
                </a:solidFill>
                <a:latin typeface="微软雅黑" pitchFamily="34" charset="-122"/>
                <a:ea typeface="微软雅黑" pitchFamily="34" charset="-122"/>
              </a:rPr>
              <a:t>ratio R</a:t>
            </a:r>
            <a:r>
              <a:rPr lang="en-US" altLang="zh-CN" sz="2400" baseline="-25000" dirty="0" smtClean="0">
                <a:solidFill>
                  <a:schemeClr val="tx1"/>
                </a:solidFill>
                <a:latin typeface="微软雅黑" pitchFamily="34" charset="-122"/>
                <a:ea typeface="微软雅黑" pitchFamily="34" charset="-122"/>
              </a:rPr>
              <a:t>a</a:t>
            </a:r>
            <a:r>
              <a:rPr lang="en-US" altLang="zh-CN" sz="2400" dirty="0" smtClean="0">
                <a:solidFill>
                  <a:schemeClr val="tx1"/>
                </a:solidFill>
                <a:latin typeface="微软雅黑" pitchFamily="34" charset="-122"/>
                <a:ea typeface="微软雅黑" pitchFamily="34" charset="-122"/>
              </a:rPr>
              <a:t>:  </a:t>
            </a:r>
            <a:r>
              <a:rPr lang="en-US" altLang="zh-CN" sz="2400" dirty="0">
                <a:solidFill>
                  <a:schemeClr val="tx1"/>
                </a:solidFill>
                <a:latin typeface="微软雅黑" pitchFamily="34" charset="-122"/>
                <a:ea typeface="微软雅黑" pitchFamily="34" charset="-122"/>
              </a:rPr>
              <a:t>from 1 to 255</a:t>
            </a:r>
            <a:endParaRPr lang="zh-CN" altLang="en-US" sz="2400" dirty="0">
              <a:solidFill>
                <a:schemeClr val="tx1"/>
              </a:solidFill>
              <a:latin typeface="微软雅黑" pitchFamily="34" charset="-122"/>
              <a:ea typeface="微软雅黑" pitchFamily="34" charset="-122"/>
            </a:endParaRPr>
          </a:p>
        </p:txBody>
      </p:sp>
      <p:sp>
        <p:nvSpPr>
          <p:cNvPr id="11" name="TextBox 9"/>
          <p:cNvSpPr txBox="1">
            <a:spLocks noChangeArrowheads="1"/>
          </p:cNvSpPr>
          <p:nvPr/>
        </p:nvSpPr>
        <p:spPr bwMode="auto">
          <a:xfrm>
            <a:off x="3779912" y="2169021"/>
            <a:ext cx="1549400" cy="329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954" tIns="41477" rIns="82954" bIns="41477">
            <a:spAutoFit/>
          </a:bodyPr>
          <a:lstStyle>
            <a:lvl1pPr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algn="l" eaLnBrk="1" hangingPunct="1"/>
            <a:r>
              <a:rPr lang="en-US" altLang="zh-CN" sz="1600">
                <a:solidFill>
                  <a:srgbClr val="FF0000"/>
                </a:solidFill>
                <a:latin typeface="微软雅黑" pitchFamily="34" charset="-122"/>
                <a:ea typeface="微软雅黑" pitchFamily="34" charset="-122"/>
              </a:rPr>
              <a:t> sampled</a:t>
            </a:r>
          </a:p>
        </p:txBody>
      </p:sp>
      <p:sp>
        <p:nvSpPr>
          <p:cNvPr id="14" name="TextBox 5"/>
          <p:cNvSpPr txBox="1">
            <a:spLocks noChangeArrowheads="1"/>
          </p:cNvSpPr>
          <p:nvPr/>
        </p:nvSpPr>
        <p:spPr bwMode="auto">
          <a:xfrm>
            <a:off x="122363" y="4365505"/>
            <a:ext cx="3879850" cy="8224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954" tIns="41477" rIns="82954" bIns="41477">
            <a:spAutoFit/>
          </a:bodyPr>
          <a:lstStyle>
            <a:lvl1pPr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eaLnBrk="1" hangingPunct="1"/>
            <a:r>
              <a:rPr lang="en-US" altLang="zh-CN" sz="2400" dirty="0">
                <a:solidFill>
                  <a:schemeClr val="tx1"/>
                </a:solidFill>
                <a:latin typeface="微软雅黑" pitchFamily="34" charset="-122"/>
                <a:ea typeface="微软雅黑" pitchFamily="34" charset="-122"/>
              </a:rPr>
              <a:t>TM </a:t>
            </a:r>
            <a:r>
              <a:rPr lang="en-US" altLang="zh-CN" sz="2400" dirty="0" smtClean="0">
                <a:solidFill>
                  <a:schemeClr val="tx1"/>
                </a:solidFill>
                <a:latin typeface="微软雅黑" pitchFamily="34" charset="-122"/>
                <a:ea typeface="微软雅黑" pitchFamily="34" charset="-122"/>
              </a:rPr>
              <a:t>packet collect period </a:t>
            </a:r>
            <a:r>
              <a:rPr lang="en-US" altLang="zh-CN" sz="2400" dirty="0" err="1" smtClean="0">
                <a:solidFill>
                  <a:schemeClr val="tx1"/>
                </a:solidFill>
                <a:latin typeface="微软雅黑" pitchFamily="34" charset="-122"/>
                <a:ea typeface="微软雅黑" pitchFamily="34" charset="-122"/>
              </a:rPr>
              <a:t>T</a:t>
            </a:r>
            <a:r>
              <a:rPr lang="en-US" altLang="zh-CN" sz="2400" baseline="-25000" dirty="0" err="1" smtClean="0">
                <a:solidFill>
                  <a:schemeClr val="tx1"/>
                </a:solidFill>
                <a:latin typeface="微软雅黑" pitchFamily="34" charset="-122"/>
                <a:ea typeface="微软雅黑" pitchFamily="34" charset="-122"/>
              </a:rPr>
              <a:t>s</a:t>
            </a:r>
            <a:endParaRPr lang="en-US" altLang="zh-CN" sz="2400" baseline="-25000" dirty="0">
              <a:solidFill>
                <a:schemeClr val="tx1"/>
              </a:solidFill>
              <a:latin typeface="微软雅黑" pitchFamily="34" charset="-122"/>
              <a:ea typeface="微软雅黑" pitchFamily="34" charset="-122"/>
            </a:endParaRPr>
          </a:p>
        </p:txBody>
      </p:sp>
      <p:sp>
        <p:nvSpPr>
          <p:cNvPr id="15" name="右箭头 6"/>
          <p:cNvSpPr>
            <a:spLocks noChangeArrowheads="1"/>
          </p:cNvSpPr>
          <p:nvPr/>
        </p:nvSpPr>
        <p:spPr bwMode="auto">
          <a:xfrm>
            <a:off x="3817193" y="4436541"/>
            <a:ext cx="865188" cy="385763"/>
          </a:xfrm>
          <a:prstGeom prst="rightArrow">
            <a:avLst>
              <a:gd name="adj1" fmla="val 50000"/>
              <a:gd name="adj2" fmla="val 49933"/>
            </a:avLst>
          </a:prstGeom>
          <a:solidFill>
            <a:schemeClr val="bg1"/>
          </a:solidFill>
          <a:ln w="9525" algn="ctr">
            <a:solidFill>
              <a:schemeClr val="tx1"/>
            </a:solidFill>
            <a:round/>
            <a:headEnd/>
            <a:tailEnd/>
          </a:ln>
        </p:spPr>
        <p:txBody>
          <a:bodyPr wrap="none" anchor="ctr"/>
          <a:lstStyle/>
          <a:p>
            <a:endParaRPr lang="zh-CN" altLang="en-US" sz="1400">
              <a:latin typeface="微软雅黑" pitchFamily="34" charset="-122"/>
              <a:ea typeface="微软雅黑" pitchFamily="34" charset="-122"/>
            </a:endParaRPr>
          </a:p>
        </p:txBody>
      </p:sp>
      <p:sp>
        <p:nvSpPr>
          <p:cNvPr id="16" name="TextBox 7"/>
          <p:cNvSpPr txBox="1">
            <a:spLocks noChangeArrowheads="1"/>
          </p:cNvSpPr>
          <p:nvPr/>
        </p:nvSpPr>
        <p:spPr bwMode="auto">
          <a:xfrm>
            <a:off x="4932040" y="4365104"/>
            <a:ext cx="4248472" cy="8224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2954" tIns="41477" rIns="82954" bIns="41477">
            <a:spAutoFit/>
          </a:bodyPr>
          <a:lstStyle>
            <a:lvl1pPr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eaLnBrk="1" hangingPunct="1"/>
            <a:r>
              <a:rPr lang="en-US" altLang="zh-CN" sz="2400" dirty="0">
                <a:solidFill>
                  <a:schemeClr val="tx1"/>
                </a:solidFill>
                <a:latin typeface="微软雅黑" pitchFamily="34" charset="-122"/>
                <a:ea typeface="微软雅黑" pitchFamily="34" charset="-122"/>
              </a:rPr>
              <a:t>Delayed </a:t>
            </a:r>
            <a:r>
              <a:rPr lang="en-US" altLang="zh-CN" sz="2400" dirty="0" smtClean="0">
                <a:solidFill>
                  <a:schemeClr val="tx1"/>
                </a:solidFill>
                <a:latin typeface="微软雅黑" pitchFamily="34" charset="-122"/>
                <a:ea typeface="微软雅黑" pitchFamily="34" charset="-122"/>
              </a:rPr>
              <a:t>TM </a:t>
            </a:r>
            <a:r>
              <a:rPr lang="en-US" altLang="zh-CN" sz="2400" dirty="0">
                <a:solidFill>
                  <a:schemeClr val="tx1"/>
                </a:solidFill>
                <a:latin typeface="微软雅黑" pitchFamily="34" charset="-122"/>
                <a:ea typeface="微软雅黑" pitchFamily="34" charset="-122"/>
              </a:rPr>
              <a:t>packet collect period </a:t>
            </a:r>
            <a:r>
              <a:rPr lang="en-US" altLang="zh-CN" sz="2400" dirty="0" err="1" smtClean="0">
                <a:solidFill>
                  <a:schemeClr val="tx1"/>
                </a:solidFill>
                <a:latin typeface="微软雅黑" pitchFamily="34" charset="-122"/>
                <a:ea typeface="微软雅黑" pitchFamily="34" charset="-122"/>
              </a:rPr>
              <a:t>T</a:t>
            </a:r>
            <a:r>
              <a:rPr lang="en-US" altLang="zh-CN" sz="2400" baseline="-25000" dirty="0" err="1" smtClean="0">
                <a:solidFill>
                  <a:schemeClr val="tx1"/>
                </a:solidFill>
                <a:latin typeface="微软雅黑" pitchFamily="34" charset="-122"/>
                <a:ea typeface="微软雅黑" pitchFamily="34" charset="-122"/>
              </a:rPr>
              <a:t>s</a:t>
            </a:r>
            <a:r>
              <a:rPr lang="en-US" altLang="zh-CN" sz="2400" dirty="0" smtClean="0">
                <a:solidFill>
                  <a:schemeClr val="tx1"/>
                </a:solidFill>
                <a:latin typeface="微软雅黑" pitchFamily="34" charset="-122"/>
                <a:ea typeface="微软雅黑" pitchFamily="34" charset="-122"/>
              </a:rPr>
              <a:t>*</a:t>
            </a:r>
            <a:r>
              <a:rPr lang="en-US" altLang="zh-CN" sz="2400" dirty="0">
                <a:solidFill>
                  <a:schemeClr val="tx1"/>
                </a:solidFill>
                <a:latin typeface="微软雅黑" pitchFamily="34" charset="-122"/>
                <a:ea typeface="微软雅黑" pitchFamily="34" charset="-122"/>
              </a:rPr>
              <a:t> R</a:t>
            </a:r>
            <a:r>
              <a:rPr lang="en-US" altLang="zh-CN" sz="2400" baseline="-25000" dirty="0">
                <a:solidFill>
                  <a:schemeClr val="tx1"/>
                </a:solidFill>
                <a:latin typeface="微软雅黑" pitchFamily="34" charset="-122"/>
                <a:ea typeface="微软雅黑" pitchFamily="34" charset="-122"/>
              </a:rPr>
              <a:t>a</a:t>
            </a:r>
          </a:p>
        </p:txBody>
      </p:sp>
      <p:sp>
        <p:nvSpPr>
          <p:cNvPr id="17" name="TextBox 9"/>
          <p:cNvSpPr txBox="1">
            <a:spLocks noChangeArrowheads="1"/>
          </p:cNvSpPr>
          <p:nvPr/>
        </p:nvSpPr>
        <p:spPr bwMode="auto">
          <a:xfrm>
            <a:off x="3707904" y="3993629"/>
            <a:ext cx="1549400" cy="329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954" tIns="41477" rIns="82954" bIns="41477">
            <a:spAutoFit/>
          </a:bodyPr>
          <a:lstStyle>
            <a:lvl1pPr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algn="l" eaLnBrk="1" hangingPunct="1"/>
            <a:r>
              <a:rPr lang="en-US" altLang="zh-CN" sz="1600">
                <a:solidFill>
                  <a:srgbClr val="FF0000"/>
                </a:solidFill>
                <a:latin typeface="微软雅黑" pitchFamily="34" charset="-122"/>
                <a:ea typeface="微软雅黑" pitchFamily="34" charset="-122"/>
              </a:rPr>
              <a:t> sampled</a:t>
            </a:r>
          </a:p>
        </p:txBody>
      </p:sp>
    </p:spTree>
    <p:extLst>
      <p:ext uri="{BB962C8B-B14F-4D97-AF65-F5344CB8AC3E}">
        <p14:creationId xmlns:p14="http://schemas.microsoft.com/office/powerpoint/2010/main" val="2853101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500"/>
                                        <p:tgtEl>
                                          <p:spTgt spid="14"/>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500"/>
                                        <p:tgtEl>
                                          <p:spTgt spid="15"/>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fade">
                                      <p:cBhvr>
                                        <p:cTn id="30"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9" grpId="0"/>
      <p:bldP spid="11" grpId="0"/>
      <p:bldP spid="14" grpId="0"/>
      <p:bldP spid="15" grpId="0" animBg="1"/>
      <p:bldP spid="16" grpId="0"/>
      <p:bldP spid="17"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3528" y="274638"/>
            <a:ext cx="8496944" cy="1082660"/>
          </a:xfrm>
        </p:spPr>
        <p:txBody>
          <a:bodyPr>
            <a:normAutofit/>
          </a:bodyPr>
          <a:lstStyle/>
          <a:p>
            <a:r>
              <a:rPr lang="en-US" altLang="zh-CN" dirty="0"/>
              <a:t>PART 4: Telemetry Management</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latin typeface="微软雅黑" pitchFamily="34" charset="-122"/>
                <a:ea typeface="微软雅黑" pitchFamily="34" charset="-122"/>
              </a:rPr>
              <a:t> </a:t>
            </a:r>
            <a:fld id="{E1EFCB46-C834-4067-A327-0EA79FD50686}" type="slidenum">
              <a:rPr lang="zh-CN" altLang="en-US" smtClean="0">
                <a:latin typeface="微软雅黑" pitchFamily="34" charset="-122"/>
                <a:ea typeface="微软雅黑" pitchFamily="34" charset="-122"/>
              </a:rPr>
              <a:pPr/>
              <a:t>53</a:t>
            </a:fld>
            <a:r>
              <a:rPr lang="zh-CN" altLang="en-US" smtClean="0">
                <a:latin typeface="微软雅黑" pitchFamily="34" charset="-122"/>
                <a:ea typeface="微软雅黑" pitchFamily="34" charset="-122"/>
              </a:rPr>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884238" y="2408108"/>
            <a:ext cx="7488237" cy="2893100"/>
          </a:xfrm>
          <a:prstGeom prst="rect">
            <a:avLst/>
          </a:prstGeom>
          <a:noFill/>
          <a:ln w="9525">
            <a:noFill/>
            <a:miter lim="800000"/>
            <a:headEnd/>
            <a:tailEnd/>
          </a:ln>
        </p:spPr>
        <p:txBody>
          <a:bodyPr>
            <a:spAutoFit/>
          </a:bodyPr>
          <a:lstStyle/>
          <a:p>
            <a:pPr algn="l">
              <a:lnSpc>
                <a:spcPct val="150000"/>
              </a:lnSpc>
              <a:spcAft>
                <a:spcPts val="1200"/>
              </a:spcAft>
              <a:defRPr/>
            </a:pPr>
            <a:r>
              <a:rPr lang="en-US" altLang="zh-CN" dirty="0">
                <a:solidFill>
                  <a:schemeClr val="tx1"/>
                </a:solidFill>
                <a:latin typeface="微软雅黑" pitchFamily="34" charset="-122"/>
                <a:ea typeface="微软雅黑" pitchFamily="34" charset="-122"/>
              </a:rPr>
              <a:t>1.  Telemetry is used for ground users to know the status and in orbit information of satellite.</a:t>
            </a:r>
          </a:p>
          <a:p>
            <a:pPr algn="l">
              <a:lnSpc>
                <a:spcPct val="150000"/>
              </a:lnSpc>
              <a:spcAft>
                <a:spcPts val="1200"/>
              </a:spcAft>
              <a:defRPr/>
            </a:pPr>
            <a:r>
              <a:rPr lang="en-US" altLang="zh-CN" dirty="0">
                <a:solidFill>
                  <a:schemeClr val="tx1"/>
                </a:solidFill>
                <a:latin typeface="微软雅黑" pitchFamily="34" charset="-122"/>
                <a:ea typeface="微软雅黑" pitchFamily="34" charset="-122"/>
              </a:rPr>
              <a:t>2.  Telemetry is divided into some </a:t>
            </a:r>
            <a:r>
              <a:rPr lang="en-US" altLang="zh-CN" dirty="0">
                <a:solidFill>
                  <a:srgbClr val="C00000"/>
                </a:solidFill>
                <a:latin typeface="微软雅黑" pitchFamily="34" charset="-122"/>
                <a:ea typeface="微软雅黑" pitchFamily="34" charset="-122"/>
              </a:rPr>
              <a:t>packets</a:t>
            </a:r>
            <a:r>
              <a:rPr lang="en-US" altLang="zh-CN" dirty="0">
                <a:solidFill>
                  <a:schemeClr val="tx1"/>
                </a:solidFill>
                <a:latin typeface="微软雅黑" pitchFamily="34" charset="-122"/>
                <a:ea typeface="微软雅黑" pitchFamily="34" charset="-122"/>
              </a:rPr>
              <a:t>, and different telemetry packets contain different equipment’s information.</a:t>
            </a:r>
          </a:p>
          <a:p>
            <a:pPr marL="457200" indent="-457200" algn="l">
              <a:lnSpc>
                <a:spcPct val="150000"/>
              </a:lnSpc>
              <a:spcAft>
                <a:spcPts val="1200"/>
              </a:spcAft>
              <a:buFontTx/>
              <a:buAutoNum type="arabicPeriod" startAt="3"/>
              <a:defRPr/>
            </a:pPr>
            <a:r>
              <a:rPr lang="en-US" altLang="zh-CN" dirty="0">
                <a:solidFill>
                  <a:schemeClr val="tx1"/>
                </a:solidFill>
                <a:latin typeface="微软雅黑" pitchFamily="34" charset="-122"/>
                <a:ea typeface="微软雅黑" pitchFamily="34" charset="-122"/>
              </a:rPr>
              <a:t>There are two types of telemetry: </a:t>
            </a:r>
            <a:r>
              <a:rPr lang="en-US" altLang="zh-CN" dirty="0">
                <a:solidFill>
                  <a:srgbClr val="C00000"/>
                </a:solidFill>
                <a:latin typeface="微软雅黑" pitchFamily="34" charset="-122"/>
                <a:ea typeface="微软雅黑" pitchFamily="34" charset="-122"/>
              </a:rPr>
              <a:t>real time</a:t>
            </a:r>
            <a:r>
              <a:rPr lang="en-US" altLang="zh-CN" dirty="0">
                <a:solidFill>
                  <a:schemeClr val="tx1"/>
                </a:solidFill>
                <a:latin typeface="微软雅黑" pitchFamily="34" charset="-122"/>
                <a:ea typeface="微软雅黑" pitchFamily="34" charset="-122"/>
              </a:rPr>
              <a:t> telemetry and </a:t>
            </a:r>
            <a:r>
              <a:rPr lang="en-US" altLang="zh-CN" dirty="0">
                <a:solidFill>
                  <a:srgbClr val="C00000"/>
                </a:solidFill>
                <a:latin typeface="微软雅黑" pitchFamily="34" charset="-122"/>
                <a:ea typeface="微软雅黑" pitchFamily="34" charset="-122"/>
              </a:rPr>
              <a:t>delayed time </a:t>
            </a:r>
            <a:r>
              <a:rPr lang="en-US" altLang="zh-CN" dirty="0">
                <a:solidFill>
                  <a:schemeClr val="tx1"/>
                </a:solidFill>
                <a:latin typeface="微软雅黑" pitchFamily="34" charset="-122"/>
                <a:ea typeface="微软雅黑" pitchFamily="34" charset="-122"/>
              </a:rPr>
              <a:t>telemetry</a:t>
            </a:r>
            <a:r>
              <a:rPr lang="en-US" altLang="zh-CN" dirty="0" smtClean="0">
                <a:solidFill>
                  <a:schemeClr val="tx1"/>
                </a:solidFill>
                <a:latin typeface="微软雅黑" pitchFamily="34" charset="-122"/>
                <a:ea typeface="微软雅黑" pitchFamily="34" charset="-122"/>
              </a:rPr>
              <a:t>.</a:t>
            </a:r>
            <a:endParaRPr lang="en-US" altLang="zh-CN" dirty="0">
              <a:solidFill>
                <a:schemeClr val="tx1"/>
              </a:solidFill>
              <a:latin typeface="微软雅黑" pitchFamily="34" charset="-122"/>
              <a:ea typeface="微软雅黑" pitchFamily="34" charset="-122"/>
            </a:endParaRPr>
          </a:p>
        </p:txBody>
      </p:sp>
      <p:sp>
        <p:nvSpPr>
          <p:cNvPr id="7" name="矩形 1"/>
          <p:cNvSpPr>
            <a:spLocks noChangeArrowheads="1"/>
          </p:cNvSpPr>
          <p:nvPr/>
        </p:nvSpPr>
        <p:spPr bwMode="auto">
          <a:xfrm>
            <a:off x="465138" y="1016000"/>
            <a:ext cx="3278187" cy="658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a:lnSpc>
                <a:spcPct val="150000"/>
              </a:lnSpc>
            </a:pPr>
            <a:r>
              <a:rPr lang="en-US" altLang="zh-CN" sz="2800" dirty="0">
                <a:solidFill>
                  <a:schemeClr val="tx1"/>
                </a:solidFill>
                <a:latin typeface="微软雅黑" pitchFamily="34" charset="-122"/>
                <a:ea typeface="微软雅黑" pitchFamily="34" charset="-122"/>
              </a:rPr>
              <a:t>Summary</a:t>
            </a:r>
          </a:p>
        </p:txBody>
      </p:sp>
    </p:spTree>
    <p:extLst>
      <p:ext uri="{BB962C8B-B14F-4D97-AF65-F5344CB8AC3E}">
        <p14:creationId xmlns:p14="http://schemas.microsoft.com/office/powerpoint/2010/main" val="2853101565"/>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3528" y="274638"/>
            <a:ext cx="8496944" cy="1082660"/>
          </a:xfrm>
        </p:spPr>
        <p:txBody>
          <a:bodyPr>
            <a:normAutofit fontScale="90000"/>
          </a:bodyPr>
          <a:lstStyle/>
          <a:p>
            <a:r>
              <a:rPr lang="en-US" altLang="zh-CN" dirty="0"/>
              <a:t>PART 5: Communication on-board</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latin typeface="微软雅黑" pitchFamily="34" charset="-122"/>
                <a:ea typeface="微软雅黑" pitchFamily="34" charset="-122"/>
              </a:rPr>
              <a:t> </a:t>
            </a:r>
            <a:fld id="{E1EFCB46-C834-4067-A327-0EA79FD50686}" type="slidenum">
              <a:rPr lang="zh-CN" altLang="en-US" smtClean="0">
                <a:latin typeface="微软雅黑" pitchFamily="34" charset="-122"/>
                <a:ea typeface="微软雅黑" pitchFamily="34" charset="-122"/>
              </a:rPr>
              <a:pPr/>
              <a:t>54</a:t>
            </a:fld>
            <a:r>
              <a:rPr lang="zh-CN" altLang="en-US" smtClean="0">
                <a:latin typeface="微软雅黑" pitchFamily="34" charset="-122"/>
                <a:ea typeface="微软雅黑" pitchFamily="34" charset="-122"/>
              </a:rPr>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373063" y="2428974"/>
            <a:ext cx="8288337"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a:lnSpc>
                <a:spcPct val="150000"/>
              </a:lnSpc>
              <a:spcAft>
                <a:spcPts val="1200"/>
              </a:spcAft>
            </a:pPr>
            <a:r>
              <a:rPr lang="en-US" altLang="zh-CN" sz="2400" dirty="0" smtClean="0">
                <a:solidFill>
                  <a:schemeClr val="tx1"/>
                </a:solidFill>
                <a:latin typeface="微软雅黑" pitchFamily="34" charset="-122"/>
                <a:ea typeface="微软雅黑" pitchFamily="34" charset="-122"/>
              </a:rPr>
              <a:t>ETRSS-1 </a:t>
            </a:r>
            <a:r>
              <a:rPr lang="en-US" altLang="zh-CN" sz="2400" dirty="0">
                <a:solidFill>
                  <a:schemeClr val="tx1"/>
                </a:solidFill>
                <a:latin typeface="微软雅黑" pitchFamily="34" charset="-122"/>
                <a:ea typeface="微软雅黑" pitchFamily="34" charset="-122"/>
              </a:rPr>
              <a:t>uses CAN Bus as the onboard network, all subsystems communicate with each other via CAN bus. OBC is the master node of  the network, and other </a:t>
            </a:r>
            <a:r>
              <a:rPr lang="en-US" altLang="zh-CN" sz="2400" dirty="0" smtClean="0">
                <a:solidFill>
                  <a:schemeClr val="tx1"/>
                </a:solidFill>
                <a:latin typeface="微软雅黑" pitchFamily="34" charset="-122"/>
                <a:ea typeface="微软雅黑" pitchFamily="34" charset="-122"/>
              </a:rPr>
              <a:t>sub-computers </a:t>
            </a:r>
            <a:r>
              <a:rPr lang="en-US" altLang="zh-CN" sz="2400" dirty="0">
                <a:solidFill>
                  <a:schemeClr val="tx1"/>
                </a:solidFill>
                <a:latin typeface="微软雅黑" pitchFamily="34" charset="-122"/>
                <a:ea typeface="微软雅黑" pitchFamily="34" charset="-122"/>
              </a:rPr>
              <a:t>are the slave nodes</a:t>
            </a:r>
            <a:r>
              <a:rPr lang="en-US" altLang="zh-CN" sz="2400" dirty="0" smtClean="0">
                <a:solidFill>
                  <a:schemeClr val="tx1"/>
                </a:solidFill>
                <a:latin typeface="微软雅黑" pitchFamily="34" charset="-122"/>
                <a:ea typeface="微软雅黑" pitchFamily="34" charset="-122"/>
              </a:rPr>
              <a:t>.</a:t>
            </a:r>
          </a:p>
        </p:txBody>
      </p:sp>
    </p:spTree>
    <p:extLst>
      <p:ext uri="{BB962C8B-B14F-4D97-AF65-F5344CB8AC3E}">
        <p14:creationId xmlns:p14="http://schemas.microsoft.com/office/powerpoint/2010/main" val="2853101565"/>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PART 5: Communication on-board</a:t>
            </a:r>
            <a:endParaRPr lang="zh-CN" altLang="en-US" dirty="0"/>
          </a:p>
        </p:txBody>
      </p:sp>
      <p:sp>
        <p:nvSpPr>
          <p:cNvPr id="3" name="内容占位符 2"/>
          <p:cNvSpPr>
            <a:spLocks noGrp="1"/>
          </p:cNvSpPr>
          <p:nvPr>
            <p:ph idx="1"/>
          </p:nvPr>
        </p:nvSpPr>
        <p:spPr/>
        <p:txBody>
          <a:bodyPr/>
          <a:lstStyle/>
          <a:p>
            <a:endParaRPr lang="zh-CN" altLang="en-US" dirty="0"/>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55</a:t>
            </a:fld>
            <a:r>
              <a:rPr lang="zh-CN" altLang="en-US" smtClean="0"/>
              <a:t> </a:t>
            </a:r>
            <a:endParaRPr lang="zh-CN" altLang="en-US" dirty="0">
              <a:latin typeface="微软雅黑" pitchFamily="34" charset="-122"/>
              <a:ea typeface="微软雅黑" pitchFamily="34" charset="-122"/>
            </a:endParaRPr>
          </a:p>
        </p:txBody>
      </p:sp>
      <p:sp>
        <p:nvSpPr>
          <p:cNvPr id="6"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7" name="对象 6"/>
          <p:cNvGraphicFramePr>
            <a:graphicFrameLocks noChangeAspect="1"/>
          </p:cNvGraphicFramePr>
          <p:nvPr>
            <p:extLst>
              <p:ext uri="{D42A27DB-BD31-4B8C-83A1-F6EECF244321}">
                <p14:modId xmlns:p14="http://schemas.microsoft.com/office/powerpoint/2010/main" val="916199755"/>
              </p:ext>
            </p:extLst>
          </p:nvPr>
        </p:nvGraphicFramePr>
        <p:xfrm>
          <a:off x="1304925" y="1628800"/>
          <a:ext cx="6534150" cy="4152900"/>
        </p:xfrm>
        <a:graphic>
          <a:graphicData uri="http://schemas.openxmlformats.org/presentationml/2006/ole">
            <mc:AlternateContent xmlns:mc="http://schemas.openxmlformats.org/markup-compatibility/2006">
              <mc:Choice xmlns:v="urn:schemas-microsoft-com:vml" Requires="v">
                <p:oleObj spid="_x0000_s119828" name="Visio" r:id="rId4" imgW="8668702" imgH="5500688" progId="Visio.Drawing.11">
                  <p:embed/>
                </p:oleObj>
              </mc:Choice>
              <mc:Fallback>
                <p:oleObj name="Visio" r:id="rId4" imgW="8668702" imgH="5500688" progId="Visio.Drawing.11">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04925" y="1628800"/>
                        <a:ext cx="6534150" cy="4152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动作按钮: 前进或下一项 7">
            <a:hlinkClick r:id="rId6" action="ppaction://hlinksldjump" highlightClick="1"/>
          </p:cNvPr>
          <p:cNvSpPr/>
          <p:nvPr/>
        </p:nvSpPr>
        <p:spPr>
          <a:xfrm>
            <a:off x="7884368" y="5542911"/>
            <a:ext cx="826392" cy="593216"/>
          </a:xfrm>
          <a:prstGeom prst="actionButtonForwardNex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348306611"/>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3528" y="274638"/>
            <a:ext cx="8496944" cy="1082660"/>
          </a:xfrm>
        </p:spPr>
        <p:txBody>
          <a:bodyPr>
            <a:normAutofit fontScale="90000"/>
          </a:bodyPr>
          <a:lstStyle/>
          <a:p>
            <a:r>
              <a:rPr lang="en-US" altLang="zh-CN" dirty="0"/>
              <a:t>PART 5: Communication on-board</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latin typeface="微软雅黑" pitchFamily="34" charset="-122"/>
                <a:ea typeface="微软雅黑" pitchFamily="34" charset="-122"/>
              </a:rPr>
              <a:t> </a:t>
            </a:r>
            <a:fld id="{E1EFCB46-C834-4067-A327-0EA79FD50686}" type="slidenum">
              <a:rPr lang="zh-CN" altLang="en-US" smtClean="0">
                <a:latin typeface="微软雅黑" pitchFamily="34" charset="-122"/>
                <a:ea typeface="微软雅黑" pitchFamily="34" charset="-122"/>
              </a:rPr>
              <a:pPr/>
              <a:t>56</a:t>
            </a:fld>
            <a:r>
              <a:rPr lang="zh-CN" altLang="en-US" smtClean="0">
                <a:latin typeface="微软雅黑" pitchFamily="34" charset="-122"/>
                <a:ea typeface="微软雅黑" pitchFamily="34" charset="-122"/>
              </a:rPr>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465138" y="1306240"/>
            <a:ext cx="5511800"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a:lnSpc>
                <a:spcPct val="150000"/>
              </a:lnSpc>
            </a:pPr>
            <a:r>
              <a:rPr lang="en-US" altLang="zh-CN" sz="2800" dirty="0">
                <a:solidFill>
                  <a:schemeClr val="tx1"/>
                </a:solidFill>
                <a:latin typeface="微软雅黑" pitchFamily="34" charset="-122"/>
                <a:ea typeface="微软雅黑" pitchFamily="34" charset="-122"/>
              </a:rPr>
              <a:t>Introduction of CAN Bus</a:t>
            </a:r>
            <a:endParaRPr lang="zh-CN" altLang="en-US" sz="2800" dirty="0">
              <a:solidFill>
                <a:schemeClr val="tx1"/>
              </a:solidFill>
              <a:latin typeface="微软雅黑" pitchFamily="34" charset="-122"/>
              <a:ea typeface="微软雅黑" pitchFamily="34" charset="-122"/>
            </a:endParaRPr>
          </a:p>
        </p:txBody>
      </p:sp>
      <p:sp>
        <p:nvSpPr>
          <p:cNvPr id="7" name="矩形 1"/>
          <p:cNvSpPr>
            <a:spLocks noChangeArrowheads="1"/>
          </p:cNvSpPr>
          <p:nvPr/>
        </p:nvSpPr>
        <p:spPr bwMode="auto">
          <a:xfrm>
            <a:off x="1582738" y="2493690"/>
            <a:ext cx="5834062"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a:lnSpc>
                <a:spcPct val="150000"/>
              </a:lnSpc>
            </a:pPr>
            <a:r>
              <a:rPr lang="en-US" altLang="zh-CN" sz="2400">
                <a:solidFill>
                  <a:schemeClr val="tx1"/>
                </a:solidFill>
                <a:latin typeface="微软雅黑" pitchFamily="34" charset="-122"/>
                <a:ea typeface="微软雅黑" pitchFamily="34" charset="-122"/>
              </a:rPr>
              <a:t>CAN Bus:</a:t>
            </a:r>
            <a:r>
              <a:rPr lang="en-GB" altLang="zh-CN" sz="2400">
                <a:solidFill>
                  <a:schemeClr val="tx1"/>
                </a:solidFill>
                <a:latin typeface="微软雅黑" pitchFamily="34" charset="-122"/>
                <a:ea typeface="微软雅黑" pitchFamily="34" charset="-122"/>
              </a:rPr>
              <a:t> </a:t>
            </a:r>
            <a:r>
              <a:rPr lang="en-GB" altLang="zh-CN" sz="2400">
                <a:solidFill>
                  <a:srgbClr val="FF0000"/>
                </a:solidFill>
                <a:latin typeface="微软雅黑" pitchFamily="34" charset="-122"/>
                <a:ea typeface="微软雅黑" pitchFamily="34" charset="-122"/>
              </a:rPr>
              <a:t>C</a:t>
            </a:r>
            <a:r>
              <a:rPr lang="en-GB" altLang="zh-CN" sz="2400">
                <a:solidFill>
                  <a:schemeClr val="tx1"/>
                </a:solidFill>
                <a:latin typeface="微软雅黑" pitchFamily="34" charset="-122"/>
                <a:ea typeface="微软雅黑" pitchFamily="34" charset="-122"/>
              </a:rPr>
              <a:t>ontrol </a:t>
            </a:r>
            <a:r>
              <a:rPr lang="en-GB" altLang="zh-CN" sz="2400">
                <a:solidFill>
                  <a:srgbClr val="FF0000"/>
                </a:solidFill>
                <a:latin typeface="微软雅黑" pitchFamily="34" charset="-122"/>
                <a:ea typeface="微软雅黑" pitchFamily="34" charset="-122"/>
              </a:rPr>
              <a:t>A</a:t>
            </a:r>
            <a:r>
              <a:rPr lang="en-GB" altLang="zh-CN" sz="2400">
                <a:solidFill>
                  <a:schemeClr val="tx1"/>
                </a:solidFill>
                <a:latin typeface="微软雅黑" pitchFamily="34" charset="-122"/>
                <a:ea typeface="微软雅黑" pitchFamily="34" charset="-122"/>
              </a:rPr>
              <a:t>rea </a:t>
            </a:r>
            <a:r>
              <a:rPr lang="en-GB" altLang="zh-CN" sz="2400">
                <a:solidFill>
                  <a:srgbClr val="FF0000"/>
                </a:solidFill>
                <a:latin typeface="微软雅黑" pitchFamily="34" charset="-122"/>
                <a:ea typeface="微软雅黑" pitchFamily="34" charset="-122"/>
              </a:rPr>
              <a:t>N</a:t>
            </a:r>
            <a:r>
              <a:rPr lang="en-GB" altLang="zh-CN" sz="2400">
                <a:solidFill>
                  <a:schemeClr val="tx1"/>
                </a:solidFill>
                <a:latin typeface="微软雅黑" pitchFamily="34" charset="-122"/>
                <a:ea typeface="微软雅黑" pitchFamily="34" charset="-122"/>
              </a:rPr>
              <a:t>etwork Bus</a:t>
            </a:r>
            <a:endParaRPr lang="zh-CN" altLang="en-US" sz="2400">
              <a:solidFill>
                <a:schemeClr val="tx1"/>
              </a:solidFill>
              <a:latin typeface="微软雅黑" pitchFamily="34" charset="-122"/>
              <a:ea typeface="微软雅黑" pitchFamily="34" charset="-122"/>
            </a:endParaRPr>
          </a:p>
        </p:txBody>
      </p:sp>
      <p:sp>
        <p:nvSpPr>
          <p:cNvPr id="8" name="左大括号 1"/>
          <p:cNvSpPr>
            <a:spLocks/>
          </p:cNvSpPr>
          <p:nvPr/>
        </p:nvSpPr>
        <p:spPr bwMode="auto">
          <a:xfrm rot="5400000">
            <a:off x="4208463" y="1712639"/>
            <a:ext cx="539750" cy="3787775"/>
          </a:xfrm>
          <a:prstGeom prst="leftBrace">
            <a:avLst>
              <a:gd name="adj1" fmla="val 8350"/>
              <a:gd name="adj2" fmla="val 50000"/>
            </a:avLst>
          </a:prstGeom>
          <a:solidFill>
            <a:schemeClr val="bg1"/>
          </a:solidFill>
          <a:ln w="19050" algn="ctr">
            <a:solidFill>
              <a:srgbClr val="0070C0"/>
            </a:solidFill>
            <a:round/>
            <a:headEnd/>
            <a:tailEnd/>
          </a:ln>
        </p:spPr>
        <p:txBody>
          <a:bodyPr wrap="none" anchor="ctr"/>
          <a:lstStyle/>
          <a:p>
            <a:endParaRPr lang="zh-CN" altLang="en-US" sz="2400">
              <a:latin typeface="微软雅黑" pitchFamily="34" charset="-122"/>
              <a:ea typeface="微软雅黑" pitchFamily="34" charset="-122"/>
            </a:endParaRPr>
          </a:p>
        </p:txBody>
      </p:sp>
      <p:sp>
        <p:nvSpPr>
          <p:cNvPr id="9" name="矩形 1"/>
          <p:cNvSpPr>
            <a:spLocks noChangeArrowheads="1"/>
          </p:cNvSpPr>
          <p:nvPr/>
        </p:nvSpPr>
        <p:spPr bwMode="auto">
          <a:xfrm>
            <a:off x="323528" y="4151040"/>
            <a:ext cx="882047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l">
              <a:lnSpc>
                <a:spcPct val="150000"/>
              </a:lnSpc>
            </a:pPr>
            <a:r>
              <a:rPr lang="en-US" altLang="zh-CN" sz="2400" dirty="0">
                <a:solidFill>
                  <a:schemeClr val="tx1"/>
                </a:solidFill>
                <a:latin typeface="微软雅黑" pitchFamily="34" charset="-122"/>
                <a:ea typeface="微软雅黑" pitchFamily="34" charset="-122"/>
              </a:rPr>
              <a:t>Physical Layer        Data link Layer</a:t>
            </a:r>
            <a:r>
              <a:rPr lang="zh-CN" altLang="en-US" sz="2400" dirty="0">
                <a:solidFill>
                  <a:schemeClr val="tx1"/>
                </a:solidFill>
                <a:latin typeface="微软雅黑" pitchFamily="34" charset="-122"/>
                <a:ea typeface="微软雅黑" pitchFamily="34" charset="-122"/>
              </a:rPr>
              <a:t>         </a:t>
            </a:r>
            <a:r>
              <a:rPr lang="en-US" altLang="zh-CN" sz="2400" dirty="0">
                <a:solidFill>
                  <a:schemeClr val="tx1"/>
                </a:solidFill>
                <a:latin typeface="微软雅黑" pitchFamily="34" charset="-122"/>
                <a:ea typeface="微软雅黑" pitchFamily="34" charset="-122"/>
              </a:rPr>
              <a:t>Application Layer </a:t>
            </a:r>
            <a:endParaRPr lang="zh-CN" altLang="en-US" sz="2400" dirty="0">
              <a:solidFill>
                <a:schemeClr val="tx1"/>
              </a:solidFill>
              <a:latin typeface="微软雅黑" pitchFamily="34" charset="-122"/>
              <a:ea typeface="微软雅黑" pitchFamily="34" charset="-122"/>
            </a:endParaRPr>
          </a:p>
        </p:txBody>
      </p:sp>
    </p:spTree>
    <p:extLst>
      <p:ext uri="{BB962C8B-B14F-4D97-AF65-F5344CB8AC3E}">
        <p14:creationId xmlns:p14="http://schemas.microsoft.com/office/powerpoint/2010/main" val="204174077"/>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PART 5: Communication on-board</a:t>
            </a:r>
            <a:endParaRPr lang="zh-CN" altLang="en-US" dirty="0"/>
          </a:p>
        </p:txBody>
      </p:sp>
      <p:sp>
        <p:nvSpPr>
          <p:cNvPr id="3" name="内容占位符 2"/>
          <p:cNvSpPr>
            <a:spLocks noGrp="1"/>
          </p:cNvSpPr>
          <p:nvPr>
            <p:ph idx="1"/>
          </p:nvPr>
        </p:nvSpPr>
        <p:spPr/>
        <p:txBody>
          <a:bodyPr>
            <a:normAutofit fontScale="70000" lnSpcReduction="20000"/>
          </a:bodyPr>
          <a:lstStyle/>
          <a:p>
            <a:pPr marL="0" indent="0">
              <a:buNone/>
            </a:pPr>
            <a:r>
              <a:rPr lang="en-US" altLang="zh-CN" dirty="0"/>
              <a:t>CAN has the following properties</a:t>
            </a:r>
          </a:p>
          <a:p>
            <a:r>
              <a:rPr lang="en-US" altLang="zh-CN" b="0" dirty="0" smtClean="0"/>
              <a:t> </a:t>
            </a:r>
            <a:r>
              <a:rPr lang="en-US" altLang="zh-CN" b="0" dirty="0"/>
              <a:t>prioritization of messages</a:t>
            </a:r>
          </a:p>
          <a:p>
            <a:r>
              <a:rPr lang="en-US" altLang="zh-CN" b="0" dirty="0" smtClean="0"/>
              <a:t> </a:t>
            </a:r>
            <a:r>
              <a:rPr lang="en-US" altLang="zh-CN" b="0" dirty="0"/>
              <a:t>guarantee of latency times</a:t>
            </a:r>
          </a:p>
          <a:p>
            <a:r>
              <a:rPr lang="en-US" altLang="zh-CN" b="0" dirty="0" smtClean="0"/>
              <a:t> </a:t>
            </a:r>
            <a:r>
              <a:rPr lang="en-US" altLang="zh-CN" b="0" dirty="0"/>
              <a:t>configuration flexibility</a:t>
            </a:r>
          </a:p>
          <a:p>
            <a:r>
              <a:rPr lang="en-US" altLang="zh-CN" b="0" dirty="0" smtClean="0"/>
              <a:t> </a:t>
            </a:r>
            <a:r>
              <a:rPr lang="en-US" altLang="zh-CN" b="0" dirty="0"/>
              <a:t>multicast reception with time synchronization</a:t>
            </a:r>
          </a:p>
          <a:p>
            <a:r>
              <a:rPr lang="en-US" altLang="zh-CN" b="0" dirty="0" smtClean="0"/>
              <a:t> </a:t>
            </a:r>
            <a:r>
              <a:rPr lang="en-US" altLang="zh-CN" b="0" dirty="0"/>
              <a:t>system wide data consistency</a:t>
            </a:r>
          </a:p>
          <a:p>
            <a:r>
              <a:rPr lang="en-US" altLang="zh-CN" b="0" dirty="0" smtClean="0"/>
              <a:t> multi master</a:t>
            </a:r>
            <a:endParaRPr lang="en-US" altLang="zh-CN" b="0" dirty="0"/>
          </a:p>
          <a:p>
            <a:r>
              <a:rPr lang="en-US" altLang="zh-CN" b="0" dirty="0" smtClean="0"/>
              <a:t> </a:t>
            </a:r>
            <a:r>
              <a:rPr lang="en-US" altLang="zh-CN" b="0" dirty="0"/>
              <a:t>error detection and </a:t>
            </a:r>
            <a:r>
              <a:rPr lang="en-US" altLang="zh-CN" b="0" dirty="0" err="1"/>
              <a:t>signalling</a:t>
            </a:r>
            <a:endParaRPr lang="en-US" altLang="zh-CN" b="0" dirty="0"/>
          </a:p>
          <a:p>
            <a:r>
              <a:rPr lang="en-US" altLang="zh-CN" b="0" dirty="0" smtClean="0"/>
              <a:t> </a:t>
            </a:r>
            <a:r>
              <a:rPr lang="en-US" altLang="zh-CN" b="0" dirty="0"/>
              <a:t>automatic retransmission of corrupted messages as soon as the bus is idle </a:t>
            </a:r>
            <a:r>
              <a:rPr lang="en-US" altLang="zh-CN" b="0" dirty="0" smtClean="0"/>
              <a:t>again</a:t>
            </a:r>
            <a:endParaRPr lang="en-US" altLang="zh-CN" b="0" dirty="0"/>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latin typeface="微软雅黑" pitchFamily="34" charset="-122"/>
                <a:ea typeface="微软雅黑" pitchFamily="34" charset="-122"/>
              </a:rPr>
              <a:t> </a:t>
            </a:r>
            <a:fld id="{E1EFCB46-C834-4067-A327-0EA79FD50686}" type="slidenum">
              <a:rPr lang="zh-CN" altLang="en-US" smtClean="0">
                <a:latin typeface="微软雅黑" pitchFamily="34" charset="-122"/>
                <a:ea typeface="微软雅黑" pitchFamily="34" charset="-122"/>
              </a:rPr>
              <a:pPr/>
              <a:t>57</a:t>
            </a:fld>
            <a:r>
              <a:rPr lang="zh-CN" altLang="en-US" smtClean="0">
                <a:latin typeface="微软雅黑" pitchFamily="34" charset="-122"/>
                <a:ea typeface="微软雅黑" pitchFamily="34" charset="-122"/>
              </a:rPr>
              <a:t> </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2949717235"/>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PART 5: Communication on-board</a:t>
            </a:r>
            <a:endParaRPr lang="zh-CN" altLang="en-US" dirty="0"/>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latin typeface="微软雅黑" pitchFamily="34" charset="-122"/>
                <a:ea typeface="微软雅黑" pitchFamily="34" charset="-122"/>
              </a:rPr>
              <a:t> </a:t>
            </a:r>
            <a:fld id="{E1EFCB46-C834-4067-A327-0EA79FD50686}" type="slidenum">
              <a:rPr lang="zh-CN" altLang="en-US" smtClean="0">
                <a:latin typeface="微软雅黑" pitchFamily="34" charset="-122"/>
                <a:ea typeface="微软雅黑" pitchFamily="34" charset="-122"/>
              </a:rPr>
              <a:pPr/>
              <a:t>58</a:t>
            </a:fld>
            <a:r>
              <a:rPr lang="zh-CN" altLang="en-US" smtClean="0">
                <a:latin typeface="微软雅黑" pitchFamily="34" charset="-122"/>
                <a:ea typeface="微软雅黑" pitchFamily="34" charset="-122"/>
              </a:rPr>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465138" y="1306240"/>
            <a:ext cx="8499350"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altLang="zh-CN" sz="2800" b="1" dirty="0">
                <a:latin typeface="微软雅黑" pitchFamily="34" charset="-122"/>
                <a:ea typeface="微软雅黑" pitchFamily="34" charset="-122"/>
              </a:rPr>
              <a:t>Layered Architecture of CAN according to the OSI Reference Model</a:t>
            </a:r>
            <a:endParaRPr lang="zh-CN" altLang="en-US" sz="2800" b="1" dirty="0">
              <a:solidFill>
                <a:schemeClr val="tx1"/>
              </a:solidFill>
              <a:latin typeface="微软雅黑" pitchFamily="34" charset="-122"/>
              <a:ea typeface="微软雅黑" pitchFamily="34" charset="-122"/>
            </a:endParaRPr>
          </a:p>
        </p:txBody>
      </p:sp>
      <p:graphicFrame>
        <p:nvGraphicFramePr>
          <p:cNvPr id="7" name="图示 6"/>
          <p:cNvGraphicFramePr/>
          <p:nvPr>
            <p:extLst>
              <p:ext uri="{D42A27DB-BD31-4B8C-83A1-F6EECF244321}">
                <p14:modId xmlns:p14="http://schemas.microsoft.com/office/powerpoint/2010/main" val="2821821542"/>
              </p:ext>
            </p:extLst>
          </p:nvPr>
        </p:nvGraphicFramePr>
        <p:xfrm>
          <a:off x="971600" y="3197200"/>
          <a:ext cx="2543944" cy="318412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extBox 7"/>
          <p:cNvSpPr txBox="1"/>
          <p:nvPr/>
        </p:nvSpPr>
        <p:spPr>
          <a:xfrm>
            <a:off x="465138" y="2549128"/>
            <a:ext cx="3312368" cy="646331"/>
          </a:xfrm>
          <a:prstGeom prst="rect">
            <a:avLst/>
          </a:prstGeom>
          <a:noFill/>
        </p:spPr>
        <p:txBody>
          <a:bodyPr wrap="square" rtlCol="0">
            <a:spAutoFit/>
          </a:bodyPr>
          <a:lstStyle/>
          <a:p>
            <a:pPr algn="ctr"/>
            <a:r>
              <a:rPr lang="en-US" altLang="zh-CN" dirty="0" smtClean="0">
                <a:latin typeface="微软雅黑" pitchFamily="34" charset="-122"/>
                <a:ea typeface="微软雅黑" pitchFamily="34" charset="-122"/>
              </a:rPr>
              <a:t>OSI (Open System  Interconnect) Layers</a:t>
            </a:r>
            <a:endParaRPr lang="zh-CN" altLang="en-US" dirty="0">
              <a:latin typeface="微软雅黑" pitchFamily="34" charset="-122"/>
              <a:ea typeface="微软雅黑" pitchFamily="34" charset="-122"/>
            </a:endParaRPr>
          </a:p>
        </p:txBody>
      </p:sp>
      <p:graphicFrame>
        <p:nvGraphicFramePr>
          <p:cNvPr id="9" name="图示 8"/>
          <p:cNvGraphicFramePr/>
          <p:nvPr>
            <p:extLst>
              <p:ext uri="{D42A27DB-BD31-4B8C-83A1-F6EECF244321}">
                <p14:modId xmlns:p14="http://schemas.microsoft.com/office/powerpoint/2010/main" val="88971759"/>
              </p:ext>
            </p:extLst>
          </p:nvPr>
        </p:nvGraphicFramePr>
        <p:xfrm>
          <a:off x="4840084" y="3190856"/>
          <a:ext cx="2543944" cy="3184128"/>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10" name="TextBox 9"/>
          <p:cNvSpPr txBox="1"/>
          <p:nvPr/>
        </p:nvSpPr>
        <p:spPr>
          <a:xfrm>
            <a:off x="4333622" y="2542784"/>
            <a:ext cx="3312368" cy="646331"/>
          </a:xfrm>
          <a:prstGeom prst="rect">
            <a:avLst/>
          </a:prstGeom>
          <a:noFill/>
        </p:spPr>
        <p:txBody>
          <a:bodyPr wrap="square" rtlCol="0">
            <a:spAutoFit/>
          </a:bodyPr>
          <a:lstStyle/>
          <a:p>
            <a:pPr algn="ctr"/>
            <a:r>
              <a:rPr lang="en-US" altLang="zh-CN" dirty="0" smtClean="0">
                <a:latin typeface="微软雅黑" pitchFamily="34" charset="-122"/>
                <a:ea typeface="微软雅黑" pitchFamily="34" charset="-122"/>
              </a:rPr>
              <a:t>CAN(</a:t>
            </a:r>
            <a:r>
              <a:rPr lang="en-US" altLang="zh-CN" dirty="0">
                <a:latin typeface="微软雅黑" pitchFamily="34" charset="-122"/>
                <a:ea typeface="微软雅黑" pitchFamily="34" charset="-122"/>
              </a:rPr>
              <a:t>Control Area Network</a:t>
            </a:r>
            <a:r>
              <a:rPr lang="en-US" altLang="zh-CN" dirty="0" smtClean="0">
                <a:latin typeface="微软雅黑" pitchFamily="34" charset="-122"/>
                <a:ea typeface="微软雅黑" pitchFamily="34" charset="-122"/>
              </a:rPr>
              <a:t>) data bus  Layers</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260567981"/>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PART 5: Communication on-board</a:t>
            </a:r>
            <a:endParaRPr lang="zh-CN" altLang="en-US" dirty="0"/>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latin typeface="微软雅黑" pitchFamily="34" charset="-122"/>
                <a:ea typeface="微软雅黑" pitchFamily="34" charset="-122"/>
              </a:rPr>
              <a:t> </a:t>
            </a:r>
            <a:fld id="{E1EFCB46-C834-4067-A327-0EA79FD50686}" type="slidenum">
              <a:rPr lang="zh-CN" altLang="en-US" smtClean="0">
                <a:latin typeface="微软雅黑" pitchFamily="34" charset="-122"/>
                <a:ea typeface="微软雅黑" pitchFamily="34" charset="-122"/>
              </a:rPr>
              <a:pPr/>
              <a:t>59</a:t>
            </a:fld>
            <a:r>
              <a:rPr lang="zh-CN" altLang="en-US" smtClean="0">
                <a:latin typeface="微软雅黑" pitchFamily="34" charset="-122"/>
                <a:ea typeface="微软雅黑" pitchFamily="34" charset="-122"/>
              </a:rPr>
              <a:t> </a:t>
            </a:r>
            <a:endParaRPr lang="zh-CN" altLang="en-US" dirty="0">
              <a:latin typeface="微软雅黑" pitchFamily="34" charset="-122"/>
              <a:ea typeface="微软雅黑" pitchFamily="34" charset="-122"/>
            </a:endParaRPr>
          </a:p>
        </p:txBody>
      </p:sp>
      <p:pic>
        <p:nvPicPr>
          <p:cNvPr id="11878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39861" y="1306852"/>
            <a:ext cx="3756293" cy="49685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6" name="对象 5"/>
          <p:cNvGraphicFramePr>
            <a:graphicFrameLocks noChangeAspect="1"/>
          </p:cNvGraphicFramePr>
          <p:nvPr>
            <p:extLst>
              <p:ext uri="{D42A27DB-BD31-4B8C-83A1-F6EECF244321}">
                <p14:modId xmlns:p14="http://schemas.microsoft.com/office/powerpoint/2010/main" val="407724765"/>
              </p:ext>
            </p:extLst>
          </p:nvPr>
        </p:nvGraphicFramePr>
        <p:xfrm>
          <a:off x="1154113" y="2141538"/>
          <a:ext cx="1168400" cy="1035050"/>
        </p:xfrm>
        <a:graphic>
          <a:graphicData uri="http://schemas.openxmlformats.org/presentationml/2006/ole">
            <mc:AlternateContent xmlns:mc="http://schemas.openxmlformats.org/markup-compatibility/2006">
              <mc:Choice xmlns:v="urn:schemas-microsoft-com:vml" Requires="v">
                <p:oleObj spid="_x0000_s118828" name="Visio" r:id="rId5" imgW="1522571" imgH="1342549" progId="Visio.Drawing.11">
                  <p:embed/>
                </p:oleObj>
              </mc:Choice>
              <mc:Fallback>
                <p:oleObj name="Visio" r:id="rId5" imgW="1522571" imgH="1342549" progId="Visio.Drawing.11">
                  <p:embed/>
                  <p:pic>
                    <p:nvPicPr>
                      <p:cNvPr id="0" name="对象 22"/>
                      <p:cNvPicPr>
                        <a:picLocks noChangeAspect="1" noChangeArrowheads="1"/>
                      </p:cNvPicPr>
                      <p:nvPr/>
                    </p:nvPicPr>
                    <p:blipFill>
                      <a:blip r:embed="rId6"/>
                      <a:srcRect/>
                      <a:stretch>
                        <a:fillRect/>
                      </a:stretch>
                    </p:blipFill>
                    <p:spPr bwMode="auto">
                      <a:xfrm>
                        <a:off x="1154113" y="2141538"/>
                        <a:ext cx="1168400" cy="103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8" name="直接连接符 7"/>
          <p:cNvCxnSpPr/>
          <p:nvPr/>
        </p:nvCxnSpPr>
        <p:spPr>
          <a:xfrm flipV="1">
            <a:off x="2267744" y="1412776"/>
            <a:ext cx="2172117" cy="122413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2267744" y="2636912"/>
            <a:ext cx="2172117" cy="1584176"/>
          </a:xfrm>
          <a:prstGeom prst="line">
            <a:avLst/>
          </a:prstGeom>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611560" y="3284984"/>
            <a:ext cx="2376264" cy="646331"/>
          </a:xfrm>
          <a:prstGeom prst="rect">
            <a:avLst/>
          </a:prstGeom>
          <a:noFill/>
        </p:spPr>
        <p:txBody>
          <a:bodyPr wrap="square" rtlCol="0">
            <a:spAutoFit/>
          </a:bodyPr>
          <a:lstStyle/>
          <a:p>
            <a:r>
              <a:rPr lang="en-US" altLang="zh-CN" dirty="0" smtClean="0">
                <a:latin typeface="微软雅黑" pitchFamily="34" charset="-122"/>
                <a:ea typeface="微软雅黑" pitchFamily="34" charset="-122"/>
              </a:rPr>
              <a:t>Embedded IP Core, SJA1000, etc…</a:t>
            </a:r>
            <a:endParaRPr lang="zh-CN" altLang="en-US" dirty="0">
              <a:latin typeface="微软雅黑" pitchFamily="34" charset="-122"/>
              <a:ea typeface="微软雅黑" pitchFamily="34" charset="-122"/>
            </a:endParaRPr>
          </a:p>
        </p:txBody>
      </p:sp>
      <p:graphicFrame>
        <p:nvGraphicFramePr>
          <p:cNvPr id="13" name="对象 12"/>
          <p:cNvGraphicFramePr>
            <a:graphicFrameLocks noChangeAspect="1"/>
          </p:cNvGraphicFramePr>
          <p:nvPr>
            <p:extLst>
              <p:ext uri="{D42A27DB-BD31-4B8C-83A1-F6EECF244321}">
                <p14:modId xmlns:p14="http://schemas.microsoft.com/office/powerpoint/2010/main" val="923271694"/>
              </p:ext>
            </p:extLst>
          </p:nvPr>
        </p:nvGraphicFramePr>
        <p:xfrm>
          <a:off x="1179488" y="4239382"/>
          <a:ext cx="1168400" cy="1035050"/>
        </p:xfrm>
        <a:graphic>
          <a:graphicData uri="http://schemas.openxmlformats.org/presentationml/2006/ole">
            <mc:AlternateContent xmlns:mc="http://schemas.openxmlformats.org/markup-compatibility/2006">
              <mc:Choice xmlns:v="urn:schemas-microsoft-com:vml" Requires="v">
                <p:oleObj spid="_x0000_s118829" name="Visio" r:id="rId7" imgW="1522571" imgH="1342549" progId="Visio.Drawing.11">
                  <p:embed/>
                </p:oleObj>
              </mc:Choice>
              <mc:Fallback>
                <p:oleObj name="Visio" r:id="rId7" imgW="1522571" imgH="1342549" progId="Visio.Drawing.11">
                  <p:embed/>
                  <p:pic>
                    <p:nvPicPr>
                      <p:cNvPr id="0" name=""/>
                      <p:cNvPicPr>
                        <a:picLocks noChangeAspect="1" noChangeArrowheads="1"/>
                      </p:cNvPicPr>
                      <p:nvPr/>
                    </p:nvPicPr>
                    <p:blipFill>
                      <a:blip r:embed="rId8"/>
                      <a:srcRect/>
                      <a:stretch>
                        <a:fillRect/>
                      </a:stretch>
                    </p:blipFill>
                    <p:spPr bwMode="auto">
                      <a:xfrm>
                        <a:off x="1179488" y="4239382"/>
                        <a:ext cx="1168400" cy="103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 name="TextBox 13"/>
          <p:cNvSpPr txBox="1"/>
          <p:nvPr/>
        </p:nvSpPr>
        <p:spPr>
          <a:xfrm>
            <a:off x="611560" y="5382828"/>
            <a:ext cx="2664296" cy="646331"/>
          </a:xfrm>
          <a:prstGeom prst="rect">
            <a:avLst/>
          </a:prstGeom>
          <a:noFill/>
        </p:spPr>
        <p:txBody>
          <a:bodyPr wrap="square" rtlCol="0">
            <a:spAutoFit/>
          </a:bodyPr>
          <a:lstStyle/>
          <a:p>
            <a:r>
              <a:rPr lang="en-US" altLang="zh-CN" dirty="0" smtClean="0">
                <a:latin typeface="微软雅黑" pitchFamily="34" charset="-122"/>
                <a:ea typeface="微软雅黑" pitchFamily="34" charset="-122"/>
              </a:rPr>
              <a:t>Tja1040t,pca82c250</a:t>
            </a:r>
            <a:r>
              <a:rPr lang="en-US" altLang="zh-CN" dirty="0">
                <a:latin typeface="微软雅黑" pitchFamily="34" charset="-122"/>
                <a:ea typeface="微软雅黑" pitchFamily="34" charset="-122"/>
              </a:rPr>
              <a:t>, </a:t>
            </a:r>
            <a:r>
              <a:rPr lang="en-US" altLang="zh-CN" dirty="0" smtClean="0">
                <a:latin typeface="微软雅黑" pitchFamily="34" charset="-122"/>
                <a:ea typeface="微软雅黑" pitchFamily="34" charset="-122"/>
              </a:rPr>
              <a:t>etc…</a:t>
            </a:r>
            <a:endParaRPr lang="zh-CN" altLang="en-US" dirty="0">
              <a:latin typeface="微软雅黑" pitchFamily="34" charset="-122"/>
              <a:ea typeface="微软雅黑" pitchFamily="34" charset="-122"/>
            </a:endParaRPr>
          </a:p>
        </p:txBody>
      </p:sp>
      <p:cxnSp>
        <p:nvCxnSpPr>
          <p:cNvPr id="15" name="直接连接符 14"/>
          <p:cNvCxnSpPr/>
          <p:nvPr/>
        </p:nvCxnSpPr>
        <p:spPr>
          <a:xfrm flipV="1">
            <a:off x="2267744" y="4221088"/>
            <a:ext cx="2172117" cy="504056"/>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2267744" y="4725144"/>
            <a:ext cx="2172117" cy="1027016"/>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57804666"/>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3528" y="274638"/>
            <a:ext cx="8496944" cy="1082660"/>
          </a:xfrm>
        </p:spPr>
        <p:txBody>
          <a:bodyPr>
            <a:normAutofit fontScale="90000"/>
          </a:bodyPr>
          <a:lstStyle/>
          <a:p>
            <a:r>
              <a:rPr lang="en-US" altLang="zh-CN" dirty="0"/>
              <a:t>PART 5: Communication on-board</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latin typeface="微软雅黑" pitchFamily="34" charset="-122"/>
                <a:ea typeface="微软雅黑" pitchFamily="34" charset="-122"/>
              </a:rPr>
              <a:t> </a:t>
            </a:r>
            <a:fld id="{E1EFCB46-C834-4067-A327-0EA79FD50686}" type="slidenum">
              <a:rPr lang="zh-CN" altLang="en-US" smtClean="0">
                <a:latin typeface="微软雅黑" pitchFamily="34" charset="-122"/>
                <a:ea typeface="微软雅黑" pitchFamily="34" charset="-122"/>
              </a:rPr>
              <a:pPr/>
              <a:t>60</a:t>
            </a:fld>
            <a:r>
              <a:rPr lang="zh-CN" altLang="en-US" smtClean="0">
                <a:latin typeface="微软雅黑" pitchFamily="34" charset="-122"/>
                <a:ea typeface="微软雅黑" pitchFamily="34" charset="-122"/>
              </a:rPr>
              <a:t> </a:t>
            </a:r>
            <a:endParaRPr lang="zh-CN" altLang="en-US" dirty="0">
              <a:latin typeface="微软雅黑" pitchFamily="34" charset="-122"/>
              <a:ea typeface="微软雅黑" pitchFamily="34" charset="-122"/>
            </a:endParaRPr>
          </a:p>
        </p:txBody>
      </p:sp>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5163" y="1160437"/>
            <a:ext cx="8172450" cy="406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矩形 5"/>
          <p:cNvSpPr>
            <a:spLocks noChangeArrowheads="1"/>
          </p:cNvSpPr>
          <p:nvPr/>
        </p:nvSpPr>
        <p:spPr bwMode="auto">
          <a:xfrm>
            <a:off x="190500" y="5254625"/>
            <a:ext cx="87630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457200"/>
            <a:r>
              <a:rPr lang="en-US" altLang="zh-CN" sz="1800" dirty="0">
                <a:solidFill>
                  <a:schemeClr val="tx1"/>
                </a:solidFill>
                <a:latin typeface="微软雅黑" pitchFamily="34" charset="-122"/>
                <a:ea typeface="微软雅黑" pitchFamily="34" charset="-122"/>
              </a:rPr>
              <a:t>Each CAN node has micro CPU, CAN controller and driver, and has two CAN bus, bus A and bus B, and each bus has two cable, CAN-H and CAN-L, which are connected to the CAN-H and CAN-L cable of the whole CAN bus</a:t>
            </a:r>
            <a:r>
              <a:rPr lang="en-US" altLang="zh-CN" sz="1800" dirty="0" smtClean="0">
                <a:solidFill>
                  <a:schemeClr val="tx1"/>
                </a:solidFill>
                <a:latin typeface="微软雅黑" pitchFamily="34" charset="-122"/>
                <a:ea typeface="微软雅黑" pitchFamily="34" charset="-122"/>
              </a:rPr>
              <a:t>. </a:t>
            </a:r>
            <a:r>
              <a:rPr lang="en-US" altLang="zh-CN" dirty="0">
                <a:solidFill>
                  <a:srgbClr val="FF0000"/>
                </a:solidFill>
                <a:latin typeface="微软雅黑" pitchFamily="34" charset="-122"/>
                <a:ea typeface="微软雅黑" pitchFamily="34" charset="-122"/>
              </a:rPr>
              <a:t>2 redundant  </a:t>
            </a:r>
            <a:r>
              <a:rPr lang="en-US" altLang="zh-CN" dirty="0">
                <a:latin typeface="微软雅黑" pitchFamily="34" charset="-122"/>
                <a:ea typeface="微软雅黑" pitchFamily="34" charset="-122"/>
              </a:rPr>
              <a:t>CAN bus</a:t>
            </a:r>
            <a:r>
              <a:rPr lang="en-US" altLang="zh-CN" dirty="0" smtClean="0">
                <a:latin typeface="微软雅黑" pitchFamily="34" charset="-122"/>
                <a:ea typeface="微软雅黑" pitchFamily="34" charset="-122"/>
              </a:rPr>
              <a:t>.</a:t>
            </a:r>
            <a:endParaRPr lang="en-US" altLang="zh-CN" dirty="0">
              <a:latin typeface="微软雅黑" pitchFamily="34" charset="-122"/>
              <a:ea typeface="微软雅黑" pitchFamily="34" charset="-122"/>
            </a:endParaRPr>
          </a:p>
        </p:txBody>
      </p:sp>
    </p:spTree>
    <p:extLst>
      <p:ext uri="{BB962C8B-B14F-4D97-AF65-F5344CB8AC3E}">
        <p14:creationId xmlns:p14="http://schemas.microsoft.com/office/powerpoint/2010/main" val="204174077"/>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3528" y="274638"/>
            <a:ext cx="8496944" cy="1082660"/>
          </a:xfrm>
        </p:spPr>
        <p:txBody>
          <a:bodyPr>
            <a:normAutofit fontScale="90000"/>
          </a:bodyPr>
          <a:lstStyle/>
          <a:p>
            <a:r>
              <a:rPr lang="en-US" altLang="zh-CN" dirty="0"/>
              <a:t>PART 5: Communication on-board</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latin typeface="微软雅黑" pitchFamily="34" charset="-122"/>
                <a:ea typeface="微软雅黑" pitchFamily="34" charset="-122"/>
              </a:rPr>
              <a:t> </a:t>
            </a:r>
            <a:fld id="{E1EFCB46-C834-4067-A327-0EA79FD50686}" type="slidenum">
              <a:rPr lang="zh-CN" altLang="en-US" smtClean="0">
                <a:latin typeface="微软雅黑" pitchFamily="34" charset="-122"/>
                <a:ea typeface="微软雅黑" pitchFamily="34" charset="-122"/>
              </a:rPr>
              <a:pPr/>
              <a:t>61</a:t>
            </a:fld>
            <a:r>
              <a:rPr lang="zh-CN" altLang="en-US" smtClean="0">
                <a:latin typeface="微软雅黑" pitchFamily="34" charset="-122"/>
                <a:ea typeface="微软雅黑" pitchFamily="34" charset="-122"/>
              </a:rPr>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465138" y="1041995"/>
            <a:ext cx="7527925"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a:lnSpc>
                <a:spcPct val="150000"/>
              </a:lnSpc>
            </a:pPr>
            <a:r>
              <a:rPr lang="en-US" altLang="zh-CN" sz="2800" dirty="0">
                <a:solidFill>
                  <a:schemeClr val="tx1"/>
                </a:solidFill>
                <a:latin typeface="微软雅黑" pitchFamily="34" charset="-122"/>
                <a:ea typeface="微软雅黑" pitchFamily="34" charset="-122"/>
              </a:rPr>
              <a:t>Physical Layer-Cable Connection</a:t>
            </a:r>
            <a:endParaRPr lang="zh-CN" altLang="en-US" sz="2800" dirty="0">
              <a:solidFill>
                <a:schemeClr val="tx1"/>
              </a:solidFill>
              <a:latin typeface="微软雅黑" pitchFamily="34" charset="-122"/>
              <a:ea typeface="微软雅黑" pitchFamily="34" charset="-122"/>
            </a:endParaRPr>
          </a:p>
        </p:txBody>
      </p:sp>
      <p:graphicFrame>
        <p:nvGraphicFramePr>
          <p:cNvPr id="7" name="对象 3"/>
          <p:cNvGraphicFramePr>
            <a:graphicFrameLocks noChangeAspect="1"/>
          </p:cNvGraphicFramePr>
          <p:nvPr>
            <p:extLst>
              <p:ext uri="{D42A27DB-BD31-4B8C-83A1-F6EECF244321}">
                <p14:modId xmlns:p14="http://schemas.microsoft.com/office/powerpoint/2010/main" val="1248150049"/>
              </p:ext>
            </p:extLst>
          </p:nvPr>
        </p:nvGraphicFramePr>
        <p:xfrm>
          <a:off x="1504950" y="1725463"/>
          <a:ext cx="6262688" cy="3287713"/>
        </p:xfrm>
        <a:graphic>
          <a:graphicData uri="http://schemas.openxmlformats.org/presentationml/2006/ole">
            <mc:AlternateContent xmlns:mc="http://schemas.openxmlformats.org/markup-compatibility/2006">
              <mc:Choice xmlns:v="urn:schemas-microsoft-com:vml" Requires="v">
                <p:oleObj spid="_x0000_s110665" name="Visio" r:id="rId4" imgW="5879869" imgH="3054553" progId="Visio.Drawing.11">
                  <p:embed/>
                </p:oleObj>
              </mc:Choice>
              <mc:Fallback>
                <p:oleObj name="Visio" r:id="rId4" imgW="5879869" imgH="3054553" progId="Visio.Drawing.11">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04950" y="1725463"/>
                        <a:ext cx="6262688" cy="3287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内容占位符 2"/>
          <p:cNvSpPr txBox="1">
            <a:spLocks/>
          </p:cNvSpPr>
          <p:nvPr/>
        </p:nvSpPr>
        <p:spPr>
          <a:xfrm>
            <a:off x="592138" y="5157192"/>
            <a:ext cx="8229600" cy="1241425"/>
          </a:xfrm>
          <a:prstGeom prst="rect">
            <a:avLst/>
          </a:prstGeom>
        </p:spPr>
        <p:txBody>
          <a:bodyPr/>
          <a:lstStyle/>
          <a:p>
            <a:pPr indent="-342900" algn="l" eaLnBrk="0" hangingPunct="0">
              <a:spcBef>
                <a:spcPct val="20000"/>
              </a:spcBef>
              <a:defRPr/>
            </a:pPr>
            <a:r>
              <a:rPr lang="en-US" sz="1800" b="0" kern="0" dirty="0">
                <a:solidFill>
                  <a:schemeClr val="tx1"/>
                </a:solidFill>
                <a:latin typeface="微软雅黑" pitchFamily="34" charset="-122"/>
                <a:ea typeface="微软雅黑" pitchFamily="34" charset="-122"/>
                <a:cs typeface="Times New Roman" pitchFamily="18" charset="0"/>
              </a:rPr>
              <a:t>    </a:t>
            </a:r>
            <a:r>
              <a:rPr lang="en-US" altLang="zh-CN" sz="1800" dirty="0">
                <a:solidFill>
                  <a:schemeClr val="tx1"/>
                </a:solidFill>
                <a:latin typeface="微软雅黑" pitchFamily="34" charset="-122"/>
                <a:ea typeface="微软雅黑" pitchFamily="34" charset="-122"/>
              </a:rPr>
              <a:t>Each CAN node uses two bus sockets, one is for cable in and one is for cable out. The two sockets are connected in the node from pin to pin. The nodes are connected by twisted-pair cables. Terminal resistor is connected with the far end of the cables. the terminal resistance is 120Ω.</a:t>
            </a:r>
            <a:endParaRPr lang="zh-CN" altLang="en-US" sz="1800" dirty="0">
              <a:solidFill>
                <a:schemeClr val="tx1"/>
              </a:solidFill>
              <a:latin typeface="微软雅黑" pitchFamily="34" charset="-122"/>
              <a:ea typeface="微软雅黑" pitchFamily="34" charset="-122"/>
            </a:endParaRPr>
          </a:p>
        </p:txBody>
      </p:sp>
    </p:spTree>
    <p:extLst>
      <p:ext uri="{BB962C8B-B14F-4D97-AF65-F5344CB8AC3E}">
        <p14:creationId xmlns:p14="http://schemas.microsoft.com/office/powerpoint/2010/main" val="204174077"/>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3528" y="274638"/>
            <a:ext cx="8496944" cy="1082660"/>
          </a:xfrm>
        </p:spPr>
        <p:txBody>
          <a:bodyPr>
            <a:normAutofit fontScale="90000"/>
          </a:bodyPr>
          <a:lstStyle/>
          <a:p>
            <a:r>
              <a:rPr lang="en-US" altLang="zh-CN" dirty="0"/>
              <a:t>PART 5: Communication on-board</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latin typeface="微软雅黑" pitchFamily="34" charset="-122"/>
                <a:ea typeface="微软雅黑" pitchFamily="34" charset="-122"/>
              </a:rPr>
              <a:t> </a:t>
            </a:r>
            <a:fld id="{E1EFCB46-C834-4067-A327-0EA79FD50686}" type="slidenum">
              <a:rPr lang="zh-CN" altLang="en-US" smtClean="0">
                <a:latin typeface="微软雅黑" pitchFamily="34" charset="-122"/>
                <a:ea typeface="微软雅黑" pitchFamily="34" charset="-122"/>
              </a:rPr>
              <a:pPr/>
              <a:t>62</a:t>
            </a:fld>
            <a:r>
              <a:rPr lang="zh-CN" altLang="en-US" smtClean="0">
                <a:latin typeface="微软雅黑" pitchFamily="34" charset="-122"/>
                <a:ea typeface="微软雅黑" pitchFamily="34" charset="-122"/>
              </a:rPr>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454869" y="2243338"/>
            <a:ext cx="8255000" cy="13388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457200" algn="just">
              <a:lnSpc>
                <a:spcPct val="150000"/>
              </a:lnSpc>
            </a:pPr>
            <a:r>
              <a:rPr lang="en-US" altLang="zh-CN" dirty="0">
                <a:solidFill>
                  <a:schemeClr val="tx1"/>
                </a:solidFill>
                <a:latin typeface="微软雅黑" pitchFamily="34" charset="-122"/>
                <a:ea typeface="微软雅黑" pitchFamily="34" charset="-122"/>
              </a:rPr>
              <a:t>OBC sends TM collection frame to </a:t>
            </a:r>
            <a:r>
              <a:rPr lang="en-US" altLang="zh-CN" dirty="0" smtClean="0">
                <a:solidFill>
                  <a:schemeClr val="tx1"/>
                </a:solidFill>
                <a:latin typeface="微软雅黑" pitchFamily="34" charset="-122"/>
                <a:ea typeface="微软雅黑" pitchFamily="34" charset="-122"/>
              </a:rPr>
              <a:t>sub-computer</a:t>
            </a:r>
            <a:r>
              <a:rPr lang="en-US" altLang="zh-CN" dirty="0">
                <a:solidFill>
                  <a:schemeClr val="tx1"/>
                </a:solidFill>
                <a:latin typeface="微软雅黑" pitchFamily="34" charset="-122"/>
                <a:ea typeface="微软雅黑" pitchFamily="34" charset="-122"/>
              </a:rPr>
              <a:t>, and </a:t>
            </a:r>
            <a:r>
              <a:rPr lang="en-US" altLang="zh-CN" dirty="0" smtClean="0">
                <a:solidFill>
                  <a:schemeClr val="tx1"/>
                </a:solidFill>
                <a:latin typeface="微软雅黑" pitchFamily="34" charset="-122"/>
                <a:ea typeface="微软雅黑" pitchFamily="34" charset="-122"/>
              </a:rPr>
              <a:t>sub-computer </a:t>
            </a:r>
            <a:r>
              <a:rPr lang="en-US" altLang="zh-CN" dirty="0">
                <a:solidFill>
                  <a:schemeClr val="tx1"/>
                </a:solidFill>
                <a:latin typeface="微软雅黑" pitchFamily="34" charset="-122"/>
                <a:ea typeface="微软雅黑" pitchFamily="34" charset="-122"/>
              </a:rPr>
              <a:t>responds TM CAN frame one by one in the same bus. This procedure is called polling-responding</a:t>
            </a:r>
            <a:r>
              <a:rPr lang="en-US" altLang="zh-CN" dirty="0" smtClean="0">
                <a:solidFill>
                  <a:schemeClr val="tx1"/>
                </a:solidFill>
                <a:latin typeface="微软雅黑" pitchFamily="34" charset="-122"/>
                <a:ea typeface="微软雅黑" pitchFamily="34" charset="-122"/>
              </a:rPr>
              <a:t>.</a:t>
            </a:r>
            <a:endParaRPr lang="en-US" altLang="zh-CN" dirty="0">
              <a:solidFill>
                <a:schemeClr val="tx1"/>
              </a:solidFill>
              <a:latin typeface="微软雅黑" pitchFamily="34" charset="-122"/>
              <a:ea typeface="微软雅黑" pitchFamily="34" charset="-122"/>
            </a:endParaRPr>
          </a:p>
        </p:txBody>
      </p:sp>
      <p:graphicFrame>
        <p:nvGraphicFramePr>
          <p:cNvPr id="7" name="Object 11"/>
          <p:cNvGraphicFramePr>
            <a:graphicFrameLocks noChangeAspect="1"/>
          </p:cNvGraphicFramePr>
          <p:nvPr>
            <p:extLst>
              <p:ext uri="{D42A27DB-BD31-4B8C-83A1-F6EECF244321}">
                <p14:modId xmlns:p14="http://schemas.microsoft.com/office/powerpoint/2010/main" val="3506524598"/>
              </p:ext>
            </p:extLst>
          </p:nvPr>
        </p:nvGraphicFramePr>
        <p:xfrm>
          <a:off x="1358900" y="3789040"/>
          <a:ext cx="5992813" cy="1795462"/>
        </p:xfrm>
        <a:graphic>
          <a:graphicData uri="http://schemas.openxmlformats.org/presentationml/2006/ole">
            <mc:AlternateContent xmlns:mc="http://schemas.openxmlformats.org/markup-compatibility/2006">
              <mc:Choice xmlns:v="urn:schemas-microsoft-com:vml" Requires="v">
                <p:oleObj spid="_x0000_s111690" name="Visio" r:id="rId4" imgW="5983909" imgH="1795289" progId="Visio.Drawing.11">
                  <p:embed/>
                </p:oleObj>
              </mc:Choice>
              <mc:Fallback>
                <p:oleObj name="Visio" r:id="rId4" imgW="5983909" imgH="1795289" progId="Visio.Drawing.11">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58900" y="3789040"/>
                        <a:ext cx="5992813" cy="1795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04174077"/>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3528" y="274638"/>
            <a:ext cx="8496944" cy="1082660"/>
          </a:xfrm>
        </p:spPr>
        <p:txBody>
          <a:bodyPr>
            <a:normAutofit fontScale="90000"/>
          </a:bodyPr>
          <a:lstStyle/>
          <a:p>
            <a:r>
              <a:rPr lang="en-US" altLang="zh-CN" dirty="0"/>
              <a:t>PART 5: Communication on-board</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latin typeface="微软雅黑" pitchFamily="34" charset="-122"/>
                <a:ea typeface="微软雅黑" pitchFamily="34" charset="-122"/>
              </a:rPr>
              <a:t> </a:t>
            </a:r>
            <a:fld id="{E1EFCB46-C834-4067-A327-0EA79FD50686}" type="slidenum">
              <a:rPr lang="zh-CN" altLang="en-US" smtClean="0">
                <a:latin typeface="微软雅黑" pitchFamily="34" charset="-122"/>
                <a:ea typeface="微软雅黑" pitchFamily="34" charset="-122"/>
              </a:rPr>
              <a:pPr/>
              <a:t>63</a:t>
            </a:fld>
            <a:r>
              <a:rPr lang="zh-CN" altLang="en-US" smtClean="0">
                <a:latin typeface="微软雅黑" pitchFamily="34" charset="-122"/>
                <a:ea typeface="微软雅黑" pitchFamily="34" charset="-122"/>
              </a:rPr>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482600" y="1768847"/>
            <a:ext cx="825500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457200" algn="just">
              <a:lnSpc>
                <a:spcPct val="150000"/>
              </a:lnSpc>
            </a:pPr>
            <a:r>
              <a:rPr lang="en-US" altLang="zh-CN" sz="2400" dirty="0">
                <a:solidFill>
                  <a:schemeClr val="tx1"/>
                </a:solidFill>
                <a:latin typeface="微软雅黑" pitchFamily="34" charset="-122"/>
                <a:ea typeface="微软雅黑" pitchFamily="34" charset="-122"/>
              </a:rPr>
              <a:t>OBC send TC frame to </a:t>
            </a:r>
            <a:r>
              <a:rPr lang="en-US" altLang="zh-CN" sz="2400" dirty="0" smtClean="0">
                <a:solidFill>
                  <a:schemeClr val="tx1"/>
                </a:solidFill>
                <a:latin typeface="微软雅黑" pitchFamily="34" charset="-122"/>
                <a:ea typeface="微软雅黑" pitchFamily="34" charset="-122"/>
              </a:rPr>
              <a:t>sub-computer</a:t>
            </a:r>
            <a:r>
              <a:rPr lang="en-US" altLang="zh-CN" sz="2400" dirty="0">
                <a:solidFill>
                  <a:schemeClr val="tx1"/>
                </a:solidFill>
                <a:latin typeface="微软雅黑" pitchFamily="34" charset="-122"/>
                <a:ea typeface="微软雅黑" pitchFamily="34" charset="-122"/>
              </a:rPr>
              <a:t>, and </a:t>
            </a:r>
            <a:r>
              <a:rPr lang="en-US" altLang="zh-CN" sz="2400" dirty="0" smtClean="0">
                <a:solidFill>
                  <a:schemeClr val="tx1"/>
                </a:solidFill>
                <a:latin typeface="微软雅黑" pitchFamily="34" charset="-122"/>
                <a:ea typeface="微软雅黑" pitchFamily="34" charset="-122"/>
              </a:rPr>
              <a:t>sub-computer </a:t>
            </a:r>
            <a:r>
              <a:rPr lang="en-US" altLang="zh-CN" sz="2400" dirty="0">
                <a:solidFill>
                  <a:schemeClr val="tx1"/>
                </a:solidFill>
                <a:latin typeface="微软雅黑" pitchFamily="34" charset="-122"/>
                <a:ea typeface="微软雅黑" pitchFamily="34" charset="-122"/>
              </a:rPr>
              <a:t>send respond frame  to OBC at the same bus. This procedure is called selecting-responding.  TC frame include indirect TC and data block.</a:t>
            </a:r>
          </a:p>
        </p:txBody>
      </p:sp>
    </p:spTree>
    <p:extLst>
      <p:ext uri="{BB962C8B-B14F-4D97-AF65-F5344CB8AC3E}">
        <p14:creationId xmlns:p14="http://schemas.microsoft.com/office/powerpoint/2010/main" val="204174077"/>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3528" y="274638"/>
            <a:ext cx="8496944" cy="1082660"/>
          </a:xfrm>
        </p:spPr>
        <p:txBody>
          <a:bodyPr>
            <a:normAutofit fontScale="90000"/>
          </a:bodyPr>
          <a:lstStyle/>
          <a:p>
            <a:r>
              <a:rPr lang="en-US" altLang="zh-CN" dirty="0"/>
              <a:t>PART 5: Communication on-board</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latin typeface="微软雅黑" pitchFamily="34" charset="-122"/>
                <a:ea typeface="微软雅黑" pitchFamily="34" charset="-122"/>
              </a:rPr>
              <a:t> </a:t>
            </a:r>
            <a:fld id="{E1EFCB46-C834-4067-A327-0EA79FD50686}" type="slidenum">
              <a:rPr lang="zh-CN" altLang="en-US" smtClean="0">
                <a:latin typeface="微软雅黑" pitchFamily="34" charset="-122"/>
                <a:ea typeface="微软雅黑" pitchFamily="34" charset="-122"/>
              </a:rPr>
              <a:pPr/>
              <a:t>64</a:t>
            </a:fld>
            <a:r>
              <a:rPr lang="zh-CN" altLang="en-US" smtClean="0">
                <a:latin typeface="微软雅黑" pitchFamily="34" charset="-122"/>
                <a:ea typeface="微软雅黑" pitchFamily="34" charset="-122"/>
              </a:rPr>
              <a:t> </a:t>
            </a:r>
            <a:endParaRPr lang="zh-CN" altLang="en-US" dirty="0">
              <a:latin typeface="微软雅黑" pitchFamily="34" charset="-122"/>
              <a:ea typeface="微软雅黑" pitchFamily="34" charset="-122"/>
            </a:endParaRPr>
          </a:p>
        </p:txBody>
      </p:sp>
      <p:sp>
        <p:nvSpPr>
          <p:cNvPr id="8" name="矩形 1"/>
          <p:cNvSpPr>
            <a:spLocks noChangeArrowheads="1"/>
          </p:cNvSpPr>
          <p:nvPr/>
        </p:nvSpPr>
        <p:spPr bwMode="auto">
          <a:xfrm>
            <a:off x="720725" y="1682775"/>
            <a:ext cx="7488238" cy="2739211"/>
          </a:xfrm>
          <a:prstGeom prst="rect">
            <a:avLst/>
          </a:prstGeom>
          <a:noFill/>
          <a:ln>
            <a:noFill/>
          </a:ln>
          <a:extLst/>
        </p:spPr>
        <p:txBody>
          <a:bodyPr>
            <a:spAutoFit/>
          </a:bodyPr>
          <a:lstStyle/>
          <a:p>
            <a:pPr algn="just">
              <a:lnSpc>
                <a:spcPct val="150000"/>
              </a:lnSpc>
              <a:spcAft>
                <a:spcPts val="1200"/>
              </a:spcAft>
              <a:defRPr/>
            </a:pPr>
            <a:r>
              <a:rPr lang="en-US" altLang="zh-CN" dirty="0">
                <a:solidFill>
                  <a:schemeClr val="tx1"/>
                </a:solidFill>
                <a:latin typeface="微软雅黑" pitchFamily="34" charset="-122"/>
                <a:ea typeface="微软雅黑" pitchFamily="34" charset="-122"/>
              </a:rPr>
              <a:t>1. CAN bus communication is the </a:t>
            </a:r>
            <a:r>
              <a:rPr lang="en-US" altLang="zh-CN" dirty="0">
                <a:solidFill>
                  <a:srgbClr val="C00000"/>
                </a:solidFill>
                <a:latin typeface="微软雅黑" pitchFamily="34" charset="-122"/>
                <a:ea typeface="微软雅黑" pitchFamily="34" charset="-122"/>
              </a:rPr>
              <a:t>basis</a:t>
            </a:r>
            <a:r>
              <a:rPr lang="en-US" altLang="zh-CN" dirty="0">
                <a:solidFill>
                  <a:schemeClr val="tx1"/>
                </a:solidFill>
                <a:latin typeface="微软雅黑" pitchFamily="34" charset="-122"/>
                <a:ea typeface="微软雅黑" pitchFamily="34" charset="-122"/>
              </a:rPr>
              <a:t> of information exchange. Functions including TC, TM, Time-tagged TC and time management need CAN bus communication.</a:t>
            </a:r>
            <a:endParaRPr lang="zh-CN" altLang="zh-CN" dirty="0">
              <a:solidFill>
                <a:schemeClr val="tx1"/>
              </a:solidFill>
              <a:latin typeface="微软雅黑" pitchFamily="34" charset="-122"/>
              <a:ea typeface="微软雅黑" pitchFamily="34" charset="-122"/>
            </a:endParaRPr>
          </a:p>
          <a:p>
            <a:pPr algn="just">
              <a:lnSpc>
                <a:spcPct val="150000"/>
              </a:lnSpc>
              <a:spcAft>
                <a:spcPts val="1200"/>
              </a:spcAft>
              <a:defRPr/>
            </a:pPr>
            <a:r>
              <a:rPr lang="en-US" altLang="zh-CN" dirty="0" smtClean="0">
                <a:solidFill>
                  <a:schemeClr val="tx1"/>
                </a:solidFill>
                <a:latin typeface="微软雅黑" pitchFamily="34" charset="-122"/>
                <a:ea typeface="微软雅黑" pitchFamily="34" charset="-122"/>
              </a:rPr>
              <a:t>3</a:t>
            </a:r>
            <a:r>
              <a:rPr lang="en-US" altLang="zh-CN" dirty="0">
                <a:solidFill>
                  <a:schemeClr val="tx1"/>
                </a:solidFill>
                <a:latin typeface="微软雅黑" pitchFamily="34" charset="-122"/>
                <a:ea typeface="微软雅黑" pitchFamily="34" charset="-122"/>
              </a:rPr>
              <a:t>.  Message is sent in the way of </a:t>
            </a:r>
            <a:r>
              <a:rPr lang="en-US" altLang="zh-CN" dirty="0">
                <a:solidFill>
                  <a:srgbClr val="C00000"/>
                </a:solidFill>
                <a:latin typeface="微软雅黑" pitchFamily="34" charset="-122"/>
                <a:ea typeface="微软雅黑" pitchFamily="34" charset="-122"/>
              </a:rPr>
              <a:t>data frame</a:t>
            </a:r>
            <a:r>
              <a:rPr lang="en-US" altLang="zh-CN" dirty="0">
                <a:solidFill>
                  <a:schemeClr val="tx1"/>
                </a:solidFill>
                <a:latin typeface="微软雅黑" pitchFamily="34" charset="-122"/>
                <a:ea typeface="微软雅黑" pitchFamily="34" charset="-122"/>
              </a:rPr>
              <a:t>. </a:t>
            </a:r>
            <a:r>
              <a:rPr lang="en-US" altLang="zh-CN" dirty="0">
                <a:solidFill>
                  <a:srgbClr val="C00000"/>
                </a:solidFill>
                <a:latin typeface="微软雅黑" pitchFamily="34" charset="-122"/>
                <a:ea typeface="微软雅黑" pitchFamily="34" charset="-122"/>
              </a:rPr>
              <a:t>Master node </a:t>
            </a:r>
            <a:r>
              <a:rPr lang="en-US" altLang="zh-CN" dirty="0">
                <a:solidFill>
                  <a:schemeClr val="tx1"/>
                </a:solidFill>
                <a:latin typeface="微软雅黑" pitchFamily="34" charset="-122"/>
                <a:ea typeface="微软雅黑" pitchFamily="34" charset="-122"/>
              </a:rPr>
              <a:t>is OBC and sub-computer is </a:t>
            </a:r>
            <a:r>
              <a:rPr lang="en-US" altLang="zh-CN" dirty="0">
                <a:solidFill>
                  <a:srgbClr val="C00000"/>
                </a:solidFill>
                <a:latin typeface="微软雅黑" pitchFamily="34" charset="-122"/>
                <a:ea typeface="微软雅黑" pitchFamily="34" charset="-122"/>
              </a:rPr>
              <a:t>slave-node</a:t>
            </a:r>
            <a:r>
              <a:rPr lang="en-US" altLang="zh-CN" dirty="0">
                <a:solidFill>
                  <a:schemeClr val="tx1"/>
                </a:solidFill>
                <a:latin typeface="微软雅黑" pitchFamily="34" charset="-122"/>
                <a:ea typeface="微软雅黑" pitchFamily="34" charset="-122"/>
              </a:rPr>
              <a:t>. OBC respectively polls sub-computers and collects TM. </a:t>
            </a:r>
            <a:endParaRPr lang="zh-CN" altLang="en-US" dirty="0">
              <a:solidFill>
                <a:schemeClr val="tx1"/>
              </a:solidFill>
              <a:latin typeface="微软雅黑" pitchFamily="34" charset="-122"/>
              <a:ea typeface="微软雅黑" pitchFamily="34" charset="-122"/>
            </a:endParaRPr>
          </a:p>
        </p:txBody>
      </p:sp>
      <p:sp>
        <p:nvSpPr>
          <p:cNvPr id="9" name="矩形 1"/>
          <p:cNvSpPr>
            <a:spLocks noChangeArrowheads="1"/>
          </p:cNvSpPr>
          <p:nvPr/>
        </p:nvSpPr>
        <p:spPr bwMode="auto">
          <a:xfrm>
            <a:off x="465138" y="1062062"/>
            <a:ext cx="3278187"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a:lnSpc>
                <a:spcPct val="150000"/>
              </a:lnSpc>
            </a:pPr>
            <a:r>
              <a:rPr lang="en-US" altLang="zh-CN" sz="2800" dirty="0">
                <a:solidFill>
                  <a:schemeClr val="tx1"/>
                </a:solidFill>
                <a:latin typeface="微软雅黑" pitchFamily="34" charset="-122"/>
                <a:ea typeface="微软雅黑" pitchFamily="34" charset="-122"/>
              </a:rPr>
              <a:t>Summary</a:t>
            </a:r>
          </a:p>
        </p:txBody>
      </p:sp>
    </p:spTree>
    <p:extLst>
      <p:ext uri="{BB962C8B-B14F-4D97-AF65-F5344CB8AC3E}">
        <p14:creationId xmlns:p14="http://schemas.microsoft.com/office/powerpoint/2010/main" val="610026387"/>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3528" y="274638"/>
            <a:ext cx="8496944" cy="1082660"/>
          </a:xfrm>
        </p:spPr>
        <p:txBody>
          <a:bodyPr>
            <a:normAutofit/>
          </a:bodyPr>
          <a:lstStyle/>
          <a:p>
            <a:r>
              <a:rPr lang="en-US" altLang="zh-CN" dirty="0"/>
              <a:t>PART 6: Time Management</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latin typeface="微软雅黑" pitchFamily="34" charset="-122"/>
                <a:ea typeface="微软雅黑" pitchFamily="34" charset="-122"/>
              </a:rPr>
              <a:t> </a:t>
            </a:r>
            <a:fld id="{E1EFCB46-C834-4067-A327-0EA79FD50686}" type="slidenum">
              <a:rPr lang="zh-CN" altLang="en-US" smtClean="0">
                <a:latin typeface="微软雅黑" pitchFamily="34" charset="-122"/>
                <a:ea typeface="微软雅黑" pitchFamily="34" charset="-122"/>
              </a:rPr>
              <a:pPr/>
              <a:t>65</a:t>
            </a:fld>
            <a:r>
              <a:rPr lang="zh-CN" altLang="en-US" smtClean="0">
                <a:latin typeface="微软雅黑" pitchFamily="34" charset="-122"/>
                <a:ea typeface="微软雅黑" pitchFamily="34" charset="-122"/>
              </a:rPr>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457200" y="1668884"/>
            <a:ext cx="8255000" cy="341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457200" algn="just">
              <a:lnSpc>
                <a:spcPct val="150000"/>
              </a:lnSpc>
            </a:pPr>
            <a:r>
              <a:rPr lang="en-US" altLang="zh-CN" sz="2400" dirty="0">
                <a:solidFill>
                  <a:schemeClr val="tx1"/>
                </a:solidFill>
                <a:latin typeface="微软雅黑" pitchFamily="34" charset="-122"/>
                <a:ea typeface="微软雅黑" pitchFamily="34" charset="-122"/>
              </a:rPr>
              <a:t>There are two time references on board, one is platform time reference, and the other is GPS PPS time reference. </a:t>
            </a:r>
          </a:p>
          <a:p>
            <a:pPr indent="457200" algn="just">
              <a:lnSpc>
                <a:spcPct val="150000"/>
              </a:lnSpc>
            </a:pPr>
            <a:r>
              <a:rPr lang="en-US" altLang="zh-CN" sz="2400" dirty="0">
                <a:solidFill>
                  <a:schemeClr val="tx1"/>
                </a:solidFill>
                <a:latin typeface="微软雅黑" pitchFamily="34" charset="-122"/>
                <a:ea typeface="微软雅黑" pitchFamily="34" charset="-122"/>
              </a:rPr>
              <a:t>GPS PPS time reference </a:t>
            </a:r>
            <a:r>
              <a:rPr lang="en-US" altLang="zh-CN" sz="2400" dirty="0">
                <a:latin typeface="微软雅黑" pitchFamily="34" charset="-122"/>
                <a:ea typeface="微软雅黑" pitchFamily="34" charset="-122"/>
              </a:rPr>
              <a:t>is generated by GPS </a:t>
            </a:r>
            <a:r>
              <a:rPr lang="en-US" altLang="zh-CN" sz="2400" dirty="0" smtClean="0">
                <a:latin typeface="微软雅黑" pitchFamily="34" charset="-122"/>
                <a:ea typeface="微软雅黑" pitchFamily="34" charset="-122"/>
              </a:rPr>
              <a:t>receiver and is </a:t>
            </a:r>
            <a:r>
              <a:rPr lang="en-US" altLang="zh-CN" sz="2400" dirty="0">
                <a:solidFill>
                  <a:schemeClr val="tx1"/>
                </a:solidFill>
                <a:latin typeface="微软雅黑" pitchFamily="34" charset="-122"/>
                <a:ea typeface="微软雅黑" pitchFamily="34" charset="-122"/>
              </a:rPr>
              <a:t>used by payload, and </a:t>
            </a:r>
            <a:r>
              <a:rPr lang="en-US" altLang="zh-CN" sz="2400" dirty="0" smtClean="0">
                <a:solidFill>
                  <a:schemeClr val="tx1"/>
                </a:solidFill>
                <a:latin typeface="微软雅黑" pitchFamily="34" charset="-122"/>
                <a:ea typeface="微软雅黑" pitchFamily="34" charset="-122"/>
              </a:rPr>
              <a:t>which </a:t>
            </a:r>
            <a:r>
              <a:rPr lang="en-US" altLang="zh-CN" sz="2400" dirty="0">
                <a:solidFill>
                  <a:schemeClr val="tx1"/>
                </a:solidFill>
                <a:latin typeface="微软雅黑" pitchFamily="34" charset="-122"/>
                <a:ea typeface="微软雅黑" pitchFamily="34" charset="-122"/>
              </a:rPr>
              <a:t>is more accurate than platform time reference.</a:t>
            </a:r>
          </a:p>
        </p:txBody>
      </p:sp>
      <p:sp>
        <p:nvSpPr>
          <p:cNvPr id="3" name="动作按钮: 前进或下一项 2">
            <a:hlinkClick r:id="rId3" action="ppaction://hlinksldjump" highlightClick="1"/>
          </p:cNvPr>
          <p:cNvSpPr/>
          <p:nvPr/>
        </p:nvSpPr>
        <p:spPr>
          <a:xfrm>
            <a:off x="7956376" y="5661248"/>
            <a:ext cx="648072" cy="521208"/>
          </a:xfrm>
          <a:prstGeom prst="actionButtonForwardNex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itchFamily="34" charset="-122"/>
              <a:ea typeface="微软雅黑" pitchFamily="34" charset="-122"/>
            </a:endParaRPr>
          </a:p>
        </p:txBody>
      </p:sp>
    </p:spTree>
    <p:extLst>
      <p:ext uri="{BB962C8B-B14F-4D97-AF65-F5344CB8AC3E}">
        <p14:creationId xmlns:p14="http://schemas.microsoft.com/office/powerpoint/2010/main" val="2494428921"/>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3528" y="274638"/>
            <a:ext cx="8496944" cy="1082660"/>
          </a:xfrm>
        </p:spPr>
        <p:txBody>
          <a:bodyPr>
            <a:normAutofit/>
          </a:bodyPr>
          <a:lstStyle/>
          <a:p>
            <a:r>
              <a:rPr lang="en-US" altLang="zh-CN" dirty="0"/>
              <a:t>PART 6: Time Management</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latin typeface="微软雅黑" pitchFamily="34" charset="-122"/>
                <a:ea typeface="微软雅黑" pitchFamily="34" charset="-122"/>
              </a:rPr>
              <a:t> </a:t>
            </a:r>
            <a:fld id="{E1EFCB46-C834-4067-A327-0EA79FD50686}" type="slidenum">
              <a:rPr lang="zh-CN" altLang="en-US" smtClean="0">
                <a:latin typeface="微软雅黑" pitchFamily="34" charset="-122"/>
                <a:ea typeface="微软雅黑" pitchFamily="34" charset="-122"/>
              </a:rPr>
              <a:pPr/>
              <a:t>66</a:t>
            </a:fld>
            <a:r>
              <a:rPr lang="zh-CN" altLang="en-US" smtClean="0">
                <a:latin typeface="微软雅黑" pitchFamily="34" charset="-122"/>
                <a:ea typeface="微软雅黑" pitchFamily="34" charset="-122"/>
              </a:rPr>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457200" y="1624831"/>
            <a:ext cx="8255000"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457200" algn="just">
              <a:lnSpc>
                <a:spcPct val="150000"/>
              </a:lnSpc>
            </a:pPr>
            <a:r>
              <a:rPr lang="en-US" altLang="zh-CN" sz="2400" dirty="0">
                <a:solidFill>
                  <a:schemeClr val="tx1"/>
                </a:solidFill>
                <a:latin typeface="微软雅黑" pitchFamily="34" charset="-122"/>
                <a:ea typeface="微软雅黑" pitchFamily="34" charset="-122"/>
              </a:rPr>
              <a:t>Platform time reference is generated by OBC, which is used for time-tagged command, telemetry timestamp.</a:t>
            </a:r>
          </a:p>
          <a:p>
            <a:pPr indent="457200" algn="just">
              <a:lnSpc>
                <a:spcPct val="150000"/>
              </a:lnSpc>
            </a:pPr>
            <a:r>
              <a:rPr lang="en-US" altLang="zh-CN" sz="2400" dirty="0">
                <a:solidFill>
                  <a:schemeClr val="tx1"/>
                </a:solidFill>
                <a:latin typeface="微软雅黑" pitchFamily="34" charset="-122"/>
                <a:ea typeface="微软雅黑" pitchFamily="34" charset="-122"/>
              </a:rPr>
              <a:t>Payload uses platform time reference as degraded timing reference in case of GPS receiver is abnormal. </a:t>
            </a:r>
          </a:p>
        </p:txBody>
      </p:sp>
    </p:spTree>
    <p:extLst>
      <p:ext uri="{BB962C8B-B14F-4D97-AF65-F5344CB8AC3E}">
        <p14:creationId xmlns:p14="http://schemas.microsoft.com/office/powerpoint/2010/main" val="610026387"/>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3528" y="274638"/>
            <a:ext cx="8496944" cy="1082660"/>
          </a:xfrm>
        </p:spPr>
        <p:txBody>
          <a:bodyPr>
            <a:normAutofit/>
          </a:bodyPr>
          <a:lstStyle/>
          <a:p>
            <a:r>
              <a:rPr lang="en-US" altLang="zh-CN" dirty="0"/>
              <a:t>PART 6: Time Management</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latin typeface="微软雅黑" pitchFamily="34" charset="-122"/>
                <a:ea typeface="微软雅黑" pitchFamily="34" charset="-122"/>
              </a:rPr>
              <a:t> </a:t>
            </a:r>
            <a:fld id="{E1EFCB46-C834-4067-A327-0EA79FD50686}" type="slidenum">
              <a:rPr lang="zh-CN" altLang="en-US" smtClean="0">
                <a:latin typeface="微软雅黑" pitchFamily="34" charset="-122"/>
                <a:ea typeface="微软雅黑" pitchFamily="34" charset="-122"/>
              </a:rPr>
              <a:pPr/>
              <a:t>67</a:t>
            </a:fld>
            <a:r>
              <a:rPr lang="zh-CN" altLang="en-US" smtClean="0">
                <a:latin typeface="微软雅黑" pitchFamily="34" charset="-122"/>
                <a:ea typeface="微软雅黑" pitchFamily="34" charset="-122"/>
              </a:rPr>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457200" y="1132482"/>
            <a:ext cx="82550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457200" algn="just">
              <a:lnSpc>
                <a:spcPct val="150000"/>
              </a:lnSpc>
            </a:pPr>
            <a:r>
              <a:rPr lang="en-US" altLang="zh-CN" sz="2400" dirty="0">
                <a:solidFill>
                  <a:schemeClr val="tx1"/>
                </a:solidFill>
                <a:latin typeface="微软雅黑" pitchFamily="34" charset="-122"/>
                <a:ea typeface="微软雅黑" pitchFamily="34" charset="-122"/>
              </a:rPr>
              <a:t>OBDH time management includes time generation, time broadcast and time calibration.</a:t>
            </a:r>
          </a:p>
        </p:txBody>
      </p:sp>
      <p:grpSp>
        <p:nvGrpSpPr>
          <p:cNvPr id="7" name="组合 12"/>
          <p:cNvGrpSpPr>
            <a:grpSpLocks/>
          </p:cNvGrpSpPr>
          <p:nvPr/>
        </p:nvGrpSpPr>
        <p:grpSpPr bwMode="auto">
          <a:xfrm>
            <a:off x="2454275" y="2636912"/>
            <a:ext cx="3265488" cy="3384550"/>
            <a:chOff x="2687092" y="3212976"/>
            <a:chExt cx="3265760" cy="3384376"/>
          </a:xfrm>
        </p:grpSpPr>
        <p:grpSp>
          <p:nvGrpSpPr>
            <p:cNvPr id="8" name="组合 4"/>
            <p:cNvGrpSpPr>
              <a:grpSpLocks/>
            </p:cNvGrpSpPr>
            <p:nvPr/>
          </p:nvGrpSpPr>
          <p:grpSpPr bwMode="auto">
            <a:xfrm>
              <a:off x="2699792" y="3212976"/>
              <a:ext cx="3253060" cy="3384376"/>
              <a:chOff x="2938378" y="3537738"/>
              <a:chExt cx="2646938" cy="3058886"/>
            </a:xfrm>
          </p:grpSpPr>
          <p:sp>
            <p:nvSpPr>
              <p:cNvPr id="10" name="任意多边形 9"/>
              <p:cNvSpPr/>
              <p:nvPr/>
            </p:nvSpPr>
            <p:spPr>
              <a:xfrm rot="2563066">
                <a:off x="4127695" y="5671377"/>
                <a:ext cx="461662" cy="55722"/>
              </a:xfrm>
              <a:custGeom>
                <a:avLst/>
                <a:gdLst/>
                <a:ahLst/>
                <a:cxnLst/>
                <a:rect l="0" t="0" r="0" b="0"/>
                <a:pathLst>
                  <a:path>
                    <a:moveTo>
                      <a:pt x="0" y="27861"/>
                    </a:moveTo>
                    <a:lnTo>
                      <a:pt x="461662" y="27861"/>
                    </a:lnTo>
                  </a:path>
                </a:pathLst>
              </a:custGeom>
              <a:noFill/>
              <a:scene3d>
                <a:camera prst="orthographicFront">
                  <a:rot lat="0" lon="0" rev="0"/>
                </a:camera>
                <a:lightRig rig="contrasting" dir="t">
                  <a:rot lat="0" lon="0" rev="1200000"/>
                </a:lightRig>
              </a:scene3d>
              <a:sp3d z="-110000"/>
            </p:spPr>
            <p:style>
              <a:lnRef idx="2">
                <a:schemeClr val="accent5">
                  <a:hueOff val="0"/>
                  <a:satOff val="0"/>
                  <a:lumOff val="0"/>
                  <a:alphaOff val="0"/>
                </a:schemeClr>
              </a:lnRef>
              <a:fillRef idx="0">
                <a:scrgbClr r="0" g="0" b="0"/>
              </a:fillRef>
              <a:effectRef idx="0">
                <a:schemeClr val="accent5">
                  <a:hueOff val="0"/>
                  <a:satOff val="0"/>
                  <a:lumOff val="0"/>
                  <a:alphaOff val="0"/>
                </a:schemeClr>
              </a:effectRef>
              <a:fontRef idx="minor">
                <a:schemeClr val="tx1">
                  <a:hueOff val="0"/>
                  <a:satOff val="0"/>
                  <a:lumOff val="0"/>
                  <a:alphaOff val="0"/>
                </a:schemeClr>
              </a:fontRef>
            </p:style>
          </p:sp>
          <p:sp>
            <p:nvSpPr>
              <p:cNvPr id="11" name="任意多边形 10"/>
              <p:cNvSpPr/>
              <p:nvPr/>
            </p:nvSpPr>
            <p:spPr>
              <a:xfrm>
                <a:off x="4188933" y="5039320"/>
                <a:ext cx="513638" cy="55722"/>
              </a:xfrm>
              <a:custGeom>
                <a:avLst/>
                <a:gdLst/>
                <a:ahLst/>
                <a:cxnLst/>
                <a:rect l="0" t="0" r="0" b="0"/>
                <a:pathLst>
                  <a:path>
                    <a:moveTo>
                      <a:pt x="0" y="27861"/>
                    </a:moveTo>
                    <a:lnTo>
                      <a:pt x="513638" y="27861"/>
                    </a:lnTo>
                  </a:path>
                </a:pathLst>
              </a:custGeom>
              <a:noFill/>
              <a:scene3d>
                <a:camera prst="orthographicFront">
                  <a:rot lat="0" lon="0" rev="0"/>
                </a:camera>
                <a:lightRig rig="contrasting" dir="t">
                  <a:rot lat="0" lon="0" rev="1200000"/>
                </a:lightRig>
              </a:scene3d>
              <a:sp3d z="-110000"/>
            </p:spPr>
            <p:style>
              <a:lnRef idx="2">
                <a:schemeClr val="accent5">
                  <a:hueOff val="0"/>
                  <a:satOff val="0"/>
                  <a:lumOff val="0"/>
                  <a:alphaOff val="0"/>
                </a:schemeClr>
              </a:lnRef>
              <a:fillRef idx="0">
                <a:scrgbClr r="0" g="0" b="0"/>
              </a:fillRef>
              <a:effectRef idx="0">
                <a:schemeClr val="accent5">
                  <a:hueOff val="0"/>
                  <a:satOff val="0"/>
                  <a:lumOff val="0"/>
                  <a:alphaOff val="0"/>
                </a:schemeClr>
              </a:effectRef>
              <a:fontRef idx="minor">
                <a:schemeClr val="tx1">
                  <a:hueOff val="0"/>
                  <a:satOff val="0"/>
                  <a:lumOff val="0"/>
                  <a:alphaOff val="0"/>
                </a:schemeClr>
              </a:fontRef>
            </p:style>
          </p:sp>
          <p:sp>
            <p:nvSpPr>
              <p:cNvPr id="12" name="任意多边形 11"/>
              <p:cNvSpPr/>
              <p:nvPr/>
            </p:nvSpPr>
            <p:spPr>
              <a:xfrm rot="19036934">
                <a:off x="4127695" y="4407264"/>
                <a:ext cx="461662" cy="55722"/>
              </a:xfrm>
              <a:custGeom>
                <a:avLst/>
                <a:gdLst/>
                <a:ahLst/>
                <a:cxnLst/>
                <a:rect l="0" t="0" r="0" b="0"/>
                <a:pathLst>
                  <a:path>
                    <a:moveTo>
                      <a:pt x="0" y="27861"/>
                    </a:moveTo>
                    <a:lnTo>
                      <a:pt x="461662" y="27861"/>
                    </a:lnTo>
                  </a:path>
                </a:pathLst>
              </a:custGeom>
              <a:noFill/>
              <a:scene3d>
                <a:camera prst="orthographicFront">
                  <a:rot lat="0" lon="0" rev="0"/>
                </a:camera>
                <a:lightRig rig="contrasting" dir="t">
                  <a:rot lat="0" lon="0" rev="1200000"/>
                </a:lightRig>
              </a:scene3d>
              <a:sp3d z="-110000"/>
            </p:spPr>
            <p:style>
              <a:lnRef idx="2">
                <a:schemeClr val="accent5">
                  <a:hueOff val="0"/>
                  <a:satOff val="0"/>
                  <a:lumOff val="0"/>
                  <a:alphaOff val="0"/>
                </a:schemeClr>
              </a:lnRef>
              <a:fillRef idx="0">
                <a:scrgbClr r="0" g="0" b="0"/>
              </a:fillRef>
              <a:effectRef idx="0">
                <a:schemeClr val="accent5">
                  <a:hueOff val="0"/>
                  <a:satOff val="0"/>
                  <a:lumOff val="0"/>
                  <a:alphaOff val="0"/>
                </a:schemeClr>
              </a:effectRef>
              <a:fontRef idx="minor">
                <a:schemeClr val="tx1">
                  <a:hueOff val="0"/>
                  <a:satOff val="0"/>
                  <a:lumOff val="0"/>
                  <a:alphaOff val="0"/>
                </a:schemeClr>
              </a:fontRef>
            </p:style>
          </p:sp>
          <p:sp>
            <p:nvSpPr>
              <p:cNvPr id="13" name="椭圆 12"/>
              <p:cNvSpPr/>
              <p:nvPr/>
            </p:nvSpPr>
            <p:spPr>
              <a:xfrm>
                <a:off x="2938378" y="4331561"/>
                <a:ext cx="1471241" cy="1471241"/>
              </a:xfrm>
              <a:prstGeom prst="ellipse">
                <a:avLst/>
              </a:prstGeom>
              <a:scene3d>
                <a:camera prst="orthographicFront">
                  <a:rot lat="0" lon="0" rev="0"/>
                </a:camera>
                <a:lightRig rig="contrasting" dir="t">
                  <a:rot lat="0" lon="0" rev="1200000"/>
                </a:lightRig>
              </a:scene3d>
              <a:sp3d contourW="19050" prstMaterial="metal">
                <a:bevelT w="88900" h="203200"/>
                <a:bevelB w="165100" h="254000"/>
              </a:sp3d>
            </p:spPr>
            <p:style>
              <a:lnRef idx="0">
                <a:schemeClr val="lt1">
                  <a:hueOff val="0"/>
                  <a:satOff val="0"/>
                  <a:lumOff val="0"/>
                  <a:alphaOff val="0"/>
                </a:schemeClr>
              </a:lnRef>
              <a:fillRef idx="1">
                <a:schemeClr val="accent5">
                  <a:hueOff val="0"/>
                  <a:satOff val="0"/>
                  <a:lumOff val="0"/>
                  <a:alphaOff val="0"/>
                </a:schemeClr>
              </a:fillRef>
              <a:effectRef idx="2">
                <a:schemeClr val="accent5">
                  <a:hueOff val="0"/>
                  <a:satOff val="0"/>
                  <a:lumOff val="0"/>
                  <a:alphaOff val="0"/>
                </a:schemeClr>
              </a:effectRef>
              <a:fontRef idx="minor">
                <a:schemeClr val="lt1"/>
              </a:fontRef>
            </p:style>
          </p:sp>
          <p:sp>
            <p:nvSpPr>
              <p:cNvPr id="14" name="任意多边形 13"/>
              <p:cNvSpPr/>
              <p:nvPr/>
            </p:nvSpPr>
            <p:spPr>
              <a:xfrm>
                <a:off x="4411024" y="3537738"/>
                <a:ext cx="882744" cy="882744"/>
              </a:xfrm>
              <a:custGeom>
                <a:avLst/>
                <a:gdLst>
                  <a:gd name="connsiteX0" fmla="*/ 0 w 882744"/>
                  <a:gd name="connsiteY0" fmla="*/ 441372 h 882744"/>
                  <a:gd name="connsiteX1" fmla="*/ 441372 w 882744"/>
                  <a:gd name="connsiteY1" fmla="*/ 0 h 882744"/>
                  <a:gd name="connsiteX2" fmla="*/ 882744 w 882744"/>
                  <a:gd name="connsiteY2" fmla="*/ 441372 h 882744"/>
                  <a:gd name="connsiteX3" fmla="*/ 441372 w 882744"/>
                  <a:gd name="connsiteY3" fmla="*/ 882744 h 882744"/>
                  <a:gd name="connsiteX4" fmla="*/ 0 w 882744"/>
                  <a:gd name="connsiteY4" fmla="*/ 441372 h 8827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744" h="882744">
                    <a:moveTo>
                      <a:pt x="0" y="441372"/>
                    </a:moveTo>
                    <a:cubicBezTo>
                      <a:pt x="0" y="197609"/>
                      <a:pt x="197609" y="0"/>
                      <a:pt x="441372" y="0"/>
                    </a:cubicBezTo>
                    <a:cubicBezTo>
                      <a:pt x="685135" y="0"/>
                      <a:pt x="882744" y="197609"/>
                      <a:pt x="882744" y="441372"/>
                    </a:cubicBezTo>
                    <a:cubicBezTo>
                      <a:pt x="882744" y="685135"/>
                      <a:pt x="685135" y="882744"/>
                      <a:pt x="441372" y="882744"/>
                    </a:cubicBezTo>
                    <a:cubicBezTo>
                      <a:pt x="197609" y="882744"/>
                      <a:pt x="0" y="685135"/>
                      <a:pt x="0" y="441372"/>
                    </a:cubicBezTo>
                    <a:close/>
                  </a:path>
                </a:pathLst>
              </a:custGeom>
              <a:scene3d>
                <a:camera prst="orthographicFront">
                  <a:rot lat="0" lon="0" rev="0"/>
                </a:camera>
                <a:lightRig rig="contrasting" dir="t">
                  <a:rot lat="0" lon="0" rev="1200000"/>
                </a:lightRig>
              </a:scene3d>
              <a:sp3d contourW="19050" prstMaterial="metal">
                <a:bevelT w="88900" h="203200"/>
                <a:bevelB w="165100" h="254000"/>
              </a:sp3d>
            </p:spPr>
            <p:style>
              <a:lnRef idx="0">
                <a:schemeClr val="lt1">
                  <a:hueOff val="0"/>
                  <a:satOff val="0"/>
                  <a:lumOff val="0"/>
                  <a:alphaOff val="0"/>
                </a:schemeClr>
              </a:lnRef>
              <a:fillRef idx="1">
                <a:schemeClr val="accent5">
                  <a:hueOff val="1085675"/>
                  <a:satOff val="3732"/>
                  <a:lumOff val="-17909"/>
                  <a:alphaOff val="0"/>
                </a:schemeClr>
              </a:fillRef>
              <a:effectRef idx="2">
                <a:schemeClr val="accent5">
                  <a:hueOff val="1085675"/>
                  <a:satOff val="3732"/>
                  <a:lumOff val="-17909"/>
                  <a:alphaOff val="0"/>
                </a:schemeClr>
              </a:effectRef>
              <a:fontRef idx="minor">
                <a:schemeClr val="lt1"/>
              </a:fontRef>
            </p:style>
            <p:txBody>
              <a:bodyPr lIns="136895" tIns="136895" rIns="136895" bIns="136895" spcCol="1270" anchor="ctr"/>
              <a:lstStyle/>
              <a:p>
                <a:pPr defTabSz="533400">
                  <a:lnSpc>
                    <a:spcPct val="90000"/>
                  </a:lnSpc>
                  <a:spcAft>
                    <a:spcPct val="35000"/>
                  </a:spcAft>
                  <a:defRPr/>
                </a:pPr>
                <a:r>
                  <a:rPr lang="en-US" altLang="zh-CN" sz="1200" dirty="0">
                    <a:latin typeface="微软雅黑" pitchFamily="34" charset="-122"/>
                    <a:ea typeface="微软雅黑" pitchFamily="34" charset="-122"/>
                  </a:rPr>
                  <a:t>Time generation</a:t>
                </a:r>
                <a:endParaRPr lang="zh-CN" altLang="en-US" sz="1200" dirty="0">
                  <a:latin typeface="微软雅黑" pitchFamily="34" charset="-122"/>
                  <a:ea typeface="微软雅黑" pitchFamily="34" charset="-122"/>
                </a:endParaRPr>
              </a:p>
            </p:txBody>
          </p:sp>
          <p:sp>
            <p:nvSpPr>
              <p:cNvPr id="15" name="任意多边形 14"/>
              <p:cNvSpPr/>
              <p:nvPr/>
            </p:nvSpPr>
            <p:spPr>
              <a:xfrm>
                <a:off x="4702572" y="4625809"/>
                <a:ext cx="882744" cy="882744"/>
              </a:xfrm>
              <a:custGeom>
                <a:avLst/>
                <a:gdLst>
                  <a:gd name="connsiteX0" fmla="*/ 0 w 882744"/>
                  <a:gd name="connsiteY0" fmla="*/ 441372 h 882744"/>
                  <a:gd name="connsiteX1" fmla="*/ 441372 w 882744"/>
                  <a:gd name="connsiteY1" fmla="*/ 0 h 882744"/>
                  <a:gd name="connsiteX2" fmla="*/ 882744 w 882744"/>
                  <a:gd name="connsiteY2" fmla="*/ 441372 h 882744"/>
                  <a:gd name="connsiteX3" fmla="*/ 441372 w 882744"/>
                  <a:gd name="connsiteY3" fmla="*/ 882744 h 882744"/>
                  <a:gd name="connsiteX4" fmla="*/ 0 w 882744"/>
                  <a:gd name="connsiteY4" fmla="*/ 441372 h 8827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744" h="882744">
                    <a:moveTo>
                      <a:pt x="0" y="441372"/>
                    </a:moveTo>
                    <a:cubicBezTo>
                      <a:pt x="0" y="197609"/>
                      <a:pt x="197609" y="0"/>
                      <a:pt x="441372" y="0"/>
                    </a:cubicBezTo>
                    <a:cubicBezTo>
                      <a:pt x="685135" y="0"/>
                      <a:pt x="882744" y="197609"/>
                      <a:pt x="882744" y="441372"/>
                    </a:cubicBezTo>
                    <a:cubicBezTo>
                      <a:pt x="882744" y="685135"/>
                      <a:pt x="685135" y="882744"/>
                      <a:pt x="441372" y="882744"/>
                    </a:cubicBezTo>
                    <a:cubicBezTo>
                      <a:pt x="197609" y="882744"/>
                      <a:pt x="0" y="685135"/>
                      <a:pt x="0" y="441372"/>
                    </a:cubicBezTo>
                    <a:close/>
                  </a:path>
                </a:pathLst>
              </a:custGeom>
              <a:scene3d>
                <a:camera prst="orthographicFront">
                  <a:rot lat="0" lon="0" rev="0"/>
                </a:camera>
                <a:lightRig rig="contrasting" dir="t">
                  <a:rot lat="0" lon="0" rev="1200000"/>
                </a:lightRig>
              </a:scene3d>
              <a:sp3d contourW="19050" prstMaterial="metal">
                <a:bevelT w="88900" h="203200"/>
                <a:bevelB w="165100" h="254000"/>
              </a:sp3d>
            </p:spPr>
            <p:style>
              <a:lnRef idx="0">
                <a:schemeClr val="lt1">
                  <a:hueOff val="0"/>
                  <a:satOff val="0"/>
                  <a:lumOff val="0"/>
                  <a:alphaOff val="0"/>
                </a:schemeClr>
              </a:lnRef>
              <a:fillRef idx="1">
                <a:schemeClr val="accent5">
                  <a:hueOff val="2171350"/>
                  <a:satOff val="7464"/>
                  <a:lumOff val="-35817"/>
                  <a:alphaOff val="0"/>
                </a:schemeClr>
              </a:fillRef>
              <a:effectRef idx="2">
                <a:schemeClr val="accent5">
                  <a:hueOff val="2171350"/>
                  <a:satOff val="7464"/>
                  <a:lumOff val="-35817"/>
                  <a:alphaOff val="0"/>
                </a:schemeClr>
              </a:effectRef>
              <a:fontRef idx="minor">
                <a:schemeClr val="lt1"/>
              </a:fontRef>
            </p:style>
            <p:txBody>
              <a:bodyPr lIns="136895" tIns="136895" rIns="136895" bIns="136895" spcCol="1270" anchor="ctr"/>
              <a:lstStyle/>
              <a:p>
                <a:pPr defTabSz="533400">
                  <a:lnSpc>
                    <a:spcPct val="90000"/>
                  </a:lnSpc>
                  <a:spcAft>
                    <a:spcPct val="35000"/>
                  </a:spcAft>
                  <a:defRPr/>
                </a:pPr>
                <a:r>
                  <a:rPr lang="en-US" altLang="zh-CN" sz="1200" dirty="0">
                    <a:latin typeface="微软雅黑" pitchFamily="34" charset="-122"/>
                    <a:ea typeface="微软雅黑" pitchFamily="34" charset="-122"/>
                  </a:rPr>
                  <a:t>Time broadcast</a:t>
                </a:r>
                <a:endParaRPr lang="zh-CN" altLang="en-US" sz="1200" dirty="0">
                  <a:latin typeface="微软雅黑" pitchFamily="34" charset="-122"/>
                  <a:ea typeface="微软雅黑" pitchFamily="34" charset="-122"/>
                </a:endParaRPr>
              </a:p>
            </p:txBody>
          </p:sp>
          <p:sp>
            <p:nvSpPr>
              <p:cNvPr id="16" name="任意多边形 15"/>
              <p:cNvSpPr/>
              <p:nvPr/>
            </p:nvSpPr>
            <p:spPr>
              <a:xfrm>
                <a:off x="4411024" y="5713880"/>
                <a:ext cx="882744" cy="882744"/>
              </a:xfrm>
              <a:custGeom>
                <a:avLst/>
                <a:gdLst>
                  <a:gd name="connsiteX0" fmla="*/ 0 w 882744"/>
                  <a:gd name="connsiteY0" fmla="*/ 441372 h 882744"/>
                  <a:gd name="connsiteX1" fmla="*/ 441372 w 882744"/>
                  <a:gd name="connsiteY1" fmla="*/ 0 h 882744"/>
                  <a:gd name="connsiteX2" fmla="*/ 882744 w 882744"/>
                  <a:gd name="connsiteY2" fmla="*/ 441372 h 882744"/>
                  <a:gd name="connsiteX3" fmla="*/ 441372 w 882744"/>
                  <a:gd name="connsiteY3" fmla="*/ 882744 h 882744"/>
                  <a:gd name="connsiteX4" fmla="*/ 0 w 882744"/>
                  <a:gd name="connsiteY4" fmla="*/ 441372 h 8827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744" h="882744">
                    <a:moveTo>
                      <a:pt x="0" y="441372"/>
                    </a:moveTo>
                    <a:cubicBezTo>
                      <a:pt x="0" y="197609"/>
                      <a:pt x="197609" y="0"/>
                      <a:pt x="441372" y="0"/>
                    </a:cubicBezTo>
                    <a:cubicBezTo>
                      <a:pt x="685135" y="0"/>
                      <a:pt x="882744" y="197609"/>
                      <a:pt x="882744" y="441372"/>
                    </a:cubicBezTo>
                    <a:cubicBezTo>
                      <a:pt x="882744" y="685135"/>
                      <a:pt x="685135" y="882744"/>
                      <a:pt x="441372" y="882744"/>
                    </a:cubicBezTo>
                    <a:cubicBezTo>
                      <a:pt x="197609" y="882744"/>
                      <a:pt x="0" y="685135"/>
                      <a:pt x="0" y="441372"/>
                    </a:cubicBezTo>
                    <a:close/>
                  </a:path>
                </a:pathLst>
              </a:custGeom>
              <a:scene3d>
                <a:camera prst="orthographicFront">
                  <a:rot lat="0" lon="0" rev="0"/>
                </a:camera>
                <a:lightRig rig="contrasting" dir="t">
                  <a:rot lat="0" lon="0" rev="1200000"/>
                </a:lightRig>
              </a:scene3d>
              <a:sp3d contourW="19050" prstMaterial="metal">
                <a:bevelT w="88900" h="203200"/>
                <a:bevelB w="165100" h="254000"/>
              </a:sp3d>
            </p:spPr>
            <p:style>
              <a:lnRef idx="0">
                <a:schemeClr val="lt1">
                  <a:hueOff val="0"/>
                  <a:satOff val="0"/>
                  <a:lumOff val="0"/>
                  <a:alphaOff val="0"/>
                </a:schemeClr>
              </a:lnRef>
              <a:fillRef idx="1">
                <a:schemeClr val="accent5">
                  <a:hueOff val="3257024"/>
                  <a:satOff val="11196"/>
                  <a:lumOff val="-53726"/>
                  <a:alphaOff val="0"/>
                </a:schemeClr>
              </a:fillRef>
              <a:effectRef idx="2">
                <a:schemeClr val="accent5">
                  <a:hueOff val="3257024"/>
                  <a:satOff val="11196"/>
                  <a:lumOff val="-53726"/>
                  <a:alphaOff val="0"/>
                </a:schemeClr>
              </a:effectRef>
              <a:fontRef idx="minor">
                <a:schemeClr val="lt1"/>
              </a:fontRef>
            </p:style>
            <p:txBody>
              <a:bodyPr lIns="136895" tIns="136895" rIns="136895" bIns="136895" spcCol="1270" anchor="ctr"/>
              <a:lstStyle/>
              <a:p>
                <a:pPr defTabSz="533400">
                  <a:lnSpc>
                    <a:spcPct val="90000"/>
                  </a:lnSpc>
                  <a:spcAft>
                    <a:spcPct val="35000"/>
                  </a:spcAft>
                  <a:defRPr/>
                </a:pPr>
                <a:r>
                  <a:rPr lang="en-US" altLang="zh-CN" sz="1200" dirty="0">
                    <a:latin typeface="微软雅黑" pitchFamily="34" charset="-122"/>
                    <a:ea typeface="微软雅黑" pitchFamily="34" charset="-122"/>
                  </a:rPr>
                  <a:t>Time calibration</a:t>
                </a:r>
                <a:endParaRPr lang="zh-CN" altLang="en-US" sz="1200" dirty="0">
                  <a:latin typeface="微软雅黑" pitchFamily="34" charset="-122"/>
                  <a:ea typeface="微软雅黑" pitchFamily="34" charset="-122"/>
                </a:endParaRPr>
              </a:p>
            </p:txBody>
          </p:sp>
        </p:grpSp>
        <p:sp>
          <p:nvSpPr>
            <p:cNvPr id="9" name="TextBox 3"/>
            <p:cNvSpPr txBox="1">
              <a:spLocks noChangeArrowheads="1"/>
            </p:cNvSpPr>
            <p:nvPr/>
          </p:nvSpPr>
          <p:spPr bwMode="auto">
            <a:xfrm>
              <a:off x="2687092" y="4551220"/>
              <a:ext cx="188490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eaLnBrk="1" hangingPunct="1"/>
              <a:r>
                <a:rPr lang="en-US" altLang="zh-CN">
                  <a:latin typeface="微软雅黑" pitchFamily="34" charset="-122"/>
                  <a:ea typeface="微软雅黑" pitchFamily="34" charset="-122"/>
                </a:rPr>
                <a:t>Time</a:t>
              </a:r>
            </a:p>
            <a:p>
              <a:pPr eaLnBrk="1" hangingPunct="1"/>
              <a:r>
                <a:rPr lang="en-US" altLang="zh-CN">
                  <a:latin typeface="微软雅黑" pitchFamily="34" charset="-122"/>
                  <a:ea typeface="微软雅黑" pitchFamily="34" charset="-122"/>
                </a:rPr>
                <a:t>management</a:t>
              </a:r>
              <a:endParaRPr lang="zh-CN" altLang="en-US">
                <a:latin typeface="微软雅黑" pitchFamily="34" charset="-122"/>
                <a:ea typeface="微软雅黑" pitchFamily="34" charset="-122"/>
              </a:endParaRPr>
            </a:p>
          </p:txBody>
        </p:sp>
      </p:grpSp>
    </p:spTree>
    <p:extLst>
      <p:ext uri="{BB962C8B-B14F-4D97-AF65-F5344CB8AC3E}">
        <p14:creationId xmlns:p14="http://schemas.microsoft.com/office/powerpoint/2010/main" val="756368419"/>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3528" y="274638"/>
            <a:ext cx="8496944" cy="1082660"/>
          </a:xfrm>
        </p:spPr>
        <p:txBody>
          <a:bodyPr>
            <a:normAutofit/>
          </a:bodyPr>
          <a:lstStyle/>
          <a:p>
            <a:r>
              <a:rPr lang="en-US" altLang="zh-CN" dirty="0"/>
              <a:t>PART 6: Time Management</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latin typeface="微软雅黑" pitchFamily="34" charset="-122"/>
                <a:ea typeface="微软雅黑" pitchFamily="34" charset="-122"/>
              </a:rPr>
              <a:t> </a:t>
            </a:r>
            <a:fld id="{E1EFCB46-C834-4067-A327-0EA79FD50686}" type="slidenum">
              <a:rPr lang="zh-CN" altLang="en-US" smtClean="0">
                <a:latin typeface="微软雅黑" pitchFamily="34" charset="-122"/>
                <a:ea typeface="微软雅黑" pitchFamily="34" charset="-122"/>
              </a:rPr>
              <a:pPr/>
              <a:t>68</a:t>
            </a:fld>
            <a:r>
              <a:rPr lang="zh-CN" altLang="en-US" smtClean="0">
                <a:latin typeface="微软雅黑" pitchFamily="34" charset="-122"/>
                <a:ea typeface="微软雅黑" pitchFamily="34" charset="-122"/>
              </a:rPr>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457200" y="1230907"/>
            <a:ext cx="8255000" cy="5078413"/>
          </a:xfrm>
          <a:prstGeom prst="rect">
            <a:avLst/>
          </a:prstGeom>
          <a:noFill/>
          <a:ln>
            <a:noFill/>
          </a:ln>
          <a:extLst/>
        </p:spPr>
        <p:txBody>
          <a:bodyPr>
            <a:spAutoFit/>
          </a:bodyPr>
          <a:lstStyle/>
          <a:p>
            <a:pPr algn="just">
              <a:lnSpc>
                <a:spcPct val="150000"/>
              </a:lnSpc>
              <a:defRPr/>
            </a:pPr>
            <a:r>
              <a:rPr lang="en-US" altLang="zh-CN" sz="2400" dirty="0">
                <a:solidFill>
                  <a:srgbClr val="FF0000"/>
                </a:solidFill>
                <a:latin typeface="微软雅黑" pitchFamily="34" charset="-122"/>
                <a:ea typeface="微软雅黑" pitchFamily="34" charset="-122"/>
              </a:rPr>
              <a:t>Time generation:</a:t>
            </a:r>
          </a:p>
          <a:p>
            <a:pPr indent="457200" algn="just">
              <a:lnSpc>
                <a:spcPct val="150000"/>
              </a:lnSpc>
              <a:defRPr/>
            </a:pPr>
            <a:r>
              <a:rPr lang="en-US" altLang="zh-CN" sz="2400" dirty="0">
                <a:solidFill>
                  <a:schemeClr val="tx1"/>
                </a:solidFill>
                <a:latin typeface="微软雅黑" pitchFamily="34" charset="-122"/>
                <a:ea typeface="微软雅黑" pitchFamily="34" charset="-122"/>
              </a:rPr>
              <a:t>OBDH time is provided by OBC. The time zero reference shall be 1st January 2009, 00 hour: 00minute: 00 second: 00millisecond (UTC). That means at that time the on-board time code is all zero.</a:t>
            </a:r>
          </a:p>
          <a:p>
            <a:pPr algn="just">
              <a:lnSpc>
                <a:spcPct val="150000"/>
              </a:lnSpc>
              <a:defRPr/>
            </a:pPr>
            <a:r>
              <a:rPr lang="en-US" altLang="zh-CN" sz="2400" dirty="0">
                <a:solidFill>
                  <a:srgbClr val="FF0000"/>
                </a:solidFill>
                <a:latin typeface="微软雅黑" pitchFamily="34" charset="-122"/>
                <a:ea typeface="微软雅黑" pitchFamily="34" charset="-122"/>
              </a:rPr>
              <a:t>Time broadcast:</a:t>
            </a:r>
          </a:p>
          <a:p>
            <a:pPr indent="457200" algn="just">
              <a:lnSpc>
                <a:spcPct val="150000"/>
              </a:lnSpc>
              <a:defRPr/>
            </a:pPr>
            <a:r>
              <a:rPr lang="en-US" altLang="zh-CN" sz="2400" dirty="0">
                <a:solidFill>
                  <a:schemeClr val="tx1"/>
                </a:solidFill>
                <a:latin typeface="微软雅黑" pitchFamily="34" charset="-122"/>
                <a:ea typeface="微软雅黑" pitchFamily="34" charset="-122"/>
              </a:rPr>
              <a:t>OBC broadcasts OBDH time reference to other subsystems via platform CAN bus and payload CAN bus each second.</a:t>
            </a:r>
          </a:p>
        </p:txBody>
      </p:sp>
    </p:spTree>
    <p:extLst>
      <p:ext uri="{BB962C8B-B14F-4D97-AF65-F5344CB8AC3E}">
        <p14:creationId xmlns:p14="http://schemas.microsoft.com/office/powerpoint/2010/main" val="756368419"/>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3528" y="274638"/>
            <a:ext cx="8496944" cy="1082660"/>
          </a:xfrm>
        </p:spPr>
        <p:txBody>
          <a:bodyPr>
            <a:normAutofit/>
          </a:bodyPr>
          <a:lstStyle/>
          <a:p>
            <a:r>
              <a:rPr lang="en-US" altLang="zh-CN" dirty="0"/>
              <a:t>PART 6: Time Management</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latin typeface="微软雅黑" pitchFamily="34" charset="-122"/>
                <a:ea typeface="微软雅黑" pitchFamily="34" charset="-122"/>
              </a:rPr>
              <a:t> </a:t>
            </a:r>
            <a:fld id="{E1EFCB46-C834-4067-A327-0EA79FD50686}" type="slidenum">
              <a:rPr lang="zh-CN" altLang="en-US" smtClean="0">
                <a:latin typeface="微软雅黑" pitchFamily="34" charset="-122"/>
                <a:ea typeface="微软雅黑" pitchFamily="34" charset="-122"/>
              </a:rPr>
              <a:pPr/>
              <a:t>69</a:t>
            </a:fld>
            <a:r>
              <a:rPr lang="zh-CN" altLang="en-US" smtClean="0">
                <a:latin typeface="微软雅黑" pitchFamily="34" charset="-122"/>
                <a:ea typeface="微软雅黑" pitchFamily="34" charset="-122"/>
              </a:rPr>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457200" y="1208881"/>
            <a:ext cx="8255000" cy="4524375"/>
          </a:xfrm>
          <a:prstGeom prst="rect">
            <a:avLst/>
          </a:prstGeom>
          <a:noFill/>
          <a:ln>
            <a:noFill/>
          </a:ln>
          <a:extLst/>
        </p:spPr>
        <p:txBody>
          <a:bodyPr>
            <a:spAutoFit/>
          </a:bodyPr>
          <a:lstStyle/>
          <a:p>
            <a:pPr algn="just">
              <a:lnSpc>
                <a:spcPct val="150000"/>
              </a:lnSpc>
              <a:defRPr/>
            </a:pPr>
            <a:r>
              <a:rPr lang="en-US" altLang="zh-CN" sz="2400" dirty="0">
                <a:solidFill>
                  <a:srgbClr val="FF0000"/>
                </a:solidFill>
                <a:latin typeface="微软雅黑" pitchFamily="34" charset="-122"/>
                <a:ea typeface="微软雅黑" pitchFamily="34" charset="-122"/>
              </a:rPr>
              <a:t>Time calibration</a:t>
            </a:r>
          </a:p>
          <a:p>
            <a:pPr indent="457200" algn="just">
              <a:lnSpc>
                <a:spcPct val="150000"/>
              </a:lnSpc>
              <a:defRPr/>
            </a:pPr>
            <a:r>
              <a:rPr lang="en-US" altLang="zh-CN" sz="2400" dirty="0">
                <a:solidFill>
                  <a:schemeClr val="tx1"/>
                </a:solidFill>
                <a:latin typeface="微软雅黑" pitchFamily="34" charset="-122"/>
                <a:ea typeface="微软雅黑" pitchFamily="34" charset="-122"/>
              </a:rPr>
              <a:t>There are several ways to correct the on board time, such as GPS time self-calibration, GPS setting time (one time mode) and GS telecommand time calibration. </a:t>
            </a:r>
          </a:p>
          <a:p>
            <a:pPr indent="457200" algn="just">
              <a:lnSpc>
                <a:spcPct val="150000"/>
              </a:lnSpc>
              <a:defRPr/>
            </a:pPr>
            <a:r>
              <a:rPr lang="en-US" altLang="zh-CN" sz="2400" dirty="0">
                <a:solidFill>
                  <a:schemeClr val="tx1"/>
                </a:solidFill>
                <a:latin typeface="微软雅黑" pitchFamily="34" charset="-122"/>
                <a:ea typeface="微软雅黑" pitchFamily="34" charset="-122"/>
              </a:rPr>
              <a:t>GS telcommand time calibration is used when GPS is abnormal, which includes one time adjustment (add or subtract) to the current on board time, uniform time correction and ground time setting.</a:t>
            </a:r>
          </a:p>
        </p:txBody>
      </p:sp>
    </p:spTree>
    <p:extLst>
      <p:ext uri="{BB962C8B-B14F-4D97-AF65-F5344CB8AC3E}">
        <p14:creationId xmlns:p14="http://schemas.microsoft.com/office/powerpoint/2010/main" val="756368419"/>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3528" y="274638"/>
            <a:ext cx="8496944" cy="1082660"/>
          </a:xfrm>
        </p:spPr>
        <p:txBody>
          <a:bodyPr>
            <a:normAutofit/>
          </a:bodyPr>
          <a:lstStyle/>
          <a:p>
            <a:r>
              <a:rPr lang="en-US" altLang="zh-CN" dirty="0"/>
              <a:t>PART 6: Time Management</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latin typeface="微软雅黑" pitchFamily="34" charset="-122"/>
                <a:ea typeface="微软雅黑" pitchFamily="34" charset="-122"/>
              </a:rPr>
              <a:t> </a:t>
            </a:r>
            <a:fld id="{E1EFCB46-C834-4067-A327-0EA79FD50686}" type="slidenum">
              <a:rPr lang="zh-CN" altLang="en-US" smtClean="0">
                <a:latin typeface="微软雅黑" pitchFamily="34" charset="-122"/>
                <a:ea typeface="微软雅黑" pitchFamily="34" charset="-122"/>
              </a:rPr>
              <a:pPr/>
              <a:t>70</a:t>
            </a:fld>
            <a:r>
              <a:rPr lang="zh-CN" altLang="en-US" smtClean="0">
                <a:latin typeface="微软雅黑" pitchFamily="34" charset="-122"/>
                <a:ea typeface="微软雅黑" pitchFamily="34" charset="-122"/>
              </a:rPr>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395536" y="1234876"/>
            <a:ext cx="8255000" cy="277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457200" algn="just">
              <a:lnSpc>
                <a:spcPct val="150000"/>
              </a:lnSpc>
            </a:pPr>
            <a:r>
              <a:rPr lang="en-US" altLang="zh-CN" dirty="0">
                <a:solidFill>
                  <a:schemeClr val="tx1"/>
                </a:solidFill>
                <a:latin typeface="微软雅黑" pitchFamily="34" charset="-122"/>
                <a:ea typeface="微软雅黑" pitchFamily="34" charset="-122"/>
              </a:rPr>
              <a:t>GPS time self-calibration (default mode in orbit)</a:t>
            </a:r>
          </a:p>
          <a:p>
            <a:pPr indent="457200" algn="just">
              <a:lnSpc>
                <a:spcPct val="150000"/>
              </a:lnSpc>
            </a:pPr>
            <a:endParaRPr lang="en-US" altLang="zh-CN" sz="2400" dirty="0">
              <a:solidFill>
                <a:schemeClr val="tx1"/>
              </a:solidFill>
              <a:latin typeface="微软雅黑" pitchFamily="34" charset="-122"/>
              <a:ea typeface="微软雅黑" pitchFamily="34" charset="-122"/>
            </a:endParaRPr>
          </a:p>
          <a:p>
            <a:pPr indent="457200" algn="just">
              <a:lnSpc>
                <a:spcPct val="150000"/>
              </a:lnSpc>
            </a:pPr>
            <a:endParaRPr lang="en-US" altLang="zh-CN" sz="2400" dirty="0">
              <a:solidFill>
                <a:schemeClr val="tx1"/>
              </a:solidFill>
              <a:latin typeface="微软雅黑" pitchFamily="34" charset="-122"/>
              <a:ea typeface="微软雅黑" pitchFamily="34" charset="-122"/>
            </a:endParaRPr>
          </a:p>
          <a:p>
            <a:pPr indent="457200" algn="just">
              <a:lnSpc>
                <a:spcPct val="150000"/>
              </a:lnSpc>
            </a:pPr>
            <a:endParaRPr lang="en-US" altLang="zh-CN" sz="2400" dirty="0">
              <a:solidFill>
                <a:schemeClr val="tx1"/>
              </a:solidFill>
              <a:latin typeface="微软雅黑" pitchFamily="34" charset="-122"/>
              <a:ea typeface="微软雅黑" pitchFamily="34" charset="-122"/>
            </a:endParaRPr>
          </a:p>
          <a:p>
            <a:pPr indent="457200" algn="just">
              <a:lnSpc>
                <a:spcPct val="150000"/>
              </a:lnSpc>
            </a:pPr>
            <a:endParaRPr lang="en-US" altLang="zh-CN" sz="2400" dirty="0">
              <a:solidFill>
                <a:schemeClr val="tx1"/>
              </a:solidFill>
              <a:latin typeface="微软雅黑" pitchFamily="34" charset="-122"/>
              <a:ea typeface="微软雅黑" pitchFamily="34" charset="-122"/>
            </a:endParaRPr>
          </a:p>
        </p:txBody>
      </p:sp>
      <p:grpSp>
        <p:nvGrpSpPr>
          <p:cNvPr id="7" name="组合 4"/>
          <p:cNvGrpSpPr>
            <a:grpSpLocks/>
          </p:cNvGrpSpPr>
          <p:nvPr/>
        </p:nvGrpSpPr>
        <p:grpSpPr bwMode="auto">
          <a:xfrm>
            <a:off x="1739900" y="2170113"/>
            <a:ext cx="5400675" cy="3371850"/>
            <a:chOff x="1155050" y="2348880"/>
            <a:chExt cx="6263455" cy="4064000"/>
          </a:xfrm>
        </p:grpSpPr>
        <p:graphicFrame>
          <p:nvGraphicFramePr>
            <p:cNvPr id="8" name="图示 7"/>
            <p:cNvGraphicFramePr/>
            <p:nvPr>
              <p:extLst>
                <p:ext uri="{D42A27DB-BD31-4B8C-83A1-F6EECF244321}">
                  <p14:modId xmlns:p14="http://schemas.microsoft.com/office/powerpoint/2010/main" val="1022456817"/>
                </p:ext>
              </p:extLst>
            </p:nvPr>
          </p:nvGraphicFramePr>
          <p:xfrm>
            <a:off x="1259632" y="2348880"/>
            <a:ext cx="60960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TextBox 3"/>
            <p:cNvSpPr txBox="1">
              <a:spLocks noChangeArrowheads="1"/>
            </p:cNvSpPr>
            <p:nvPr/>
          </p:nvSpPr>
          <p:spPr bwMode="auto">
            <a:xfrm>
              <a:off x="1155050" y="2400624"/>
              <a:ext cx="6263455" cy="853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eaLnBrk="1" hangingPunct="1"/>
              <a:r>
                <a:rPr lang="en-US" altLang="zh-CN" dirty="0">
                  <a:latin typeface="微软雅黑" pitchFamily="34" charset="-122"/>
                  <a:ea typeface="微软雅黑" pitchFamily="34" charset="-122"/>
                </a:rPr>
                <a:t>Collect/polling GPS UTC time periodically </a:t>
              </a:r>
              <a:endParaRPr lang="zh-CN" altLang="en-US" dirty="0">
                <a:latin typeface="微软雅黑" pitchFamily="34" charset="-122"/>
                <a:ea typeface="微软雅黑" pitchFamily="34" charset="-122"/>
              </a:endParaRPr>
            </a:p>
          </p:txBody>
        </p:sp>
        <p:sp>
          <p:nvSpPr>
            <p:cNvPr id="10" name="TextBox 7"/>
            <p:cNvSpPr txBox="1">
              <a:spLocks noChangeArrowheads="1"/>
            </p:cNvSpPr>
            <p:nvPr/>
          </p:nvSpPr>
          <p:spPr bwMode="auto">
            <a:xfrm>
              <a:off x="3088506" y="5553237"/>
              <a:ext cx="2993633" cy="482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eaLnBrk="1" hangingPunct="1"/>
              <a:r>
                <a:rPr lang="en-US" altLang="zh-CN">
                  <a:latin typeface="微软雅黑" pitchFamily="34" charset="-122"/>
                  <a:ea typeface="微软雅黑" pitchFamily="34" charset="-122"/>
                </a:rPr>
                <a:t>GPS time</a:t>
              </a:r>
              <a:endParaRPr lang="zh-CN" altLang="en-US">
                <a:latin typeface="微软雅黑" pitchFamily="34" charset="-122"/>
                <a:ea typeface="微软雅黑" pitchFamily="34" charset="-122"/>
              </a:endParaRPr>
            </a:p>
          </p:txBody>
        </p:sp>
      </p:grpSp>
      <p:sp>
        <p:nvSpPr>
          <p:cNvPr id="11" name="TextBox 3"/>
          <p:cNvSpPr txBox="1">
            <a:spLocks noChangeArrowheads="1"/>
          </p:cNvSpPr>
          <p:nvPr/>
        </p:nvSpPr>
        <p:spPr bwMode="auto">
          <a:xfrm>
            <a:off x="0" y="2990850"/>
            <a:ext cx="1766888" cy="193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eaLnBrk="1" hangingPunct="1"/>
            <a:r>
              <a:rPr lang="en-US" altLang="zh-CN">
                <a:latin typeface="微软雅黑" pitchFamily="34" charset="-122"/>
                <a:ea typeface="微软雅黑" pitchFamily="34" charset="-122"/>
              </a:rPr>
              <a:t>Compare OBC time and GPS time, then calibrate OBC time.</a:t>
            </a:r>
            <a:endParaRPr lang="zh-CN" altLang="en-US">
              <a:latin typeface="微软雅黑" pitchFamily="34" charset="-122"/>
              <a:ea typeface="微软雅黑" pitchFamily="34" charset="-122"/>
            </a:endParaRPr>
          </a:p>
        </p:txBody>
      </p:sp>
    </p:spTree>
    <p:extLst>
      <p:ext uri="{BB962C8B-B14F-4D97-AF65-F5344CB8AC3E}">
        <p14:creationId xmlns:p14="http://schemas.microsoft.com/office/powerpoint/2010/main" val="756368419"/>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3528" y="274638"/>
            <a:ext cx="8496944" cy="1082660"/>
          </a:xfrm>
        </p:spPr>
        <p:txBody>
          <a:bodyPr>
            <a:normAutofit/>
          </a:bodyPr>
          <a:lstStyle/>
          <a:p>
            <a:r>
              <a:rPr lang="en-US" altLang="zh-CN" dirty="0"/>
              <a:t>PART 6: Time Management</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latin typeface="微软雅黑" pitchFamily="34" charset="-122"/>
                <a:ea typeface="微软雅黑" pitchFamily="34" charset="-122"/>
              </a:rPr>
              <a:t> </a:t>
            </a:r>
            <a:fld id="{E1EFCB46-C834-4067-A327-0EA79FD50686}" type="slidenum">
              <a:rPr lang="zh-CN" altLang="en-US" smtClean="0">
                <a:latin typeface="微软雅黑" pitchFamily="34" charset="-122"/>
                <a:ea typeface="微软雅黑" pitchFamily="34" charset="-122"/>
              </a:rPr>
              <a:pPr/>
              <a:t>71</a:t>
            </a:fld>
            <a:r>
              <a:rPr lang="zh-CN" altLang="en-US" smtClean="0">
                <a:latin typeface="微软雅黑" pitchFamily="34" charset="-122"/>
                <a:ea typeface="微软雅黑" pitchFamily="34" charset="-122"/>
              </a:rPr>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457200" y="1280318"/>
            <a:ext cx="82550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457200" algn="just">
              <a:lnSpc>
                <a:spcPct val="150000"/>
              </a:lnSpc>
            </a:pPr>
            <a:r>
              <a:rPr lang="en-US" altLang="zh-CN" sz="2400" dirty="0">
                <a:solidFill>
                  <a:schemeClr val="tx1"/>
                </a:solidFill>
                <a:latin typeface="微软雅黑" pitchFamily="34" charset="-122"/>
                <a:ea typeface="微软雅黑" pitchFamily="34" charset="-122"/>
              </a:rPr>
              <a:t>GPS setting time, used after launch or when OBC is reset .</a:t>
            </a:r>
          </a:p>
        </p:txBody>
      </p:sp>
      <p:grpSp>
        <p:nvGrpSpPr>
          <p:cNvPr id="7" name="组合 4"/>
          <p:cNvGrpSpPr>
            <a:grpSpLocks/>
          </p:cNvGrpSpPr>
          <p:nvPr/>
        </p:nvGrpSpPr>
        <p:grpSpPr bwMode="auto">
          <a:xfrm>
            <a:off x="1739900" y="2361406"/>
            <a:ext cx="5711825" cy="3371850"/>
            <a:chOff x="1155050" y="2348880"/>
            <a:chExt cx="6624712" cy="4064000"/>
          </a:xfrm>
        </p:grpSpPr>
        <p:graphicFrame>
          <p:nvGraphicFramePr>
            <p:cNvPr id="8" name="图示 7"/>
            <p:cNvGraphicFramePr/>
            <p:nvPr>
              <p:extLst>
                <p:ext uri="{D42A27DB-BD31-4B8C-83A1-F6EECF244321}">
                  <p14:modId xmlns:p14="http://schemas.microsoft.com/office/powerpoint/2010/main" val="1102501432"/>
                </p:ext>
              </p:extLst>
            </p:nvPr>
          </p:nvGraphicFramePr>
          <p:xfrm>
            <a:off x="1259632" y="2348880"/>
            <a:ext cx="60960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TextBox 3"/>
            <p:cNvSpPr txBox="1">
              <a:spLocks noChangeArrowheads="1"/>
            </p:cNvSpPr>
            <p:nvPr/>
          </p:nvSpPr>
          <p:spPr bwMode="auto">
            <a:xfrm>
              <a:off x="1155050" y="2400624"/>
              <a:ext cx="6624712" cy="853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eaLnBrk="1" hangingPunct="1"/>
              <a:r>
                <a:rPr lang="en-US" altLang="zh-CN" dirty="0">
                  <a:latin typeface="微软雅黑" pitchFamily="34" charset="-122"/>
                  <a:ea typeface="微软雅黑" pitchFamily="34" charset="-122"/>
                </a:rPr>
                <a:t>Collect/polling GPS UTC time only one time </a:t>
              </a:r>
              <a:endParaRPr lang="zh-CN" altLang="en-US" dirty="0">
                <a:latin typeface="微软雅黑" pitchFamily="34" charset="-122"/>
                <a:ea typeface="微软雅黑" pitchFamily="34" charset="-122"/>
              </a:endParaRPr>
            </a:p>
          </p:txBody>
        </p:sp>
        <p:sp>
          <p:nvSpPr>
            <p:cNvPr id="10" name="TextBox 7"/>
            <p:cNvSpPr txBox="1">
              <a:spLocks noChangeArrowheads="1"/>
            </p:cNvSpPr>
            <p:nvPr/>
          </p:nvSpPr>
          <p:spPr bwMode="auto">
            <a:xfrm>
              <a:off x="3088506" y="5553237"/>
              <a:ext cx="2993633" cy="482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eaLnBrk="1" hangingPunct="1"/>
              <a:r>
                <a:rPr lang="en-US" altLang="zh-CN">
                  <a:latin typeface="微软雅黑" pitchFamily="34" charset="-122"/>
                  <a:ea typeface="微软雅黑" pitchFamily="34" charset="-122"/>
                </a:rPr>
                <a:t>GPS time</a:t>
              </a:r>
              <a:endParaRPr lang="zh-CN" altLang="en-US">
                <a:latin typeface="微软雅黑" pitchFamily="34" charset="-122"/>
                <a:ea typeface="微软雅黑" pitchFamily="34" charset="-122"/>
              </a:endParaRPr>
            </a:p>
          </p:txBody>
        </p:sp>
      </p:grpSp>
      <p:sp>
        <p:nvSpPr>
          <p:cNvPr id="11" name="TextBox 3"/>
          <p:cNvSpPr txBox="1">
            <a:spLocks noChangeArrowheads="1"/>
          </p:cNvSpPr>
          <p:nvPr/>
        </p:nvSpPr>
        <p:spPr bwMode="auto">
          <a:xfrm>
            <a:off x="0" y="3634581"/>
            <a:ext cx="1768475"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eaLnBrk="1" hangingPunct="1"/>
            <a:r>
              <a:rPr lang="en-US" altLang="zh-CN" dirty="0">
                <a:latin typeface="微软雅黑" pitchFamily="34" charset="-122"/>
                <a:ea typeface="微软雅黑" pitchFamily="34" charset="-122"/>
              </a:rPr>
              <a:t>OBC using GPS time directly.</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756368419"/>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3528" y="274638"/>
            <a:ext cx="8496944" cy="1082660"/>
          </a:xfrm>
        </p:spPr>
        <p:txBody>
          <a:bodyPr>
            <a:normAutofit/>
          </a:bodyPr>
          <a:lstStyle/>
          <a:p>
            <a:r>
              <a:rPr lang="en-US" altLang="zh-CN" dirty="0"/>
              <a:t>PART 6: Time Management</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latin typeface="微软雅黑" pitchFamily="34" charset="-122"/>
                <a:ea typeface="微软雅黑" pitchFamily="34" charset="-122"/>
              </a:rPr>
              <a:t> </a:t>
            </a:r>
            <a:fld id="{E1EFCB46-C834-4067-A327-0EA79FD50686}" type="slidenum">
              <a:rPr lang="zh-CN" altLang="en-US" smtClean="0">
                <a:latin typeface="微软雅黑" pitchFamily="34" charset="-122"/>
                <a:ea typeface="微软雅黑" pitchFamily="34" charset="-122"/>
              </a:rPr>
              <a:pPr/>
              <a:t>72</a:t>
            </a:fld>
            <a:r>
              <a:rPr lang="zh-CN" altLang="en-US" smtClean="0">
                <a:latin typeface="微软雅黑" pitchFamily="34" charset="-122"/>
                <a:ea typeface="微软雅黑" pitchFamily="34" charset="-122"/>
              </a:rPr>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457200" y="1302915"/>
            <a:ext cx="8255000" cy="5078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457200" algn="just">
              <a:lnSpc>
                <a:spcPct val="150000"/>
              </a:lnSpc>
            </a:pPr>
            <a:r>
              <a:rPr lang="en-US" altLang="zh-CN" sz="2400" dirty="0">
                <a:solidFill>
                  <a:srgbClr val="FF0000"/>
                </a:solidFill>
                <a:latin typeface="微软雅黑" pitchFamily="34" charset="-122"/>
                <a:ea typeface="微软雅黑" pitchFamily="34" charset="-122"/>
              </a:rPr>
              <a:t>One time adjustment (add or subtract) to the current on board time.</a:t>
            </a:r>
          </a:p>
          <a:p>
            <a:pPr indent="457200" algn="just">
              <a:lnSpc>
                <a:spcPct val="150000"/>
              </a:lnSpc>
            </a:pPr>
            <a:r>
              <a:rPr lang="zh-CN" altLang="zh-CN" sz="2400" dirty="0">
                <a:solidFill>
                  <a:schemeClr val="tx1"/>
                </a:solidFill>
                <a:latin typeface="微软雅黑" pitchFamily="34" charset="-122"/>
                <a:ea typeface="微软雅黑" pitchFamily="34" charset="-122"/>
              </a:rPr>
              <a:t>The time difference between the ground and satellite should be calculated by ground station and be transmitted through the uplink channel. OBC performs immediately the operation of addition between the on board time and the time difference in order to aim at the ground.  </a:t>
            </a:r>
          </a:p>
          <a:p>
            <a:pPr indent="457200" algn="just">
              <a:lnSpc>
                <a:spcPct val="150000"/>
              </a:lnSpc>
            </a:pPr>
            <a:endParaRPr lang="en-US" altLang="zh-CN" sz="2400" dirty="0">
              <a:solidFill>
                <a:schemeClr val="tx1"/>
              </a:solidFill>
              <a:latin typeface="微软雅黑" pitchFamily="34" charset="-122"/>
              <a:ea typeface="微软雅黑" pitchFamily="34" charset="-122"/>
            </a:endParaRPr>
          </a:p>
        </p:txBody>
      </p:sp>
    </p:spTree>
    <p:extLst>
      <p:ext uri="{BB962C8B-B14F-4D97-AF65-F5344CB8AC3E}">
        <p14:creationId xmlns:p14="http://schemas.microsoft.com/office/powerpoint/2010/main" val="756368419"/>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3528" y="274638"/>
            <a:ext cx="8496944" cy="1082660"/>
          </a:xfrm>
        </p:spPr>
        <p:txBody>
          <a:bodyPr>
            <a:normAutofit/>
          </a:bodyPr>
          <a:lstStyle/>
          <a:p>
            <a:r>
              <a:rPr lang="en-US" altLang="zh-CN" dirty="0"/>
              <a:t>PART 6: Time Management</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latin typeface="微软雅黑" pitchFamily="34" charset="-122"/>
                <a:ea typeface="微软雅黑" pitchFamily="34" charset="-122"/>
              </a:rPr>
              <a:t> </a:t>
            </a:r>
            <a:fld id="{E1EFCB46-C834-4067-A327-0EA79FD50686}" type="slidenum">
              <a:rPr lang="zh-CN" altLang="en-US" smtClean="0">
                <a:latin typeface="微软雅黑" pitchFamily="34" charset="-122"/>
                <a:ea typeface="微软雅黑" pitchFamily="34" charset="-122"/>
              </a:rPr>
              <a:pPr/>
              <a:t>73</a:t>
            </a:fld>
            <a:r>
              <a:rPr lang="zh-CN" altLang="en-US" smtClean="0">
                <a:latin typeface="微软雅黑" pitchFamily="34" charset="-122"/>
                <a:ea typeface="微软雅黑" pitchFamily="34" charset="-122"/>
              </a:rPr>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457200" y="1298676"/>
            <a:ext cx="8255000"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457200" algn="just">
              <a:lnSpc>
                <a:spcPct val="150000"/>
              </a:lnSpc>
            </a:pPr>
            <a:r>
              <a:rPr lang="en-US" altLang="zh-CN" sz="2400" dirty="0">
                <a:solidFill>
                  <a:schemeClr val="tx1"/>
                </a:solidFill>
                <a:latin typeface="微软雅黑" pitchFamily="34" charset="-122"/>
                <a:ea typeface="微软雅黑" pitchFamily="34" charset="-122"/>
              </a:rPr>
              <a:t>One time adjustment data block format.</a:t>
            </a:r>
          </a:p>
        </p:txBody>
      </p:sp>
      <p:graphicFrame>
        <p:nvGraphicFramePr>
          <p:cNvPr id="7" name="表格 6"/>
          <p:cNvGraphicFramePr>
            <a:graphicFrameLocks noGrp="1"/>
          </p:cNvGraphicFramePr>
          <p:nvPr>
            <p:extLst>
              <p:ext uri="{D42A27DB-BD31-4B8C-83A1-F6EECF244321}">
                <p14:modId xmlns:p14="http://schemas.microsoft.com/office/powerpoint/2010/main" val="365277655"/>
              </p:ext>
            </p:extLst>
          </p:nvPr>
        </p:nvGraphicFramePr>
        <p:xfrm>
          <a:off x="1547813" y="2233714"/>
          <a:ext cx="5013325" cy="3211510"/>
        </p:xfrm>
        <a:graphic>
          <a:graphicData uri="http://schemas.openxmlformats.org/drawingml/2006/table">
            <a:tbl>
              <a:tblPr firstRow="1" firstCol="1" bandRow="1" bandCol="1">
                <a:tableStyleId>{69CF1AB2-1976-4502-BF36-3FF5EA218861}</a:tableStyleId>
              </a:tblPr>
              <a:tblGrid>
                <a:gridCol w="656751"/>
                <a:gridCol w="682434"/>
                <a:gridCol w="3674140"/>
              </a:tblGrid>
              <a:tr h="321151">
                <a:tc>
                  <a:txBody>
                    <a:bodyPr/>
                    <a:lstStyle/>
                    <a:p>
                      <a:pPr algn="ctr">
                        <a:spcAft>
                          <a:spcPts val="0"/>
                        </a:spcAft>
                      </a:pPr>
                      <a:r>
                        <a:rPr lang="x-none" sz="1600" kern="100" cap="all" dirty="0">
                          <a:effectLst/>
                        </a:rPr>
                        <a:t>NO</a:t>
                      </a:r>
                      <a:endParaRPr lang="zh-CN" sz="1600" b="1" kern="100" dirty="0">
                        <a:effectLst/>
                        <a:latin typeface="Times New Roman"/>
                        <a:ea typeface="宋体"/>
                      </a:endParaRPr>
                    </a:p>
                  </a:txBody>
                  <a:tcPr marL="68578" marR="68578" marT="0" marB="0" anchor="ctr"/>
                </a:tc>
                <a:tc>
                  <a:txBody>
                    <a:bodyPr/>
                    <a:lstStyle/>
                    <a:p>
                      <a:pPr algn="ctr">
                        <a:spcAft>
                          <a:spcPts val="0"/>
                        </a:spcAft>
                      </a:pPr>
                      <a:r>
                        <a:rPr lang="x-none" sz="1600" kern="100" cap="all">
                          <a:effectLst/>
                        </a:rPr>
                        <a:t>DATA</a:t>
                      </a:r>
                      <a:endParaRPr lang="zh-CN" sz="1600" b="1" kern="100">
                        <a:effectLst/>
                        <a:latin typeface="Times New Roman"/>
                        <a:ea typeface="宋体"/>
                      </a:endParaRPr>
                    </a:p>
                  </a:txBody>
                  <a:tcPr marL="68578" marR="68578" marT="0" marB="0" anchor="ctr"/>
                </a:tc>
                <a:tc>
                  <a:txBody>
                    <a:bodyPr/>
                    <a:lstStyle/>
                    <a:p>
                      <a:pPr algn="ctr">
                        <a:spcAft>
                          <a:spcPts val="0"/>
                        </a:spcAft>
                      </a:pPr>
                      <a:r>
                        <a:rPr lang="x-none" sz="1600" kern="100" cap="all">
                          <a:effectLst/>
                        </a:rPr>
                        <a:t>DESCRIPTION</a:t>
                      </a:r>
                      <a:endParaRPr lang="zh-CN" sz="1600" b="1" kern="100">
                        <a:effectLst/>
                        <a:latin typeface="Times New Roman"/>
                        <a:ea typeface="宋体"/>
                      </a:endParaRPr>
                    </a:p>
                  </a:txBody>
                  <a:tcPr marL="68578" marR="68578" marT="0" marB="0" anchor="ctr"/>
                </a:tc>
              </a:tr>
              <a:tr h="321151">
                <a:tc>
                  <a:txBody>
                    <a:bodyPr/>
                    <a:lstStyle/>
                    <a:p>
                      <a:pPr algn="ctr">
                        <a:spcAft>
                          <a:spcPts val="0"/>
                        </a:spcAft>
                      </a:pPr>
                      <a:r>
                        <a:rPr lang="en-US" sz="1600" kern="100">
                          <a:effectLst/>
                        </a:rPr>
                        <a:t>0</a:t>
                      </a:r>
                      <a:endParaRPr lang="zh-CN" sz="1600" b="1" kern="100">
                        <a:effectLst/>
                        <a:latin typeface="Times New Roman"/>
                        <a:ea typeface="宋体"/>
                      </a:endParaRPr>
                    </a:p>
                  </a:txBody>
                  <a:tcPr marL="68578" marR="68578" marT="0" marB="0" anchor="ctr"/>
                </a:tc>
                <a:tc>
                  <a:txBody>
                    <a:bodyPr/>
                    <a:lstStyle/>
                    <a:p>
                      <a:pPr algn="ctr">
                        <a:spcAft>
                          <a:spcPts val="0"/>
                        </a:spcAft>
                      </a:pPr>
                      <a:r>
                        <a:rPr lang="en-US" sz="1600" kern="100" dirty="0">
                          <a:effectLst/>
                        </a:rPr>
                        <a:t>40H</a:t>
                      </a:r>
                      <a:endParaRPr lang="zh-CN" sz="1600" b="1" kern="100" dirty="0">
                        <a:effectLst/>
                        <a:latin typeface="Times New Roman"/>
                        <a:ea typeface="宋体"/>
                      </a:endParaRPr>
                    </a:p>
                  </a:txBody>
                  <a:tcPr marL="68578" marR="68578" marT="0" marB="0" anchor="ctr"/>
                </a:tc>
                <a:tc>
                  <a:txBody>
                    <a:bodyPr/>
                    <a:lstStyle/>
                    <a:p>
                      <a:pPr algn="ctr">
                        <a:spcAft>
                          <a:spcPts val="0"/>
                        </a:spcAft>
                      </a:pPr>
                      <a:r>
                        <a:rPr lang="x-none" sz="1600" kern="100" dirty="0">
                          <a:effectLst/>
                        </a:rPr>
                        <a:t>IDENTIFICATION</a:t>
                      </a:r>
                      <a:endParaRPr lang="zh-CN" sz="1600" b="1" kern="100" dirty="0">
                        <a:effectLst/>
                        <a:latin typeface="Times New Roman"/>
                        <a:ea typeface="宋体"/>
                      </a:endParaRPr>
                    </a:p>
                  </a:txBody>
                  <a:tcPr marL="68578" marR="68578" marT="0" marB="0" anchor="ctr"/>
                </a:tc>
              </a:tr>
              <a:tr h="321151">
                <a:tc>
                  <a:txBody>
                    <a:bodyPr/>
                    <a:lstStyle/>
                    <a:p>
                      <a:pPr algn="ctr">
                        <a:spcAft>
                          <a:spcPts val="0"/>
                        </a:spcAft>
                      </a:pPr>
                      <a:r>
                        <a:rPr lang="en-US" sz="1600" kern="100">
                          <a:effectLst/>
                        </a:rPr>
                        <a:t>1</a:t>
                      </a:r>
                      <a:endParaRPr lang="zh-CN" sz="1600" b="1" kern="100">
                        <a:effectLst/>
                        <a:latin typeface="Times New Roman"/>
                        <a:ea typeface="宋体"/>
                      </a:endParaRPr>
                    </a:p>
                  </a:txBody>
                  <a:tcPr marL="68578" marR="68578" marT="0" marB="0" anchor="ctr"/>
                </a:tc>
                <a:tc>
                  <a:txBody>
                    <a:bodyPr/>
                    <a:lstStyle/>
                    <a:p>
                      <a:pPr algn="ctr">
                        <a:spcAft>
                          <a:spcPts val="0"/>
                        </a:spcAft>
                      </a:pPr>
                      <a:r>
                        <a:rPr lang="en-US" sz="1600" kern="100">
                          <a:effectLst/>
                        </a:rPr>
                        <a:t>11H</a:t>
                      </a:r>
                      <a:endParaRPr lang="zh-CN" sz="1600" b="1" kern="100">
                        <a:effectLst/>
                        <a:latin typeface="Times New Roman"/>
                        <a:ea typeface="宋体"/>
                      </a:endParaRPr>
                    </a:p>
                  </a:txBody>
                  <a:tcPr marL="68578" marR="68578" marT="0" marB="0" anchor="ctr"/>
                </a:tc>
                <a:tc>
                  <a:txBody>
                    <a:bodyPr/>
                    <a:lstStyle/>
                    <a:p>
                      <a:pPr algn="ctr">
                        <a:spcAft>
                          <a:spcPts val="0"/>
                        </a:spcAft>
                      </a:pPr>
                      <a:r>
                        <a:rPr lang="x-none" sz="1600" kern="100" dirty="0">
                          <a:effectLst/>
                        </a:rPr>
                        <a:t>ASSISTANT SYMBOL</a:t>
                      </a:r>
                      <a:endParaRPr lang="zh-CN" sz="1600" b="1" kern="100" dirty="0">
                        <a:effectLst/>
                        <a:latin typeface="Times New Roman"/>
                        <a:ea typeface="宋体"/>
                      </a:endParaRPr>
                    </a:p>
                  </a:txBody>
                  <a:tcPr marL="68578" marR="68578" marT="0" marB="0" anchor="ctr"/>
                </a:tc>
              </a:tr>
              <a:tr h="321151">
                <a:tc>
                  <a:txBody>
                    <a:bodyPr/>
                    <a:lstStyle/>
                    <a:p>
                      <a:pPr algn="ctr">
                        <a:spcAft>
                          <a:spcPts val="0"/>
                        </a:spcAft>
                      </a:pPr>
                      <a:r>
                        <a:rPr lang="en-US" sz="1600" kern="100">
                          <a:effectLst/>
                        </a:rPr>
                        <a:t>2</a:t>
                      </a:r>
                      <a:endParaRPr lang="zh-CN" sz="1600" b="1" kern="100">
                        <a:effectLst/>
                        <a:latin typeface="Times New Roman"/>
                        <a:ea typeface="宋体"/>
                      </a:endParaRPr>
                    </a:p>
                  </a:txBody>
                  <a:tcPr marL="68578" marR="68578" marT="0" marB="0" anchor="ctr"/>
                </a:tc>
                <a:tc>
                  <a:txBody>
                    <a:bodyPr/>
                    <a:lstStyle/>
                    <a:p>
                      <a:pPr algn="ctr">
                        <a:spcAft>
                          <a:spcPts val="0"/>
                        </a:spcAft>
                      </a:pPr>
                      <a:r>
                        <a:rPr lang="en-US" sz="1600" kern="100">
                          <a:effectLst/>
                        </a:rPr>
                        <a:t>01H</a:t>
                      </a:r>
                      <a:endParaRPr lang="zh-CN" sz="1600" b="1" kern="100">
                        <a:effectLst/>
                        <a:latin typeface="Times New Roman"/>
                        <a:ea typeface="宋体"/>
                      </a:endParaRPr>
                    </a:p>
                  </a:txBody>
                  <a:tcPr marL="68578" marR="68578" marT="0" marB="0" anchor="ctr"/>
                </a:tc>
                <a:tc>
                  <a:txBody>
                    <a:bodyPr/>
                    <a:lstStyle/>
                    <a:p>
                      <a:pPr algn="ctr">
                        <a:spcAft>
                          <a:spcPts val="0"/>
                        </a:spcAft>
                      </a:pPr>
                      <a:r>
                        <a:rPr lang="x-none" sz="1600" kern="100" dirty="0">
                          <a:effectLst/>
                        </a:rPr>
                        <a:t>TYPE</a:t>
                      </a:r>
                      <a:endParaRPr lang="zh-CN" sz="1600" b="1" kern="100" dirty="0">
                        <a:effectLst/>
                        <a:latin typeface="Times New Roman"/>
                        <a:ea typeface="宋体"/>
                      </a:endParaRPr>
                    </a:p>
                  </a:txBody>
                  <a:tcPr marL="68578" marR="68578" marT="0" marB="0" anchor="ctr"/>
                </a:tc>
              </a:tr>
              <a:tr h="321151">
                <a:tc>
                  <a:txBody>
                    <a:bodyPr/>
                    <a:lstStyle/>
                    <a:p>
                      <a:pPr algn="ctr">
                        <a:spcAft>
                          <a:spcPts val="0"/>
                        </a:spcAft>
                      </a:pPr>
                      <a:r>
                        <a:rPr lang="en-US" sz="1600" kern="100">
                          <a:effectLst/>
                        </a:rPr>
                        <a:t>3</a:t>
                      </a:r>
                      <a:endParaRPr lang="zh-CN" sz="1600" b="1" kern="100">
                        <a:effectLst/>
                        <a:latin typeface="Times New Roman"/>
                        <a:ea typeface="宋体"/>
                      </a:endParaRPr>
                    </a:p>
                  </a:txBody>
                  <a:tcPr marL="68578" marR="68578" marT="0" marB="0" anchor="ctr"/>
                </a:tc>
                <a:tc>
                  <a:txBody>
                    <a:bodyPr/>
                    <a:lstStyle/>
                    <a:p>
                      <a:pPr algn="ctr">
                        <a:spcAft>
                          <a:spcPts val="0"/>
                        </a:spcAft>
                      </a:pPr>
                      <a:r>
                        <a:rPr lang="en-US" sz="1600" kern="100">
                          <a:effectLst/>
                        </a:rPr>
                        <a:t>##H</a:t>
                      </a:r>
                      <a:endParaRPr lang="zh-CN" sz="1600" b="1" kern="100">
                        <a:effectLst/>
                        <a:latin typeface="Times New Roman"/>
                        <a:ea typeface="宋体"/>
                      </a:endParaRPr>
                    </a:p>
                  </a:txBody>
                  <a:tcPr marL="68578" marR="68578" marT="0" marB="0" anchor="ctr"/>
                </a:tc>
                <a:tc rowSpan="4">
                  <a:txBody>
                    <a:bodyPr/>
                    <a:lstStyle/>
                    <a:p>
                      <a:pPr algn="ctr">
                        <a:spcAft>
                          <a:spcPts val="0"/>
                        </a:spcAft>
                      </a:pPr>
                      <a:r>
                        <a:rPr lang="x-none" sz="1600" kern="100" dirty="0">
                          <a:effectLst/>
                        </a:rPr>
                        <a:t>ADJUST SECOND</a:t>
                      </a:r>
                      <a:endParaRPr lang="zh-CN" sz="1600" kern="100" dirty="0">
                        <a:effectLst/>
                      </a:endParaRPr>
                    </a:p>
                    <a:p>
                      <a:pPr algn="ctr">
                        <a:spcAft>
                          <a:spcPts val="0"/>
                        </a:spcAft>
                      </a:pPr>
                      <a:r>
                        <a:rPr lang="x-none" sz="1600" kern="100" dirty="0">
                          <a:effectLst/>
                        </a:rPr>
                        <a:t>Complementary code, HIGH BYTE FIRST</a:t>
                      </a:r>
                      <a:endParaRPr lang="zh-CN" sz="1600" b="1" kern="100" dirty="0">
                        <a:effectLst/>
                        <a:latin typeface="Times New Roman"/>
                        <a:ea typeface="宋体"/>
                      </a:endParaRPr>
                    </a:p>
                  </a:txBody>
                  <a:tcPr marL="68578" marR="68578" marT="0" marB="0" anchor="ctr"/>
                </a:tc>
              </a:tr>
              <a:tr h="321151">
                <a:tc>
                  <a:txBody>
                    <a:bodyPr/>
                    <a:lstStyle/>
                    <a:p>
                      <a:pPr algn="ctr">
                        <a:spcAft>
                          <a:spcPts val="0"/>
                        </a:spcAft>
                      </a:pPr>
                      <a:r>
                        <a:rPr lang="en-US" sz="1600" kern="100">
                          <a:effectLst/>
                        </a:rPr>
                        <a:t>4</a:t>
                      </a:r>
                      <a:endParaRPr lang="zh-CN" sz="1600" b="1" kern="100">
                        <a:effectLst/>
                        <a:latin typeface="Times New Roman"/>
                        <a:ea typeface="宋体"/>
                      </a:endParaRPr>
                    </a:p>
                  </a:txBody>
                  <a:tcPr marL="68578" marR="68578" marT="0" marB="0" anchor="ctr"/>
                </a:tc>
                <a:tc>
                  <a:txBody>
                    <a:bodyPr/>
                    <a:lstStyle/>
                    <a:p>
                      <a:pPr algn="ctr">
                        <a:spcAft>
                          <a:spcPts val="0"/>
                        </a:spcAft>
                      </a:pPr>
                      <a:r>
                        <a:rPr lang="en-US" sz="1600" kern="100" dirty="0">
                          <a:effectLst/>
                        </a:rPr>
                        <a:t>##H</a:t>
                      </a:r>
                      <a:endParaRPr lang="zh-CN" sz="1600" b="1" kern="100" dirty="0">
                        <a:effectLst/>
                        <a:latin typeface="Times New Roman"/>
                        <a:ea typeface="宋体"/>
                      </a:endParaRPr>
                    </a:p>
                  </a:txBody>
                  <a:tcPr marL="68578" marR="68578" marT="0" marB="0" anchor="ctr"/>
                </a:tc>
                <a:tc vMerge="1">
                  <a:txBody>
                    <a:bodyPr/>
                    <a:lstStyle/>
                    <a:p>
                      <a:endParaRPr lang="zh-CN" altLang="en-US"/>
                    </a:p>
                  </a:txBody>
                  <a:tcPr/>
                </a:tc>
              </a:tr>
              <a:tr h="321151">
                <a:tc>
                  <a:txBody>
                    <a:bodyPr/>
                    <a:lstStyle/>
                    <a:p>
                      <a:pPr algn="ctr">
                        <a:spcAft>
                          <a:spcPts val="0"/>
                        </a:spcAft>
                      </a:pPr>
                      <a:r>
                        <a:rPr lang="en-US" sz="1600" kern="100">
                          <a:effectLst/>
                        </a:rPr>
                        <a:t>5</a:t>
                      </a:r>
                      <a:endParaRPr lang="zh-CN" sz="1600" b="1" kern="100">
                        <a:effectLst/>
                        <a:latin typeface="Times New Roman"/>
                        <a:ea typeface="宋体"/>
                      </a:endParaRPr>
                    </a:p>
                  </a:txBody>
                  <a:tcPr marL="68578" marR="68578" marT="0" marB="0" anchor="ctr"/>
                </a:tc>
                <a:tc>
                  <a:txBody>
                    <a:bodyPr/>
                    <a:lstStyle/>
                    <a:p>
                      <a:pPr algn="ctr">
                        <a:spcAft>
                          <a:spcPts val="0"/>
                        </a:spcAft>
                      </a:pPr>
                      <a:r>
                        <a:rPr lang="en-US" sz="1600" kern="100" dirty="0">
                          <a:effectLst/>
                        </a:rPr>
                        <a:t>##H</a:t>
                      </a:r>
                      <a:endParaRPr lang="zh-CN" sz="1600" b="1" kern="100" dirty="0">
                        <a:effectLst/>
                        <a:latin typeface="Times New Roman"/>
                        <a:ea typeface="宋体"/>
                      </a:endParaRPr>
                    </a:p>
                  </a:txBody>
                  <a:tcPr marL="68578" marR="68578" marT="0" marB="0" anchor="ctr"/>
                </a:tc>
                <a:tc vMerge="1">
                  <a:txBody>
                    <a:bodyPr/>
                    <a:lstStyle/>
                    <a:p>
                      <a:endParaRPr lang="zh-CN" altLang="en-US"/>
                    </a:p>
                  </a:txBody>
                  <a:tcPr/>
                </a:tc>
              </a:tr>
              <a:tr h="321151">
                <a:tc>
                  <a:txBody>
                    <a:bodyPr/>
                    <a:lstStyle/>
                    <a:p>
                      <a:pPr algn="ctr">
                        <a:spcAft>
                          <a:spcPts val="0"/>
                        </a:spcAft>
                      </a:pPr>
                      <a:r>
                        <a:rPr lang="en-US" sz="1600" kern="100">
                          <a:effectLst/>
                        </a:rPr>
                        <a:t>6</a:t>
                      </a:r>
                      <a:endParaRPr lang="zh-CN" sz="1600" b="1" kern="100">
                        <a:effectLst/>
                        <a:latin typeface="Times New Roman"/>
                        <a:ea typeface="宋体"/>
                      </a:endParaRPr>
                    </a:p>
                  </a:txBody>
                  <a:tcPr marL="68578" marR="68578" marT="0" marB="0" anchor="ctr"/>
                </a:tc>
                <a:tc>
                  <a:txBody>
                    <a:bodyPr/>
                    <a:lstStyle/>
                    <a:p>
                      <a:pPr algn="ctr">
                        <a:spcAft>
                          <a:spcPts val="0"/>
                        </a:spcAft>
                      </a:pPr>
                      <a:r>
                        <a:rPr lang="en-US" sz="1600" kern="100" dirty="0">
                          <a:effectLst/>
                        </a:rPr>
                        <a:t>##H</a:t>
                      </a:r>
                      <a:endParaRPr lang="zh-CN" sz="1600" b="1" kern="100" dirty="0">
                        <a:effectLst/>
                        <a:latin typeface="Times New Roman"/>
                        <a:ea typeface="宋体"/>
                      </a:endParaRPr>
                    </a:p>
                  </a:txBody>
                  <a:tcPr marL="68578" marR="68578" marT="0" marB="0" anchor="ctr"/>
                </a:tc>
                <a:tc vMerge="1">
                  <a:txBody>
                    <a:bodyPr/>
                    <a:lstStyle/>
                    <a:p>
                      <a:endParaRPr lang="zh-CN" altLang="en-US"/>
                    </a:p>
                  </a:txBody>
                  <a:tcPr/>
                </a:tc>
              </a:tr>
              <a:tr h="321151">
                <a:tc>
                  <a:txBody>
                    <a:bodyPr/>
                    <a:lstStyle/>
                    <a:p>
                      <a:pPr algn="ctr">
                        <a:spcAft>
                          <a:spcPts val="0"/>
                        </a:spcAft>
                      </a:pPr>
                      <a:r>
                        <a:rPr lang="en-US" sz="1600" kern="100">
                          <a:effectLst/>
                        </a:rPr>
                        <a:t>7</a:t>
                      </a:r>
                      <a:endParaRPr lang="zh-CN" sz="1600" b="1" kern="100">
                        <a:effectLst/>
                        <a:latin typeface="Times New Roman"/>
                        <a:ea typeface="宋体"/>
                      </a:endParaRPr>
                    </a:p>
                  </a:txBody>
                  <a:tcPr marL="68578" marR="68578" marT="0" marB="0" anchor="ctr"/>
                </a:tc>
                <a:tc>
                  <a:txBody>
                    <a:bodyPr/>
                    <a:lstStyle/>
                    <a:p>
                      <a:pPr algn="ctr">
                        <a:spcAft>
                          <a:spcPts val="0"/>
                        </a:spcAft>
                      </a:pPr>
                      <a:r>
                        <a:rPr lang="en-US" sz="1600" kern="100">
                          <a:effectLst/>
                        </a:rPr>
                        <a:t>##H</a:t>
                      </a:r>
                      <a:endParaRPr lang="zh-CN" sz="1600" b="1" kern="100">
                        <a:effectLst/>
                        <a:latin typeface="Times New Roman"/>
                        <a:ea typeface="宋体"/>
                      </a:endParaRPr>
                    </a:p>
                  </a:txBody>
                  <a:tcPr marL="68578" marR="68578" marT="0" marB="0" anchor="ctr"/>
                </a:tc>
                <a:tc rowSpan="2">
                  <a:txBody>
                    <a:bodyPr/>
                    <a:lstStyle/>
                    <a:p>
                      <a:pPr algn="ctr">
                        <a:spcAft>
                          <a:spcPts val="0"/>
                        </a:spcAft>
                      </a:pPr>
                      <a:r>
                        <a:rPr lang="x-none" sz="1600" kern="100" dirty="0">
                          <a:effectLst/>
                        </a:rPr>
                        <a:t>ADJUST MILLSECOND</a:t>
                      </a:r>
                      <a:endParaRPr lang="zh-CN" sz="1600" kern="100" dirty="0">
                        <a:effectLst/>
                      </a:endParaRPr>
                    </a:p>
                    <a:p>
                      <a:pPr algn="ctr">
                        <a:spcAft>
                          <a:spcPts val="0"/>
                        </a:spcAft>
                      </a:pPr>
                      <a:r>
                        <a:rPr lang="x-none" sz="1600" kern="100" dirty="0">
                          <a:effectLst/>
                        </a:rPr>
                        <a:t>TRUE FORM, HIGH BYTE FIRST</a:t>
                      </a:r>
                      <a:endParaRPr lang="zh-CN" sz="1600" b="1" kern="100" dirty="0">
                        <a:effectLst/>
                        <a:latin typeface="Times New Roman"/>
                        <a:ea typeface="宋体"/>
                      </a:endParaRPr>
                    </a:p>
                  </a:txBody>
                  <a:tcPr marL="68578" marR="68578" marT="0" marB="0" anchor="ctr"/>
                </a:tc>
              </a:tr>
              <a:tr h="321151">
                <a:tc>
                  <a:txBody>
                    <a:bodyPr/>
                    <a:lstStyle/>
                    <a:p>
                      <a:pPr algn="ctr">
                        <a:spcAft>
                          <a:spcPts val="0"/>
                        </a:spcAft>
                      </a:pPr>
                      <a:r>
                        <a:rPr lang="en-US" sz="1600" kern="100">
                          <a:effectLst/>
                        </a:rPr>
                        <a:t>8</a:t>
                      </a:r>
                      <a:endParaRPr lang="zh-CN" sz="1600" b="1" kern="100">
                        <a:effectLst/>
                        <a:latin typeface="Times New Roman"/>
                        <a:ea typeface="宋体"/>
                      </a:endParaRPr>
                    </a:p>
                  </a:txBody>
                  <a:tcPr marL="68578" marR="68578" marT="0" marB="0" anchor="ctr"/>
                </a:tc>
                <a:tc>
                  <a:txBody>
                    <a:bodyPr/>
                    <a:lstStyle/>
                    <a:p>
                      <a:pPr algn="ctr">
                        <a:spcAft>
                          <a:spcPts val="0"/>
                        </a:spcAft>
                      </a:pPr>
                      <a:r>
                        <a:rPr lang="en-US" sz="1600" kern="100" dirty="0">
                          <a:effectLst/>
                        </a:rPr>
                        <a:t>##H</a:t>
                      </a:r>
                      <a:endParaRPr lang="zh-CN" sz="1600" b="1" kern="100" dirty="0">
                        <a:effectLst/>
                        <a:latin typeface="Times New Roman"/>
                        <a:ea typeface="宋体"/>
                      </a:endParaRPr>
                    </a:p>
                  </a:txBody>
                  <a:tcPr marL="68578" marR="68578" marT="0" marB="0" anchor="ctr"/>
                </a:tc>
                <a:tc vMerge="1">
                  <a:txBody>
                    <a:bodyPr/>
                    <a:lstStyle/>
                    <a:p>
                      <a:endParaRPr lang="zh-CN" altLang="en-US"/>
                    </a:p>
                  </a:txBody>
                  <a:tcPr/>
                </a:tc>
              </a:tr>
            </a:tbl>
          </a:graphicData>
        </a:graphic>
      </p:graphicFrame>
    </p:spTree>
    <p:extLst>
      <p:ext uri="{BB962C8B-B14F-4D97-AF65-F5344CB8AC3E}">
        <p14:creationId xmlns:p14="http://schemas.microsoft.com/office/powerpoint/2010/main" val="756368419"/>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3528" y="274638"/>
            <a:ext cx="8496944" cy="1082660"/>
          </a:xfrm>
        </p:spPr>
        <p:txBody>
          <a:bodyPr>
            <a:normAutofit/>
          </a:bodyPr>
          <a:lstStyle/>
          <a:p>
            <a:r>
              <a:rPr lang="en-US" altLang="zh-CN" dirty="0"/>
              <a:t>PART 6: Time Management</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latin typeface="微软雅黑" pitchFamily="34" charset="-122"/>
                <a:ea typeface="微软雅黑" pitchFamily="34" charset="-122"/>
              </a:rPr>
              <a:t> </a:t>
            </a:r>
            <a:fld id="{E1EFCB46-C834-4067-A327-0EA79FD50686}" type="slidenum">
              <a:rPr lang="zh-CN" altLang="en-US" smtClean="0">
                <a:latin typeface="微软雅黑" pitchFamily="34" charset="-122"/>
                <a:ea typeface="微软雅黑" pitchFamily="34" charset="-122"/>
              </a:rPr>
              <a:pPr/>
              <a:t>74</a:t>
            </a:fld>
            <a:r>
              <a:rPr lang="zh-CN" altLang="en-US" smtClean="0">
                <a:latin typeface="微软雅黑" pitchFamily="34" charset="-122"/>
                <a:ea typeface="微软雅黑" pitchFamily="34" charset="-122"/>
              </a:rPr>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457200" y="1330870"/>
            <a:ext cx="8255000" cy="3970338"/>
          </a:xfrm>
          <a:prstGeom prst="rect">
            <a:avLst/>
          </a:prstGeom>
          <a:noFill/>
          <a:ln>
            <a:noFill/>
          </a:ln>
          <a:extLst/>
        </p:spPr>
        <p:txBody>
          <a:bodyPr>
            <a:spAutoFit/>
          </a:bodyPr>
          <a:lstStyle/>
          <a:p>
            <a:pPr algn="just">
              <a:lnSpc>
                <a:spcPct val="150000"/>
              </a:lnSpc>
              <a:defRPr/>
            </a:pPr>
            <a:r>
              <a:rPr lang="en-US" altLang="zh-CN" sz="2400" dirty="0">
                <a:solidFill>
                  <a:srgbClr val="FF0000"/>
                </a:solidFill>
                <a:latin typeface="微软雅黑" pitchFamily="34" charset="-122"/>
                <a:ea typeface="微软雅黑" pitchFamily="34" charset="-122"/>
              </a:rPr>
              <a:t>Uniform time correction .</a:t>
            </a:r>
          </a:p>
          <a:p>
            <a:pPr indent="457200" algn="just">
              <a:lnSpc>
                <a:spcPct val="150000"/>
              </a:lnSpc>
              <a:defRPr/>
            </a:pPr>
            <a:r>
              <a:rPr lang="en-US" altLang="zh-CN" sz="2400" dirty="0">
                <a:solidFill>
                  <a:schemeClr val="tx1"/>
                </a:solidFill>
                <a:latin typeface="微软雅黑" pitchFamily="34" charset="-122"/>
                <a:ea typeface="微软雅黑" pitchFamily="34" charset="-122"/>
              </a:rPr>
              <a:t>The uniform time correction is to add or subtract periodically one millisecond of on board time to eliminate the predicted time error. The interval to perform the uniform time correction is the range from 1 to 0xFFFFFF seconds.</a:t>
            </a:r>
            <a:r>
              <a:rPr lang="x-none" altLang="zh-CN" sz="2400" dirty="0">
                <a:solidFill>
                  <a:schemeClr val="tx1"/>
                </a:solidFill>
                <a:latin typeface="微软雅黑" pitchFamily="34" charset="-122"/>
                <a:ea typeface="微软雅黑" pitchFamily="34" charset="-122"/>
              </a:rPr>
              <a:t>  </a:t>
            </a:r>
            <a:endParaRPr lang="zh-CN" altLang="zh-CN" sz="2400" dirty="0">
              <a:solidFill>
                <a:schemeClr val="tx1"/>
              </a:solidFill>
              <a:latin typeface="微软雅黑" pitchFamily="34" charset="-122"/>
              <a:ea typeface="微软雅黑" pitchFamily="34" charset="-122"/>
            </a:endParaRPr>
          </a:p>
          <a:p>
            <a:pPr indent="457200" algn="just">
              <a:lnSpc>
                <a:spcPct val="150000"/>
              </a:lnSpc>
              <a:defRPr/>
            </a:pPr>
            <a:endParaRPr lang="en-US" altLang="zh-CN" sz="2400" dirty="0">
              <a:solidFill>
                <a:schemeClr val="tx1"/>
              </a:solidFill>
              <a:latin typeface="微软雅黑" pitchFamily="34" charset="-122"/>
              <a:ea typeface="微软雅黑" pitchFamily="34" charset="-122"/>
            </a:endParaRPr>
          </a:p>
        </p:txBody>
      </p:sp>
    </p:spTree>
    <p:extLst>
      <p:ext uri="{BB962C8B-B14F-4D97-AF65-F5344CB8AC3E}">
        <p14:creationId xmlns:p14="http://schemas.microsoft.com/office/powerpoint/2010/main" val="756368419"/>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3528" y="274638"/>
            <a:ext cx="8496944" cy="1082660"/>
          </a:xfrm>
        </p:spPr>
        <p:txBody>
          <a:bodyPr>
            <a:normAutofit/>
          </a:bodyPr>
          <a:lstStyle/>
          <a:p>
            <a:r>
              <a:rPr lang="en-US" altLang="zh-CN" dirty="0"/>
              <a:t>PART 6: Time Management</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latin typeface="微软雅黑" pitchFamily="34" charset="-122"/>
                <a:ea typeface="微软雅黑" pitchFamily="34" charset="-122"/>
              </a:rPr>
              <a:t> </a:t>
            </a:r>
            <a:fld id="{E1EFCB46-C834-4067-A327-0EA79FD50686}" type="slidenum">
              <a:rPr lang="zh-CN" altLang="en-US" smtClean="0">
                <a:latin typeface="微软雅黑" pitchFamily="34" charset="-122"/>
                <a:ea typeface="微软雅黑" pitchFamily="34" charset="-122"/>
              </a:rPr>
              <a:pPr/>
              <a:t>75</a:t>
            </a:fld>
            <a:r>
              <a:rPr lang="zh-CN" altLang="en-US" smtClean="0">
                <a:latin typeface="微软雅黑" pitchFamily="34" charset="-122"/>
                <a:ea typeface="微软雅黑" pitchFamily="34" charset="-122"/>
              </a:rPr>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457200" y="1232691"/>
            <a:ext cx="82550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457200" algn="just">
              <a:lnSpc>
                <a:spcPct val="150000"/>
              </a:lnSpc>
            </a:pPr>
            <a:r>
              <a:rPr lang="en-US" altLang="zh-CN" sz="2400" dirty="0">
                <a:solidFill>
                  <a:schemeClr val="tx1"/>
                </a:solidFill>
                <a:latin typeface="微软雅黑" pitchFamily="34" charset="-122"/>
                <a:ea typeface="微软雅黑" pitchFamily="34" charset="-122"/>
              </a:rPr>
              <a:t>Uniform time correction Format.</a:t>
            </a:r>
          </a:p>
          <a:p>
            <a:pPr indent="457200" algn="just">
              <a:lnSpc>
                <a:spcPct val="150000"/>
              </a:lnSpc>
            </a:pPr>
            <a:endParaRPr lang="en-US" altLang="zh-CN" sz="2400" dirty="0">
              <a:solidFill>
                <a:schemeClr val="tx1"/>
              </a:solidFill>
              <a:latin typeface="微软雅黑" pitchFamily="34" charset="-122"/>
              <a:ea typeface="微软雅黑" pitchFamily="34" charset="-122"/>
            </a:endParaRPr>
          </a:p>
        </p:txBody>
      </p:sp>
      <p:graphicFrame>
        <p:nvGraphicFramePr>
          <p:cNvPr id="7" name="表格 6"/>
          <p:cNvGraphicFramePr>
            <a:graphicFrameLocks noGrp="1"/>
          </p:cNvGraphicFramePr>
          <p:nvPr>
            <p:extLst>
              <p:ext uri="{D42A27DB-BD31-4B8C-83A1-F6EECF244321}">
                <p14:modId xmlns:p14="http://schemas.microsoft.com/office/powerpoint/2010/main" val="2216517316"/>
              </p:ext>
            </p:extLst>
          </p:nvPr>
        </p:nvGraphicFramePr>
        <p:xfrm>
          <a:off x="1368425" y="2024854"/>
          <a:ext cx="5867400" cy="3708402"/>
        </p:xfrm>
        <a:graphic>
          <a:graphicData uri="http://schemas.openxmlformats.org/drawingml/2006/table">
            <a:tbl>
              <a:tblPr firstRow="1" firstCol="1" bandRow="1" bandCol="1">
                <a:tableStyleId>{69CF1AB2-1976-4502-BF36-3FF5EA218861}</a:tableStyleId>
              </a:tblPr>
              <a:tblGrid>
                <a:gridCol w="768636"/>
                <a:gridCol w="798695"/>
                <a:gridCol w="4300069"/>
              </a:tblGrid>
              <a:tr h="301069">
                <a:tc>
                  <a:txBody>
                    <a:bodyPr/>
                    <a:lstStyle/>
                    <a:p>
                      <a:pPr algn="ctr">
                        <a:spcAft>
                          <a:spcPts val="0"/>
                        </a:spcAft>
                      </a:pPr>
                      <a:r>
                        <a:rPr lang="x-none" sz="1600" kern="100" cap="all" dirty="0">
                          <a:effectLst/>
                        </a:rPr>
                        <a:t>NO</a:t>
                      </a:r>
                      <a:endParaRPr lang="zh-CN" sz="1600" b="1" kern="100" dirty="0">
                        <a:effectLst/>
                        <a:latin typeface="Times New Roman"/>
                        <a:ea typeface="宋体"/>
                      </a:endParaRPr>
                    </a:p>
                  </a:txBody>
                  <a:tcPr marL="68565" marR="68565" marT="0" marB="0" anchor="ctr"/>
                </a:tc>
                <a:tc>
                  <a:txBody>
                    <a:bodyPr/>
                    <a:lstStyle/>
                    <a:p>
                      <a:pPr algn="ctr">
                        <a:spcAft>
                          <a:spcPts val="0"/>
                        </a:spcAft>
                      </a:pPr>
                      <a:r>
                        <a:rPr lang="x-none" sz="1600" kern="100" cap="all">
                          <a:effectLst/>
                        </a:rPr>
                        <a:t>DATA</a:t>
                      </a:r>
                      <a:endParaRPr lang="zh-CN" sz="1600" b="1" kern="100">
                        <a:effectLst/>
                        <a:latin typeface="Times New Roman"/>
                        <a:ea typeface="宋体"/>
                      </a:endParaRPr>
                    </a:p>
                  </a:txBody>
                  <a:tcPr marL="68565" marR="68565" marT="0" marB="0" anchor="ctr"/>
                </a:tc>
                <a:tc>
                  <a:txBody>
                    <a:bodyPr/>
                    <a:lstStyle/>
                    <a:p>
                      <a:pPr algn="ctr">
                        <a:spcAft>
                          <a:spcPts val="0"/>
                        </a:spcAft>
                      </a:pPr>
                      <a:r>
                        <a:rPr lang="x-none" sz="1600" kern="100" cap="all">
                          <a:effectLst/>
                        </a:rPr>
                        <a:t>DESCRIPTION</a:t>
                      </a:r>
                      <a:endParaRPr lang="zh-CN" sz="1600" b="1" kern="100">
                        <a:effectLst/>
                        <a:latin typeface="Times New Roman"/>
                        <a:ea typeface="宋体"/>
                      </a:endParaRPr>
                    </a:p>
                  </a:txBody>
                  <a:tcPr marL="68565" marR="68565" marT="0" marB="0" anchor="ctr"/>
                </a:tc>
              </a:tr>
              <a:tr h="301069">
                <a:tc>
                  <a:txBody>
                    <a:bodyPr/>
                    <a:lstStyle/>
                    <a:p>
                      <a:pPr algn="ctr">
                        <a:spcAft>
                          <a:spcPts val="0"/>
                        </a:spcAft>
                      </a:pPr>
                      <a:r>
                        <a:rPr lang="en-US" sz="1600" kern="100">
                          <a:effectLst/>
                        </a:rPr>
                        <a:t>0</a:t>
                      </a:r>
                      <a:endParaRPr lang="zh-CN" sz="1600" b="1" kern="100">
                        <a:effectLst/>
                        <a:latin typeface="Times New Roman"/>
                        <a:ea typeface="宋体"/>
                      </a:endParaRPr>
                    </a:p>
                  </a:txBody>
                  <a:tcPr marL="68565" marR="68565" marT="0" marB="0" anchor="ctr"/>
                </a:tc>
                <a:tc>
                  <a:txBody>
                    <a:bodyPr/>
                    <a:lstStyle/>
                    <a:p>
                      <a:pPr algn="ctr">
                        <a:spcAft>
                          <a:spcPts val="0"/>
                        </a:spcAft>
                      </a:pPr>
                      <a:r>
                        <a:rPr lang="en-US" sz="1600" kern="100">
                          <a:effectLst/>
                        </a:rPr>
                        <a:t>40H</a:t>
                      </a:r>
                      <a:endParaRPr lang="zh-CN" sz="1600" b="1" kern="100">
                        <a:effectLst/>
                        <a:latin typeface="Times New Roman"/>
                        <a:ea typeface="宋体"/>
                      </a:endParaRPr>
                    </a:p>
                  </a:txBody>
                  <a:tcPr marL="68565" marR="68565" marT="0" marB="0" anchor="ctr"/>
                </a:tc>
                <a:tc>
                  <a:txBody>
                    <a:bodyPr/>
                    <a:lstStyle/>
                    <a:p>
                      <a:pPr algn="ctr">
                        <a:spcAft>
                          <a:spcPts val="0"/>
                        </a:spcAft>
                      </a:pPr>
                      <a:r>
                        <a:rPr lang="x-none" sz="1600" kern="100">
                          <a:effectLst/>
                        </a:rPr>
                        <a:t>IDENTIFICATION</a:t>
                      </a:r>
                      <a:endParaRPr lang="zh-CN" sz="1600" b="1" kern="100">
                        <a:effectLst/>
                        <a:latin typeface="Times New Roman"/>
                        <a:ea typeface="宋体"/>
                      </a:endParaRPr>
                    </a:p>
                  </a:txBody>
                  <a:tcPr marL="68565" marR="68565" marT="0" marB="0" anchor="ctr"/>
                </a:tc>
              </a:tr>
              <a:tr h="301069">
                <a:tc>
                  <a:txBody>
                    <a:bodyPr/>
                    <a:lstStyle/>
                    <a:p>
                      <a:pPr algn="ctr">
                        <a:spcAft>
                          <a:spcPts val="0"/>
                        </a:spcAft>
                      </a:pPr>
                      <a:r>
                        <a:rPr lang="en-US" sz="1600" kern="100">
                          <a:effectLst/>
                        </a:rPr>
                        <a:t>1</a:t>
                      </a:r>
                      <a:endParaRPr lang="zh-CN" sz="1600" b="1" kern="100">
                        <a:effectLst/>
                        <a:latin typeface="Times New Roman"/>
                        <a:ea typeface="宋体"/>
                      </a:endParaRPr>
                    </a:p>
                  </a:txBody>
                  <a:tcPr marL="68565" marR="68565" marT="0" marB="0" anchor="ctr"/>
                </a:tc>
                <a:tc>
                  <a:txBody>
                    <a:bodyPr/>
                    <a:lstStyle/>
                    <a:p>
                      <a:pPr algn="ctr">
                        <a:spcAft>
                          <a:spcPts val="0"/>
                        </a:spcAft>
                      </a:pPr>
                      <a:r>
                        <a:rPr lang="en-US" sz="1600" kern="100">
                          <a:effectLst/>
                        </a:rPr>
                        <a:t>11H</a:t>
                      </a:r>
                      <a:endParaRPr lang="zh-CN" sz="1600" b="1" kern="100">
                        <a:effectLst/>
                        <a:latin typeface="Times New Roman"/>
                        <a:ea typeface="宋体"/>
                      </a:endParaRPr>
                    </a:p>
                  </a:txBody>
                  <a:tcPr marL="68565" marR="68565" marT="0" marB="0" anchor="ctr"/>
                </a:tc>
                <a:tc>
                  <a:txBody>
                    <a:bodyPr/>
                    <a:lstStyle/>
                    <a:p>
                      <a:pPr algn="ctr">
                        <a:spcAft>
                          <a:spcPts val="0"/>
                        </a:spcAft>
                      </a:pPr>
                      <a:r>
                        <a:rPr lang="x-none" sz="1600" kern="100">
                          <a:effectLst/>
                        </a:rPr>
                        <a:t>ASSISTANT SYMBOL</a:t>
                      </a:r>
                      <a:endParaRPr lang="zh-CN" sz="1600" b="1" kern="100">
                        <a:effectLst/>
                        <a:latin typeface="Times New Roman"/>
                        <a:ea typeface="宋体"/>
                      </a:endParaRPr>
                    </a:p>
                  </a:txBody>
                  <a:tcPr marL="68565" marR="68565" marT="0" marB="0" anchor="ctr"/>
                </a:tc>
              </a:tr>
              <a:tr h="301069">
                <a:tc>
                  <a:txBody>
                    <a:bodyPr/>
                    <a:lstStyle/>
                    <a:p>
                      <a:pPr algn="ctr">
                        <a:spcAft>
                          <a:spcPts val="0"/>
                        </a:spcAft>
                      </a:pPr>
                      <a:r>
                        <a:rPr lang="en-US" sz="1600" kern="100">
                          <a:effectLst/>
                        </a:rPr>
                        <a:t>2</a:t>
                      </a:r>
                      <a:endParaRPr lang="zh-CN" sz="1600" b="1" kern="100">
                        <a:effectLst/>
                        <a:latin typeface="Times New Roman"/>
                        <a:ea typeface="宋体"/>
                      </a:endParaRPr>
                    </a:p>
                  </a:txBody>
                  <a:tcPr marL="68565" marR="68565" marT="0" marB="0" anchor="ctr"/>
                </a:tc>
                <a:tc>
                  <a:txBody>
                    <a:bodyPr/>
                    <a:lstStyle/>
                    <a:p>
                      <a:pPr algn="ctr">
                        <a:spcAft>
                          <a:spcPts val="0"/>
                        </a:spcAft>
                      </a:pPr>
                      <a:r>
                        <a:rPr lang="en-US" sz="1600" kern="100">
                          <a:effectLst/>
                        </a:rPr>
                        <a:t>02H</a:t>
                      </a:r>
                      <a:endParaRPr lang="zh-CN" sz="1600" b="1" kern="100">
                        <a:effectLst/>
                        <a:latin typeface="Times New Roman"/>
                        <a:ea typeface="宋体"/>
                      </a:endParaRPr>
                    </a:p>
                  </a:txBody>
                  <a:tcPr marL="68565" marR="68565" marT="0" marB="0" anchor="ctr"/>
                </a:tc>
                <a:tc>
                  <a:txBody>
                    <a:bodyPr/>
                    <a:lstStyle/>
                    <a:p>
                      <a:pPr algn="ctr">
                        <a:spcAft>
                          <a:spcPts val="0"/>
                        </a:spcAft>
                      </a:pPr>
                      <a:r>
                        <a:rPr lang="x-none" sz="1600" kern="100">
                          <a:effectLst/>
                        </a:rPr>
                        <a:t>TYPE</a:t>
                      </a:r>
                      <a:endParaRPr lang="zh-CN" sz="1600" b="1" kern="100">
                        <a:effectLst/>
                        <a:latin typeface="Times New Roman"/>
                        <a:ea typeface="宋体"/>
                      </a:endParaRPr>
                    </a:p>
                  </a:txBody>
                  <a:tcPr marL="68565" marR="68565" marT="0" marB="0" anchor="ctr"/>
                </a:tc>
              </a:tr>
              <a:tr h="301069">
                <a:tc>
                  <a:txBody>
                    <a:bodyPr/>
                    <a:lstStyle/>
                    <a:p>
                      <a:pPr algn="ctr">
                        <a:spcAft>
                          <a:spcPts val="0"/>
                        </a:spcAft>
                      </a:pPr>
                      <a:r>
                        <a:rPr lang="en-US" sz="1600" kern="100">
                          <a:effectLst/>
                        </a:rPr>
                        <a:t>3</a:t>
                      </a:r>
                      <a:endParaRPr lang="zh-CN" sz="1600" b="1" kern="100">
                        <a:effectLst/>
                        <a:latin typeface="Times New Roman"/>
                        <a:ea typeface="宋体"/>
                      </a:endParaRPr>
                    </a:p>
                  </a:txBody>
                  <a:tcPr marL="68565" marR="68565" marT="0" marB="0" anchor="ctr"/>
                </a:tc>
                <a:tc>
                  <a:txBody>
                    <a:bodyPr/>
                    <a:lstStyle/>
                    <a:p>
                      <a:pPr algn="ctr">
                        <a:spcAft>
                          <a:spcPts val="0"/>
                        </a:spcAft>
                      </a:pPr>
                      <a:r>
                        <a:rPr lang="en-US" sz="1600" kern="100" dirty="0">
                          <a:effectLst/>
                        </a:rPr>
                        <a:t>##H</a:t>
                      </a:r>
                      <a:endParaRPr lang="zh-CN" sz="1600" b="1" kern="100" dirty="0">
                        <a:effectLst/>
                        <a:latin typeface="Times New Roman"/>
                        <a:ea typeface="宋体"/>
                      </a:endParaRPr>
                    </a:p>
                  </a:txBody>
                  <a:tcPr marL="68565" marR="68565" marT="0" marB="0" anchor="ctr"/>
                </a:tc>
                <a:tc rowSpan="3">
                  <a:txBody>
                    <a:bodyPr/>
                    <a:lstStyle/>
                    <a:p>
                      <a:pPr algn="ctr">
                        <a:spcAft>
                          <a:spcPts val="0"/>
                        </a:spcAft>
                      </a:pPr>
                      <a:r>
                        <a:rPr lang="x-none" sz="1600" kern="100" dirty="0">
                          <a:effectLst/>
                        </a:rPr>
                        <a:t>PERIOD TIME(Sec, &gt;=1)</a:t>
                      </a:r>
                      <a:endParaRPr lang="zh-CN" sz="1600" kern="100" dirty="0">
                        <a:effectLst/>
                      </a:endParaRPr>
                    </a:p>
                    <a:p>
                      <a:pPr algn="ctr">
                        <a:spcAft>
                          <a:spcPts val="0"/>
                        </a:spcAft>
                      </a:pPr>
                      <a:r>
                        <a:rPr lang="x-none" sz="1600" kern="100" dirty="0">
                          <a:effectLst/>
                        </a:rPr>
                        <a:t>TRUE FORM, HIGH BYTE FIRST</a:t>
                      </a:r>
                      <a:endParaRPr lang="zh-CN" sz="1600" b="1" kern="100" dirty="0">
                        <a:effectLst/>
                        <a:latin typeface="Times New Roman"/>
                        <a:ea typeface="宋体"/>
                      </a:endParaRPr>
                    </a:p>
                  </a:txBody>
                  <a:tcPr marL="68565" marR="68565" marT="0" marB="0" anchor="ctr"/>
                </a:tc>
              </a:tr>
              <a:tr h="301069">
                <a:tc>
                  <a:txBody>
                    <a:bodyPr/>
                    <a:lstStyle/>
                    <a:p>
                      <a:pPr algn="ctr">
                        <a:spcAft>
                          <a:spcPts val="0"/>
                        </a:spcAft>
                      </a:pPr>
                      <a:r>
                        <a:rPr lang="en-US" sz="1600" kern="100">
                          <a:effectLst/>
                        </a:rPr>
                        <a:t>4</a:t>
                      </a:r>
                      <a:endParaRPr lang="zh-CN" sz="1600" b="1" kern="100">
                        <a:effectLst/>
                        <a:latin typeface="Times New Roman"/>
                        <a:ea typeface="宋体"/>
                      </a:endParaRPr>
                    </a:p>
                  </a:txBody>
                  <a:tcPr marL="68565" marR="68565" marT="0" marB="0" anchor="ctr"/>
                </a:tc>
                <a:tc>
                  <a:txBody>
                    <a:bodyPr/>
                    <a:lstStyle/>
                    <a:p>
                      <a:pPr algn="ctr">
                        <a:spcAft>
                          <a:spcPts val="0"/>
                        </a:spcAft>
                      </a:pPr>
                      <a:r>
                        <a:rPr lang="en-US" sz="1600" kern="100" dirty="0">
                          <a:effectLst/>
                        </a:rPr>
                        <a:t>##H</a:t>
                      </a:r>
                      <a:endParaRPr lang="zh-CN" sz="1600" b="1" kern="100" dirty="0">
                        <a:effectLst/>
                        <a:latin typeface="Times New Roman"/>
                        <a:ea typeface="宋体"/>
                      </a:endParaRPr>
                    </a:p>
                  </a:txBody>
                  <a:tcPr marL="68565" marR="68565" marT="0" marB="0" anchor="ctr"/>
                </a:tc>
                <a:tc vMerge="1">
                  <a:txBody>
                    <a:bodyPr/>
                    <a:lstStyle/>
                    <a:p>
                      <a:endParaRPr lang="zh-CN" altLang="en-US"/>
                    </a:p>
                  </a:txBody>
                  <a:tcPr/>
                </a:tc>
              </a:tr>
              <a:tr h="301069">
                <a:tc>
                  <a:txBody>
                    <a:bodyPr/>
                    <a:lstStyle/>
                    <a:p>
                      <a:pPr algn="ctr">
                        <a:spcAft>
                          <a:spcPts val="0"/>
                        </a:spcAft>
                      </a:pPr>
                      <a:r>
                        <a:rPr lang="en-US" sz="1600" kern="100">
                          <a:effectLst/>
                        </a:rPr>
                        <a:t>5</a:t>
                      </a:r>
                      <a:endParaRPr lang="zh-CN" sz="1600" b="1" kern="100">
                        <a:effectLst/>
                        <a:latin typeface="Times New Roman"/>
                        <a:ea typeface="宋体"/>
                      </a:endParaRPr>
                    </a:p>
                  </a:txBody>
                  <a:tcPr marL="68565" marR="68565" marT="0" marB="0" anchor="ctr"/>
                </a:tc>
                <a:tc>
                  <a:txBody>
                    <a:bodyPr/>
                    <a:lstStyle/>
                    <a:p>
                      <a:pPr algn="ctr">
                        <a:spcAft>
                          <a:spcPts val="0"/>
                        </a:spcAft>
                      </a:pPr>
                      <a:r>
                        <a:rPr lang="en-US" sz="1600" kern="100" dirty="0">
                          <a:effectLst/>
                        </a:rPr>
                        <a:t>##H</a:t>
                      </a:r>
                      <a:endParaRPr lang="zh-CN" sz="1600" b="1" kern="100" dirty="0">
                        <a:effectLst/>
                        <a:latin typeface="Times New Roman"/>
                        <a:ea typeface="宋体"/>
                      </a:endParaRPr>
                    </a:p>
                  </a:txBody>
                  <a:tcPr marL="68565" marR="68565" marT="0" marB="0" anchor="ctr"/>
                </a:tc>
                <a:tc vMerge="1">
                  <a:txBody>
                    <a:bodyPr/>
                    <a:lstStyle/>
                    <a:p>
                      <a:endParaRPr lang="zh-CN" altLang="en-US"/>
                    </a:p>
                  </a:txBody>
                  <a:tcPr/>
                </a:tc>
              </a:tr>
              <a:tr h="301069">
                <a:tc>
                  <a:txBody>
                    <a:bodyPr/>
                    <a:lstStyle/>
                    <a:p>
                      <a:pPr algn="ctr">
                        <a:spcAft>
                          <a:spcPts val="0"/>
                        </a:spcAft>
                      </a:pPr>
                      <a:r>
                        <a:rPr lang="en-US" sz="1600" kern="100">
                          <a:effectLst/>
                        </a:rPr>
                        <a:t>6</a:t>
                      </a:r>
                      <a:endParaRPr lang="zh-CN" sz="1600" b="1" kern="100">
                        <a:effectLst/>
                        <a:latin typeface="Times New Roman"/>
                        <a:ea typeface="宋体"/>
                      </a:endParaRPr>
                    </a:p>
                  </a:txBody>
                  <a:tcPr marL="68565" marR="68565" marT="0" marB="0" anchor="ctr"/>
                </a:tc>
                <a:tc>
                  <a:txBody>
                    <a:bodyPr/>
                    <a:lstStyle/>
                    <a:p>
                      <a:pPr algn="ctr">
                        <a:spcAft>
                          <a:spcPts val="0"/>
                        </a:spcAft>
                      </a:pPr>
                      <a:r>
                        <a:rPr lang="en-US" sz="1600" kern="100">
                          <a:effectLst/>
                        </a:rPr>
                        <a:t>##H</a:t>
                      </a:r>
                      <a:endParaRPr lang="zh-CN" sz="1600" b="1" kern="100">
                        <a:effectLst/>
                        <a:latin typeface="Times New Roman"/>
                        <a:ea typeface="宋体"/>
                      </a:endParaRPr>
                    </a:p>
                  </a:txBody>
                  <a:tcPr marL="68565" marR="68565" marT="0" marB="0" anchor="ctr"/>
                </a:tc>
                <a:tc rowSpan="2">
                  <a:txBody>
                    <a:bodyPr/>
                    <a:lstStyle/>
                    <a:p>
                      <a:pPr algn="ctr">
                        <a:spcAft>
                          <a:spcPts val="0"/>
                        </a:spcAft>
                      </a:pPr>
                      <a:r>
                        <a:rPr lang="x-none" sz="1600" kern="100" dirty="0">
                          <a:effectLst/>
                        </a:rPr>
                        <a:t>PERIOD TIME(ms, &lt;1000)</a:t>
                      </a:r>
                      <a:endParaRPr lang="zh-CN" sz="1600" kern="100" dirty="0">
                        <a:effectLst/>
                      </a:endParaRPr>
                    </a:p>
                    <a:p>
                      <a:pPr algn="ctr">
                        <a:spcAft>
                          <a:spcPts val="0"/>
                        </a:spcAft>
                      </a:pPr>
                      <a:r>
                        <a:rPr lang="x-none" sz="1600" kern="100" dirty="0">
                          <a:effectLst/>
                        </a:rPr>
                        <a:t>TRUE FORM, HIGH BYTE FIRST</a:t>
                      </a:r>
                      <a:endParaRPr lang="zh-CN" sz="1600" b="1" kern="100" dirty="0">
                        <a:effectLst/>
                        <a:latin typeface="Times New Roman"/>
                        <a:ea typeface="宋体"/>
                      </a:endParaRPr>
                    </a:p>
                  </a:txBody>
                  <a:tcPr marL="68565" marR="68565" marT="0" marB="0" anchor="ctr"/>
                </a:tc>
              </a:tr>
              <a:tr h="396645">
                <a:tc>
                  <a:txBody>
                    <a:bodyPr/>
                    <a:lstStyle/>
                    <a:p>
                      <a:pPr algn="ctr">
                        <a:spcAft>
                          <a:spcPts val="0"/>
                        </a:spcAft>
                      </a:pPr>
                      <a:r>
                        <a:rPr lang="en-US" sz="1600" kern="100">
                          <a:effectLst/>
                        </a:rPr>
                        <a:t>7</a:t>
                      </a:r>
                      <a:endParaRPr lang="zh-CN" sz="1600" b="1" kern="100">
                        <a:effectLst/>
                        <a:latin typeface="Times New Roman"/>
                        <a:ea typeface="宋体"/>
                      </a:endParaRPr>
                    </a:p>
                  </a:txBody>
                  <a:tcPr marL="68565" marR="68565" marT="0" marB="0" anchor="ctr"/>
                </a:tc>
                <a:tc>
                  <a:txBody>
                    <a:bodyPr/>
                    <a:lstStyle/>
                    <a:p>
                      <a:pPr algn="ctr">
                        <a:spcAft>
                          <a:spcPts val="0"/>
                        </a:spcAft>
                      </a:pPr>
                      <a:r>
                        <a:rPr lang="en-US" sz="1600" kern="100" dirty="0">
                          <a:effectLst/>
                        </a:rPr>
                        <a:t>##H</a:t>
                      </a:r>
                      <a:endParaRPr lang="zh-CN" sz="1600" b="1" kern="100" dirty="0">
                        <a:effectLst/>
                        <a:latin typeface="Times New Roman"/>
                        <a:ea typeface="宋体"/>
                      </a:endParaRPr>
                    </a:p>
                  </a:txBody>
                  <a:tcPr marL="68565" marR="68565" marT="0" marB="0" anchor="ctr"/>
                </a:tc>
                <a:tc vMerge="1">
                  <a:txBody>
                    <a:bodyPr/>
                    <a:lstStyle/>
                    <a:p>
                      <a:endParaRPr lang="zh-CN" altLang="en-US"/>
                    </a:p>
                  </a:txBody>
                  <a:tcPr/>
                </a:tc>
              </a:tr>
              <a:tr h="903205">
                <a:tc>
                  <a:txBody>
                    <a:bodyPr/>
                    <a:lstStyle/>
                    <a:p>
                      <a:pPr algn="ctr">
                        <a:spcAft>
                          <a:spcPts val="0"/>
                        </a:spcAft>
                      </a:pPr>
                      <a:r>
                        <a:rPr lang="en-US" sz="1600" kern="100">
                          <a:effectLst/>
                        </a:rPr>
                        <a:t>8</a:t>
                      </a:r>
                      <a:endParaRPr lang="zh-CN" sz="1600" b="1" kern="100">
                        <a:effectLst/>
                        <a:latin typeface="Times New Roman"/>
                        <a:ea typeface="宋体"/>
                      </a:endParaRPr>
                    </a:p>
                  </a:txBody>
                  <a:tcPr marL="68565" marR="68565" marT="0" marB="0" anchor="ctr"/>
                </a:tc>
                <a:tc>
                  <a:txBody>
                    <a:bodyPr/>
                    <a:lstStyle/>
                    <a:p>
                      <a:pPr algn="ctr">
                        <a:spcAft>
                          <a:spcPts val="0"/>
                        </a:spcAft>
                      </a:pPr>
                      <a:r>
                        <a:rPr lang="en-US" sz="1600" kern="100">
                          <a:effectLst/>
                        </a:rPr>
                        <a:t>##H</a:t>
                      </a:r>
                      <a:endParaRPr lang="zh-CN" sz="1600" b="1" kern="100">
                        <a:effectLst/>
                        <a:latin typeface="Times New Roman"/>
                        <a:ea typeface="宋体"/>
                      </a:endParaRPr>
                    </a:p>
                  </a:txBody>
                  <a:tcPr marL="68565" marR="68565" marT="0" marB="0" anchor="ctr"/>
                </a:tc>
                <a:tc>
                  <a:txBody>
                    <a:bodyPr/>
                    <a:lstStyle/>
                    <a:p>
                      <a:pPr algn="ctr">
                        <a:spcAft>
                          <a:spcPts val="0"/>
                        </a:spcAft>
                      </a:pPr>
                      <a:r>
                        <a:rPr lang="en-US" sz="1600" kern="100" dirty="0">
                          <a:effectLst/>
                        </a:rPr>
                        <a:t>00H: </a:t>
                      </a:r>
                      <a:r>
                        <a:rPr lang="x-none" sz="1600" kern="100" dirty="0">
                          <a:effectLst/>
                        </a:rPr>
                        <a:t>STOP</a:t>
                      </a:r>
                      <a:r>
                        <a:rPr lang="en-US" sz="1600" kern="100" dirty="0">
                          <a:effectLst/>
                        </a:rPr>
                        <a:t>;</a:t>
                      </a:r>
                      <a:endParaRPr lang="zh-CN" sz="1600" kern="100" dirty="0">
                        <a:effectLst/>
                      </a:endParaRPr>
                    </a:p>
                    <a:p>
                      <a:pPr algn="ctr">
                        <a:spcAft>
                          <a:spcPts val="0"/>
                        </a:spcAft>
                      </a:pPr>
                      <a:r>
                        <a:rPr lang="en-US" sz="1600" kern="100" dirty="0">
                          <a:effectLst/>
                        </a:rPr>
                        <a:t>66H: </a:t>
                      </a:r>
                      <a:r>
                        <a:rPr lang="x-none" sz="1600" kern="100" dirty="0">
                          <a:effectLst/>
                        </a:rPr>
                        <a:t>+</a:t>
                      </a:r>
                      <a:r>
                        <a:rPr lang="x-none" sz="1600" kern="100" dirty="0" smtClean="0">
                          <a:effectLst/>
                        </a:rPr>
                        <a:t>1ms</a:t>
                      </a:r>
                      <a:endParaRPr lang="en-US" sz="1600" kern="100" dirty="0" smtClean="0">
                        <a:effectLst/>
                      </a:endParaRPr>
                    </a:p>
                    <a:p>
                      <a:pPr algn="ctr">
                        <a:spcAft>
                          <a:spcPts val="0"/>
                        </a:spcAft>
                      </a:pPr>
                      <a:r>
                        <a:rPr lang="en-US" sz="1600" kern="100" dirty="0" smtClean="0">
                          <a:effectLst/>
                        </a:rPr>
                        <a:t>99H</a:t>
                      </a:r>
                      <a:r>
                        <a:rPr lang="en-US" sz="1600" kern="100" dirty="0">
                          <a:effectLst/>
                        </a:rPr>
                        <a:t>: </a:t>
                      </a:r>
                      <a:r>
                        <a:rPr lang="x-none" sz="1600" kern="100" dirty="0">
                          <a:effectLst/>
                        </a:rPr>
                        <a:t>-1ms</a:t>
                      </a:r>
                      <a:endParaRPr lang="zh-CN" sz="1600" b="1" kern="100" dirty="0">
                        <a:effectLst/>
                        <a:latin typeface="Times New Roman"/>
                        <a:ea typeface="宋体"/>
                      </a:endParaRPr>
                    </a:p>
                  </a:txBody>
                  <a:tcPr marL="68565" marR="68565" marT="0" marB="0" anchor="ctr"/>
                </a:tc>
              </a:tr>
            </a:tbl>
          </a:graphicData>
        </a:graphic>
      </p:graphicFrame>
    </p:spTree>
    <p:extLst>
      <p:ext uri="{BB962C8B-B14F-4D97-AF65-F5344CB8AC3E}">
        <p14:creationId xmlns:p14="http://schemas.microsoft.com/office/powerpoint/2010/main" val="756368419"/>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3528" y="274638"/>
            <a:ext cx="8496944" cy="1082660"/>
          </a:xfrm>
        </p:spPr>
        <p:txBody>
          <a:bodyPr>
            <a:normAutofit/>
          </a:bodyPr>
          <a:lstStyle/>
          <a:p>
            <a:r>
              <a:rPr lang="en-US" altLang="zh-CN" dirty="0"/>
              <a:t>PART 6: Time Management</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latin typeface="微软雅黑" pitchFamily="34" charset="-122"/>
                <a:ea typeface="微软雅黑" pitchFamily="34" charset="-122"/>
              </a:rPr>
              <a:t> </a:t>
            </a:r>
            <a:fld id="{E1EFCB46-C834-4067-A327-0EA79FD50686}" type="slidenum">
              <a:rPr lang="zh-CN" altLang="en-US" smtClean="0">
                <a:latin typeface="微软雅黑" pitchFamily="34" charset="-122"/>
                <a:ea typeface="微软雅黑" pitchFamily="34" charset="-122"/>
              </a:rPr>
              <a:pPr/>
              <a:t>76</a:t>
            </a:fld>
            <a:r>
              <a:rPr lang="zh-CN" altLang="en-US" smtClean="0">
                <a:latin typeface="微软雅黑" pitchFamily="34" charset="-122"/>
                <a:ea typeface="微软雅黑" pitchFamily="34" charset="-122"/>
              </a:rPr>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457200" y="1089025"/>
            <a:ext cx="8255000" cy="1754188"/>
          </a:xfrm>
          <a:prstGeom prst="rect">
            <a:avLst/>
          </a:prstGeom>
          <a:noFill/>
          <a:ln>
            <a:noFill/>
          </a:ln>
          <a:extLst/>
        </p:spPr>
        <p:txBody>
          <a:bodyPr>
            <a:spAutoFit/>
          </a:bodyPr>
          <a:lstStyle/>
          <a:p>
            <a:pPr algn="just">
              <a:lnSpc>
                <a:spcPct val="150000"/>
              </a:lnSpc>
              <a:defRPr/>
            </a:pPr>
            <a:r>
              <a:rPr lang="en-US" altLang="zh-CN" sz="2400" dirty="0">
                <a:solidFill>
                  <a:srgbClr val="FF0000"/>
                </a:solidFill>
                <a:latin typeface="微软雅黑" pitchFamily="34" charset="-122"/>
                <a:ea typeface="微软雅黑" pitchFamily="34" charset="-122"/>
              </a:rPr>
              <a:t>Ground time setting .</a:t>
            </a:r>
          </a:p>
          <a:p>
            <a:pPr indent="457200" algn="just">
              <a:lnSpc>
                <a:spcPct val="150000"/>
              </a:lnSpc>
              <a:defRPr/>
            </a:pPr>
            <a:r>
              <a:rPr lang="en-US" altLang="zh-CN" sz="2400" dirty="0">
                <a:solidFill>
                  <a:schemeClr val="tx1"/>
                </a:solidFill>
                <a:latin typeface="微软雅黑" pitchFamily="34" charset="-122"/>
                <a:ea typeface="微软雅黑" pitchFamily="34" charset="-122"/>
              </a:rPr>
              <a:t>Ground time setting means setting the on board time directly according to forward data block .</a:t>
            </a:r>
          </a:p>
        </p:txBody>
      </p:sp>
      <p:graphicFrame>
        <p:nvGraphicFramePr>
          <p:cNvPr id="7" name="表格 6"/>
          <p:cNvGraphicFramePr>
            <a:graphicFrameLocks noGrp="1"/>
          </p:cNvGraphicFramePr>
          <p:nvPr>
            <p:extLst>
              <p:ext uri="{D42A27DB-BD31-4B8C-83A1-F6EECF244321}">
                <p14:modId xmlns:p14="http://schemas.microsoft.com/office/powerpoint/2010/main" val="332307758"/>
              </p:ext>
            </p:extLst>
          </p:nvPr>
        </p:nvGraphicFramePr>
        <p:xfrm>
          <a:off x="2149475" y="2887663"/>
          <a:ext cx="4870450" cy="3214689"/>
        </p:xfrm>
        <a:graphic>
          <a:graphicData uri="http://schemas.openxmlformats.org/drawingml/2006/table">
            <a:tbl>
              <a:tblPr firstRow="1" firstCol="1" bandRow="1" bandCol="1">
                <a:tableStyleId>{69CF1AB2-1976-4502-BF36-3FF5EA218861}</a:tableStyleId>
              </a:tblPr>
              <a:tblGrid>
                <a:gridCol w="638035"/>
                <a:gridCol w="662986"/>
                <a:gridCol w="3569429"/>
              </a:tblGrid>
              <a:tr h="487680">
                <a:tc>
                  <a:txBody>
                    <a:bodyPr/>
                    <a:lstStyle/>
                    <a:p>
                      <a:pPr algn="ctr">
                        <a:spcAft>
                          <a:spcPts val="0"/>
                        </a:spcAft>
                      </a:pPr>
                      <a:r>
                        <a:rPr lang="x-none" sz="1600" kern="100" cap="all" dirty="0">
                          <a:effectLst/>
                        </a:rPr>
                        <a:t>NO</a:t>
                      </a:r>
                      <a:endParaRPr lang="zh-CN" sz="1600" b="1" kern="100" dirty="0">
                        <a:effectLst/>
                        <a:latin typeface="Times New Roman"/>
                        <a:ea typeface="宋体"/>
                      </a:endParaRPr>
                    </a:p>
                  </a:txBody>
                  <a:tcPr marL="68594" marR="68594" marT="0" marB="0" anchor="ctr"/>
                </a:tc>
                <a:tc>
                  <a:txBody>
                    <a:bodyPr/>
                    <a:lstStyle/>
                    <a:p>
                      <a:pPr algn="ctr">
                        <a:spcAft>
                          <a:spcPts val="0"/>
                        </a:spcAft>
                      </a:pPr>
                      <a:r>
                        <a:rPr lang="x-none" sz="1600" kern="100" cap="all">
                          <a:effectLst/>
                        </a:rPr>
                        <a:t>DATA</a:t>
                      </a:r>
                      <a:endParaRPr lang="zh-CN" sz="1600" b="1" kern="100">
                        <a:effectLst/>
                        <a:latin typeface="Times New Roman"/>
                        <a:ea typeface="宋体"/>
                      </a:endParaRPr>
                    </a:p>
                  </a:txBody>
                  <a:tcPr marL="68594" marR="68594" marT="0" marB="0" anchor="ctr"/>
                </a:tc>
                <a:tc>
                  <a:txBody>
                    <a:bodyPr/>
                    <a:lstStyle/>
                    <a:p>
                      <a:pPr algn="ctr">
                        <a:spcAft>
                          <a:spcPts val="0"/>
                        </a:spcAft>
                      </a:pPr>
                      <a:r>
                        <a:rPr lang="x-none" sz="1600" kern="100" cap="all" dirty="0">
                          <a:effectLst/>
                        </a:rPr>
                        <a:t>DESCRIPTION</a:t>
                      </a:r>
                      <a:endParaRPr lang="zh-CN" sz="1600" b="1" kern="100" dirty="0">
                        <a:effectLst/>
                        <a:latin typeface="Times New Roman"/>
                        <a:ea typeface="宋体"/>
                      </a:endParaRPr>
                    </a:p>
                  </a:txBody>
                  <a:tcPr marL="68594" marR="68594" marT="0" marB="0" anchor="ctr"/>
                </a:tc>
              </a:tr>
              <a:tr h="303001">
                <a:tc>
                  <a:txBody>
                    <a:bodyPr/>
                    <a:lstStyle/>
                    <a:p>
                      <a:pPr algn="ctr">
                        <a:spcAft>
                          <a:spcPts val="0"/>
                        </a:spcAft>
                      </a:pPr>
                      <a:r>
                        <a:rPr lang="en-US" sz="1600" kern="100">
                          <a:effectLst/>
                        </a:rPr>
                        <a:t>0</a:t>
                      </a:r>
                      <a:endParaRPr lang="zh-CN" sz="1600" b="1" kern="100">
                        <a:effectLst/>
                        <a:latin typeface="Times New Roman"/>
                        <a:ea typeface="宋体"/>
                      </a:endParaRPr>
                    </a:p>
                  </a:txBody>
                  <a:tcPr marL="68594" marR="68594" marT="0" marB="0" anchor="ctr"/>
                </a:tc>
                <a:tc>
                  <a:txBody>
                    <a:bodyPr/>
                    <a:lstStyle/>
                    <a:p>
                      <a:pPr algn="ctr">
                        <a:spcAft>
                          <a:spcPts val="0"/>
                        </a:spcAft>
                      </a:pPr>
                      <a:r>
                        <a:rPr lang="en-US" sz="1600" kern="100" dirty="0">
                          <a:effectLst/>
                        </a:rPr>
                        <a:t>40H</a:t>
                      </a:r>
                      <a:endParaRPr lang="zh-CN" sz="1600" b="1" kern="100" dirty="0">
                        <a:effectLst/>
                        <a:latin typeface="Times New Roman"/>
                        <a:ea typeface="宋体"/>
                      </a:endParaRPr>
                    </a:p>
                  </a:txBody>
                  <a:tcPr marL="68594" marR="68594" marT="0" marB="0" anchor="ctr"/>
                </a:tc>
                <a:tc>
                  <a:txBody>
                    <a:bodyPr/>
                    <a:lstStyle/>
                    <a:p>
                      <a:pPr algn="ctr">
                        <a:spcAft>
                          <a:spcPts val="0"/>
                        </a:spcAft>
                      </a:pPr>
                      <a:r>
                        <a:rPr lang="x-none" sz="1600" kern="100">
                          <a:effectLst/>
                        </a:rPr>
                        <a:t>IDENTIFICATION</a:t>
                      </a:r>
                      <a:endParaRPr lang="zh-CN" sz="1600" b="1" kern="100">
                        <a:effectLst/>
                        <a:latin typeface="Times New Roman"/>
                        <a:ea typeface="宋体"/>
                      </a:endParaRPr>
                    </a:p>
                  </a:txBody>
                  <a:tcPr marL="68594" marR="68594" marT="0" marB="0" anchor="ctr"/>
                </a:tc>
              </a:tr>
              <a:tr h="303001">
                <a:tc>
                  <a:txBody>
                    <a:bodyPr/>
                    <a:lstStyle/>
                    <a:p>
                      <a:pPr algn="ctr">
                        <a:spcAft>
                          <a:spcPts val="0"/>
                        </a:spcAft>
                      </a:pPr>
                      <a:r>
                        <a:rPr lang="en-US" sz="1600" kern="100">
                          <a:effectLst/>
                        </a:rPr>
                        <a:t>1</a:t>
                      </a:r>
                      <a:endParaRPr lang="zh-CN" sz="1600" b="1" kern="100">
                        <a:effectLst/>
                        <a:latin typeface="Times New Roman"/>
                        <a:ea typeface="宋体"/>
                      </a:endParaRPr>
                    </a:p>
                  </a:txBody>
                  <a:tcPr marL="68594" marR="68594" marT="0" marB="0" anchor="ctr"/>
                </a:tc>
                <a:tc>
                  <a:txBody>
                    <a:bodyPr/>
                    <a:lstStyle/>
                    <a:p>
                      <a:pPr algn="ctr">
                        <a:spcAft>
                          <a:spcPts val="0"/>
                        </a:spcAft>
                      </a:pPr>
                      <a:r>
                        <a:rPr lang="en-US" sz="1600" kern="100" dirty="0">
                          <a:effectLst/>
                        </a:rPr>
                        <a:t>11H</a:t>
                      </a:r>
                      <a:endParaRPr lang="zh-CN" sz="1600" b="1" kern="100" dirty="0">
                        <a:effectLst/>
                        <a:latin typeface="Times New Roman"/>
                        <a:ea typeface="宋体"/>
                      </a:endParaRPr>
                    </a:p>
                  </a:txBody>
                  <a:tcPr marL="68594" marR="68594" marT="0" marB="0" anchor="ctr"/>
                </a:tc>
                <a:tc>
                  <a:txBody>
                    <a:bodyPr/>
                    <a:lstStyle/>
                    <a:p>
                      <a:pPr algn="ctr">
                        <a:spcAft>
                          <a:spcPts val="0"/>
                        </a:spcAft>
                      </a:pPr>
                      <a:r>
                        <a:rPr lang="x-none" sz="1600" kern="100" dirty="0">
                          <a:effectLst/>
                        </a:rPr>
                        <a:t>ASSISTANT SYMBOL</a:t>
                      </a:r>
                      <a:endParaRPr lang="zh-CN" sz="1600" b="1" kern="100" dirty="0">
                        <a:effectLst/>
                        <a:latin typeface="Times New Roman"/>
                        <a:ea typeface="宋体"/>
                      </a:endParaRPr>
                    </a:p>
                  </a:txBody>
                  <a:tcPr marL="68594" marR="68594" marT="0" marB="0" anchor="ctr"/>
                </a:tc>
              </a:tr>
              <a:tr h="303001">
                <a:tc>
                  <a:txBody>
                    <a:bodyPr/>
                    <a:lstStyle/>
                    <a:p>
                      <a:pPr algn="ctr">
                        <a:spcAft>
                          <a:spcPts val="0"/>
                        </a:spcAft>
                      </a:pPr>
                      <a:r>
                        <a:rPr lang="en-US" sz="1600" kern="100">
                          <a:effectLst/>
                        </a:rPr>
                        <a:t>2</a:t>
                      </a:r>
                      <a:endParaRPr lang="zh-CN" sz="1600" b="1" kern="100">
                        <a:effectLst/>
                        <a:latin typeface="Times New Roman"/>
                        <a:ea typeface="宋体"/>
                      </a:endParaRPr>
                    </a:p>
                  </a:txBody>
                  <a:tcPr marL="68594" marR="68594" marT="0" marB="0" anchor="ctr"/>
                </a:tc>
                <a:tc>
                  <a:txBody>
                    <a:bodyPr/>
                    <a:lstStyle/>
                    <a:p>
                      <a:pPr algn="ctr">
                        <a:spcAft>
                          <a:spcPts val="0"/>
                        </a:spcAft>
                      </a:pPr>
                      <a:r>
                        <a:rPr lang="en-US" sz="1600" kern="100">
                          <a:effectLst/>
                        </a:rPr>
                        <a:t>03H</a:t>
                      </a:r>
                      <a:endParaRPr lang="zh-CN" sz="1600" b="1" kern="100">
                        <a:effectLst/>
                        <a:latin typeface="Times New Roman"/>
                        <a:ea typeface="宋体"/>
                      </a:endParaRPr>
                    </a:p>
                  </a:txBody>
                  <a:tcPr marL="68594" marR="68594" marT="0" marB="0" anchor="ctr"/>
                </a:tc>
                <a:tc>
                  <a:txBody>
                    <a:bodyPr/>
                    <a:lstStyle/>
                    <a:p>
                      <a:pPr algn="ctr">
                        <a:spcAft>
                          <a:spcPts val="0"/>
                        </a:spcAft>
                      </a:pPr>
                      <a:r>
                        <a:rPr lang="x-none" sz="1600" kern="100" dirty="0">
                          <a:effectLst/>
                        </a:rPr>
                        <a:t>TYPE</a:t>
                      </a:r>
                      <a:endParaRPr lang="zh-CN" sz="1600" b="1" kern="100" dirty="0">
                        <a:effectLst/>
                        <a:latin typeface="Times New Roman"/>
                        <a:ea typeface="宋体"/>
                      </a:endParaRPr>
                    </a:p>
                  </a:txBody>
                  <a:tcPr marL="68594" marR="68594" marT="0" marB="0" anchor="ctr"/>
                </a:tc>
              </a:tr>
              <a:tr h="303001">
                <a:tc>
                  <a:txBody>
                    <a:bodyPr/>
                    <a:lstStyle/>
                    <a:p>
                      <a:pPr algn="ctr">
                        <a:spcAft>
                          <a:spcPts val="0"/>
                        </a:spcAft>
                      </a:pPr>
                      <a:r>
                        <a:rPr lang="en-US" sz="1600" kern="100">
                          <a:effectLst/>
                        </a:rPr>
                        <a:t>3</a:t>
                      </a:r>
                      <a:endParaRPr lang="zh-CN" sz="1600" b="1" kern="100">
                        <a:effectLst/>
                        <a:latin typeface="Times New Roman"/>
                        <a:ea typeface="宋体"/>
                      </a:endParaRPr>
                    </a:p>
                  </a:txBody>
                  <a:tcPr marL="68594" marR="68594" marT="0" marB="0" anchor="ctr"/>
                </a:tc>
                <a:tc>
                  <a:txBody>
                    <a:bodyPr/>
                    <a:lstStyle/>
                    <a:p>
                      <a:pPr algn="ctr">
                        <a:spcAft>
                          <a:spcPts val="0"/>
                        </a:spcAft>
                      </a:pPr>
                      <a:r>
                        <a:rPr lang="en-US" sz="1600" kern="100">
                          <a:effectLst/>
                        </a:rPr>
                        <a:t>##H</a:t>
                      </a:r>
                      <a:endParaRPr lang="zh-CN" sz="1600" b="1" kern="100">
                        <a:effectLst/>
                        <a:latin typeface="Times New Roman"/>
                        <a:ea typeface="宋体"/>
                      </a:endParaRPr>
                    </a:p>
                  </a:txBody>
                  <a:tcPr marL="68594" marR="68594" marT="0" marB="0" anchor="ctr"/>
                </a:tc>
                <a:tc rowSpan="4">
                  <a:txBody>
                    <a:bodyPr/>
                    <a:lstStyle/>
                    <a:p>
                      <a:pPr algn="ctr">
                        <a:spcAft>
                          <a:spcPts val="0"/>
                        </a:spcAft>
                      </a:pPr>
                      <a:r>
                        <a:rPr lang="x-none" sz="1600" kern="100" dirty="0">
                          <a:effectLst/>
                        </a:rPr>
                        <a:t>ADJUST SECOND</a:t>
                      </a:r>
                      <a:endParaRPr lang="zh-CN" sz="1600" kern="100" dirty="0">
                        <a:effectLst/>
                      </a:endParaRPr>
                    </a:p>
                    <a:p>
                      <a:pPr algn="ctr">
                        <a:spcAft>
                          <a:spcPts val="0"/>
                        </a:spcAft>
                      </a:pPr>
                      <a:r>
                        <a:rPr lang="x-none" sz="1600" kern="100" dirty="0">
                          <a:effectLst/>
                        </a:rPr>
                        <a:t>TRUE FORM, HIGH BYTE FIRST</a:t>
                      </a:r>
                      <a:endParaRPr lang="zh-CN" sz="1600" b="1" kern="100" dirty="0">
                        <a:effectLst/>
                        <a:latin typeface="Times New Roman"/>
                        <a:ea typeface="宋体"/>
                      </a:endParaRPr>
                    </a:p>
                  </a:txBody>
                  <a:tcPr marL="68594" marR="68594" marT="0" marB="0" anchor="ctr"/>
                </a:tc>
              </a:tr>
              <a:tr h="303001">
                <a:tc>
                  <a:txBody>
                    <a:bodyPr/>
                    <a:lstStyle/>
                    <a:p>
                      <a:pPr algn="ctr">
                        <a:spcAft>
                          <a:spcPts val="0"/>
                        </a:spcAft>
                      </a:pPr>
                      <a:r>
                        <a:rPr lang="en-US" sz="1600" kern="100">
                          <a:effectLst/>
                        </a:rPr>
                        <a:t>4</a:t>
                      </a:r>
                      <a:endParaRPr lang="zh-CN" sz="1600" b="1" kern="100">
                        <a:effectLst/>
                        <a:latin typeface="Times New Roman"/>
                        <a:ea typeface="宋体"/>
                      </a:endParaRPr>
                    </a:p>
                  </a:txBody>
                  <a:tcPr marL="68594" marR="68594" marT="0" marB="0" anchor="ctr"/>
                </a:tc>
                <a:tc>
                  <a:txBody>
                    <a:bodyPr/>
                    <a:lstStyle/>
                    <a:p>
                      <a:pPr algn="ctr">
                        <a:spcAft>
                          <a:spcPts val="0"/>
                        </a:spcAft>
                      </a:pPr>
                      <a:r>
                        <a:rPr lang="en-US" sz="1600" kern="100" dirty="0">
                          <a:effectLst/>
                        </a:rPr>
                        <a:t>##H</a:t>
                      </a:r>
                      <a:endParaRPr lang="zh-CN" sz="1600" b="1" kern="100" dirty="0">
                        <a:effectLst/>
                        <a:latin typeface="Times New Roman"/>
                        <a:ea typeface="宋体"/>
                      </a:endParaRPr>
                    </a:p>
                  </a:txBody>
                  <a:tcPr marL="68594" marR="68594" marT="0" marB="0" anchor="ctr"/>
                </a:tc>
                <a:tc vMerge="1">
                  <a:txBody>
                    <a:bodyPr/>
                    <a:lstStyle/>
                    <a:p>
                      <a:endParaRPr lang="zh-CN" altLang="en-US"/>
                    </a:p>
                  </a:txBody>
                  <a:tcPr/>
                </a:tc>
              </a:tr>
              <a:tr h="303001">
                <a:tc>
                  <a:txBody>
                    <a:bodyPr/>
                    <a:lstStyle/>
                    <a:p>
                      <a:pPr algn="ctr">
                        <a:spcAft>
                          <a:spcPts val="0"/>
                        </a:spcAft>
                      </a:pPr>
                      <a:r>
                        <a:rPr lang="en-US" sz="1600" kern="100">
                          <a:effectLst/>
                        </a:rPr>
                        <a:t>5</a:t>
                      </a:r>
                      <a:endParaRPr lang="zh-CN" sz="1600" b="1" kern="100">
                        <a:effectLst/>
                        <a:latin typeface="Times New Roman"/>
                        <a:ea typeface="宋体"/>
                      </a:endParaRPr>
                    </a:p>
                  </a:txBody>
                  <a:tcPr marL="68594" marR="68594" marT="0" marB="0" anchor="ctr"/>
                </a:tc>
                <a:tc>
                  <a:txBody>
                    <a:bodyPr/>
                    <a:lstStyle/>
                    <a:p>
                      <a:pPr algn="ctr">
                        <a:spcAft>
                          <a:spcPts val="0"/>
                        </a:spcAft>
                      </a:pPr>
                      <a:r>
                        <a:rPr lang="en-US" sz="1600" kern="100" dirty="0">
                          <a:effectLst/>
                        </a:rPr>
                        <a:t>##H</a:t>
                      </a:r>
                      <a:endParaRPr lang="zh-CN" sz="1600" b="1" kern="100" dirty="0">
                        <a:effectLst/>
                        <a:latin typeface="Times New Roman"/>
                        <a:ea typeface="宋体"/>
                      </a:endParaRPr>
                    </a:p>
                  </a:txBody>
                  <a:tcPr marL="68594" marR="68594" marT="0" marB="0" anchor="ctr"/>
                </a:tc>
                <a:tc vMerge="1">
                  <a:txBody>
                    <a:bodyPr/>
                    <a:lstStyle/>
                    <a:p>
                      <a:endParaRPr lang="zh-CN" altLang="en-US"/>
                    </a:p>
                  </a:txBody>
                  <a:tcPr/>
                </a:tc>
              </a:tr>
              <a:tr h="303001">
                <a:tc>
                  <a:txBody>
                    <a:bodyPr/>
                    <a:lstStyle/>
                    <a:p>
                      <a:pPr algn="ctr">
                        <a:spcAft>
                          <a:spcPts val="0"/>
                        </a:spcAft>
                      </a:pPr>
                      <a:r>
                        <a:rPr lang="en-US" sz="1600" kern="100">
                          <a:effectLst/>
                        </a:rPr>
                        <a:t>6</a:t>
                      </a:r>
                      <a:endParaRPr lang="zh-CN" sz="1600" b="1" kern="100">
                        <a:effectLst/>
                        <a:latin typeface="Times New Roman"/>
                        <a:ea typeface="宋体"/>
                      </a:endParaRPr>
                    </a:p>
                  </a:txBody>
                  <a:tcPr marL="68594" marR="68594" marT="0" marB="0" anchor="ctr"/>
                </a:tc>
                <a:tc>
                  <a:txBody>
                    <a:bodyPr/>
                    <a:lstStyle/>
                    <a:p>
                      <a:pPr algn="ctr">
                        <a:spcAft>
                          <a:spcPts val="0"/>
                        </a:spcAft>
                      </a:pPr>
                      <a:r>
                        <a:rPr lang="en-US" sz="1600" kern="100" dirty="0">
                          <a:effectLst/>
                        </a:rPr>
                        <a:t>##H</a:t>
                      </a:r>
                      <a:endParaRPr lang="zh-CN" sz="1600" b="1" kern="100" dirty="0">
                        <a:effectLst/>
                        <a:latin typeface="Times New Roman"/>
                        <a:ea typeface="宋体"/>
                      </a:endParaRPr>
                    </a:p>
                  </a:txBody>
                  <a:tcPr marL="68594" marR="68594" marT="0" marB="0" anchor="ctr"/>
                </a:tc>
                <a:tc vMerge="1">
                  <a:txBody>
                    <a:bodyPr/>
                    <a:lstStyle/>
                    <a:p>
                      <a:endParaRPr lang="zh-CN" altLang="en-US"/>
                    </a:p>
                  </a:txBody>
                  <a:tcPr/>
                </a:tc>
              </a:tr>
              <a:tr h="303001">
                <a:tc>
                  <a:txBody>
                    <a:bodyPr/>
                    <a:lstStyle/>
                    <a:p>
                      <a:pPr algn="ctr">
                        <a:spcAft>
                          <a:spcPts val="0"/>
                        </a:spcAft>
                      </a:pPr>
                      <a:r>
                        <a:rPr lang="en-US" sz="1600" kern="100">
                          <a:effectLst/>
                        </a:rPr>
                        <a:t>7</a:t>
                      </a:r>
                      <a:endParaRPr lang="zh-CN" sz="1600" b="1" kern="100">
                        <a:effectLst/>
                        <a:latin typeface="Times New Roman"/>
                        <a:ea typeface="宋体"/>
                      </a:endParaRPr>
                    </a:p>
                  </a:txBody>
                  <a:tcPr marL="68594" marR="68594" marT="0" marB="0" anchor="ctr"/>
                </a:tc>
                <a:tc>
                  <a:txBody>
                    <a:bodyPr/>
                    <a:lstStyle/>
                    <a:p>
                      <a:pPr algn="ctr">
                        <a:spcAft>
                          <a:spcPts val="0"/>
                        </a:spcAft>
                      </a:pPr>
                      <a:r>
                        <a:rPr lang="en-US" sz="1600" kern="100">
                          <a:effectLst/>
                        </a:rPr>
                        <a:t>##H</a:t>
                      </a:r>
                      <a:endParaRPr lang="zh-CN" sz="1600" b="1" kern="100">
                        <a:effectLst/>
                        <a:latin typeface="Times New Roman"/>
                        <a:ea typeface="宋体"/>
                      </a:endParaRPr>
                    </a:p>
                  </a:txBody>
                  <a:tcPr marL="68594" marR="68594" marT="0" marB="0" anchor="ctr"/>
                </a:tc>
                <a:tc rowSpan="2">
                  <a:txBody>
                    <a:bodyPr/>
                    <a:lstStyle/>
                    <a:p>
                      <a:pPr algn="ctr">
                        <a:spcAft>
                          <a:spcPts val="0"/>
                        </a:spcAft>
                      </a:pPr>
                      <a:r>
                        <a:rPr lang="x-none" sz="1600" kern="100" dirty="0">
                          <a:effectLst/>
                        </a:rPr>
                        <a:t>ADJUST MILLSECOND</a:t>
                      </a:r>
                      <a:endParaRPr lang="zh-CN" sz="1600" kern="100" dirty="0">
                        <a:effectLst/>
                      </a:endParaRPr>
                    </a:p>
                    <a:p>
                      <a:pPr algn="ctr">
                        <a:spcAft>
                          <a:spcPts val="0"/>
                        </a:spcAft>
                      </a:pPr>
                      <a:r>
                        <a:rPr lang="x-none" sz="1600" kern="100" dirty="0">
                          <a:effectLst/>
                        </a:rPr>
                        <a:t>TRUE FORM, HIGH BYTE FIRST</a:t>
                      </a:r>
                      <a:endParaRPr lang="zh-CN" sz="1600" b="1" kern="100" dirty="0">
                        <a:effectLst/>
                        <a:latin typeface="Times New Roman"/>
                        <a:ea typeface="宋体"/>
                      </a:endParaRPr>
                    </a:p>
                  </a:txBody>
                  <a:tcPr marL="68594" marR="68594" marT="0" marB="0" anchor="ctr"/>
                </a:tc>
              </a:tr>
              <a:tr h="303001">
                <a:tc>
                  <a:txBody>
                    <a:bodyPr/>
                    <a:lstStyle/>
                    <a:p>
                      <a:pPr algn="ctr">
                        <a:spcAft>
                          <a:spcPts val="0"/>
                        </a:spcAft>
                      </a:pPr>
                      <a:r>
                        <a:rPr lang="en-US" sz="1600" kern="100" dirty="0">
                          <a:effectLst/>
                        </a:rPr>
                        <a:t>8</a:t>
                      </a:r>
                      <a:endParaRPr lang="zh-CN" sz="1600" b="1" kern="100" dirty="0">
                        <a:effectLst/>
                        <a:latin typeface="Times New Roman"/>
                        <a:ea typeface="宋体"/>
                      </a:endParaRPr>
                    </a:p>
                  </a:txBody>
                  <a:tcPr marL="68594" marR="68594" marT="0" marB="0" anchor="ctr"/>
                </a:tc>
                <a:tc>
                  <a:txBody>
                    <a:bodyPr/>
                    <a:lstStyle/>
                    <a:p>
                      <a:pPr algn="ctr">
                        <a:spcAft>
                          <a:spcPts val="0"/>
                        </a:spcAft>
                      </a:pPr>
                      <a:r>
                        <a:rPr lang="en-US" sz="1600" kern="100" dirty="0">
                          <a:effectLst/>
                        </a:rPr>
                        <a:t>##H</a:t>
                      </a:r>
                      <a:endParaRPr lang="zh-CN" sz="1600" b="1" kern="100" dirty="0">
                        <a:effectLst/>
                        <a:latin typeface="Times New Roman"/>
                        <a:ea typeface="宋体"/>
                      </a:endParaRPr>
                    </a:p>
                  </a:txBody>
                  <a:tcPr marL="68594" marR="68594" marT="0" marB="0" anchor="ctr"/>
                </a:tc>
                <a:tc vMerge="1">
                  <a:txBody>
                    <a:bodyPr/>
                    <a:lstStyle/>
                    <a:p>
                      <a:endParaRPr lang="zh-CN" altLang="en-US"/>
                    </a:p>
                  </a:txBody>
                  <a:tcPr/>
                </a:tc>
              </a:tr>
            </a:tbl>
          </a:graphicData>
        </a:graphic>
      </p:graphicFrame>
    </p:spTree>
    <p:extLst>
      <p:ext uri="{BB962C8B-B14F-4D97-AF65-F5344CB8AC3E}">
        <p14:creationId xmlns:p14="http://schemas.microsoft.com/office/powerpoint/2010/main" val="756368419"/>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3528" y="274638"/>
            <a:ext cx="8496944" cy="1082660"/>
          </a:xfrm>
        </p:spPr>
        <p:txBody>
          <a:bodyPr>
            <a:normAutofit/>
          </a:bodyPr>
          <a:lstStyle/>
          <a:p>
            <a:r>
              <a:rPr lang="en-US" altLang="zh-CN" dirty="0"/>
              <a:t>PART 6: Time Management</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latin typeface="微软雅黑" pitchFamily="34" charset="-122"/>
                <a:ea typeface="微软雅黑" pitchFamily="34" charset="-122"/>
              </a:rPr>
              <a:t> </a:t>
            </a:r>
            <a:fld id="{E1EFCB46-C834-4067-A327-0EA79FD50686}" type="slidenum">
              <a:rPr lang="zh-CN" altLang="en-US" smtClean="0">
                <a:latin typeface="微软雅黑" pitchFamily="34" charset="-122"/>
                <a:ea typeface="微软雅黑" pitchFamily="34" charset="-122"/>
              </a:rPr>
              <a:pPr/>
              <a:t>77</a:t>
            </a:fld>
            <a:r>
              <a:rPr lang="zh-CN" altLang="en-US" smtClean="0">
                <a:latin typeface="微软雅黑" pitchFamily="34" charset="-122"/>
                <a:ea typeface="微软雅黑" pitchFamily="34" charset="-122"/>
              </a:rPr>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457200" y="1402878"/>
            <a:ext cx="8255000" cy="3970338"/>
          </a:xfrm>
          <a:prstGeom prst="rect">
            <a:avLst/>
          </a:prstGeom>
          <a:noFill/>
          <a:ln>
            <a:noFill/>
          </a:ln>
          <a:extLst/>
        </p:spPr>
        <p:txBody>
          <a:bodyPr>
            <a:spAutoFit/>
          </a:bodyPr>
          <a:lstStyle/>
          <a:p>
            <a:pPr algn="just">
              <a:lnSpc>
                <a:spcPct val="150000"/>
              </a:lnSpc>
              <a:defRPr/>
            </a:pPr>
            <a:r>
              <a:rPr lang="en-US" altLang="zh-CN" sz="2400" dirty="0">
                <a:solidFill>
                  <a:srgbClr val="FF0000"/>
                </a:solidFill>
                <a:latin typeface="微软雅黑" pitchFamily="34" charset="-122"/>
                <a:ea typeface="微软雅黑" pitchFamily="34" charset="-122"/>
              </a:rPr>
              <a:t>Summary</a:t>
            </a:r>
          </a:p>
          <a:p>
            <a:pPr indent="457200" algn="just">
              <a:lnSpc>
                <a:spcPct val="150000"/>
              </a:lnSpc>
              <a:defRPr/>
            </a:pPr>
            <a:r>
              <a:rPr lang="en-US" altLang="zh-CN" sz="2400" dirty="0">
                <a:solidFill>
                  <a:schemeClr val="tx1"/>
                </a:solidFill>
                <a:latin typeface="微软雅黑" pitchFamily="34" charset="-122"/>
                <a:ea typeface="微软雅黑" pitchFamily="34" charset="-122"/>
              </a:rPr>
              <a:t>a.	In orbit</a:t>
            </a:r>
            <a:r>
              <a:rPr lang="zh-CN" altLang="en-US" sz="2400" dirty="0">
                <a:solidFill>
                  <a:schemeClr val="tx1"/>
                </a:solidFill>
                <a:latin typeface="微软雅黑" pitchFamily="34" charset="-122"/>
                <a:ea typeface="微软雅黑" pitchFamily="34" charset="-122"/>
              </a:rPr>
              <a:t>，</a:t>
            </a:r>
            <a:r>
              <a:rPr lang="en-US" altLang="zh-CN" sz="2400" dirty="0">
                <a:solidFill>
                  <a:schemeClr val="tx1"/>
                </a:solidFill>
                <a:latin typeface="微软雅黑" pitchFamily="34" charset="-122"/>
                <a:ea typeface="微软雅黑" pitchFamily="34" charset="-122"/>
              </a:rPr>
              <a:t>OBC will adjust its time with GPS automatically, generally it is not necessary to correct OBC time by ground;</a:t>
            </a:r>
          </a:p>
          <a:p>
            <a:pPr indent="457200" algn="just">
              <a:lnSpc>
                <a:spcPct val="150000"/>
              </a:lnSpc>
              <a:defRPr/>
            </a:pPr>
            <a:r>
              <a:rPr lang="en-US" altLang="zh-CN" sz="2400" dirty="0">
                <a:solidFill>
                  <a:schemeClr val="tx1"/>
                </a:solidFill>
                <a:latin typeface="微软雅黑" pitchFamily="34" charset="-122"/>
                <a:ea typeface="微软雅黑" pitchFamily="34" charset="-122"/>
              </a:rPr>
              <a:t>b.	When GPS falls in failure, and the difference between OBC time and ground time is greater than 5ms, it needs time correction; </a:t>
            </a:r>
          </a:p>
        </p:txBody>
      </p:sp>
    </p:spTree>
    <p:extLst>
      <p:ext uri="{BB962C8B-B14F-4D97-AF65-F5344CB8AC3E}">
        <p14:creationId xmlns:p14="http://schemas.microsoft.com/office/powerpoint/2010/main" val="756368419"/>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3528" y="274638"/>
            <a:ext cx="8496944" cy="1082660"/>
          </a:xfrm>
        </p:spPr>
        <p:txBody>
          <a:bodyPr>
            <a:normAutofit/>
          </a:bodyPr>
          <a:lstStyle/>
          <a:p>
            <a:r>
              <a:rPr lang="en-US" altLang="zh-CN" dirty="0"/>
              <a:t>PART 6: Time Management</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latin typeface="微软雅黑" pitchFamily="34" charset="-122"/>
                <a:ea typeface="微软雅黑" pitchFamily="34" charset="-122"/>
              </a:rPr>
              <a:t> </a:t>
            </a:r>
            <a:fld id="{E1EFCB46-C834-4067-A327-0EA79FD50686}" type="slidenum">
              <a:rPr lang="zh-CN" altLang="en-US" smtClean="0">
                <a:latin typeface="微软雅黑" pitchFamily="34" charset="-122"/>
                <a:ea typeface="微软雅黑" pitchFamily="34" charset="-122"/>
              </a:rPr>
              <a:pPr/>
              <a:t>78</a:t>
            </a:fld>
            <a:r>
              <a:rPr lang="zh-CN" altLang="en-US" smtClean="0">
                <a:latin typeface="微软雅黑" pitchFamily="34" charset="-122"/>
                <a:ea typeface="微软雅黑" pitchFamily="34" charset="-122"/>
              </a:rPr>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457200" y="1258862"/>
            <a:ext cx="8255000" cy="3905043"/>
          </a:xfrm>
          <a:prstGeom prst="rect">
            <a:avLst/>
          </a:prstGeom>
          <a:noFill/>
          <a:ln>
            <a:noFill/>
          </a:ln>
          <a:extLst/>
        </p:spPr>
        <p:txBody>
          <a:bodyPr>
            <a:spAutoFit/>
          </a:bodyPr>
          <a:lstStyle/>
          <a:p>
            <a:pPr algn="just">
              <a:lnSpc>
                <a:spcPct val="150000"/>
              </a:lnSpc>
              <a:defRPr/>
            </a:pPr>
            <a:r>
              <a:rPr lang="en-US" altLang="zh-CN" sz="2400" dirty="0">
                <a:solidFill>
                  <a:srgbClr val="FF0000"/>
                </a:solidFill>
                <a:latin typeface="微软雅黑" pitchFamily="34" charset="-122"/>
                <a:ea typeface="微软雅黑" pitchFamily="34" charset="-122"/>
              </a:rPr>
              <a:t>Summary</a:t>
            </a:r>
          </a:p>
          <a:p>
            <a:pPr indent="457200" algn="just">
              <a:lnSpc>
                <a:spcPct val="150000"/>
              </a:lnSpc>
              <a:defRPr/>
            </a:pPr>
            <a:r>
              <a:rPr lang="en-US" altLang="zh-CN" sz="2400" dirty="0">
                <a:solidFill>
                  <a:schemeClr val="tx1"/>
                </a:solidFill>
                <a:latin typeface="微软雅黑" pitchFamily="34" charset="-122"/>
                <a:ea typeface="微软雅黑" pitchFamily="34" charset="-122"/>
              </a:rPr>
              <a:t>c.	When OBC switch or reset in orbit , it needs ground to set time and correct time;</a:t>
            </a:r>
          </a:p>
          <a:p>
            <a:pPr indent="457200" algn="just">
              <a:lnSpc>
                <a:spcPct val="150000"/>
              </a:lnSpc>
              <a:defRPr/>
            </a:pPr>
            <a:r>
              <a:rPr lang="en-US" altLang="zh-CN" sz="2400" dirty="0">
                <a:solidFill>
                  <a:schemeClr val="tx1"/>
                </a:solidFill>
                <a:latin typeface="微软雅黑" pitchFamily="34" charset="-122"/>
                <a:ea typeface="微软雅黑" pitchFamily="34" charset="-122"/>
              </a:rPr>
              <a:t>d.	When the leap second occurs, OBC will adjust 1ms every 8s with GPS automatically, so OBC time will synchronize with GPS time automatically after </a:t>
            </a:r>
            <a:r>
              <a:rPr lang="en-US" altLang="zh-CN" sz="2400" dirty="0" smtClean="0">
                <a:solidFill>
                  <a:schemeClr val="tx1"/>
                </a:solidFill>
                <a:latin typeface="微软雅黑" pitchFamily="34" charset="-122"/>
                <a:ea typeface="微软雅黑" pitchFamily="34" charset="-122"/>
              </a:rPr>
              <a:t>4000s </a:t>
            </a:r>
            <a:r>
              <a:rPr lang="en-US" altLang="zh-CN" sz="2400" dirty="0">
                <a:solidFill>
                  <a:schemeClr val="tx1"/>
                </a:solidFill>
                <a:latin typeface="微软雅黑" pitchFamily="34" charset="-122"/>
                <a:ea typeface="微软雅黑" pitchFamily="34" charset="-122"/>
              </a:rPr>
              <a:t>without ground intervention.</a:t>
            </a:r>
          </a:p>
        </p:txBody>
      </p:sp>
    </p:spTree>
    <p:extLst>
      <p:ext uri="{BB962C8B-B14F-4D97-AF65-F5344CB8AC3E}">
        <p14:creationId xmlns:p14="http://schemas.microsoft.com/office/powerpoint/2010/main" val="756368419"/>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3528" y="274638"/>
            <a:ext cx="8496944" cy="1082660"/>
          </a:xfrm>
        </p:spPr>
        <p:txBody>
          <a:bodyPr>
            <a:normAutofit/>
          </a:bodyPr>
          <a:lstStyle/>
          <a:p>
            <a:r>
              <a:rPr lang="en-US" altLang="zh-CN" dirty="0"/>
              <a:t>PART 7: Time-tagged Command</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latin typeface="微软雅黑" pitchFamily="34" charset="-122"/>
                <a:ea typeface="微软雅黑" pitchFamily="34" charset="-122"/>
              </a:rPr>
              <a:t> </a:t>
            </a:r>
            <a:fld id="{E1EFCB46-C834-4067-A327-0EA79FD50686}" type="slidenum">
              <a:rPr lang="zh-CN" altLang="en-US" smtClean="0">
                <a:latin typeface="微软雅黑" pitchFamily="34" charset="-122"/>
                <a:ea typeface="微软雅黑" pitchFamily="34" charset="-122"/>
              </a:rPr>
              <a:pPr/>
              <a:t>79</a:t>
            </a:fld>
            <a:r>
              <a:rPr lang="zh-CN" altLang="en-US" smtClean="0">
                <a:latin typeface="微软雅黑" pitchFamily="34" charset="-122"/>
                <a:ea typeface="微软雅黑" pitchFamily="34" charset="-122"/>
              </a:rPr>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457200" y="1196752"/>
            <a:ext cx="8255000" cy="46129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50000"/>
              </a:lnSpc>
              <a:spcBef>
                <a:spcPts val="600"/>
              </a:spcBef>
              <a:spcAft>
                <a:spcPts val="600"/>
              </a:spcAft>
            </a:pPr>
            <a:r>
              <a:rPr lang="en-US" altLang="zh-CN" sz="2400" dirty="0">
                <a:solidFill>
                  <a:schemeClr val="tx1"/>
                </a:solidFill>
                <a:latin typeface="微软雅黑" pitchFamily="34" charset="-122"/>
                <a:ea typeface="微软雅黑" pitchFamily="34" charset="-122"/>
              </a:rPr>
              <a:t>When the satellite is out of track, the TC from ground will not work. </a:t>
            </a:r>
            <a:r>
              <a:rPr lang="en-US" altLang="zh-CN" sz="2400" dirty="0" smtClean="0">
                <a:solidFill>
                  <a:schemeClr val="tx1"/>
                </a:solidFill>
                <a:latin typeface="微软雅黑" pitchFamily="34" charset="-122"/>
                <a:ea typeface="微软雅黑" pitchFamily="34" charset="-122"/>
              </a:rPr>
              <a:t>ETRSS-1 </a:t>
            </a:r>
            <a:r>
              <a:rPr lang="en-US" altLang="zh-CN" sz="2400" dirty="0">
                <a:solidFill>
                  <a:schemeClr val="tx1"/>
                </a:solidFill>
                <a:latin typeface="微软雅黑" pitchFamily="34" charset="-122"/>
                <a:ea typeface="微软雅黑" pitchFamily="34" charset="-122"/>
              </a:rPr>
              <a:t>uses time-tagged TC(</a:t>
            </a:r>
            <a:r>
              <a:rPr lang="en-US" altLang="zh-CN" sz="2400" dirty="0">
                <a:solidFill>
                  <a:srgbClr val="FF0000"/>
                </a:solidFill>
                <a:latin typeface="微软雅黑" pitchFamily="34" charset="-122"/>
                <a:ea typeface="微软雅黑" pitchFamily="34" charset="-122"/>
              </a:rPr>
              <a:t>TTC</a:t>
            </a:r>
            <a:r>
              <a:rPr lang="en-US" altLang="zh-CN" sz="2400" dirty="0">
                <a:solidFill>
                  <a:schemeClr val="tx1"/>
                </a:solidFill>
                <a:latin typeface="微软雅黑" pitchFamily="34" charset="-122"/>
                <a:ea typeface="微软雅黑" pitchFamily="34" charset="-122"/>
              </a:rPr>
              <a:t>), time-tagged data(</a:t>
            </a:r>
            <a:r>
              <a:rPr lang="en-US" altLang="zh-CN" sz="2400" dirty="0">
                <a:solidFill>
                  <a:srgbClr val="FF0000"/>
                </a:solidFill>
                <a:latin typeface="微软雅黑" pitchFamily="34" charset="-122"/>
                <a:ea typeface="微软雅黑" pitchFamily="34" charset="-122"/>
              </a:rPr>
              <a:t>TTD</a:t>
            </a:r>
            <a:r>
              <a:rPr lang="en-US" altLang="zh-CN" sz="2400" dirty="0">
                <a:solidFill>
                  <a:schemeClr val="tx1"/>
                </a:solidFill>
                <a:latin typeface="微软雅黑" pitchFamily="34" charset="-122"/>
                <a:ea typeface="微软雅黑" pitchFamily="34" charset="-122"/>
              </a:rPr>
              <a:t>) and Relative time-tagged TC(</a:t>
            </a:r>
            <a:r>
              <a:rPr lang="en-US" altLang="zh-CN" sz="2400" dirty="0">
                <a:solidFill>
                  <a:srgbClr val="FF0000"/>
                </a:solidFill>
                <a:latin typeface="微软雅黑" pitchFamily="34" charset="-122"/>
                <a:ea typeface="微软雅黑" pitchFamily="34" charset="-122"/>
              </a:rPr>
              <a:t>RTTC</a:t>
            </a:r>
            <a:r>
              <a:rPr lang="en-US" altLang="zh-CN" sz="2400" dirty="0">
                <a:solidFill>
                  <a:schemeClr val="tx1"/>
                </a:solidFill>
                <a:latin typeface="微软雅黑" pitchFamily="34" charset="-122"/>
                <a:ea typeface="微软雅黑" pitchFamily="34" charset="-122"/>
              </a:rPr>
              <a:t>) to let the satellite work in the predefined sequence. </a:t>
            </a:r>
            <a:r>
              <a:rPr lang="en-US" altLang="zh-CN" sz="2400" dirty="0">
                <a:solidFill>
                  <a:srgbClr val="FF00FF"/>
                </a:solidFill>
                <a:latin typeface="微软雅黑" pitchFamily="34" charset="-122"/>
                <a:ea typeface="微软雅黑" pitchFamily="34" charset="-122"/>
              </a:rPr>
              <a:t>In orbit, the payload task is mainly made up of TTC, TTD and RTTC</a:t>
            </a:r>
            <a:r>
              <a:rPr lang="en-US" altLang="zh-CN" sz="2400" dirty="0">
                <a:solidFill>
                  <a:schemeClr val="tx1"/>
                </a:solidFill>
                <a:latin typeface="微软雅黑" pitchFamily="34" charset="-122"/>
                <a:ea typeface="微软雅黑" pitchFamily="34" charset="-122"/>
              </a:rPr>
              <a:t>.</a:t>
            </a:r>
          </a:p>
          <a:p>
            <a:pPr algn="just">
              <a:lnSpc>
                <a:spcPct val="150000"/>
              </a:lnSpc>
              <a:spcBef>
                <a:spcPts val="600"/>
              </a:spcBef>
              <a:spcAft>
                <a:spcPts val="600"/>
              </a:spcAft>
            </a:pPr>
            <a:r>
              <a:rPr lang="en-US" altLang="zh-CN" sz="2400" dirty="0">
                <a:solidFill>
                  <a:schemeClr val="tx1"/>
                </a:solidFill>
                <a:latin typeface="微软雅黑" pitchFamily="34" charset="-122"/>
                <a:ea typeface="微软雅黑" pitchFamily="34" charset="-122"/>
              </a:rPr>
              <a:t> GS sends TTC block to satellite when it can be </a:t>
            </a:r>
            <a:r>
              <a:rPr lang="en-US" altLang="zh-CN" sz="2400" dirty="0" smtClean="0">
                <a:solidFill>
                  <a:schemeClr val="tx1"/>
                </a:solidFill>
                <a:latin typeface="微软雅黑" pitchFamily="34" charset="-122"/>
                <a:ea typeface="微软雅黑" pitchFamily="34" charset="-122"/>
              </a:rPr>
              <a:t>tracked, </a:t>
            </a:r>
            <a:r>
              <a:rPr lang="en-US" altLang="zh-CN" sz="2400" dirty="0">
                <a:solidFill>
                  <a:schemeClr val="tx1"/>
                </a:solidFill>
                <a:latin typeface="微软雅黑" pitchFamily="34" charset="-122"/>
                <a:ea typeface="微软雅黑" pitchFamily="34" charset="-122"/>
              </a:rPr>
              <a:t>and then the TTC block is stored in OBC SRAM.</a:t>
            </a:r>
          </a:p>
        </p:txBody>
      </p:sp>
    </p:spTree>
    <p:extLst>
      <p:ext uri="{BB962C8B-B14F-4D97-AF65-F5344CB8AC3E}">
        <p14:creationId xmlns:p14="http://schemas.microsoft.com/office/powerpoint/2010/main" val="756368419"/>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3528" y="274638"/>
            <a:ext cx="8496944" cy="1082660"/>
          </a:xfrm>
        </p:spPr>
        <p:txBody>
          <a:bodyPr>
            <a:normAutofit/>
          </a:bodyPr>
          <a:lstStyle/>
          <a:p>
            <a:r>
              <a:rPr lang="en-US" altLang="zh-CN" dirty="0"/>
              <a:t>PART 7: Time-tagged Command</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latin typeface="微软雅黑" pitchFamily="34" charset="-122"/>
                <a:ea typeface="微软雅黑" pitchFamily="34" charset="-122"/>
              </a:rPr>
              <a:t> </a:t>
            </a:r>
            <a:fld id="{E1EFCB46-C834-4067-A327-0EA79FD50686}" type="slidenum">
              <a:rPr lang="zh-CN" altLang="en-US" smtClean="0">
                <a:latin typeface="微软雅黑" pitchFamily="34" charset="-122"/>
                <a:ea typeface="微软雅黑" pitchFamily="34" charset="-122"/>
              </a:rPr>
              <a:pPr/>
              <a:t>80</a:t>
            </a:fld>
            <a:r>
              <a:rPr lang="zh-CN" altLang="en-US" smtClean="0">
                <a:latin typeface="微软雅黑" pitchFamily="34" charset="-122"/>
                <a:ea typeface="微软雅黑" pitchFamily="34" charset="-122"/>
              </a:rPr>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457200" y="1216099"/>
            <a:ext cx="8255000"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50000"/>
              </a:lnSpc>
              <a:spcBef>
                <a:spcPts val="600"/>
              </a:spcBef>
              <a:spcAft>
                <a:spcPts val="600"/>
              </a:spcAft>
            </a:pPr>
            <a:r>
              <a:rPr lang="zh-CN" altLang="zh-CN" dirty="0">
                <a:solidFill>
                  <a:schemeClr val="tx1"/>
                </a:solidFill>
                <a:latin typeface="微软雅黑" pitchFamily="34" charset="-122"/>
                <a:ea typeface="微软雅黑" pitchFamily="34" charset="-122"/>
              </a:rPr>
              <a:t>Each TTC is composed with 8 bytes. The first 4 bytes is UTC time</a:t>
            </a:r>
            <a:r>
              <a:rPr lang="en-US" altLang="zh-CN" dirty="0">
                <a:solidFill>
                  <a:schemeClr val="tx1"/>
                </a:solidFill>
                <a:latin typeface="微软雅黑" pitchFamily="34" charset="-122"/>
                <a:ea typeface="微软雅黑" pitchFamily="34" charset="-122"/>
              </a:rPr>
              <a:t> to be executed</a:t>
            </a:r>
            <a:r>
              <a:rPr lang="zh-CN" altLang="zh-CN" dirty="0">
                <a:solidFill>
                  <a:schemeClr val="tx1"/>
                </a:solidFill>
                <a:latin typeface="微软雅黑" pitchFamily="34" charset="-122"/>
                <a:ea typeface="微软雅黑" pitchFamily="34" charset="-122"/>
              </a:rPr>
              <a:t>, and the last 4 bytes is execution code (Indirect TC CODE). </a:t>
            </a:r>
            <a:endParaRPr lang="en-US" altLang="zh-CN" dirty="0">
              <a:solidFill>
                <a:schemeClr val="tx1"/>
              </a:solidFill>
              <a:latin typeface="微软雅黑" pitchFamily="34" charset="-122"/>
              <a:ea typeface="微软雅黑" pitchFamily="34" charset="-122"/>
            </a:endParaRPr>
          </a:p>
        </p:txBody>
      </p:sp>
      <p:grpSp>
        <p:nvGrpSpPr>
          <p:cNvPr id="7" name="组合 16"/>
          <p:cNvGrpSpPr>
            <a:grpSpLocks/>
          </p:cNvGrpSpPr>
          <p:nvPr/>
        </p:nvGrpSpPr>
        <p:grpSpPr bwMode="auto">
          <a:xfrm>
            <a:off x="1687513" y="2348880"/>
            <a:ext cx="5907087" cy="3000375"/>
            <a:chOff x="1655782" y="3020525"/>
            <a:chExt cx="5906900" cy="3000763"/>
          </a:xfrm>
        </p:grpSpPr>
        <p:grpSp>
          <p:nvGrpSpPr>
            <p:cNvPr id="8" name="组合 3"/>
            <p:cNvGrpSpPr>
              <a:grpSpLocks/>
            </p:cNvGrpSpPr>
            <p:nvPr/>
          </p:nvGrpSpPr>
          <p:grpSpPr bwMode="auto">
            <a:xfrm>
              <a:off x="1655782" y="3020525"/>
              <a:ext cx="5906900" cy="3000763"/>
              <a:chOff x="1655782" y="2889014"/>
              <a:chExt cx="5906900" cy="3000763"/>
            </a:xfrm>
          </p:grpSpPr>
          <p:sp>
            <p:nvSpPr>
              <p:cNvPr id="10" name="任意多边形 9"/>
              <p:cNvSpPr/>
              <p:nvPr/>
            </p:nvSpPr>
            <p:spPr>
              <a:xfrm>
                <a:off x="1655782" y="3715824"/>
                <a:ext cx="1699969" cy="1402119"/>
              </a:xfrm>
              <a:custGeom>
                <a:avLst/>
                <a:gdLst>
                  <a:gd name="connsiteX0" fmla="*/ 0 w 1699969"/>
                  <a:gd name="connsiteY0" fmla="*/ 140212 h 1402119"/>
                  <a:gd name="connsiteX1" fmla="*/ 140212 w 1699969"/>
                  <a:gd name="connsiteY1" fmla="*/ 0 h 1402119"/>
                  <a:gd name="connsiteX2" fmla="*/ 1559757 w 1699969"/>
                  <a:gd name="connsiteY2" fmla="*/ 0 h 1402119"/>
                  <a:gd name="connsiteX3" fmla="*/ 1699969 w 1699969"/>
                  <a:gd name="connsiteY3" fmla="*/ 140212 h 1402119"/>
                  <a:gd name="connsiteX4" fmla="*/ 1699969 w 1699969"/>
                  <a:gd name="connsiteY4" fmla="*/ 1261907 h 1402119"/>
                  <a:gd name="connsiteX5" fmla="*/ 1559757 w 1699969"/>
                  <a:gd name="connsiteY5" fmla="*/ 1402119 h 1402119"/>
                  <a:gd name="connsiteX6" fmla="*/ 140212 w 1699969"/>
                  <a:gd name="connsiteY6" fmla="*/ 1402119 h 1402119"/>
                  <a:gd name="connsiteX7" fmla="*/ 0 w 1699969"/>
                  <a:gd name="connsiteY7" fmla="*/ 1261907 h 1402119"/>
                  <a:gd name="connsiteX8" fmla="*/ 0 w 1699969"/>
                  <a:gd name="connsiteY8" fmla="*/ 140212 h 1402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99969" h="1402119">
                    <a:moveTo>
                      <a:pt x="0" y="140212"/>
                    </a:moveTo>
                    <a:cubicBezTo>
                      <a:pt x="0" y="62775"/>
                      <a:pt x="62775" y="0"/>
                      <a:pt x="140212" y="0"/>
                    </a:cubicBezTo>
                    <a:lnTo>
                      <a:pt x="1559757" y="0"/>
                    </a:lnTo>
                    <a:cubicBezTo>
                      <a:pt x="1637194" y="0"/>
                      <a:pt x="1699969" y="62775"/>
                      <a:pt x="1699969" y="140212"/>
                    </a:cubicBezTo>
                    <a:lnTo>
                      <a:pt x="1699969" y="1261907"/>
                    </a:lnTo>
                    <a:cubicBezTo>
                      <a:pt x="1699969" y="1339344"/>
                      <a:pt x="1637194" y="1402119"/>
                      <a:pt x="1559757" y="1402119"/>
                    </a:cubicBezTo>
                    <a:lnTo>
                      <a:pt x="140212" y="1402119"/>
                    </a:lnTo>
                    <a:cubicBezTo>
                      <a:pt x="62775" y="1402119"/>
                      <a:pt x="0" y="1339344"/>
                      <a:pt x="0" y="1261907"/>
                    </a:cubicBezTo>
                    <a:lnTo>
                      <a:pt x="0" y="140212"/>
                    </a:lnTo>
                    <a:close/>
                  </a:path>
                </a:pathLst>
              </a:custGeom>
              <a:scene3d>
                <a:camera prst="orthographicFront"/>
                <a:lightRig rig="threePt" dir="t">
                  <a:rot lat="0" lon="0" rev="7500000"/>
                </a:lightRig>
              </a:scene3d>
              <a:sp3d z="-152400" extrusionH="63500" prstMaterial="dkEdge">
                <a:bevelT w="124450" h="16350" prst="relaxedInset"/>
                <a:contourClr>
                  <a:schemeClr val="bg1"/>
                </a:contourClr>
              </a:sp3d>
            </p:spPr>
            <p:style>
              <a:lnRef idx="1">
                <a:schemeClr val="accent2">
                  <a:shade val="50000"/>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lIns="64652" tIns="64652" rIns="64652" bIns="365106" spcCol="1270"/>
              <a:lstStyle/>
              <a:p>
                <a:pPr marL="171450" lvl="1" indent="-171450" algn="l" defTabSz="755650">
                  <a:lnSpc>
                    <a:spcPct val="90000"/>
                  </a:lnSpc>
                  <a:spcAft>
                    <a:spcPct val="15000"/>
                  </a:spcAft>
                  <a:buFontTx/>
                  <a:buChar char="••"/>
                  <a:defRPr/>
                </a:pPr>
                <a:r>
                  <a:rPr lang="en-US" altLang="zh-CN" sz="1700" dirty="0">
                    <a:latin typeface="微软雅黑" pitchFamily="34" charset="-122"/>
                    <a:ea typeface="微软雅黑" pitchFamily="34" charset="-122"/>
                  </a:rPr>
                  <a:t>Ground Station</a:t>
                </a:r>
                <a:endParaRPr lang="zh-CN" altLang="en-US" sz="1700" dirty="0">
                  <a:latin typeface="微软雅黑" pitchFamily="34" charset="-122"/>
                  <a:ea typeface="微软雅黑" pitchFamily="34" charset="-122"/>
                </a:endParaRPr>
              </a:p>
            </p:txBody>
          </p:sp>
          <p:sp>
            <p:nvSpPr>
              <p:cNvPr id="11" name="形状 10"/>
              <p:cNvSpPr/>
              <p:nvPr/>
            </p:nvSpPr>
            <p:spPr>
              <a:xfrm>
                <a:off x="2631386" y="4122548"/>
                <a:ext cx="1767229" cy="1767229"/>
              </a:xfrm>
              <a:prstGeom prst="leftCircularArrow">
                <a:avLst>
                  <a:gd name="adj1" fmla="val 2550"/>
                  <a:gd name="adj2" fmla="val 309429"/>
                  <a:gd name="adj3" fmla="val 2084940"/>
                  <a:gd name="adj4" fmla="val 9024489"/>
                  <a:gd name="adj5" fmla="val 2975"/>
                </a:avLst>
              </a:prstGeom>
              <a:solidFill>
                <a:schemeClr val="accent1">
                  <a:lumMod val="40000"/>
                  <a:lumOff val="60000"/>
                </a:schemeClr>
              </a:solidFill>
              <a:scene3d>
                <a:camera prst="orthographicFront"/>
                <a:lightRig rig="threePt" dir="t">
                  <a:rot lat="0" lon="0" rev="7500000"/>
                </a:lightRig>
              </a:scene3d>
              <a:sp3d z="-70000" extrusionH="63500" prstMaterial="matte">
                <a:bevelT w="25400" h="6350" prst="relaxedInset"/>
                <a:contourClr>
                  <a:schemeClr val="bg1"/>
                </a:contourClr>
              </a:sp3d>
            </p:spPr>
            <p:style>
              <a:lnRef idx="0">
                <a:schemeClr val="accent2">
                  <a:shade val="90000"/>
                  <a:hueOff val="0"/>
                  <a:satOff val="0"/>
                  <a:lumOff val="0"/>
                  <a:alphaOff val="0"/>
                </a:schemeClr>
              </a:lnRef>
              <a:fillRef idx="1">
                <a:schemeClr val="accent2">
                  <a:shade val="90000"/>
                  <a:hueOff val="0"/>
                  <a:satOff val="0"/>
                  <a:lumOff val="0"/>
                  <a:alphaOff val="0"/>
                </a:schemeClr>
              </a:fillRef>
              <a:effectRef idx="2">
                <a:schemeClr val="accent2">
                  <a:shade val="90000"/>
                  <a:hueOff val="0"/>
                  <a:satOff val="0"/>
                  <a:lumOff val="0"/>
                  <a:alphaOff val="0"/>
                </a:schemeClr>
              </a:effectRef>
              <a:fontRef idx="minor">
                <a:schemeClr val="lt1"/>
              </a:fontRef>
            </p:style>
          </p:sp>
          <p:sp>
            <p:nvSpPr>
              <p:cNvPr id="12" name="任意多边形 11"/>
              <p:cNvSpPr/>
              <p:nvPr/>
            </p:nvSpPr>
            <p:spPr>
              <a:xfrm>
                <a:off x="2033553" y="4817489"/>
                <a:ext cx="1511084" cy="600908"/>
              </a:xfrm>
              <a:custGeom>
                <a:avLst/>
                <a:gdLst>
                  <a:gd name="connsiteX0" fmla="*/ 0 w 1511084"/>
                  <a:gd name="connsiteY0" fmla="*/ 60091 h 600908"/>
                  <a:gd name="connsiteX1" fmla="*/ 60091 w 1511084"/>
                  <a:gd name="connsiteY1" fmla="*/ 0 h 600908"/>
                  <a:gd name="connsiteX2" fmla="*/ 1450993 w 1511084"/>
                  <a:gd name="connsiteY2" fmla="*/ 0 h 600908"/>
                  <a:gd name="connsiteX3" fmla="*/ 1511084 w 1511084"/>
                  <a:gd name="connsiteY3" fmla="*/ 60091 h 600908"/>
                  <a:gd name="connsiteX4" fmla="*/ 1511084 w 1511084"/>
                  <a:gd name="connsiteY4" fmla="*/ 540817 h 600908"/>
                  <a:gd name="connsiteX5" fmla="*/ 1450993 w 1511084"/>
                  <a:gd name="connsiteY5" fmla="*/ 600908 h 600908"/>
                  <a:gd name="connsiteX6" fmla="*/ 60091 w 1511084"/>
                  <a:gd name="connsiteY6" fmla="*/ 600908 h 600908"/>
                  <a:gd name="connsiteX7" fmla="*/ 0 w 1511084"/>
                  <a:gd name="connsiteY7" fmla="*/ 540817 h 600908"/>
                  <a:gd name="connsiteX8" fmla="*/ 0 w 1511084"/>
                  <a:gd name="connsiteY8" fmla="*/ 60091 h 600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11084" h="600908">
                    <a:moveTo>
                      <a:pt x="0" y="60091"/>
                    </a:moveTo>
                    <a:cubicBezTo>
                      <a:pt x="0" y="26904"/>
                      <a:pt x="26904" y="0"/>
                      <a:pt x="60091" y="0"/>
                    </a:cubicBezTo>
                    <a:lnTo>
                      <a:pt x="1450993" y="0"/>
                    </a:lnTo>
                    <a:cubicBezTo>
                      <a:pt x="1484180" y="0"/>
                      <a:pt x="1511084" y="26904"/>
                      <a:pt x="1511084" y="60091"/>
                    </a:cubicBezTo>
                    <a:lnTo>
                      <a:pt x="1511084" y="540817"/>
                    </a:lnTo>
                    <a:cubicBezTo>
                      <a:pt x="1511084" y="574004"/>
                      <a:pt x="1484180" y="600908"/>
                      <a:pt x="1450993" y="600908"/>
                    </a:cubicBezTo>
                    <a:lnTo>
                      <a:pt x="60091" y="600908"/>
                    </a:lnTo>
                    <a:cubicBezTo>
                      <a:pt x="26904" y="600908"/>
                      <a:pt x="0" y="574004"/>
                      <a:pt x="0" y="540817"/>
                    </a:cubicBezTo>
                    <a:lnTo>
                      <a:pt x="0" y="60091"/>
                    </a:lnTo>
                    <a:close/>
                  </a:path>
                </a:pathLst>
              </a:custGeom>
              <a:solidFill>
                <a:schemeClr val="accent1">
                  <a:lumMod val="75000"/>
                </a:schemeClr>
              </a:solidFill>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2">
                  <a:shade val="50000"/>
                  <a:hueOff val="0"/>
                  <a:satOff val="0"/>
                  <a:lumOff val="0"/>
                  <a:alphaOff val="0"/>
                </a:schemeClr>
              </a:fillRef>
              <a:effectRef idx="2">
                <a:schemeClr val="accent2">
                  <a:shade val="50000"/>
                  <a:hueOff val="0"/>
                  <a:satOff val="0"/>
                  <a:lumOff val="0"/>
                  <a:alphaOff val="0"/>
                </a:schemeClr>
              </a:effectRef>
              <a:fontRef idx="minor">
                <a:schemeClr val="lt1"/>
              </a:fontRef>
            </p:style>
            <p:txBody>
              <a:bodyPr lIns="42365" tIns="34110" rIns="42365" bIns="34110" spcCol="1270" anchor="ctr"/>
              <a:lstStyle/>
              <a:p>
                <a:pPr defTabSz="577850">
                  <a:lnSpc>
                    <a:spcPct val="90000"/>
                  </a:lnSpc>
                  <a:spcAft>
                    <a:spcPct val="35000"/>
                  </a:spcAft>
                  <a:defRPr/>
                </a:pPr>
                <a:r>
                  <a:rPr lang="en-US" altLang="zh-CN" sz="1300" dirty="0">
                    <a:latin typeface="微软雅黑" pitchFamily="34" charset="-122"/>
                    <a:ea typeface="微软雅黑" pitchFamily="34" charset="-122"/>
                  </a:rPr>
                  <a:t>Batch of TTCs</a:t>
                </a:r>
                <a:endParaRPr lang="zh-CN" altLang="en-US" sz="1300" dirty="0">
                  <a:latin typeface="微软雅黑" pitchFamily="34" charset="-122"/>
                  <a:ea typeface="微软雅黑" pitchFamily="34" charset="-122"/>
                </a:endParaRPr>
              </a:p>
            </p:txBody>
          </p:sp>
          <p:sp>
            <p:nvSpPr>
              <p:cNvPr id="13" name="任意多边形 12"/>
              <p:cNvSpPr/>
              <p:nvPr/>
            </p:nvSpPr>
            <p:spPr>
              <a:xfrm>
                <a:off x="3759248" y="3715824"/>
                <a:ext cx="1699969" cy="1402119"/>
              </a:xfrm>
              <a:custGeom>
                <a:avLst/>
                <a:gdLst>
                  <a:gd name="connsiteX0" fmla="*/ 0 w 1699969"/>
                  <a:gd name="connsiteY0" fmla="*/ 140212 h 1402119"/>
                  <a:gd name="connsiteX1" fmla="*/ 140212 w 1699969"/>
                  <a:gd name="connsiteY1" fmla="*/ 0 h 1402119"/>
                  <a:gd name="connsiteX2" fmla="*/ 1559757 w 1699969"/>
                  <a:gd name="connsiteY2" fmla="*/ 0 h 1402119"/>
                  <a:gd name="connsiteX3" fmla="*/ 1699969 w 1699969"/>
                  <a:gd name="connsiteY3" fmla="*/ 140212 h 1402119"/>
                  <a:gd name="connsiteX4" fmla="*/ 1699969 w 1699969"/>
                  <a:gd name="connsiteY4" fmla="*/ 1261907 h 1402119"/>
                  <a:gd name="connsiteX5" fmla="*/ 1559757 w 1699969"/>
                  <a:gd name="connsiteY5" fmla="*/ 1402119 h 1402119"/>
                  <a:gd name="connsiteX6" fmla="*/ 140212 w 1699969"/>
                  <a:gd name="connsiteY6" fmla="*/ 1402119 h 1402119"/>
                  <a:gd name="connsiteX7" fmla="*/ 0 w 1699969"/>
                  <a:gd name="connsiteY7" fmla="*/ 1261907 h 1402119"/>
                  <a:gd name="connsiteX8" fmla="*/ 0 w 1699969"/>
                  <a:gd name="connsiteY8" fmla="*/ 140212 h 1402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99969" h="1402119">
                    <a:moveTo>
                      <a:pt x="0" y="140212"/>
                    </a:moveTo>
                    <a:cubicBezTo>
                      <a:pt x="0" y="62775"/>
                      <a:pt x="62775" y="0"/>
                      <a:pt x="140212" y="0"/>
                    </a:cubicBezTo>
                    <a:lnTo>
                      <a:pt x="1559757" y="0"/>
                    </a:lnTo>
                    <a:cubicBezTo>
                      <a:pt x="1637194" y="0"/>
                      <a:pt x="1699969" y="62775"/>
                      <a:pt x="1699969" y="140212"/>
                    </a:cubicBezTo>
                    <a:lnTo>
                      <a:pt x="1699969" y="1261907"/>
                    </a:lnTo>
                    <a:cubicBezTo>
                      <a:pt x="1699969" y="1339344"/>
                      <a:pt x="1637194" y="1402119"/>
                      <a:pt x="1559757" y="1402119"/>
                    </a:cubicBezTo>
                    <a:lnTo>
                      <a:pt x="140212" y="1402119"/>
                    </a:lnTo>
                    <a:cubicBezTo>
                      <a:pt x="62775" y="1402119"/>
                      <a:pt x="0" y="1339344"/>
                      <a:pt x="0" y="1261907"/>
                    </a:cubicBezTo>
                    <a:lnTo>
                      <a:pt x="0" y="140212"/>
                    </a:lnTo>
                    <a:close/>
                  </a:path>
                </a:pathLst>
              </a:custGeom>
              <a:scene3d>
                <a:camera prst="orthographicFront"/>
                <a:lightRig rig="threePt" dir="t">
                  <a:rot lat="0" lon="0" rev="7500000"/>
                </a:lightRig>
              </a:scene3d>
              <a:sp3d z="-152400" extrusionH="63500" prstMaterial="dkEdge">
                <a:bevelT w="124450" h="16350" prst="relaxedInset"/>
                <a:contourClr>
                  <a:schemeClr val="bg1"/>
                </a:contourClr>
              </a:sp3d>
            </p:spPr>
            <p:style>
              <a:lnRef idx="1">
                <a:schemeClr val="accent2">
                  <a:shade val="50000"/>
                  <a:hueOff val="0"/>
                  <a:satOff val="-21080"/>
                  <a:lumOff val="31826"/>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lIns="64652" tIns="365106" rIns="64652" bIns="64652" spcCol="1270"/>
              <a:lstStyle/>
              <a:p>
                <a:pPr marL="171450" lvl="1" indent="-171450" algn="l" defTabSz="755650">
                  <a:lnSpc>
                    <a:spcPct val="90000"/>
                  </a:lnSpc>
                  <a:spcAft>
                    <a:spcPct val="15000"/>
                  </a:spcAft>
                  <a:buFontTx/>
                  <a:buChar char="••"/>
                  <a:defRPr/>
                </a:pPr>
                <a:r>
                  <a:rPr lang="en-US" altLang="zh-CN" sz="1700" dirty="0">
                    <a:latin typeface="微软雅黑" pitchFamily="34" charset="-122"/>
                    <a:ea typeface="微软雅黑" pitchFamily="34" charset="-122"/>
                  </a:rPr>
                  <a:t>OBC</a:t>
                </a:r>
                <a:endParaRPr lang="zh-CN" altLang="en-US" sz="1700" dirty="0">
                  <a:latin typeface="微软雅黑" pitchFamily="34" charset="-122"/>
                  <a:ea typeface="微软雅黑" pitchFamily="34" charset="-122"/>
                </a:endParaRPr>
              </a:p>
            </p:txBody>
          </p:sp>
          <p:sp>
            <p:nvSpPr>
              <p:cNvPr id="14" name="环形箭头 13"/>
              <p:cNvSpPr/>
              <p:nvPr/>
            </p:nvSpPr>
            <p:spPr>
              <a:xfrm>
                <a:off x="4720685" y="2889014"/>
                <a:ext cx="1984448" cy="1984448"/>
              </a:xfrm>
              <a:prstGeom prst="circularArrow">
                <a:avLst>
                  <a:gd name="adj1" fmla="val 2271"/>
                  <a:gd name="adj2" fmla="val 273786"/>
                  <a:gd name="adj3" fmla="val 19550703"/>
                  <a:gd name="adj4" fmla="val 12575511"/>
                  <a:gd name="adj5" fmla="val 2650"/>
                </a:avLst>
              </a:prstGeom>
              <a:scene3d>
                <a:camera prst="orthographicFront"/>
                <a:lightRig rig="threePt" dir="t">
                  <a:rot lat="0" lon="0" rev="7500000"/>
                </a:lightRig>
              </a:scene3d>
              <a:sp3d z="-70000" extrusionH="63500" prstMaterial="matte">
                <a:bevelT w="25400" h="6350" prst="relaxedInset"/>
                <a:contourClr>
                  <a:schemeClr val="bg1"/>
                </a:contourClr>
              </a:sp3d>
            </p:spPr>
            <p:style>
              <a:lnRef idx="0">
                <a:schemeClr val="accent2">
                  <a:shade val="90000"/>
                  <a:hueOff val="0"/>
                  <a:satOff val="-29999"/>
                  <a:lumOff val="40856"/>
                  <a:alphaOff val="0"/>
                </a:schemeClr>
              </a:lnRef>
              <a:fillRef idx="1">
                <a:schemeClr val="accent2">
                  <a:shade val="90000"/>
                  <a:hueOff val="0"/>
                  <a:satOff val="-29999"/>
                  <a:lumOff val="40856"/>
                  <a:alphaOff val="0"/>
                </a:schemeClr>
              </a:fillRef>
              <a:effectRef idx="2">
                <a:schemeClr val="accent2">
                  <a:shade val="90000"/>
                  <a:hueOff val="0"/>
                  <a:satOff val="-29999"/>
                  <a:lumOff val="40856"/>
                  <a:alphaOff val="0"/>
                </a:schemeClr>
              </a:effectRef>
              <a:fontRef idx="minor">
                <a:schemeClr val="lt1"/>
              </a:fontRef>
            </p:style>
          </p:sp>
          <p:sp>
            <p:nvSpPr>
              <p:cNvPr id="15" name="任意多边形 14"/>
              <p:cNvSpPr/>
              <p:nvPr/>
            </p:nvSpPr>
            <p:spPr>
              <a:xfrm>
                <a:off x="4137019" y="3415369"/>
                <a:ext cx="1511084" cy="600908"/>
              </a:xfrm>
              <a:custGeom>
                <a:avLst/>
                <a:gdLst>
                  <a:gd name="connsiteX0" fmla="*/ 0 w 1511084"/>
                  <a:gd name="connsiteY0" fmla="*/ 60091 h 600908"/>
                  <a:gd name="connsiteX1" fmla="*/ 60091 w 1511084"/>
                  <a:gd name="connsiteY1" fmla="*/ 0 h 600908"/>
                  <a:gd name="connsiteX2" fmla="*/ 1450993 w 1511084"/>
                  <a:gd name="connsiteY2" fmla="*/ 0 h 600908"/>
                  <a:gd name="connsiteX3" fmla="*/ 1511084 w 1511084"/>
                  <a:gd name="connsiteY3" fmla="*/ 60091 h 600908"/>
                  <a:gd name="connsiteX4" fmla="*/ 1511084 w 1511084"/>
                  <a:gd name="connsiteY4" fmla="*/ 540817 h 600908"/>
                  <a:gd name="connsiteX5" fmla="*/ 1450993 w 1511084"/>
                  <a:gd name="connsiteY5" fmla="*/ 600908 h 600908"/>
                  <a:gd name="connsiteX6" fmla="*/ 60091 w 1511084"/>
                  <a:gd name="connsiteY6" fmla="*/ 600908 h 600908"/>
                  <a:gd name="connsiteX7" fmla="*/ 0 w 1511084"/>
                  <a:gd name="connsiteY7" fmla="*/ 540817 h 600908"/>
                  <a:gd name="connsiteX8" fmla="*/ 0 w 1511084"/>
                  <a:gd name="connsiteY8" fmla="*/ 60091 h 600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11084" h="600908">
                    <a:moveTo>
                      <a:pt x="0" y="60091"/>
                    </a:moveTo>
                    <a:cubicBezTo>
                      <a:pt x="0" y="26904"/>
                      <a:pt x="26904" y="0"/>
                      <a:pt x="60091" y="0"/>
                    </a:cubicBezTo>
                    <a:lnTo>
                      <a:pt x="1450993" y="0"/>
                    </a:lnTo>
                    <a:cubicBezTo>
                      <a:pt x="1484180" y="0"/>
                      <a:pt x="1511084" y="26904"/>
                      <a:pt x="1511084" y="60091"/>
                    </a:cubicBezTo>
                    <a:lnTo>
                      <a:pt x="1511084" y="540817"/>
                    </a:lnTo>
                    <a:cubicBezTo>
                      <a:pt x="1511084" y="574004"/>
                      <a:pt x="1484180" y="600908"/>
                      <a:pt x="1450993" y="600908"/>
                    </a:cubicBezTo>
                    <a:lnTo>
                      <a:pt x="60091" y="600908"/>
                    </a:lnTo>
                    <a:cubicBezTo>
                      <a:pt x="26904" y="600908"/>
                      <a:pt x="0" y="574004"/>
                      <a:pt x="0" y="540817"/>
                    </a:cubicBezTo>
                    <a:lnTo>
                      <a:pt x="0" y="60091"/>
                    </a:lnTo>
                    <a:close/>
                  </a:path>
                </a:pathLst>
              </a:custGeom>
              <a:solidFill>
                <a:schemeClr val="accent1">
                  <a:lumMod val="60000"/>
                  <a:lumOff val="40000"/>
                </a:schemeClr>
              </a:solidFill>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2">
                  <a:shade val="50000"/>
                  <a:hueOff val="0"/>
                  <a:satOff val="-21688"/>
                  <a:lumOff val="35185"/>
                  <a:alphaOff val="0"/>
                </a:schemeClr>
              </a:fillRef>
              <a:effectRef idx="2">
                <a:schemeClr val="accent2">
                  <a:shade val="50000"/>
                  <a:hueOff val="0"/>
                  <a:satOff val="-21688"/>
                  <a:lumOff val="35185"/>
                  <a:alphaOff val="0"/>
                </a:schemeClr>
              </a:effectRef>
              <a:fontRef idx="minor">
                <a:schemeClr val="lt1"/>
              </a:fontRef>
            </p:style>
            <p:txBody>
              <a:bodyPr lIns="42365" tIns="34110" rIns="42365" bIns="34110" spcCol="1270" anchor="ctr"/>
              <a:lstStyle/>
              <a:p>
                <a:pPr defTabSz="577850">
                  <a:lnSpc>
                    <a:spcPct val="90000"/>
                  </a:lnSpc>
                  <a:spcAft>
                    <a:spcPct val="35000"/>
                  </a:spcAft>
                  <a:defRPr/>
                </a:pPr>
                <a:r>
                  <a:rPr lang="en-US" altLang="zh-CN" sz="1300" dirty="0">
                    <a:latin typeface="微软雅黑" pitchFamily="34" charset="-122"/>
                    <a:ea typeface="微软雅黑" pitchFamily="34" charset="-122"/>
                  </a:rPr>
                  <a:t>Compare TTC time  to Onboard time</a:t>
                </a:r>
                <a:endParaRPr lang="zh-CN" altLang="en-US" sz="1300" dirty="0">
                  <a:latin typeface="微软雅黑" pitchFamily="34" charset="-122"/>
                  <a:ea typeface="微软雅黑" pitchFamily="34" charset="-122"/>
                </a:endParaRPr>
              </a:p>
            </p:txBody>
          </p:sp>
          <p:sp>
            <p:nvSpPr>
              <p:cNvPr id="16" name="任意多边形 15"/>
              <p:cNvSpPr/>
              <p:nvPr/>
            </p:nvSpPr>
            <p:spPr>
              <a:xfrm>
                <a:off x="5862713" y="3715824"/>
                <a:ext cx="1699969" cy="1402119"/>
              </a:xfrm>
              <a:custGeom>
                <a:avLst/>
                <a:gdLst>
                  <a:gd name="connsiteX0" fmla="*/ 0 w 1699969"/>
                  <a:gd name="connsiteY0" fmla="*/ 140212 h 1402119"/>
                  <a:gd name="connsiteX1" fmla="*/ 140212 w 1699969"/>
                  <a:gd name="connsiteY1" fmla="*/ 0 h 1402119"/>
                  <a:gd name="connsiteX2" fmla="*/ 1559757 w 1699969"/>
                  <a:gd name="connsiteY2" fmla="*/ 0 h 1402119"/>
                  <a:gd name="connsiteX3" fmla="*/ 1699969 w 1699969"/>
                  <a:gd name="connsiteY3" fmla="*/ 140212 h 1402119"/>
                  <a:gd name="connsiteX4" fmla="*/ 1699969 w 1699969"/>
                  <a:gd name="connsiteY4" fmla="*/ 1261907 h 1402119"/>
                  <a:gd name="connsiteX5" fmla="*/ 1559757 w 1699969"/>
                  <a:gd name="connsiteY5" fmla="*/ 1402119 h 1402119"/>
                  <a:gd name="connsiteX6" fmla="*/ 140212 w 1699969"/>
                  <a:gd name="connsiteY6" fmla="*/ 1402119 h 1402119"/>
                  <a:gd name="connsiteX7" fmla="*/ 0 w 1699969"/>
                  <a:gd name="connsiteY7" fmla="*/ 1261907 h 1402119"/>
                  <a:gd name="connsiteX8" fmla="*/ 0 w 1699969"/>
                  <a:gd name="connsiteY8" fmla="*/ 140212 h 1402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99969" h="1402119">
                    <a:moveTo>
                      <a:pt x="0" y="140212"/>
                    </a:moveTo>
                    <a:cubicBezTo>
                      <a:pt x="0" y="62775"/>
                      <a:pt x="62775" y="0"/>
                      <a:pt x="140212" y="0"/>
                    </a:cubicBezTo>
                    <a:lnTo>
                      <a:pt x="1559757" y="0"/>
                    </a:lnTo>
                    <a:cubicBezTo>
                      <a:pt x="1637194" y="0"/>
                      <a:pt x="1699969" y="62775"/>
                      <a:pt x="1699969" y="140212"/>
                    </a:cubicBezTo>
                    <a:lnTo>
                      <a:pt x="1699969" y="1261907"/>
                    </a:lnTo>
                    <a:cubicBezTo>
                      <a:pt x="1699969" y="1339344"/>
                      <a:pt x="1637194" y="1402119"/>
                      <a:pt x="1559757" y="1402119"/>
                    </a:cubicBezTo>
                    <a:lnTo>
                      <a:pt x="140212" y="1402119"/>
                    </a:lnTo>
                    <a:cubicBezTo>
                      <a:pt x="62775" y="1402119"/>
                      <a:pt x="0" y="1339344"/>
                      <a:pt x="0" y="1261907"/>
                    </a:cubicBezTo>
                    <a:lnTo>
                      <a:pt x="0" y="140212"/>
                    </a:lnTo>
                    <a:close/>
                  </a:path>
                </a:pathLst>
              </a:custGeom>
              <a:scene3d>
                <a:camera prst="orthographicFront"/>
                <a:lightRig rig="threePt" dir="t">
                  <a:rot lat="0" lon="0" rev="7500000"/>
                </a:lightRig>
              </a:scene3d>
              <a:sp3d z="-152400" extrusionH="63500" prstMaterial="dkEdge">
                <a:bevelT w="124450" h="16350" prst="relaxedInset"/>
                <a:contourClr>
                  <a:schemeClr val="bg1"/>
                </a:contourClr>
              </a:sp3d>
            </p:spPr>
            <p:style>
              <a:lnRef idx="1">
                <a:schemeClr val="accent2">
                  <a:shade val="50000"/>
                  <a:hueOff val="0"/>
                  <a:satOff val="-21080"/>
                  <a:lumOff val="31826"/>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lIns="64652" tIns="64652" rIns="64652" bIns="365106" spcCol="1270"/>
              <a:lstStyle/>
              <a:p>
                <a:pPr marL="171450" lvl="1" indent="-171450" algn="l" defTabSz="755650">
                  <a:lnSpc>
                    <a:spcPct val="90000"/>
                  </a:lnSpc>
                  <a:spcAft>
                    <a:spcPct val="15000"/>
                  </a:spcAft>
                  <a:buFontTx/>
                  <a:buChar char="••"/>
                  <a:defRPr/>
                </a:pPr>
                <a:r>
                  <a:rPr lang="en-US" altLang="zh-CN" sz="1700" dirty="0">
                    <a:latin typeface="微软雅黑" pitchFamily="34" charset="-122"/>
                    <a:ea typeface="微软雅黑" pitchFamily="34" charset="-122"/>
                  </a:rPr>
                  <a:t>Subcomputer</a:t>
                </a:r>
                <a:endParaRPr lang="zh-CN" altLang="en-US" sz="1700" dirty="0">
                  <a:latin typeface="微软雅黑" pitchFamily="34" charset="-122"/>
                  <a:ea typeface="微软雅黑" pitchFamily="34" charset="-122"/>
                </a:endParaRPr>
              </a:p>
            </p:txBody>
          </p:sp>
        </p:grpSp>
        <p:sp>
          <p:nvSpPr>
            <p:cNvPr id="9" name="任意多边形 8"/>
            <p:cNvSpPr/>
            <p:nvPr/>
          </p:nvSpPr>
          <p:spPr>
            <a:xfrm>
              <a:off x="3816458" y="4837219"/>
              <a:ext cx="1511084" cy="600908"/>
            </a:xfrm>
            <a:custGeom>
              <a:avLst/>
              <a:gdLst>
                <a:gd name="connsiteX0" fmla="*/ 0 w 1511084"/>
                <a:gd name="connsiteY0" fmla="*/ 60091 h 600908"/>
                <a:gd name="connsiteX1" fmla="*/ 60091 w 1511084"/>
                <a:gd name="connsiteY1" fmla="*/ 0 h 600908"/>
                <a:gd name="connsiteX2" fmla="*/ 1450993 w 1511084"/>
                <a:gd name="connsiteY2" fmla="*/ 0 h 600908"/>
                <a:gd name="connsiteX3" fmla="*/ 1511084 w 1511084"/>
                <a:gd name="connsiteY3" fmla="*/ 60091 h 600908"/>
                <a:gd name="connsiteX4" fmla="*/ 1511084 w 1511084"/>
                <a:gd name="connsiteY4" fmla="*/ 540817 h 600908"/>
                <a:gd name="connsiteX5" fmla="*/ 1450993 w 1511084"/>
                <a:gd name="connsiteY5" fmla="*/ 600908 h 600908"/>
                <a:gd name="connsiteX6" fmla="*/ 60091 w 1511084"/>
                <a:gd name="connsiteY6" fmla="*/ 600908 h 600908"/>
                <a:gd name="connsiteX7" fmla="*/ 0 w 1511084"/>
                <a:gd name="connsiteY7" fmla="*/ 540817 h 600908"/>
                <a:gd name="connsiteX8" fmla="*/ 0 w 1511084"/>
                <a:gd name="connsiteY8" fmla="*/ 60091 h 600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11084" h="600908">
                  <a:moveTo>
                    <a:pt x="0" y="60091"/>
                  </a:moveTo>
                  <a:cubicBezTo>
                    <a:pt x="0" y="26904"/>
                    <a:pt x="26904" y="0"/>
                    <a:pt x="60091" y="0"/>
                  </a:cubicBezTo>
                  <a:lnTo>
                    <a:pt x="1450993" y="0"/>
                  </a:lnTo>
                  <a:cubicBezTo>
                    <a:pt x="1484180" y="0"/>
                    <a:pt x="1511084" y="26904"/>
                    <a:pt x="1511084" y="60091"/>
                  </a:cubicBezTo>
                  <a:lnTo>
                    <a:pt x="1511084" y="540817"/>
                  </a:lnTo>
                  <a:cubicBezTo>
                    <a:pt x="1511084" y="574004"/>
                    <a:pt x="1484180" y="600908"/>
                    <a:pt x="1450993" y="600908"/>
                  </a:cubicBezTo>
                  <a:lnTo>
                    <a:pt x="60091" y="600908"/>
                  </a:lnTo>
                  <a:cubicBezTo>
                    <a:pt x="26904" y="600908"/>
                    <a:pt x="0" y="574004"/>
                    <a:pt x="0" y="540817"/>
                  </a:cubicBezTo>
                  <a:lnTo>
                    <a:pt x="0" y="60091"/>
                  </a:lnTo>
                  <a:close/>
                </a:path>
              </a:pathLst>
            </a:custGeom>
            <a:solidFill>
              <a:schemeClr val="accent1">
                <a:lumMod val="60000"/>
                <a:lumOff val="40000"/>
              </a:schemeClr>
            </a:solidFill>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2">
                <a:shade val="50000"/>
                <a:hueOff val="0"/>
                <a:satOff val="-21688"/>
                <a:lumOff val="35185"/>
                <a:alphaOff val="0"/>
              </a:schemeClr>
            </a:fillRef>
            <a:effectRef idx="2">
              <a:schemeClr val="accent2">
                <a:shade val="50000"/>
                <a:hueOff val="0"/>
                <a:satOff val="-21688"/>
                <a:lumOff val="35185"/>
                <a:alphaOff val="0"/>
              </a:schemeClr>
            </a:effectRef>
            <a:fontRef idx="minor">
              <a:schemeClr val="lt1"/>
            </a:fontRef>
          </p:style>
          <p:txBody>
            <a:bodyPr lIns="42365" tIns="34110" rIns="42365" bIns="34110" spcCol="1270" anchor="ctr"/>
            <a:lstStyle/>
            <a:p>
              <a:pPr defTabSz="577850">
                <a:lnSpc>
                  <a:spcPct val="90000"/>
                </a:lnSpc>
                <a:spcAft>
                  <a:spcPct val="35000"/>
                </a:spcAft>
                <a:defRPr/>
              </a:pPr>
              <a:r>
                <a:rPr lang="en-US" altLang="zh-CN" sz="1300" dirty="0">
                  <a:latin typeface="微软雅黑" pitchFamily="34" charset="-122"/>
                  <a:ea typeface="微软雅黑" pitchFamily="34" charset="-122"/>
                </a:rPr>
                <a:t>Saved in OBC SRAM</a:t>
              </a:r>
              <a:endParaRPr lang="zh-CN" altLang="en-US" sz="1300" dirty="0">
                <a:latin typeface="微软雅黑" pitchFamily="34" charset="-122"/>
                <a:ea typeface="微软雅黑" pitchFamily="34" charset="-122"/>
              </a:endParaRPr>
            </a:p>
          </p:txBody>
        </p:sp>
      </p:grpSp>
      <p:sp>
        <p:nvSpPr>
          <p:cNvPr id="17" name="矩形 15"/>
          <p:cNvSpPr>
            <a:spLocks noChangeArrowheads="1"/>
          </p:cNvSpPr>
          <p:nvPr/>
        </p:nvSpPr>
        <p:spPr bwMode="auto">
          <a:xfrm>
            <a:off x="409575" y="5445224"/>
            <a:ext cx="8470900"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lvl="1" algn="just" defTabSz="755650">
              <a:lnSpc>
                <a:spcPct val="150000"/>
              </a:lnSpc>
              <a:spcBef>
                <a:spcPts val="600"/>
              </a:spcBef>
              <a:spcAft>
                <a:spcPts val="600"/>
              </a:spcAft>
            </a:pPr>
            <a:r>
              <a:rPr lang="en-US" altLang="zh-CN" dirty="0">
                <a:solidFill>
                  <a:schemeClr val="tx1"/>
                </a:solidFill>
                <a:latin typeface="微软雅黑" pitchFamily="34" charset="-122"/>
                <a:ea typeface="微软雅黑" pitchFamily="34" charset="-122"/>
              </a:rPr>
              <a:t>When time reach, OBC will execute the command or send it to </a:t>
            </a:r>
            <a:r>
              <a:rPr lang="en-US" altLang="zh-CN" dirty="0" err="1">
                <a:solidFill>
                  <a:schemeClr val="tx1"/>
                </a:solidFill>
                <a:latin typeface="微软雅黑" pitchFamily="34" charset="-122"/>
                <a:ea typeface="微软雅黑" pitchFamily="34" charset="-122"/>
              </a:rPr>
              <a:t>subcomputer</a:t>
            </a:r>
            <a:r>
              <a:rPr lang="en-US" altLang="zh-CN" dirty="0">
                <a:solidFill>
                  <a:schemeClr val="tx1"/>
                </a:solidFill>
                <a:latin typeface="微软雅黑" pitchFamily="34" charset="-122"/>
                <a:ea typeface="微软雅黑" pitchFamily="34" charset="-122"/>
              </a:rPr>
              <a:t> and then clear it from SRAM.</a:t>
            </a:r>
            <a:endParaRPr lang="zh-CN" altLang="en-US" dirty="0">
              <a:solidFill>
                <a:schemeClr val="tx1"/>
              </a:solidFill>
              <a:latin typeface="微软雅黑" pitchFamily="34" charset="-122"/>
              <a:ea typeface="微软雅黑" pitchFamily="34" charset="-122"/>
            </a:endParaRPr>
          </a:p>
        </p:txBody>
      </p:sp>
    </p:spTree>
    <p:extLst>
      <p:ext uri="{BB962C8B-B14F-4D97-AF65-F5344CB8AC3E}">
        <p14:creationId xmlns:p14="http://schemas.microsoft.com/office/powerpoint/2010/main" val="756368419"/>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3528" y="274638"/>
            <a:ext cx="8496944" cy="1082660"/>
          </a:xfrm>
        </p:spPr>
        <p:txBody>
          <a:bodyPr>
            <a:normAutofit/>
          </a:bodyPr>
          <a:lstStyle/>
          <a:p>
            <a:r>
              <a:rPr lang="en-US" altLang="zh-CN" dirty="0"/>
              <a:t>PART 7: Time-tagged Command</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latin typeface="微软雅黑" pitchFamily="34" charset="-122"/>
                <a:ea typeface="微软雅黑" pitchFamily="34" charset="-122"/>
              </a:rPr>
              <a:t> </a:t>
            </a:r>
            <a:fld id="{E1EFCB46-C834-4067-A327-0EA79FD50686}" type="slidenum">
              <a:rPr lang="zh-CN" altLang="en-US" smtClean="0">
                <a:latin typeface="微软雅黑" pitchFamily="34" charset="-122"/>
                <a:ea typeface="微软雅黑" pitchFamily="34" charset="-122"/>
              </a:rPr>
              <a:pPr/>
              <a:t>81</a:t>
            </a:fld>
            <a:r>
              <a:rPr lang="zh-CN" altLang="en-US" smtClean="0">
                <a:latin typeface="微软雅黑" pitchFamily="34" charset="-122"/>
                <a:ea typeface="微软雅黑" pitchFamily="34" charset="-122"/>
              </a:rPr>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457200" y="1089025"/>
            <a:ext cx="8255000"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50000"/>
              </a:lnSpc>
            </a:pPr>
            <a:r>
              <a:rPr lang="en-US" altLang="zh-CN" sz="2400" dirty="0">
                <a:solidFill>
                  <a:srgbClr val="FF0000"/>
                </a:solidFill>
                <a:latin typeface="微软雅黑" pitchFamily="34" charset="-122"/>
                <a:ea typeface="微软雅黑" pitchFamily="34" charset="-122"/>
              </a:rPr>
              <a:t>TTC data block format.</a:t>
            </a:r>
            <a:endParaRPr lang="en-US" altLang="zh-CN" sz="2400" dirty="0">
              <a:solidFill>
                <a:schemeClr val="tx1"/>
              </a:solidFill>
              <a:latin typeface="微软雅黑" pitchFamily="34" charset="-122"/>
              <a:ea typeface="微软雅黑" pitchFamily="34" charset="-122"/>
            </a:endParaRPr>
          </a:p>
        </p:txBody>
      </p:sp>
      <p:graphicFrame>
        <p:nvGraphicFramePr>
          <p:cNvPr id="7" name="表格 6"/>
          <p:cNvGraphicFramePr>
            <a:graphicFrameLocks noGrp="1"/>
          </p:cNvGraphicFramePr>
          <p:nvPr>
            <p:extLst>
              <p:ext uri="{D42A27DB-BD31-4B8C-83A1-F6EECF244321}">
                <p14:modId xmlns:p14="http://schemas.microsoft.com/office/powerpoint/2010/main" val="20909453"/>
              </p:ext>
            </p:extLst>
          </p:nvPr>
        </p:nvGraphicFramePr>
        <p:xfrm>
          <a:off x="684213" y="1665288"/>
          <a:ext cx="3900487" cy="4572025"/>
        </p:xfrm>
        <a:graphic>
          <a:graphicData uri="http://schemas.openxmlformats.org/drawingml/2006/table">
            <a:tbl>
              <a:tblPr firstRow="1" firstCol="1" bandRow="1" bandCol="1">
                <a:tableStyleId>{69CF1AB2-1976-4502-BF36-3FF5EA218861}</a:tableStyleId>
              </a:tblPr>
              <a:tblGrid>
                <a:gridCol w="561146"/>
                <a:gridCol w="629981"/>
                <a:gridCol w="2709360"/>
              </a:tblGrid>
              <a:tr h="428074">
                <a:tc>
                  <a:txBody>
                    <a:bodyPr/>
                    <a:lstStyle/>
                    <a:p>
                      <a:pPr algn="ctr">
                        <a:spcAft>
                          <a:spcPts val="0"/>
                        </a:spcAft>
                      </a:pPr>
                      <a:r>
                        <a:rPr lang="x-none" sz="1200" kern="100" cap="all" dirty="0">
                          <a:effectLst/>
                        </a:rPr>
                        <a:t>NO</a:t>
                      </a:r>
                      <a:endParaRPr lang="zh-CN" sz="1200" b="1" kern="100" dirty="0">
                        <a:effectLst/>
                        <a:latin typeface="Times New Roman"/>
                        <a:ea typeface="宋体"/>
                      </a:endParaRPr>
                    </a:p>
                  </a:txBody>
                  <a:tcPr marL="52415" marR="52415" marT="0" marB="0" anchor="ctr"/>
                </a:tc>
                <a:tc>
                  <a:txBody>
                    <a:bodyPr/>
                    <a:lstStyle/>
                    <a:p>
                      <a:pPr algn="ctr">
                        <a:spcAft>
                          <a:spcPts val="0"/>
                        </a:spcAft>
                      </a:pPr>
                      <a:r>
                        <a:rPr lang="x-none" sz="1200" kern="100" cap="all" dirty="0">
                          <a:effectLst/>
                        </a:rPr>
                        <a:t>DATA</a:t>
                      </a:r>
                      <a:endParaRPr lang="zh-CN" sz="1200" b="1" kern="100" dirty="0">
                        <a:effectLst/>
                        <a:latin typeface="Times New Roman"/>
                        <a:ea typeface="宋体"/>
                      </a:endParaRPr>
                    </a:p>
                  </a:txBody>
                  <a:tcPr marL="52415" marR="52415" marT="0" marB="0" anchor="ctr"/>
                </a:tc>
                <a:tc>
                  <a:txBody>
                    <a:bodyPr/>
                    <a:lstStyle/>
                    <a:p>
                      <a:pPr algn="ctr">
                        <a:spcAft>
                          <a:spcPts val="0"/>
                        </a:spcAft>
                      </a:pPr>
                      <a:r>
                        <a:rPr lang="x-none" sz="1200" kern="100" cap="all" dirty="0">
                          <a:effectLst/>
                        </a:rPr>
                        <a:t>DESCRIPTION</a:t>
                      </a:r>
                      <a:endParaRPr lang="zh-CN" sz="1200" b="1" kern="100" dirty="0">
                        <a:effectLst/>
                        <a:latin typeface="Times New Roman"/>
                        <a:ea typeface="宋体"/>
                      </a:endParaRPr>
                    </a:p>
                  </a:txBody>
                  <a:tcPr marL="52415" marR="52415" marT="0" marB="0" anchor="ctr"/>
                </a:tc>
              </a:tr>
              <a:tr h="197331">
                <a:tc>
                  <a:txBody>
                    <a:bodyPr/>
                    <a:lstStyle/>
                    <a:p>
                      <a:pPr algn="ctr">
                        <a:spcAft>
                          <a:spcPts val="0"/>
                        </a:spcAft>
                      </a:pPr>
                      <a:r>
                        <a:rPr lang="en-US" sz="1200" kern="100" dirty="0">
                          <a:effectLst/>
                        </a:rPr>
                        <a:t>0</a:t>
                      </a:r>
                      <a:endParaRPr lang="zh-CN" sz="1200" b="1" kern="100" dirty="0">
                        <a:effectLst/>
                        <a:latin typeface="Times New Roman"/>
                        <a:ea typeface="宋体"/>
                      </a:endParaRPr>
                    </a:p>
                  </a:txBody>
                  <a:tcPr marL="52415" marR="52415" marT="0" marB="0" anchor="ctr"/>
                </a:tc>
                <a:tc>
                  <a:txBody>
                    <a:bodyPr/>
                    <a:lstStyle/>
                    <a:p>
                      <a:pPr algn="ctr">
                        <a:spcAft>
                          <a:spcPts val="0"/>
                        </a:spcAft>
                      </a:pPr>
                      <a:r>
                        <a:rPr lang="en-US" sz="1200" kern="100" dirty="0">
                          <a:effectLst/>
                        </a:rPr>
                        <a:t>80H</a:t>
                      </a:r>
                      <a:endParaRPr lang="zh-CN" sz="1200" b="1" kern="100" dirty="0">
                        <a:effectLst/>
                        <a:latin typeface="Times New Roman"/>
                        <a:ea typeface="宋体"/>
                      </a:endParaRPr>
                    </a:p>
                  </a:txBody>
                  <a:tcPr marL="52415" marR="52415" marT="0" marB="0" anchor="ctr"/>
                </a:tc>
                <a:tc>
                  <a:txBody>
                    <a:bodyPr/>
                    <a:lstStyle/>
                    <a:p>
                      <a:pPr algn="ctr">
                        <a:spcAft>
                          <a:spcPts val="0"/>
                        </a:spcAft>
                      </a:pPr>
                      <a:r>
                        <a:rPr lang="en-US" sz="1200" kern="100" dirty="0">
                          <a:effectLst/>
                        </a:rPr>
                        <a:t>IDENTIFICATION</a:t>
                      </a:r>
                      <a:endParaRPr lang="zh-CN" sz="1200" b="1" kern="100" dirty="0">
                        <a:effectLst/>
                        <a:latin typeface="Times New Roman"/>
                        <a:ea typeface="宋体"/>
                      </a:endParaRPr>
                    </a:p>
                  </a:txBody>
                  <a:tcPr marL="52415" marR="52415" marT="0" marB="0" anchor="ctr"/>
                </a:tc>
              </a:tr>
              <a:tr h="197331">
                <a:tc>
                  <a:txBody>
                    <a:bodyPr/>
                    <a:lstStyle/>
                    <a:p>
                      <a:pPr algn="ctr">
                        <a:spcAft>
                          <a:spcPts val="0"/>
                        </a:spcAft>
                      </a:pPr>
                      <a:r>
                        <a:rPr lang="en-US" sz="1200" kern="100" dirty="0">
                          <a:effectLst/>
                        </a:rPr>
                        <a:t>1</a:t>
                      </a:r>
                      <a:endParaRPr lang="zh-CN" sz="1200" b="1" kern="100" dirty="0">
                        <a:effectLst/>
                        <a:latin typeface="Times New Roman"/>
                        <a:ea typeface="宋体"/>
                      </a:endParaRPr>
                    </a:p>
                  </a:txBody>
                  <a:tcPr marL="52415" marR="52415" marT="0" marB="0" anchor="ctr"/>
                </a:tc>
                <a:tc>
                  <a:txBody>
                    <a:bodyPr/>
                    <a:lstStyle/>
                    <a:p>
                      <a:pPr algn="ctr">
                        <a:spcAft>
                          <a:spcPts val="0"/>
                        </a:spcAft>
                      </a:pPr>
                      <a:r>
                        <a:rPr lang="en-US" sz="1200" kern="100" dirty="0">
                          <a:effectLst/>
                        </a:rPr>
                        <a:t>m</a:t>
                      </a:r>
                      <a:endParaRPr lang="zh-CN" sz="1200" b="1" kern="100" dirty="0">
                        <a:effectLst/>
                        <a:latin typeface="Times New Roman"/>
                        <a:ea typeface="宋体"/>
                      </a:endParaRPr>
                    </a:p>
                  </a:txBody>
                  <a:tcPr marL="52415" marR="52415" marT="0" marB="0" anchor="ctr"/>
                </a:tc>
                <a:tc>
                  <a:txBody>
                    <a:bodyPr/>
                    <a:lstStyle/>
                    <a:p>
                      <a:pPr algn="ctr">
                        <a:spcAft>
                          <a:spcPts val="0"/>
                        </a:spcAft>
                      </a:pPr>
                      <a:r>
                        <a:rPr lang="en-US" sz="1200" kern="100" dirty="0">
                          <a:effectLst/>
                        </a:rPr>
                        <a:t>LENGTH</a:t>
                      </a:r>
                      <a:endParaRPr lang="zh-CN" sz="1200" b="1" kern="100" dirty="0">
                        <a:effectLst/>
                        <a:latin typeface="Times New Roman"/>
                        <a:ea typeface="宋体"/>
                      </a:endParaRPr>
                    </a:p>
                  </a:txBody>
                  <a:tcPr marL="52415" marR="52415" marT="0" marB="0" anchor="ctr"/>
                </a:tc>
              </a:tr>
              <a:tr h="197331">
                <a:tc>
                  <a:txBody>
                    <a:bodyPr/>
                    <a:lstStyle/>
                    <a:p>
                      <a:pPr algn="ctr">
                        <a:spcAft>
                          <a:spcPts val="0"/>
                        </a:spcAft>
                      </a:pPr>
                      <a:r>
                        <a:rPr lang="en-US" sz="1200" kern="100" dirty="0">
                          <a:effectLst/>
                        </a:rPr>
                        <a:t>2</a:t>
                      </a:r>
                      <a:endParaRPr lang="zh-CN" sz="1200" b="1" kern="100" dirty="0">
                        <a:effectLst/>
                        <a:latin typeface="Times New Roman"/>
                        <a:ea typeface="宋体"/>
                      </a:endParaRPr>
                    </a:p>
                  </a:txBody>
                  <a:tcPr marL="52415" marR="52415" marT="0" marB="0" anchor="ctr"/>
                </a:tc>
                <a:tc>
                  <a:txBody>
                    <a:bodyPr/>
                    <a:lstStyle/>
                    <a:p>
                      <a:pPr algn="ctr">
                        <a:spcAft>
                          <a:spcPts val="0"/>
                        </a:spcAft>
                      </a:pPr>
                      <a:r>
                        <a:rPr lang="en-US" sz="1200" kern="100" dirty="0">
                          <a:effectLst/>
                        </a:rPr>
                        <a:t>00H</a:t>
                      </a:r>
                      <a:endParaRPr lang="zh-CN" sz="1200" b="1" kern="100" dirty="0">
                        <a:effectLst/>
                        <a:latin typeface="Times New Roman"/>
                        <a:ea typeface="宋体"/>
                      </a:endParaRPr>
                    </a:p>
                  </a:txBody>
                  <a:tcPr marL="52415" marR="52415" marT="0" marB="0" anchor="ctr"/>
                </a:tc>
                <a:tc>
                  <a:txBody>
                    <a:bodyPr/>
                    <a:lstStyle/>
                    <a:p>
                      <a:pPr algn="ctr">
                        <a:spcAft>
                          <a:spcPts val="0"/>
                        </a:spcAft>
                      </a:pPr>
                      <a:r>
                        <a:rPr lang="en-US" sz="1200" kern="100" dirty="0">
                          <a:effectLst/>
                        </a:rPr>
                        <a:t>RESERVE WORD</a:t>
                      </a:r>
                      <a:endParaRPr lang="zh-CN" sz="1200" b="1" kern="100" dirty="0">
                        <a:effectLst/>
                        <a:latin typeface="Times New Roman"/>
                        <a:ea typeface="宋体"/>
                      </a:endParaRPr>
                    </a:p>
                  </a:txBody>
                  <a:tcPr marL="52415" marR="52415" marT="0" marB="0" anchor="ctr"/>
                </a:tc>
              </a:tr>
              <a:tr h="197331">
                <a:tc>
                  <a:txBody>
                    <a:bodyPr/>
                    <a:lstStyle/>
                    <a:p>
                      <a:pPr algn="ctr">
                        <a:spcAft>
                          <a:spcPts val="0"/>
                        </a:spcAft>
                      </a:pPr>
                      <a:r>
                        <a:rPr lang="en-US" sz="1200" kern="100" dirty="0">
                          <a:effectLst/>
                        </a:rPr>
                        <a:t>3</a:t>
                      </a:r>
                      <a:endParaRPr lang="zh-CN" sz="1200" b="1" kern="100" dirty="0">
                        <a:effectLst/>
                        <a:latin typeface="Times New Roman"/>
                        <a:ea typeface="宋体"/>
                      </a:endParaRPr>
                    </a:p>
                  </a:txBody>
                  <a:tcPr marL="52415" marR="52415" marT="0" marB="0" anchor="ctr"/>
                </a:tc>
                <a:tc>
                  <a:txBody>
                    <a:bodyPr/>
                    <a:lstStyle/>
                    <a:p>
                      <a:pPr algn="ctr">
                        <a:spcAft>
                          <a:spcPts val="0"/>
                        </a:spcAft>
                      </a:pPr>
                      <a:r>
                        <a:rPr lang="en-US" sz="1200" kern="100" dirty="0">
                          <a:effectLst/>
                        </a:rPr>
                        <a:t>n</a:t>
                      </a:r>
                      <a:endParaRPr lang="zh-CN" sz="1200" b="1" kern="100" dirty="0">
                        <a:effectLst/>
                        <a:latin typeface="Times New Roman"/>
                        <a:ea typeface="宋体"/>
                      </a:endParaRPr>
                    </a:p>
                  </a:txBody>
                  <a:tcPr marL="52415" marR="52415" marT="0" marB="0" anchor="ctr"/>
                </a:tc>
                <a:tc>
                  <a:txBody>
                    <a:bodyPr/>
                    <a:lstStyle/>
                    <a:p>
                      <a:pPr algn="ctr">
                        <a:spcAft>
                          <a:spcPts val="0"/>
                        </a:spcAft>
                      </a:pPr>
                      <a:r>
                        <a:rPr lang="en-US" sz="1200" kern="100" dirty="0">
                          <a:effectLst/>
                        </a:rPr>
                        <a:t>COMMAND COUNT</a:t>
                      </a:r>
                      <a:endParaRPr lang="zh-CN" sz="1200" b="1" kern="100" dirty="0">
                        <a:effectLst/>
                        <a:latin typeface="Times New Roman"/>
                        <a:ea typeface="宋体"/>
                      </a:endParaRPr>
                    </a:p>
                  </a:txBody>
                  <a:tcPr marL="52415" marR="52415" marT="0" marB="0" anchor="ctr"/>
                </a:tc>
              </a:tr>
              <a:tr h="197331">
                <a:tc>
                  <a:txBody>
                    <a:bodyPr/>
                    <a:lstStyle/>
                    <a:p>
                      <a:pPr algn="ctr">
                        <a:spcAft>
                          <a:spcPts val="0"/>
                        </a:spcAft>
                      </a:pPr>
                      <a:r>
                        <a:rPr lang="en-US" sz="1200" kern="100">
                          <a:effectLst/>
                        </a:rPr>
                        <a:t>4</a:t>
                      </a:r>
                      <a:endParaRPr lang="zh-CN" sz="1200" b="1" kern="100">
                        <a:effectLst/>
                        <a:latin typeface="Times New Roman"/>
                        <a:ea typeface="宋体"/>
                      </a:endParaRPr>
                    </a:p>
                  </a:txBody>
                  <a:tcPr marL="52415" marR="52415"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52415" marR="52415" marT="0" marB="0" anchor="ctr"/>
                </a:tc>
                <a:tc rowSpan="4">
                  <a:txBody>
                    <a:bodyPr/>
                    <a:lstStyle/>
                    <a:p>
                      <a:pPr algn="ctr">
                        <a:spcAft>
                          <a:spcPts val="0"/>
                        </a:spcAft>
                      </a:pPr>
                      <a:r>
                        <a:rPr lang="en-US" sz="1200" kern="100" dirty="0">
                          <a:effectLst/>
                        </a:rPr>
                        <a:t>UTC TIME1</a:t>
                      </a:r>
                      <a:endParaRPr lang="zh-CN" sz="1200" b="1" kern="100" dirty="0">
                        <a:effectLst/>
                        <a:latin typeface="Times New Roman"/>
                        <a:ea typeface="宋体"/>
                      </a:endParaRPr>
                    </a:p>
                  </a:txBody>
                  <a:tcPr marL="52415" marR="52415" marT="0" marB="0" anchor="ctr"/>
                </a:tc>
              </a:tr>
              <a:tr h="197331">
                <a:tc>
                  <a:txBody>
                    <a:bodyPr/>
                    <a:lstStyle/>
                    <a:p>
                      <a:pPr algn="ctr">
                        <a:spcAft>
                          <a:spcPts val="0"/>
                        </a:spcAft>
                      </a:pPr>
                      <a:r>
                        <a:rPr lang="en-US" sz="1200" kern="100">
                          <a:effectLst/>
                        </a:rPr>
                        <a:t>5</a:t>
                      </a:r>
                      <a:endParaRPr lang="zh-CN" sz="1200" b="1" kern="100">
                        <a:effectLst/>
                        <a:latin typeface="Times New Roman"/>
                        <a:ea typeface="宋体"/>
                      </a:endParaRPr>
                    </a:p>
                  </a:txBody>
                  <a:tcPr marL="52415" marR="52415"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52415" marR="52415" marT="0" marB="0" anchor="ctr"/>
                </a:tc>
                <a:tc vMerge="1">
                  <a:txBody>
                    <a:bodyPr/>
                    <a:lstStyle/>
                    <a:p>
                      <a:endParaRPr lang="zh-CN" altLang="en-US"/>
                    </a:p>
                  </a:txBody>
                  <a:tcPr/>
                </a:tc>
              </a:tr>
              <a:tr h="197331">
                <a:tc>
                  <a:txBody>
                    <a:bodyPr/>
                    <a:lstStyle/>
                    <a:p>
                      <a:pPr algn="ctr">
                        <a:spcAft>
                          <a:spcPts val="0"/>
                        </a:spcAft>
                      </a:pPr>
                      <a:r>
                        <a:rPr lang="en-US" sz="1200" kern="100">
                          <a:effectLst/>
                        </a:rPr>
                        <a:t>6</a:t>
                      </a:r>
                      <a:endParaRPr lang="zh-CN" sz="1200" b="1" kern="100">
                        <a:effectLst/>
                        <a:latin typeface="Times New Roman"/>
                        <a:ea typeface="宋体"/>
                      </a:endParaRPr>
                    </a:p>
                  </a:txBody>
                  <a:tcPr marL="52415" marR="52415"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52415" marR="52415" marT="0" marB="0" anchor="ctr"/>
                </a:tc>
                <a:tc vMerge="1">
                  <a:txBody>
                    <a:bodyPr/>
                    <a:lstStyle/>
                    <a:p>
                      <a:endParaRPr lang="zh-CN" altLang="en-US"/>
                    </a:p>
                  </a:txBody>
                  <a:tcPr/>
                </a:tc>
              </a:tr>
              <a:tr h="197331">
                <a:tc>
                  <a:txBody>
                    <a:bodyPr/>
                    <a:lstStyle/>
                    <a:p>
                      <a:pPr algn="ctr">
                        <a:spcAft>
                          <a:spcPts val="0"/>
                        </a:spcAft>
                      </a:pPr>
                      <a:r>
                        <a:rPr lang="en-US" sz="1200" kern="100">
                          <a:effectLst/>
                        </a:rPr>
                        <a:t>7</a:t>
                      </a:r>
                      <a:endParaRPr lang="zh-CN" sz="1200" b="1" kern="100">
                        <a:effectLst/>
                        <a:latin typeface="Times New Roman"/>
                        <a:ea typeface="宋体"/>
                      </a:endParaRPr>
                    </a:p>
                  </a:txBody>
                  <a:tcPr marL="52415" marR="52415"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52415" marR="52415" marT="0" marB="0" anchor="ctr"/>
                </a:tc>
                <a:tc vMerge="1">
                  <a:txBody>
                    <a:bodyPr/>
                    <a:lstStyle/>
                    <a:p>
                      <a:endParaRPr lang="zh-CN" altLang="en-US"/>
                    </a:p>
                  </a:txBody>
                  <a:tcPr/>
                </a:tc>
              </a:tr>
              <a:tr h="197331">
                <a:tc>
                  <a:txBody>
                    <a:bodyPr/>
                    <a:lstStyle/>
                    <a:p>
                      <a:pPr algn="ctr">
                        <a:spcAft>
                          <a:spcPts val="0"/>
                        </a:spcAft>
                      </a:pPr>
                      <a:r>
                        <a:rPr lang="en-US" sz="1200" kern="100">
                          <a:effectLst/>
                        </a:rPr>
                        <a:t> </a:t>
                      </a:r>
                      <a:endParaRPr lang="zh-CN" sz="1200" b="1" kern="100">
                        <a:effectLst/>
                        <a:latin typeface="Times New Roman"/>
                        <a:ea typeface="宋体"/>
                      </a:endParaRPr>
                    </a:p>
                  </a:txBody>
                  <a:tcPr marL="52415" marR="52415"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52415" marR="52415" marT="0" marB="0" anchor="ctr"/>
                </a:tc>
                <a:tc rowSpan="4">
                  <a:txBody>
                    <a:bodyPr/>
                    <a:lstStyle/>
                    <a:p>
                      <a:pPr algn="ctr">
                        <a:spcAft>
                          <a:spcPts val="0"/>
                        </a:spcAft>
                      </a:pPr>
                      <a:r>
                        <a:rPr lang="en-US" sz="1200" kern="100" dirty="0">
                          <a:effectLst/>
                        </a:rPr>
                        <a:t>EXECUTION CODE1</a:t>
                      </a:r>
                      <a:endParaRPr lang="zh-CN" sz="1200" b="1" kern="100" dirty="0">
                        <a:effectLst/>
                        <a:latin typeface="Times New Roman"/>
                        <a:ea typeface="宋体"/>
                      </a:endParaRPr>
                    </a:p>
                  </a:txBody>
                  <a:tcPr marL="52415" marR="52415" marT="0" marB="0" anchor="ctr"/>
                </a:tc>
              </a:tr>
              <a:tr h="197331">
                <a:tc>
                  <a:txBody>
                    <a:bodyPr/>
                    <a:lstStyle/>
                    <a:p>
                      <a:pPr algn="ctr">
                        <a:spcAft>
                          <a:spcPts val="0"/>
                        </a:spcAft>
                      </a:pPr>
                      <a:r>
                        <a:rPr lang="en-US" sz="1200" kern="100">
                          <a:effectLst/>
                        </a:rPr>
                        <a:t> </a:t>
                      </a:r>
                      <a:endParaRPr lang="zh-CN" sz="1200" b="1" kern="100">
                        <a:effectLst/>
                        <a:latin typeface="Times New Roman"/>
                        <a:ea typeface="宋体"/>
                      </a:endParaRPr>
                    </a:p>
                  </a:txBody>
                  <a:tcPr marL="52415" marR="52415"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52415" marR="52415" marT="0" marB="0" anchor="ctr"/>
                </a:tc>
                <a:tc vMerge="1">
                  <a:txBody>
                    <a:bodyPr/>
                    <a:lstStyle/>
                    <a:p>
                      <a:endParaRPr lang="zh-CN" altLang="en-US"/>
                    </a:p>
                  </a:txBody>
                  <a:tcPr/>
                </a:tc>
              </a:tr>
              <a:tr h="197331">
                <a:tc>
                  <a:txBody>
                    <a:bodyPr/>
                    <a:lstStyle/>
                    <a:p>
                      <a:pPr algn="ctr">
                        <a:spcAft>
                          <a:spcPts val="0"/>
                        </a:spcAft>
                      </a:pPr>
                      <a:r>
                        <a:rPr lang="en-US" sz="1200" kern="100">
                          <a:effectLst/>
                        </a:rPr>
                        <a:t> </a:t>
                      </a:r>
                      <a:endParaRPr lang="zh-CN" sz="1200" b="1" kern="100">
                        <a:effectLst/>
                        <a:latin typeface="Times New Roman"/>
                        <a:ea typeface="宋体"/>
                      </a:endParaRPr>
                    </a:p>
                  </a:txBody>
                  <a:tcPr marL="52415" marR="52415"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52415" marR="52415" marT="0" marB="0" anchor="ctr"/>
                </a:tc>
                <a:tc vMerge="1">
                  <a:txBody>
                    <a:bodyPr/>
                    <a:lstStyle/>
                    <a:p>
                      <a:endParaRPr lang="zh-CN" altLang="en-US"/>
                    </a:p>
                  </a:txBody>
                  <a:tcPr/>
                </a:tc>
              </a:tr>
              <a:tr h="197331">
                <a:tc>
                  <a:txBody>
                    <a:bodyPr/>
                    <a:lstStyle/>
                    <a:p>
                      <a:pPr algn="ctr">
                        <a:spcAft>
                          <a:spcPts val="0"/>
                        </a:spcAft>
                      </a:pPr>
                      <a:r>
                        <a:rPr lang="en-US" sz="1200" kern="100">
                          <a:effectLst/>
                        </a:rPr>
                        <a:t> </a:t>
                      </a:r>
                      <a:endParaRPr lang="zh-CN" sz="1200" b="1" kern="100">
                        <a:effectLst/>
                        <a:latin typeface="Times New Roman"/>
                        <a:ea typeface="宋体"/>
                      </a:endParaRPr>
                    </a:p>
                  </a:txBody>
                  <a:tcPr marL="52415" marR="52415"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52415" marR="52415" marT="0" marB="0" anchor="ctr"/>
                </a:tc>
                <a:tc vMerge="1">
                  <a:txBody>
                    <a:bodyPr/>
                    <a:lstStyle/>
                    <a:p>
                      <a:endParaRPr lang="zh-CN" altLang="en-US"/>
                    </a:p>
                  </a:txBody>
                  <a:tcPr/>
                </a:tc>
              </a:tr>
              <a:tr h="197331">
                <a:tc>
                  <a:txBody>
                    <a:bodyPr/>
                    <a:lstStyle/>
                    <a:p>
                      <a:pPr algn="ctr">
                        <a:spcAft>
                          <a:spcPts val="0"/>
                        </a:spcAft>
                      </a:pPr>
                      <a:r>
                        <a:rPr lang="en-US" sz="1200" kern="100">
                          <a:effectLst/>
                        </a:rPr>
                        <a:t> </a:t>
                      </a:r>
                      <a:endParaRPr lang="zh-CN" sz="1200" b="1" kern="100">
                        <a:effectLst/>
                        <a:latin typeface="Times New Roman"/>
                        <a:ea typeface="宋体"/>
                      </a:endParaRPr>
                    </a:p>
                  </a:txBody>
                  <a:tcPr marL="52415" marR="52415"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52415" marR="52415" marT="0" marB="0" anchor="ctr"/>
                </a:tc>
                <a:tc rowSpan="4">
                  <a:txBody>
                    <a:bodyPr/>
                    <a:lstStyle/>
                    <a:p>
                      <a:pPr algn="ctr">
                        <a:spcAft>
                          <a:spcPts val="0"/>
                        </a:spcAft>
                      </a:pPr>
                      <a:r>
                        <a:rPr lang="en-US" sz="1200" kern="100" dirty="0">
                          <a:effectLst/>
                        </a:rPr>
                        <a:t>UTC TIME2</a:t>
                      </a:r>
                      <a:endParaRPr lang="zh-CN" sz="1200" b="1" kern="100" dirty="0">
                        <a:effectLst/>
                        <a:latin typeface="Times New Roman"/>
                        <a:ea typeface="宋体"/>
                      </a:endParaRPr>
                    </a:p>
                  </a:txBody>
                  <a:tcPr marL="52415" marR="52415" marT="0" marB="0" anchor="ctr"/>
                </a:tc>
              </a:tr>
              <a:tr h="197331">
                <a:tc>
                  <a:txBody>
                    <a:bodyPr/>
                    <a:lstStyle/>
                    <a:p>
                      <a:pPr algn="ctr">
                        <a:spcAft>
                          <a:spcPts val="0"/>
                        </a:spcAft>
                      </a:pPr>
                      <a:r>
                        <a:rPr lang="en-US" sz="1200" kern="100">
                          <a:effectLst/>
                        </a:rPr>
                        <a:t> </a:t>
                      </a:r>
                      <a:endParaRPr lang="zh-CN" sz="1200" b="1" kern="100">
                        <a:effectLst/>
                        <a:latin typeface="Times New Roman"/>
                        <a:ea typeface="宋体"/>
                      </a:endParaRPr>
                    </a:p>
                  </a:txBody>
                  <a:tcPr marL="52415" marR="52415"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52415" marR="52415" marT="0" marB="0" anchor="ctr"/>
                </a:tc>
                <a:tc vMerge="1">
                  <a:txBody>
                    <a:bodyPr/>
                    <a:lstStyle/>
                    <a:p>
                      <a:endParaRPr lang="zh-CN" altLang="en-US"/>
                    </a:p>
                  </a:txBody>
                  <a:tcPr/>
                </a:tc>
              </a:tr>
              <a:tr h="197331">
                <a:tc>
                  <a:txBody>
                    <a:bodyPr/>
                    <a:lstStyle/>
                    <a:p>
                      <a:pPr algn="ctr">
                        <a:spcAft>
                          <a:spcPts val="0"/>
                        </a:spcAft>
                      </a:pPr>
                      <a:r>
                        <a:rPr lang="en-US" sz="1200" kern="100">
                          <a:effectLst/>
                        </a:rPr>
                        <a:t> </a:t>
                      </a:r>
                      <a:endParaRPr lang="zh-CN" sz="1200" b="1" kern="100">
                        <a:effectLst/>
                        <a:latin typeface="Times New Roman"/>
                        <a:ea typeface="宋体"/>
                      </a:endParaRPr>
                    </a:p>
                  </a:txBody>
                  <a:tcPr marL="52415" marR="52415"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52415" marR="52415" marT="0" marB="0" anchor="ctr"/>
                </a:tc>
                <a:tc vMerge="1">
                  <a:txBody>
                    <a:bodyPr/>
                    <a:lstStyle/>
                    <a:p>
                      <a:endParaRPr lang="zh-CN" altLang="en-US"/>
                    </a:p>
                  </a:txBody>
                  <a:tcPr/>
                </a:tc>
              </a:tr>
              <a:tr h="197331">
                <a:tc>
                  <a:txBody>
                    <a:bodyPr/>
                    <a:lstStyle/>
                    <a:p>
                      <a:pPr algn="ctr">
                        <a:spcAft>
                          <a:spcPts val="0"/>
                        </a:spcAft>
                      </a:pPr>
                      <a:r>
                        <a:rPr lang="en-US" sz="1200" kern="100">
                          <a:effectLst/>
                        </a:rPr>
                        <a:t> </a:t>
                      </a:r>
                      <a:endParaRPr lang="zh-CN" sz="1200" b="1" kern="100">
                        <a:effectLst/>
                        <a:latin typeface="Times New Roman"/>
                        <a:ea typeface="宋体"/>
                      </a:endParaRPr>
                    </a:p>
                  </a:txBody>
                  <a:tcPr marL="52415" marR="52415"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52415" marR="52415" marT="0" marB="0" anchor="ctr"/>
                </a:tc>
                <a:tc vMerge="1">
                  <a:txBody>
                    <a:bodyPr/>
                    <a:lstStyle/>
                    <a:p>
                      <a:endParaRPr lang="zh-CN" altLang="en-US"/>
                    </a:p>
                  </a:txBody>
                  <a:tcPr/>
                </a:tc>
              </a:tr>
              <a:tr h="197331">
                <a:tc>
                  <a:txBody>
                    <a:bodyPr/>
                    <a:lstStyle/>
                    <a:p>
                      <a:pPr algn="ctr">
                        <a:spcAft>
                          <a:spcPts val="0"/>
                        </a:spcAft>
                      </a:pPr>
                      <a:r>
                        <a:rPr lang="en-US" sz="1200" kern="100">
                          <a:effectLst/>
                        </a:rPr>
                        <a:t> </a:t>
                      </a:r>
                      <a:endParaRPr lang="zh-CN" sz="1200" b="1" kern="100">
                        <a:effectLst/>
                        <a:latin typeface="Times New Roman"/>
                        <a:ea typeface="宋体"/>
                      </a:endParaRPr>
                    </a:p>
                  </a:txBody>
                  <a:tcPr marL="52415" marR="52415"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52415" marR="52415" marT="0" marB="0" anchor="ctr"/>
                </a:tc>
                <a:tc rowSpan="4">
                  <a:txBody>
                    <a:bodyPr/>
                    <a:lstStyle/>
                    <a:p>
                      <a:pPr algn="ctr">
                        <a:spcAft>
                          <a:spcPts val="0"/>
                        </a:spcAft>
                      </a:pPr>
                      <a:r>
                        <a:rPr lang="en-US" sz="1200" kern="100" dirty="0">
                          <a:effectLst/>
                        </a:rPr>
                        <a:t>EXECUTION CODE2</a:t>
                      </a:r>
                      <a:endParaRPr lang="zh-CN" sz="1200" b="1" kern="100" dirty="0">
                        <a:effectLst/>
                        <a:latin typeface="Times New Roman"/>
                        <a:ea typeface="宋体"/>
                      </a:endParaRPr>
                    </a:p>
                  </a:txBody>
                  <a:tcPr marL="52415" marR="52415" marT="0" marB="0" anchor="ctr"/>
                </a:tc>
              </a:tr>
              <a:tr h="197331">
                <a:tc>
                  <a:txBody>
                    <a:bodyPr/>
                    <a:lstStyle/>
                    <a:p>
                      <a:pPr algn="ctr">
                        <a:spcAft>
                          <a:spcPts val="0"/>
                        </a:spcAft>
                      </a:pPr>
                      <a:r>
                        <a:rPr lang="en-US" sz="1200" kern="100">
                          <a:effectLst/>
                        </a:rPr>
                        <a:t> </a:t>
                      </a:r>
                      <a:endParaRPr lang="zh-CN" sz="1200" b="1" kern="100">
                        <a:effectLst/>
                        <a:latin typeface="Times New Roman"/>
                        <a:ea typeface="宋体"/>
                      </a:endParaRPr>
                    </a:p>
                  </a:txBody>
                  <a:tcPr marL="52415" marR="52415"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52415" marR="52415" marT="0" marB="0" anchor="ctr"/>
                </a:tc>
                <a:tc vMerge="1">
                  <a:txBody>
                    <a:bodyPr/>
                    <a:lstStyle/>
                    <a:p>
                      <a:endParaRPr lang="zh-CN" altLang="en-US"/>
                    </a:p>
                  </a:txBody>
                  <a:tcPr/>
                </a:tc>
              </a:tr>
              <a:tr h="197331">
                <a:tc>
                  <a:txBody>
                    <a:bodyPr/>
                    <a:lstStyle/>
                    <a:p>
                      <a:pPr algn="ctr">
                        <a:spcAft>
                          <a:spcPts val="0"/>
                        </a:spcAft>
                      </a:pPr>
                      <a:r>
                        <a:rPr lang="en-US" sz="1200" kern="100">
                          <a:effectLst/>
                        </a:rPr>
                        <a:t> </a:t>
                      </a:r>
                      <a:endParaRPr lang="zh-CN" sz="1200" b="1" kern="100">
                        <a:effectLst/>
                        <a:latin typeface="Times New Roman"/>
                        <a:ea typeface="宋体"/>
                      </a:endParaRPr>
                    </a:p>
                  </a:txBody>
                  <a:tcPr marL="52415" marR="52415"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52415" marR="52415" marT="0" marB="0" anchor="ctr"/>
                </a:tc>
                <a:tc vMerge="1">
                  <a:txBody>
                    <a:bodyPr/>
                    <a:lstStyle/>
                    <a:p>
                      <a:endParaRPr lang="zh-CN" altLang="en-US"/>
                    </a:p>
                  </a:txBody>
                  <a:tcPr/>
                </a:tc>
              </a:tr>
              <a:tr h="197331">
                <a:tc>
                  <a:txBody>
                    <a:bodyPr/>
                    <a:lstStyle/>
                    <a:p>
                      <a:pPr algn="ctr">
                        <a:spcAft>
                          <a:spcPts val="0"/>
                        </a:spcAft>
                      </a:pPr>
                      <a:r>
                        <a:rPr lang="en-US" sz="1200" kern="100">
                          <a:effectLst/>
                        </a:rPr>
                        <a:t> </a:t>
                      </a:r>
                      <a:endParaRPr lang="zh-CN" sz="1200" b="1" kern="100">
                        <a:effectLst/>
                        <a:latin typeface="Times New Roman"/>
                        <a:ea typeface="宋体"/>
                      </a:endParaRPr>
                    </a:p>
                  </a:txBody>
                  <a:tcPr marL="52415" marR="52415"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52415" marR="52415" marT="0" marB="0" anchor="ctr"/>
                </a:tc>
                <a:tc vMerge="1">
                  <a:txBody>
                    <a:bodyPr/>
                    <a:lstStyle/>
                    <a:p>
                      <a:endParaRPr lang="zh-CN" altLang="en-US"/>
                    </a:p>
                  </a:txBody>
                  <a:tcPr/>
                </a:tc>
              </a:tr>
              <a:tr h="197331">
                <a:tc>
                  <a:txBody>
                    <a:bodyPr/>
                    <a:lstStyle/>
                    <a:p>
                      <a:pPr algn="ctr">
                        <a:spcAft>
                          <a:spcPts val="0"/>
                        </a:spcAft>
                      </a:pPr>
                      <a:r>
                        <a:rPr lang="en-US" sz="1200" kern="100">
                          <a:effectLst/>
                        </a:rPr>
                        <a:t> </a:t>
                      </a:r>
                      <a:endParaRPr lang="zh-CN" sz="1200" b="1" kern="100">
                        <a:effectLst/>
                        <a:latin typeface="Times New Roman"/>
                        <a:ea typeface="宋体"/>
                      </a:endParaRPr>
                    </a:p>
                  </a:txBody>
                  <a:tcPr marL="52415" marR="52415" marT="0" marB="0" anchor="ctr"/>
                </a:tc>
                <a:tc>
                  <a:txBody>
                    <a:bodyPr/>
                    <a:lstStyle/>
                    <a:p>
                      <a:pPr algn="ctr">
                        <a:spcAft>
                          <a:spcPts val="0"/>
                        </a:spcAft>
                      </a:pPr>
                      <a:r>
                        <a:rPr lang="en-US" sz="1200" kern="100" dirty="0">
                          <a:effectLst/>
                        </a:rPr>
                        <a:t> </a:t>
                      </a:r>
                      <a:endParaRPr lang="zh-CN" sz="1200" b="1" kern="100" dirty="0">
                        <a:effectLst/>
                        <a:latin typeface="Times New Roman"/>
                        <a:ea typeface="宋体"/>
                      </a:endParaRPr>
                    </a:p>
                  </a:txBody>
                  <a:tcPr marL="52415" marR="52415" marT="0" marB="0" anchor="ctr"/>
                </a:tc>
                <a:tc>
                  <a:txBody>
                    <a:bodyPr/>
                    <a:lstStyle/>
                    <a:p>
                      <a:pPr algn="ctr">
                        <a:spcAft>
                          <a:spcPts val="0"/>
                        </a:spcAft>
                      </a:pPr>
                      <a:r>
                        <a:rPr lang="en-US" sz="1200" kern="100" dirty="0">
                          <a:effectLst/>
                        </a:rPr>
                        <a:t>…</a:t>
                      </a:r>
                      <a:endParaRPr lang="zh-CN" sz="1200" b="1" kern="100" dirty="0">
                        <a:effectLst/>
                        <a:latin typeface="Times New Roman"/>
                        <a:ea typeface="宋体"/>
                      </a:endParaRPr>
                    </a:p>
                  </a:txBody>
                  <a:tcPr marL="52415" marR="52415" marT="0" marB="0" anchor="ctr"/>
                </a:tc>
              </a:tr>
            </a:tbl>
          </a:graphicData>
        </a:graphic>
      </p:graphicFrame>
      <p:graphicFrame>
        <p:nvGraphicFramePr>
          <p:cNvPr id="8" name="表格 7"/>
          <p:cNvGraphicFramePr>
            <a:graphicFrameLocks noGrp="1"/>
          </p:cNvGraphicFramePr>
          <p:nvPr>
            <p:extLst>
              <p:ext uri="{D42A27DB-BD31-4B8C-83A1-F6EECF244321}">
                <p14:modId xmlns:p14="http://schemas.microsoft.com/office/powerpoint/2010/main" val="93681079"/>
              </p:ext>
            </p:extLst>
          </p:nvPr>
        </p:nvGraphicFramePr>
        <p:xfrm>
          <a:off x="4787900" y="1665288"/>
          <a:ext cx="3402013" cy="3659191"/>
        </p:xfrm>
        <a:graphic>
          <a:graphicData uri="http://schemas.openxmlformats.org/drawingml/2006/table">
            <a:tbl>
              <a:tblPr firstRow="1" firstCol="1" bandRow="1" bandCol="1">
                <a:tableStyleId>{69CF1AB2-1976-4502-BF36-3FF5EA218861}</a:tableStyleId>
              </a:tblPr>
              <a:tblGrid>
                <a:gridCol w="612042"/>
                <a:gridCol w="684047"/>
                <a:gridCol w="2105924"/>
              </a:tblGrid>
              <a:tr h="245599">
                <a:tc>
                  <a:txBody>
                    <a:bodyPr/>
                    <a:lstStyle/>
                    <a:p>
                      <a:pPr algn="ctr">
                        <a:spcAft>
                          <a:spcPts val="0"/>
                        </a:spcAft>
                      </a:pPr>
                      <a:r>
                        <a:rPr lang="en-US" sz="1200" kern="100" dirty="0">
                          <a:effectLst/>
                        </a:rPr>
                        <a:t> </a:t>
                      </a:r>
                      <a:endParaRPr lang="zh-CN" sz="1200" b="1" kern="100" dirty="0">
                        <a:effectLst/>
                        <a:latin typeface="Times New Roman"/>
                        <a:ea typeface="宋体"/>
                      </a:endParaRPr>
                    </a:p>
                  </a:txBody>
                  <a:tcPr marL="52422" marR="52422" marT="0" marB="0" anchor="ctr"/>
                </a:tc>
                <a:tc>
                  <a:txBody>
                    <a:bodyPr/>
                    <a:lstStyle/>
                    <a:p>
                      <a:pPr algn="ctr">
                        <a:spcAft>
                          <a:spcPts val="0"/>
                        </a:spcAft>
                      </a:pPr>
                      <a:r>
                        <a:rPr lang="en-US" sz="1200" kern="100">
                          <a:effectLst/>
                        </a:rPr>
                        <a:t> </a:t>
                      </a:r>
                      <a:endParaRPr lang="zh-CN" sz="1200" b="1" kern="100">
                        <a:effectLst/>
                        <a:latin typeface="Times New Roman"/>
                        <a:ea typeface="宋体"/>
                      </a:endParaRPr>
                    </a:p>
                  </a:txBody>
                  <a:tcPr marL="52422" marR="52422" marT="0" marB="0" anchor="ctr"/>
                </a:tc>
                <a:tc>
                  <a:txBody>
                    <a:bodyPr/>
                    <a:lstStyle/>
                    <a:p>
                      <a:pPr algn="ctr">
                        <a:spcAft>
                          <a:spcPts val="0"/>
                        </a:spcAft>
                      </a:pPr>
                      <a:r>
                        <a:rPr lang="en-US" sz="1200" kern="100" dirty="0">
                          <a:effectLst/>
                        </a:rPr>
                        <a:t> </a:t>
                      </a:r>
                      <a:endParaRPr lang="zh-CN" sz="1200" b="1" kern="100" dirty="0">
                        <a:effectLst/>
                        <a:latin typeface="Times New Roman"/>
                        <a:ea typeface="宋体"/>
                      </a:endParaRPr>
                    </a:p>
                  </a:txBody>
                  <a:tcPr marL="52422" marR="52422" marT="0" marB="0" anchor="ctr"/>
                </a:tc>
              </a:tr>
              <a:tr h="243828">
                <a:tc>
                  <a:txBody>
                    <a:bodyPr/>
                    <a:lstStyle/>
                    <a:p>
                      <a:pPr algn="ctr">
                        <a:spcAft>
                          <a:spcPts val="0"/>
                        </a:spcAft>
                      </a:pPr>
                      <a:r>
                        <a:rPr lang="en-US" sz="1200" kern="100" dirty="0">
                          <a:effectLst/>
                        </a:rPr>
                        <a:t> </a:t>
                      </a:r>
                      <a:endParaRPr lang="zh-CN" sz="1200" b="1" kern="100" dirty="0">
                        <a:effectLst/>
                        <a:latin typeface="Times New Roman"/>
                        <a:ea typeface="宋体"/>
                      </a:endParaRPr>
                    </a:p>
                  </a:txBody>
                  <a:tcPr marL="52422" marR="52422" marT="0" marB="0" anchor="ctr"/>
                </a:tc>
                <a:tc>
                  <a:txBody>
                    <a:bodyPr/>
                    <a:lstStyle/>
                    <a:p>
                      <a:pPr algn="ctr">
                        <a:spcAft>
                          <a:spcPts val="0"/>
                        </a:spcAft>
                      </a:pPr>
                      <a:r>
                        <a:rPr lang="en-US" sz="1200" kern="100">
                          <a:effectLst/>
                        </a:rPr>
                        <a:t> </a:t>
                      </a:r>
                      <a:endParaRPr lang="zh-CN" sz="1200" b="1" kern="100">
                        <a:effectLst/>
                        <a:latin typeface="Times New Roman"/>
                        <a:ea typeface="宋体"/>
                      </a:endParaRPr>
                    </a:p>
                  </a:txBody>
                  <a:tcPr marL="52422" marR="52422" marT="0" marB="0" anchor="ctr"/>
                </a:tc>
                <a:tc>
                  <a:txBody>
                    <a:bodyPr/>
                    <a:lstStyle/>
                    <a:p>
                      <a:pPr algn="ctr">
                        <a:spcAft>
                          <a:spcPts val="0"/>
                        </a:spcAft>
                      </a:pPr>
                      <a:r>
                        <a:rPr lang="en-US" sz="1200" kern="100">
                          <a:effectLst/>
                        </a:rPr>
                        <a:t>…</a:t>
                      </a:r>
                      <a:endParaRPr lang="zh-CN" sz="1200" b="1" kern="100">
                        <a:effectLst/>
                        <a:latin typeface="Times New Roman"/>
                        <a:ea typeface="宋体"/>
                      </a:endParaRPr>
                    </a:p>
                  </a:txBody>
                  <a:tcPr marL="52422" marR="52422" marT="0" marB="0" anchor="ctr"/>
                </a:tc>
              </a:tr>
              <a:tr h="243828">
                <a:tc>
                  <a:txBody>
                    <a:bodyPr/>
                    <a:lstStyle/>
                    <a:p>
                      <a:pPr algn="ctr">
                        <a:spcAft>
                          <a:spcPts val="0"/>
                        </a:spcAft>
                      </a:pPr>
                      <a:r>
                        <a:rPr lang="en-US" sz="1200" kern="100" dirty="0">
                          <a:effectLst/>
                        </a:rPr>
                        <a:t> </a:t>
                      </a:r>
                      <a:endParaRPr lang="zh-CN" sz="1200" b="1" kern="100" dirty="0">
                        <a:effectLst/>
                        <a:latin typeface="Times New Roman"/>
                        <a:ea typeface="宋体"/>
                      </a:endParaRPr>
                    </a:p>
                  </a:txBody>
                  <a:tcPr marL="52422" marR="52422"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52422" marR="52422" marT="0" marB="0" anchor="ctr"/>
                </a:tc>
                <a:tc>
                  <a:txBody>
                    <a:bodyPr/>
                    <a:lstStyle/>
                    <a:p>
                      <a:pPr algn="ctr">
                        <a:spcAft>
                          <a:spcPts val="0"/>
                        </a:spcAft>
                      </a:pPr>
                      <a:r>
                        <a:rPr lang="en-US" sz="1200" kern="100" dirty="0">
                          <a:effectLst/>
                        </a:rPr>
                        <a:t> </a:t>
                      </a:r>
                      <a:endParaRPr lang="zh-CN" sz="1200" b="1" kern="100" dirty="0">
                        <a:effectLst/>
                        <a:latin typeface="Times New Roman"/>
                        <a:ea typeface="宋体"/>
                      </a:endParaRPr>
                    </a:p>
                  </a:txBody>
                  <a:tcPr marL="52422" marR="52422" marT="0" marB="0" anchor="ctr"/>
                </a:tc>
              </a:tr>
              <a:tr h="243828">
                <a:tc>
                  <a:txBody>
                    <a:bodyPr/>
                    <a:lstStyle/>
                    <a:p>
                      <a:pPr algn="ctr">
                        <a:spcAft>
                          <a:spcPts val="0"/>
                        </a:spcAft>
                      </a:pPr>
                      <a:r>
                        <a:rPr lang="en-US" sz="1200" kern="100" dirty="0">
                          <a:effectLst/>
                        </a:rPr>
                        <a:t> </a:t>
                      </a:r>
                      <a:endParaRPr lang="zh-CN" sz="1200" b="1" kern="100" dirty="0">
                        <a:effectLst/>
                        <a:latin typeface="Times New Roman"/>
                        <a:ea typeface="宋体"/>
                      </a:endParaRPr>
                    </a:p>
                  </a:txBody>
                  <a:tcPr marL="52422" marR="52422"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52422" marR="52422" marT="0" marB="0" anchor="ctr"/>
                </a:tc>
                <a:tc rowSpan="4">
                  <a:txBody>
                    <a:bodyPr/>
                    <a:lstStyle/>
                    <a:p>
                      <a:pPr algn="ctr">
                        <a:spcAft>
                          <a:spcPts val="0"/>
                        </a:spcAft>
                      </a:pPr>
                      <a:r>
                        <a:rPr lang="en-US" sz="1200" kern="100" dirty="0">
                          <a:effectLst/>
                        </a:rPr>
                        <a:t>UTC </a:t>
                      </a:r>
                      <a:r>
                        <a:rPr lang="en-US" sz="1200" kern="100" dirty="0" err="1">
                          <a:effectLst/>
                        </a:rPr>
                        <a:t>TIMEn</a:t>
                      </a:r>
                      <a:endParaRPr lang="zh-CN" sz="1200" b="1" kern="100" dirty="0">
                        <a:effectLst/>
                        <a:latin typeface="Times New Roman"/>
                        <a:ea typeface="宋体"/>
                      </a:endParaRPr>
                    </a:p>
                  </a:txBody>
                  <a:tcPr marL="52422" marR="52422" marT="0" marB="0" anchor="ctr"/>
                </a:tc>
              </a:tr>
              <a:tr h="243828">
                <a:tc>
                  <a:txBody>
                    <a:bodyPr/>
                    <a:lstStyle/>
                    <a:p>
                      <a:pPr algn="ctr">
                        <a:spcAft>
                          <a:spcPts val="0"/>
                        </a:spcAft>
                      </a:pPr>
                      <a:r>
                        <a:rPr lang="en-US" sz="1200" kern="100" dirty="0">
                          <a:effectLst/>
                        </a:rPr>
                        <a:t> </a:t>
                      </a:r>
                      <a:endParaRPr lang="zh-CN" sz="1200" b="1" kern="100" dirty="0">
                        <a:effectLst/>
                        <a:latin typeface="Times New Roman"/>
                        <a:ea typeface="宋体"/>
                      </a:endParaRPr>
                    </a:p>
                  </a:txBody>
                  <a:tcPr marL="52422" marR="52422"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52422" marR="52422" marT="0" marB="0" anchor="ctr"/>
                </a:tc>
                <a:tc vMerge="1">
                  <a:txBody>
                    <a:bodyPr/>
                    <a:lstStyle/>
                    <a:p>
                      <a:endParaRPr lang="zh-CN" altLang="en-US"/>
                    </a:p>
                  </a:txBody>
                  <a:tcPr/>
                </a:tc>
              </a:tr>
              <a:tr h="243828">
                <a:tc>
                  <a:txBody>
                    <a:bodyPr/>
                    <a:lstStyle/>
                    <a:p>
                      <a:pPr algn="ctr">
                        <a:spcAft>
                          <a:spcPts val="0"/>
                        </a:spcAft>
                      </a:pPr>
                      <a:r>
                        <a:rPr lang="en-US" sz="1200" kern="100">
                          <a:effectLst/>
                        </a:rPr>
                        <a:t> </a:t>
                      </a:r>
                      <a:endParaRPr lang="zh-CN" sz="1200" b="1" kern="100">
                        <a:effectLst/>
                        <a:latin typeface="Times New Roman"/>
                        <a:ea typeface="宋体"/>
                      </a:endParaRPr>
                    </a:p>
                  </a:txBody>
                  <a:tcPr marL="52422" marR="52422"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52422" marR="52422" marT="0" marB="0" anchor="ctr"/>
                </a:tc>
                <a:tc vMerge="1">
                  <a:txBody>
                    <a:bodyPr/>
                    <a:lstStyle/>
                    <a:p>
                      <a:endParaRPr lang="zh-CN" altLang="en-US"/>
                    </a:p>
                  </a:txBody>
                  <a:tcPr/>
                </a:tc>
              </a:tr>
              <a:tr h="243828">
                <a:tc>
                  <a:txBody>
                    <a:bodyPr/>
                    <a:lstStyle/>
                    <a:p>
                      <a:pPr algn="ctr">
                        <a:spcAft>
                          <a:spcPts val="0"/>
                        </a:spcAft>
                      </a:pPr>
                      <a:r>
                        <a:rPr lang="en-US" sz="1200" kern="100">
                          <a:effectLst/>
                        </a:rPr>
                        <a:t> </a:t>
                      </a:r>
                      <a:endParaRPr lang="zh-CN" sz="1200" b="1" kern="100">
                        <a:effectLst/>
                        <a:latin typeface="Times New Roman"/>
                        <a:ea typeface="宋体"/>
                      </a:endParaRPr>
                    </a:p>
                  </a:txBody>
                  <a:tcPr marL="52422" marR="52422"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52422" marR="52422" marT="0" marB="0" anchor="ctr"/>
                </a:tc>
                <a:tc vMerge="1">
                  <a:txBody>
                    <a:bodyPr/>
                    <a:lstStyle/>
                    <a:p>
                      <a:endParaRPr lang="zh-CN" altLang="en-US"/>
                    </a:p>
                  </a:txBody>
                  <a:tcPr/>
                </a:tc>
              </a:tr>
              <a:tr h="243828">
                <a:tc>
                  <a:txBody>
                    <a:bodyPr/>
                    <a:lstStyle/>
                    <a:p>
                      <a:pPr algn="ctr">
                        <a:spcAft>
                          <a:spcPts val="0"/>
                        </a:spcAft>
                      </a:pPr>
                      <a:r>
                        <a:rPr lang="en-US" sz="1200" kern="100" dirty="0">
                          <a:effectLst/>
                        </a:rPr>
                        <a:t> </a:t>
                      </a:r>
                      <a:endParaRPr lang="zh-CN" sz="1200" b="1" kern="100" dirty="0">
                        <a:effectLst/>
                        <a:latin typeface="Times New Roman"/>
                        <a:ea typeface="宋体"/>
                      </a:endParaRPr>
                    </a:p>
                  </a:txBody>
                  <a:tcPr marL="52422" marR="52422"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52422" marR="52422" marT="0" marB="0" anchor="ctr"/>
                </a:tc>
                <a:tc rowSpan="4">
                  <a:txBody>
                    <a:bodyPr/>
                    <a:lstStyle/>
                    <a:p>
                      <a:pPr algn="ctr">
                        <a:spcAft>
                          <a:spcPts val="0"/>
                        </a:spcAft>
                      </a:pPr>
                      <a:r>
                        <a:rPr lang="en-US" sz="1200" kern="100" dirty="0">
                          <a:effectLst/>
                        </a:rPr>
                        <a:t>EXECUTION </a:t>
                      </a:r>
                      <a:r>
                        <a:rPr lang="en-US" sz="1200" kern="100" dirty="0" err="1">
                          <a:effectLst/>
                        </a:rPr>
                        <a:t>CODEn</a:t>
                      </a:r>
                      <a:endParaRPr lang="zh-CN" sz="1200" b="1" kern="100" dirty="0">
                        <a:effectLst/>
                        <a:latin typeface="Times New Roman"/>
                        <a:ea typeface="宋体"/>
                      </a:endParaRPr>
                    </a:p>
                  </a:txBody>
                  <a:tcPr marL="52422" marR="52422" marT="0" marB="0" anchor="ctr"/>
                </a:tc>
              </a:tr>
              <a:tr h="243828">
                <a:tc>
                  <a:txBody>
                    <a:bodyPr/>
                    <a:lstStyle/>
                    <a:p>
                      <a:pPr algn="ctr">
                        <a:spcAft>
                          <a:spcPts val="0"/>
                        </a:spcAft>
                      </a:pPr>
                      <a:r>
                        <a:rPr lang="en-US" sz="1200" kern="100" dirty="0">
                          <a:effectLst/>
                        </a:rPr>
                        <a:t> </a:t>
                      </a:r>
                      <a:endParaRPr lang="zh-CN" sz="1200" b="1" kern="100" dirty="0">
                        <a:effectLst/>
                        <a:latin typeface="Times New Roman"/>
                        <a:ea typeface="宋体"/>
                      </a:endParaRPr>
                    </a:p>
                  </a:txBody>
                  <a:tcPr marL="52422" marR="52422"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52422" marR="52422" marT="0" marB="0" anchor="ctr"/>
                </a:tc>
                <a:tc vMerge="1">
                  <a:txBody>
                    <a:bodyPr/>
                    <a:lstStyle/>
                    <a:p>
                      <a:endParaRPr lang="zh-CN" altLang="en-US"/>
                    </a:p>
                  </a:txBody>
                  <a:tcPr/>
                </a:tc>
              </a:tr>
              <a:tr h="243828">
                <a:tc>
                  <a:txBody>
                    <a:bodyPr/>
                    <a:lstStyle/>
                    <a:p>
                      <a:pPr algn="ctr">
                        <a:spcAft>
                          <a:spcPts val="0"/>
                        </a:spcAft>
                      </a:pPr>
                      <a:r>
                        <a:rPr lang="en-US" sz="1200" kern="100">
                          <a:effectLst/>
                        </a:rPr>
                        <a:t>m+1</a:t>
                      </a:r>
                      <a:endParaRPr lang="zh-CN" sz="1200" b="1" kern="100">
                        <a:effectLst/>
                        <a:latin typeface="Times New Roman"/>
                        <a:ea typeface="宋体"/>
                      </a:endParaRPr>
                    </a:p>
                  </a:txBody>
                  <a:tcPr marL="52422" marR="52422"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52422" marR="52422" marT="0" marB="0" anchor="ctr"/>
                </a:tc>
                <a:tc vMerge="1">
                  <a:txBody>
                    <a:bodyPr/>
                    <a:lstStyle/>
                    <a:p>
                      <a:endParaRPr lang="zh-CN" altLang="en-US"/>
                    </a:p>
                  </a:txBody>
                  <a:tcPr/>
                </a:tc>
              </a:tr>
              <a:tr h="243828">
                <a:tc>
                  <a:txBody>
                    <a:bodyPr/>
                    <a:lstStyle/>
                    <a:p>
                      <a:pPr algn="ctr">
                        <a:spcAft>
                          <a:spcPts val="0"/>
                        </a:spcAft>
                      </a:pPr>
                      <a:r>
                        <a:rPr lang="en-US" sz="1200" kern="100">
                          <a:effectLst/>
                        </a:rPr>
                        <a:t>m+2</a:t>
                      </a:r>
                      <a:endParaRPr lang="zh-CN" sz="1200" b="1" kern="100">
                        <a:effectLst/>
                        <a:latin typeface="Times New Roman"/>
                        <a:ea typeface="宋体"/>
                      </a:endParaRPr>
                    </a:p>
                  </a:txBody>
                  <a:tcPr marL="52422" marR="52422"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52422" marR="52422" marT="0" marB="0" anchor="ctr"/>
                </a:tc>
                <a:tc vMerge="1">
                  <a:txBody>
                    <a:bodyPr/>
                    <a:lstStyle/>
                    <a:p>
                      <a:endParaRPr lang="zh-CN" altLang="en-US"/>
                    </a:p>
                  </a:txBody>
                  <a:tcPr/>
                </a:tc>
              </a:tr>
              <a:tr h="243828">
                <a:tc>
                  <a:txBody>
                    <a:bodyPr/>
                    <a:lstStyle/>
                    <a:p>
                      <a:pPr algn="ctr">
                        <a:spcAft>
                          <a:spcPts val="0"/>
                        </a:spcAft>
                      </a:pPr>
                      <a:r>
                        <a:rPr lang="en-US" sz="1200" kern="100">
                          <a:effectLst/>
                        </a:rPr>
                        <a:t> </a:t>
                      </a:r>
                      <a:endParaRPr lang="zh-CN" sz="1200" b="1" kern="100">
                        <a:effectLst/>
                        <a:latin typeface="Times New Roman"/>
                        <a:ea typeface="宋体"/>
                      </a:endParaRPr>
                    </a:p>
                  </a:txBody>
                  <a:tcPr marL="52422" marR="52422" marT="0" marB="0" anchor="ctr"/>
                </a:tc>
                <a:tc>
                  <a:txBody>
                    <a:bodyPr/>
                    <a:lstStyle/>
                    <a:p>
                      <a:pPr algn="ctr">
                        <a:spcAft>
                          <a:spcPts val="0"/>
                        </a:spcAft>
                      </a:pPr>
                      <a:r>
                        <a:rPr lang="en-US" sz="1200" kern="100">
                          <a:effectLst/>
                        </a:rPr>
                        <a:t>AAH</a:t>
                      </a:r>
                      <a:endParaRPr lang="zh-CN" sz="1200" b="1" kern="100">
                        <a:effectLst/>
                        <a:latin typeface="Times New Roman"/>
                        <a:ea typeface="宋体"/>
                      </a:endParaRPr>
                    </a:p>
                  </a:txBody>
                  <a:tcPr marL="52422" marR="52422" marT="0" marB="0" anchor="ctr"/>
                </a:tc>
                <a:tc rowSpan="4">
                  <a:txBody>
                    <a:bodyPr/>
                    <a:lstStyle/>
                    <a:p>
                      <a:pPr algn="ctr">
                        <a:spcAft>
                          <a:spcPts val="0"/>
                        </a:spcAft>
                      </a:pPr>
                      <a:r>
                        <a:rPr lang="en-US" sz="1200" kern="100" dirty="0">
                          <a:effectLst/>
                        </a:rPr>
                        <a:t>RESERVED</a:t>
                      </a:r>
                      <a:endParaRPr lang="zh-CN" sz="1200" b="1" kern="100" dirty="0">
                        <a:solidFill>
                          <a:schemeClr val="dk1"/>
                        </a:solidFill>
                        <a:effectLst/>
                        <a:latin typeface="+mn-lt"/>
                        <a:ea typeface="+mn-ea"/>
                        <a:cs typeface="+mn-cs"/>
                      </a:endParaRPr>
                    </a:p>
                  </a:txBody>
                  <a:tcPr marL="52422" marR="52422" marT="0" marB="0" anchor="ctr"/>
                </a:tc>
              </a:tr>
              <a:tr h="243828">
                <a:tc>
                  <a:txBody>
                    <a:bodyPr/>
                    <a:lstStyle/>
                    <a:p>
                      <a:pPr algn="ctr">
                        <a:spcAft>
                          <a:spcPts val="0"/>
                        </a:spcAft>
                      </a:pPr>
                      <a:r>
                        <a:rPr lang="en-US" sz="1200" kern="100">
                          <a:effectLst/>
                        </a:rPr>
                        <a:t> </a:t>
                      </a:r>
                      <a:endParaRPr lang="zh-CN" sz="1200" b="1" kern="100">
                        <a:effectLst/>
                        <a:latin typeface="Times New Roman"/>
                        <a:ea typeface="宋体"/>
                      </a:endParaRPr>
                    </a:p>
                  </a:txBody>
                  <a:tcPr marL="52422" marR="52422" marT="0" marB="0" anchor="ctr"/>
                </a:tc>
                <a:tc>
                  <a:txBody>
                    <a:bodyPr/>
                    <a:lstStyle/>
                    <a:p>
                      <a:pPr algn="ctr">
                        <a:spcAft>
                          <a:spcPts val="0"/>
                        </a:spcAft>
                      </a:pPr>
                      <a:r>
                        <a:rPr lang="en-US" sz="1200" kern="100" dirty="0">
                          <a:effectLst/>
                        </a:rPr>
                        <a:t>…</a:t>
                      </a:r>
                      <a:endParaRPr lang="zh-CN" sz="1200" b="1" kern="100" dirty="0">
                        <a:effectLst/>
                        <a:latin typeface="Times New Roman"/>
                        <a:ea typeface="宋体"/>
                      </a:endParaRPr>
                    </a:p>
                  </a:txBody>
                  <a:tcPr marL="52422" marR="52422" marT="0" marB="0" anchor="ctr"/>
                </a:tc>
                <a:tc vMerge="1">
                  <a:txBody>
                    <a:bodyPr/>
                    <a:lstStyle/>
                    <a:p>
                      <a:endParaRPr lang="zh-CN" altLang="en-US"/>
                    </a:p>
                  </a:txBody>
                  <a:tcPr/>
                </a:tc>
              </a:tr>
              <a:tr h="243828">
                <a:tc>
                  <a:txBody>
                    <a:bodyPr/>
                    <a:lstStyle/>
                    <a:p>
                      <a:pPr algn="ctr">
                        <a:spcAft>
                          <a:spcPts val="0"/>
                        </a:spcAft>
                      </a:pPr>
                      <a:r>
                        <a:rPr lang="en-US" sz="1200" kern="100">
                          <a:effectLst/>
                        </a:rPr>
                        <a:t> </a:t>
                      </a:r>
                      <a:endParaRPr lang="zh-CN" sz="1200" b="1" kern="100">
                        <a:effectLst/>
                        <a:latin typeface="Times New Roman"/>
                        <a:ea typeface="宋体"/>
                      </a:endParaRPr>
                    </a:p>
                  </a:txBody>
                  <a:tcPr marL="52422" marR="52422" marT="0" marB="0" anchor="ctr"/>
                </a:tc>
                <a:tc>
                  <a:txBody>
                    <a:bodyPr/>
                    <a:lstStyle/>
                    <a:p>
                      <a:pPr algn="ctr">
                        <a:spcAft>
                          <a:spcPts val="0"/>
                        </a:spcAft>
                      </a:pPr>
                      <a:r>
                        <a:rPr lang="en-US" sz="1200" kern="100" dirty="0">
                          <a:effectLst/>
                        </a:rPr>
                        <a:t>AAH</a:t>
                      </a:r>
                      <a:endParaRPr lang="zh-CN" sz="1200" b="1" kern="100" dirty="0">
                        <a:effectLst/>
                        <a:latin typeface="Times New Roman"/>
                        <a:ea typeface="宋体"/>
                      </a:endParaRPr>
                    </a:p>
                  </a:txBody>
                  <a:tcPr marL="52422" marR="52422" marT="0" marB="0" anchor="ctr"/>
                </a:tc>
                <a:tc vMerge="1">
                  <a:txBody>
                    <a:bodyPr/>
                    <a:lstStyle/>
                    <a:p>
                      <a:endParaRPr lang="zh-CN" altLang="en-US"/>
                    </a:p>
                  </a:txBody>
                  <a:tcPr/>
                </a:tc>
              </a:tr>
              <a:tr h="243828">
                <a:tc>
                  <a:txBody>
                    <a:bodyPr/>
                    <a:lstStyle/>
                    <a:p>
                      <a:pPr algn="ctr"/>
                      <a:r>
                        <a:rPr lang="en-US" altLang="zh-CN" sz="1200" kern="100" dirty="0" smtClean="0">
                          <a:effectLst/>
                        </a:rPr>
                        <a:t>L-1</a:t>
                      </a:r>
                      <a:endParaRPr lang="zh-CN" altLang="en-US" sz="1200" b="1" kern="100" dirty="0">
                        <a:solidFill>
                          <a:schemeClr val="dk1"/>
                        </a:solidFill>
                        <a:effectLst/>
                        <a:latin typeface="+mn-lt"/>
                        <a:ea typeface="+mn-ea"/>
                        <a:cs typeface="+mn-cs"/>
                      </a:endParaRPr>
                    </a:p>
                  </a:txBody>
                  <a:tcPr marL="52422" marR="52422" marT="0" marB="0" anchor="ctr"/>
                </a:tc>
                <a:tc>
                  <a:txBody>
                    <a:bodyPr/>
                    <a:lstStyle/>
                    <a:p>
                      <a:pPr algn="ctr"/>
                      <a:r>
                        <a:rPr lang="en-US" altLang="zh-CN" sz="1200" kern="100" dirty="0" smtClean="0">
                          <a:effectLst/>
                        </a:rPr>
                        <a:t>AAH</a:t>
                      </a:r>
                      <a:endParaRPr lang="zh-CN" altLang="en-US" sz="1200" b="1" kern="100" dirty="0">
                        <a:solidFill>
                          <a:schemeClr val="dk1"/>
                        </a:solidFill>
                        <a:effectLst/>
                        <a:latin typeface="+mn-lt"/>
                        <a:ea typeface="+mn-ea"/>
                        <a:cs typeface="+mn-cs"/>
                      </a:endParaRPr>
                    </a:p>
                  </a:txBody>
                  <a:tcPr marL="52422" marR="52422" marT="0" marB="0" anchor="ctr"/>
                </a:tc>
                <a:tc vMerge="1">
                  <a:txBody>
                    <a:bodyPr/>
                    <a:lstStyle/>
                    <a:p>
                      <a:endParaRPr lang="zh-CN" altLang="en-US"/>
                    </a:p>
                  </a:txBody>
                  <a:tcPr/>
                </a:tc>
              </a:tr>
            </a:tbl>
          </a:graphicData>
        </a:graphic>
      </p:graphicFrame>
    </p:spTree>
    <p:extLst>
      <p:ext uri="{BB962C8B-B14F-4D97-AF65-F5344CB8AC3E}">
        <p14:creationId xmlns:p14="http://schemas.microsoft.com/office/powerpoint/2010/main" val="756368419"/>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3528" y="274638"/>
            <a:ext cx="8496944" cy="1082660"/>
          </a:xfrm>
        </p:spPr>
        <p:txBody>
          <a:bodyPr>
            <a:normAutofit/>
          </a:bodyPr>
          <a:lstStyle/>
          <a:p>
            <a:r>
              <a:rPr lang="en-US" altLang="zh-CN" dirty="0"/>
              <a:t>PART 7: Time-tagged Command</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latin typeface="微软雅黑" pitchFamily="34" charset="-122"/>
                <a:ea typeface="微软雅黑" pitchFamily="34" charset="-122"/>
              </a:rPr>
              <a:t> </a:t>
            </a:r>
            <a:fld id="{E1EFCB46-C834-4067-A327-0EA79FD50686}" type="slidenum">
              <a:rPr lang="zh-CN" altLang="en-US" smtClean="0">
                <a:latin typeface="微软雅黑" pitchFamily="34" charset="-122"/>
                <a:ea typeface="微软雅黑" pitchFamily="34" charset="-122"/>
              </a:rPr>
              <a:pPr/>
              <a:t>82</a:t>
            </a:fld>
            <a:r>
              <a:rPr lang="zh-CN" altLang="en-US" smtClean="0">
                <a:latin typeface="微软雅黑" pitchFamily="34" charset="-122"/>
                <a:ea typeface="微软雅黑" pitchFamily="34" charset="-122"/>
              </a:rPr>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457200" y="1124744"/>
            <a:ext cx="8255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50000"/>
              </a:lnSpc>
            </a:pPr>
            <a:r>
              <a:rPr lang="en-US" altLang="zh-CN" sz="2400" dirty="0">
                <a:solidFill>
                  <a:srgbClr val="FF0000"/>
                </a:solidFill>
                <a:latin typeface="微软雅黑" pitchFamily="34" charset="-122"/>
                <a:ea typeface="微软雅黑" pitchFamily="34" charset="-122"/>
              </a:rPr>
              <a:t>TTC data block insert rule.</a:t>
            </a:r>
            <a:endParaRPr lang="en-US" altLang="zh-CN" sz="2400" dirty="0">
              <a:solidFill>
                <a:schemeClr val="tx1"/>
              </a:solidFill>
              <a:latin typeface="微软雅黑" pitchFamily="34" charset="-122"/>
              <a:ea typeface="微软雅黑" pitchFamily="34" charset="-122"/>
            </a:endParaRPr>
          </a:p>
        </p:txBody>
      </p:sp>
      <p:graphicFrame>
        <p:nvGraphicFramePr>
          <p:cNvPr id="7" name="表格 6"/>
          <p:cNvGraphicFramePr>
            <a:graphicFrameLocks noGrp="1"/>
          </p:cNvGraphicFramePr>
          <p:nvPr>
            <p:extLst>
              <p:ext uri="{D42A27DB-BD31-4B8C-83A1-F6EECF244321}">
                <p14:modId xmlns:p14="http://schemas.microsoft.com/office/powerpoint/2010/main" val="1988280457"/>
              </p:ext>
            </p:extLst>
          </p:nvPr>
        </p:nvGraphicFramePr>
        <p:xfrm>
          <a:off x="576263" y="1881188"/>
          <a:ext cx="4391025" cy="4352926"/>
        </p:xfrm>
        <a:graphic>
          <a:graphicData uri="http://schemas.openxmlformats.org/drawingml/2006/table">
            <a:tbl>
              <a:tblPr>
                <a:tableStyleId>{69CF1AB2-1976-4502-BF36-3FF5EA218861}</a:tableStyleId>
              </a:tblPr>
              <a:tblGrid>
                <a:gridCol w="367751"/>
                <a:gridCol w="980670"/>
                <a:gridCol w="415186"/>
                <a:gridCol w="1178403"/>
                <a:gridCol w="1449015"/>
              </a:tblGrid>
              <a:tr h="640080">
                <a:tc>
                  <a:txBody>
                    <a:bodyPr/>
                    <a:lstStyle/>
                    <a:p>
                      <a:pPr algn="ctr">
                        <a:spcAft>
                          <a:spcPts val="0"/>
                        </a:spcAft>
                      </a:pPr>
                      <a:r>
                        <a:rPr lang="en-US" sz="1400" kern="100" dirty="0" smtClean="0">
                          <a:effectLst/>
                        </a:rPr>
                        <a:t>No</a:t>
                      </a:r>
                      <a:endParaRPr lang="zh-CN" sz="1400" b="1" kern="100" dirty="0">
                        <a:effectLst/>
                        <a:latin typeface="Times New Roman"/>
                        <a:ea typeface="宋体"/>
                      </a:endParaRPr>
                    </a:p>
                  </a:txBody>
                  <a:tcPr marL="68557" marR="68557" marT="0" marB="0"/>
                </a:tc>
                <a:tc>
                  <a:txBody>
                    <a:bodyPr/>
                    <a:lstStyle/>
                    <a:p>
                      <a:pPr algn="ctr">
                        <a:spcAft>
                          <a:spcPts val="0"/>
                        </a:spcAft>
                      </a:pPr>
                      <a:r>
                        <a:rPr lang="en-US" sz="1400" kern="100">
                          <a:effectLst/>
                        </a:rPr>
                        <a:t>New TTC Data block</a:t>
                      </a:r>
                      <a:endParaRPr lang="zh-CN" sz="1400" b="1" kern="100">
                        <a:effectLst/>
                        <a:latin typeface="Times New Roman"/>
                        <a:ea typeface="宋体"/>
                      </a:endParaRPr>
                    </a:p>
                  </a:txBody>
                  <a:tcPr marL="68557" marR="68557" marT="0" marB="0"/>
                </a:tc>
                <a:tc>
                  <a:txBody>
                    <a:bodyPr/>
                    <a:lstStyle/>
                    <a:p>
                      <a:pPr algn="ctr">
                        <a:spcAft>
                          <a:spcPts val="0"/>
                        </a:spcAft>
                      </a:pPr>
                      <a:r>
                        <a:rPr lang="en-US" sz="1400" kern="100">
                          <a:effectLst/>
                        </a:rPr>
                        <a:t> </a:t>
                      </a:r>
                      <a:endParaRPr lang="zh-CN" sz="1400" b="1" kern="100">
                        <a:effectLst/>
                        <a:latin typeface="Times New Roman"/>
                        <a:ea typeface="宋体"/>
                      </a:endParaRPr>
                    </a:p>
                  </a:txBody>
                  <a:tcPr marL="68557" marR="68557" marT="0" marB="0"/>
                </a:tc>
                <a:tc>
                  <a:txBody>
                    <a:bodyPr/>
                    <a:lstStyle/>
                    <a:p>
                      <a:pPr algn="ctr">
                        <a:spcAft>
                          <a:spcPts val="0"/>
                        </a:spcAft>
                      </a:pPr>
                      <a:r>
                        <a:rPr lang="en-US" sz="1400" kern="100">
                          <a:effectLst/>
                        </a:rPr>
                        <a:t>TTC in buffer</a:t>
                      </a:r>
                      <a:endParaRPr lang="zh-CN" sz="1400" b="1" kern="100">
                        <a:effectLst/>
                        <a:latin typeface="Times New Roman"/>
                        <a:ea typeface="宋体"/>
                      </a:endParaRPr>
                    </a:p>
                  </a:txBody>
                  <a:tcPr marL="68557" marR="68557" marT="0" marB="0"/>
                </a:tc>
                <a:tc>
                  <a:txBody>
                    <a:bodyPr/>
                    <a:lstStyle/>
                    <a:p>
                      <a:pPr algn="ctr">
                        <a:spcAft>
                          <a:spcPts val="0"/>
                        </a:spcAft>
                      </a:pPr>
                      <a:r>
                        <a:rPr lang="en-US" sz="1400" kern="100">
                          <a:effectLst/>
                        </a:rPr>
                        <a:t>Executing status</a:t>
                      </a:r>
                      <a:endParaRPr lang="zh-CN" sz="1400" b="1" kern="100">
                        <a:effectLst/>
                        <a:latin typeface="Times New Roman"/>
                        <a:ea typeface="宋体"/>
                      </a:endParaRPr>
                    </a:p>
                  </a:txBody>
                  <a:tcPr marL="68557" marR="68557" marT="0" marB="0"/>
                </a:tc>
              </a:tr>
              <a:tr h="962681">
                <a:tc>
                  <a:txBody>
                    <a:bodyPr/>
                    <a:lstStyle/>
                    <a:p>
                      <a:pPr marL="0" lvl="0" indent="0" algn="ctr">
                        <a:spcAft>
                          <a:spcPts val="0"/>
                        </a:spcAft>
                        <a:buFont typeface="+mj-lt"/>
                        <a:buNone/>
                      </a:pPr>
                      <a:r>
                        <a:rPr lang="en-US" sz="1400" kern="100" dirty="0" smtClean="0">
                          <a:effectLst/>
                        </a:rPr>
                        <a:t>1</a:t>
                      </a:r>
                      <a:r>
                        <a:rPr lang="en-US" sz="1400" kern="100" dirty="0">
                          <a:effectLst/>
                        </a:rPr>
                        <a:t> </a:t>
                      </a:r>
                      <a:endParaRPr lang="zh-CN" sz="1400" b="1" kern="100" dirty="0">
                        <a:effectLst/>
                        <a:latin typeface="Times New Roman"/>
                        <a:ea typeface="宋体"/>
                      </a:endParaRPr>
                    </a:p>
                  </a:txBody>
                  <a:tcPr marL="68557" marR="68557" marT="0" marB="0"/>
                </a:tc>
                <a:tc>
                  <a:txBody>
                    <a:bodyPr/>
                    <a:lstStyle/>
                    <a:p>
                      <a:pPr algn="ctr">
                        <a:spcAft>
                          <a:spcPts val="0"/>
                        </a:spcAft>
                      </a:pPr>
                      <a:r>
                        <a:rPr lang="en-US" sz="1400" kern="100" dirty="0">
                          <a:effectLst/>
                        </a:rPr>
                        <a:t>Max time</a:t>
                      </a:r>
                      <a:endParaRPr lang="zh-CN" sz="1400" b="1" kern="100" dirty="0">
                        <a:effectLst/>
                        <a:latin typeface="Times New Roman"/>
                        <a:ea typeface="宋体"/>
                      </a:endParaRPr>
                    </a:p>
                  </a:txBody>
                  <a:tcPr marL="68557" marR="68557" marT="0" marB="0"/>
                </a:tc>
                <a:tc>
                  <a:txBody>
                    <a:bodyPr/>
                    <a:lstStyle/>
                    <a:p>
                      <a:pPr algn="ctr">
                        <a:spcAft>
                          <a:spcPts val="0"/>
                        </a:spcAft>
                      </a:pPr>
                      <a:r>
                        <a:rPr lang="en-US" sz="1400" kern="100" dirty="0">
                          <a:effectLst/>
                        </a:rPr>
                        <a:t>&lt; </a:t>
                      </a:r>
                      <a:endParaRPr lang="zh-CN" sz="1400" b="1" kern="100" dirty="0">
                        <a:effectLst/>
                        <a:latin typeface="Times New Roman"/>
                        <a:ea typeface="宋体"/>
                      </a:endParaRPr>
                    </a:p>
                  </a:txBody>
                  <a:tcPr marL="68557" marR="68557" marT="0" marB="0"/>
                </a:tc>
                <a:tc>
                  <a:txBody>
                    <a:bodyPr/>
                    <a:lstStyle/>
                    <a:p>
                      <a:pPr algn="ctr">
                        <a:spcAft>
                          <a:spcPts val="0"/>
                        </a:spcAft>
                      </a:pPr>
                      <a:r>
                        <a:rPr lang="en-US" sz="1400" kern="100" dirty="0">
                          <a:effectLst/>
                        </a:rPr>
                        <a:t>Min time</a:t>
                      </a:r>
                      <a:endParaRPr lang="zh-CN" sz="1400" b="1" kern="100" dirty="0">
                        <a:effectLst/>
                        <a:latin typeface="Times New Roman"/>
                        <a:ea typeface="宋体"/>
                      </a:endParaRPr>
                    </a:p>
                  </a:txBody>
                  <a:tcPr marL="68557" marR="68557" marT="0" marB="0"/>
                </a:tc>
                <a:tc>
                  <a:txBody>
                    <a:bodyPr/>
                    <a:lstStyle/>
                    <a:p>
                      <a:pPr algn="ctr">
                        <a:spcAft>
                          <a:spcPts val="0"/>
                        </a:spcAft>
                      </a:pPr>
                      <a:r>
                        <a:rPr lang="en-US" sz="1400" kern="100" dirty="0">
                          <a:effectLst/>
                        </a:rPr>
                        <a:t>New TTC block insert in front of Min time command</a:t>
                      </a:r>
                      <a:endParaRPr lang="zh-CN" sz="1400" b="1" kern="100" dirty="0">
                        <a:effectLst/>
                        <a:latin typeface="Times New Roman"/>
                        <a:ea typeface="宋体"/>
                      </a:endParaRPr>
                    </a:p>
                  </a:txBody>
                  <a:tcPr marL="68557" marR="68557" marT="0" marB="0"/>
                </a:tc>
              </a:tr>
              <a:tr h="988665">
                <a:tc>
                  <a:txBody>
                    <a:bodyPr/>
                    <a:lstStyle/>
                    <a:p>
                      <a:pPr marL="0" lvl="0" indent="0" algn="ctr">
                        <a:spcAft>
                          <a:spcPts val="0"/>
                        </a:spcAft>
                        <a:buFont typeface="+mj-lt"/>
                        <a:buNone/>
                      </a:pPr>
                      <a:r>
                        <a:rPr lang="en-US" sz="1400" kern="100" dirty="0" smtClean="0">
                          <a:effectLst/>
                        </a:rPr>
                        <a:t>2</a:t>
                      </a:r>
                      <a:r>
                        <a:rPr lang="en-US" sz="1400" kern="100" dirty="0">
                          <a:effectLst/>
                        </a:rPr>
                        <a:t> </a:t>
                      </a:r>
                      <a:endParaRPr lang="zh-CN" sz="1400" b="1" kern="100" dirty="0">
                        <a:effectLst/>
                        <a:latin typeface="Times New Roman"/>
                        <a:ea typeface="宋体"/>
                      </a:endParaRPr>
                    </a:p>
                  </a:txBody>
                  <a:tcPr marL="68557" marR="68557" marT="0" marB="0"/>
                </a:tc>
                <a:tc>
                  <a:txBody>
                    <a:bodyPr/>
                    <a:lstStyle/>
                    <a:p>
                      <a:pPr algn="ctr">
                        <a:spcAft>
                          <a:spcPts val="0"/>
                        </a:spcAft>
                      </a:pPr>
                      <a:r>
                        <a:rPr lang="en-US" sz="1400" kern="100">
                          <a:effectLst/>
                        </a:rPr>
                        <a:t>Min time</a:t>
                      </a:r>
                      <a:endParaRPr lang="zh-CN" sz="1400" b="1" kern="100">
                        <a:effectLst/>
                        <a:latin typeface="Times New Roman"/>
                        <a:ea typeface="宋体"/>
                      </a:endParaRPr>
                    </a:p>
                  </a:txBody>
                  <a:tcPr marL="68557" marR="68557" marT="0" marB="0"/>
                </a:tc>
                <a:tc>
                  <a:txBody>
                    <a:bodyPr/>
                    <a:lstStyle/>
                    <a:p>
                      <a:pPr algn="ctr">
                        <a:spcAft>
                          <a:spcPts val="0"/>
                        </a:spcAft>
                      </a:pPr>
                      <a:r>
                        <a:rPr lang="en-US" sz="1400" kern="100">
                          <a:effectLst/>
                        </a:rPr>
                        <a:t>&gt; </a:t>
                      </a:r>
                      <a:endParaRPr lang="zh-CN" sz="1400" b="1" kern="100">
                        <a:effectLst/>
                        <a:latin typeface="Times New Roman"/>
                        <a:ea typeface="宋体"/>
                      </a:endParaRPr>
                    </a:p>
                  </a:txBody>
                  <a:tcPr marL="68557" marR="68557" marT="0" marB="0"/>
                </a:tc>
                <a:tc>
                  <a:txBody>
                    <a:bodyPr/>
                    <a:lstStyle/>
                    <a:p>
                      <a:pPr algn="ctr">
                        <a:spcAft>
                          <a:spcPts val="0"/>
                        </a:spcAft>
                      </a:pPr>
                      <a:r>
                        <a:rPr lang="en-US" sz="1400" kern="100">
                          <a:effectLst/>
                        </a:rPr>
                        <a:t>Max time</a:t>
                      </a:r>
                      <a:endParaRPr lang="zh-CN" sz="1400" b="1" kern="100">
                        <a:effectLst/>
                        <a:latin typeface="Times New Roman"/>
                        <a:ea typeface="宋体"/>
                      </a:endParaRPr>
                    </a:p>
                  </a:txBody>
                  <a:tcPr marL="68557" marR="68557" marT="0" marB="0"/>
                </a:tc>
                <a:tc>
                  <a:txBody>
                    <a:bodyPr/>
                    <a:lstStyle/>
                    <a:p>
                      <a:pPr algn="ctr">
                        <a:spcAft>
                          <a:spcPts val="0"/>
                        </a:spcAft>
                      </a:pPr>
                      <a:r>
                        <a:rPr lang="en-US" sz="1400" kern="100">
                          <a:effectLst/>
                        </a:rPr>
                        <a:t>New TTC block insert in behind of Max time command</a:t>
                      </a:r>
                      <a:endParaRPr lang="zh-CN" sz="1400" b="1" kern="100">
                        <a:effectLst/>
                        <a:latin typeface="Times New Roman"/>
                        <a:ea typeface="宋体"/>
                      </a:endParaRPr>
                    </a:p>
                  </a:txBody>
                  <a:tcPr marL="68557" marR="68557" marT="0" marB="0"/>
                </a:tc>
              </a:tr>
              <a:tr h="481340">
                <a:tc rowSpan="2">
                  <a:txBody>
                    <a:bodyPr/>
                    <a:lstStyle/>
                    <a:p>
                      <a:pPr marL="0" lvl="0" indent="0" algn="ctr">
                        <a:spcAft>
                          <a:spcPts val="0"/>
                        </a:spcAft>
                        <a:buFont typeface="+mj-lt"/>
                        <a:buNone/>
                      </a:pPr>
                      <a:r>
                        <a:rPr lang="en-US" altLang="zh-CN" sz="1400" kern="100" dirty="0" smtClean="0">
                          <a:effectLst/>
                        </a:rPr>
                        <a:t>3</a:t>
                      </a:r>
                      <a:endParaRPr lang="zh-CN" sz="1400" b="1" kern="100" dirty="0">
                        <a:effectLst/>
                        <a:latin typeface="Times New Roman"/>
                        <a:ea typeface="宋体"/>
                      </a:endParaRPr>
                    </a:p>
                  </a:txBody>
                  <a:tcPr marL="68557" marR="68557" marT="0" marB="0"/>
                </a:tc>
                <a:tc>
                  <a:txBody>
                    <a:bodyPr/>
                    <a:lstStyle/>
                    <a:p>
                      <a:pPr algn="ctr">
                        <a:spcAft>
                          <a:spcPts val="0"/>
                        </a:spcAft>
                      </a:pPr>
                      <a:r>
                        <a:rPr lang="en-US" sz="1400" kern="100">
                          <a:effectLst/>
                        </a:rPr>
                        <a:t>Min time</a:t>
                      </a:r>
                      <a:endParaRPr lang="zh-CN" sz="1400" b="1" kern="100">
                        <a:effectLst/>
                        <a:latin typeface="Times New Roman"/>
                        <a:ea typeface="宋体"/>
                      </a:endParaRPr>
                    </a:p>
                  </a:txBody>
                  <a:tcPr marL="68557" marR="68557" marT="0" marB="0"/>
                </a:tc>
                <a:tc>
                  <a:txBody>
                    <a:bodyPr/>
                    <a:lstStyle/>
                    <a:p>
                      <a:pPr algn="ctr">
                        <a:spcAft>
                          <a:spcPts val="0"/>
                        </a:spcAft>
                      </a:pPr>
                      <a:r>
                        <a:rPr lang="en-US" sz="1400" kern="100">
                          <a:effectLst/>
                        </a:rPr>
                        <a:t>&gt; </a:t>
                      </a:r>
                      <a:endParaRPr lang="zh-CN" sz="1400" b="1" kern="100">
                        <a:effectLst/>
                        <a:latin typeface="Times New Roman"/>
                        <a:ea typeface="宋体"/>
                      </a:endParaRPr>
                    </a:p>
                  </a:txBody>
                  <a:tcPr marL="68557" marR="68557" marT="0" marB="0"/>
                </a:tc>
                <a:tc>
                  <a:txBody>
                    <a:bodyPr/>
                    <a:lstStyle/>
                    <a:p>
                      <a:pPr algn="ctr">
                        <a:spcAft>
                          <a:spcPts val="0"/>
                        </a:spcAft>
                      </a:pPr>
                      <a:r>
                        <a:rPr lang="en-US" sz="1400" kern="100" dirty="0" smtClean="0">
                          <a:effectLst/>
                        </a:rPr>
                        <a:t>Command </a:t>
                      </a:r>
                      <a:r>
                        <a:rPr lang="en-US" sz="1400" kern="100" dirty="0">
                          <a:effectLst/>
                        </a:rPr>
                        <a:t>n time</a:t>
                      </a:r>
                      <a:endParaRPr lang="zh-CN" sz="1400" b="1" kern="100" dirty="0">
                        <a:effectLst/>
                        <a:latin typeface="Times New Roman"/>
                        <a:ea typeface="宋体"/>
                      </a:endParaRPr>
                    </a:p>
                  </a:txBody>
                  <a:tcPr marL="68557" marR="68557" marT="0" marB="0"/>
                </a:tc>
                <a:tc rowSpan="2">
                  <a:txBody>
                    <a:bodyPr/>
                    <a:lstStyle/>
                    <a:p>
                      <a:pPr algn="ctr">
                        <a:spcAft>
                          <a:spcPts val="0"/>
                        </a:spcAft>
                      </a:pPr>
                      <a:r>
                        <a:rPr lang="en-US" sz="1400" kern="100">
                          <a:effectLst/>
                        </a:rPr>
                        <a:t>New  TTC block insert between command n and command n+1</a:t>
                      </a:r>
                      <a:endParaRPr lang="zh-CN" sz="1400" b="1" kern="100">
                        <a:effectLst/>
                        <a:latin typeface="Times New Roman"/>
                        <a:ea typeface="宋体"/>
                      </a:endParaRPr>
                    </a:p>
                  </a:txBody>
                  <a:tcPr marL="68557" marR="68557" marT="0" marB="0"/>
                </a:tc>
              </a:tr>
              <a:tr h="798820">
                <a:tc vMerge="1">
                  <a:txBody>
                    <a:bodyPr/>
                    <a:lstStyle/>
                    <a:p>
                      <a:endParaRPr lang="zh-CN" altLang="en-US"/>
                    </a:p>
                  </a:txBody>
                  <a:tcPr/>
                </a:tc>
                <a:tc>
                  <a:txBody>
                    <a:bodyPr/>
                    <a:lstStyle/>
                    <a:p>
                      <a:pPr algn="ctr">
                        <a:spcAft>
                          <a:spcPts val="0"/>
                        </a:spcAft>
                      </a:pPr>
                      <a:r>
                        <a:rPr lang="en-US" sz="1400" kern="100">
                          <a:effectLst/>
                        </a:rPr>
                        <a:t>Max time</a:t>
                      </a:r>
                      <a:endParaRPr lang="zh-CN" sz="1400" b="1" kern="100">
                        <a:effectLst/>
                        <a:latin typeface="Times New Roman"/>
                        <a:ea typeface="宋体"/>
                      </a:endParaRPr>
                    </a:p>
                  </a:txBody>
                  <a:tcPr marL="68557" marR="68557" marT="0" marB="0"/>
                </a:tc>
                <a:tc>
                  <a:txBody>
                    <a:bodyPr/>
                    <a:lstStyle/>
                    <a:p>
                      <a:pPr algn="ctr">
                        <a:spcAft>
                          <a:spcPts val="0"/>
                        </a:spcAft>
                      </a:pPr>
                      <a:r>
                        <a:rPr lang="en-US" sz="1400" kern="100">
                          <a:effectLst/>
                        </a:rPr>
                        <a:t>&lt; </a:t>
                      </a:r>
                      <a:endParaRPr lang="zh-CN" sz="1400" b="1" kern="100">
                        <a:effectLst/>
                        <a:latin typeface="Times New Roman"/>
                        <a:ea typeface="宋体"/>
                      </a:endParaRPr>
                    </a:p>
                  </a:txBody>
                  <a:tcPr marL="68557" marR="68557" marT="0" marB="0"/>
                </a:tc>
                <a:tc>
                  <a:txBody>
                    <a:bodyPr/>
                    <a:lstStyle/>
                    <a:p>
                      <a:pPr algn="ctr">
                        <a:spcAft>
                          <a:spcPts val="0"/>
                        </a:spcAft>
                      </a:pPr>
                      <a:r>
                        <a:rPr lang="en-US" sz="1400" kern="100" dirty="0" smtClean="0">
                          <a:effectLst/>
                        </a:rPr>
                        <a:t>Command </a:t>
                      </a:r>
                      <a:r>
                        <a:rPr lang="en-US" sz="1400" kern="100" dirty="0">
                          <a:effectLst/>
                        </a:rPr>
                        <a:t>n+1 time</a:t>
                      </a:r>
                      <a:endParaRPr lang="zh-CN" sz="1400" b="1" kern="100" dirty="0">
                        <a:effectLst/>
                        <a:latin typeface="Times New Roman"/>
                        <a:ea typeface="宋体"/>
                      </a:endParaRPr>
                    </a:p>
                  </a:txBody>
                  <a:tcPr marL="68557" marR="68557" marT="0" marB="0"/>
                </a:tc>
                <a:tc vMerge="1">
                  <a:txBody>
                    <a:bodyPr/>
                    <a:lstStyle/>
                    <a:p>
                      <a:endParaRPr lang="zh-CN" altLang="en-US"/>
                    </a:p>
                  </a:txBody>
                  <a:tcPr/>
                </a:tc>
              </a:tr>
              <a:tr h="481340">
                <a:tc>
                  <a:txBody>
                    <a:bodyPr/>
                    <a:lstStyle/>
                    <a:p>
                      <a:pPr marL="0" lvl="0" indent="0" algn="ctr">
                        <a:spcAft>
                          <a:spcPts val="0"/>
                        </a:spcAft>
                        <a:buFont typeface="+mj-lt"/>
                        <a:buNone/>
                      </a:pPr>
                      <a:r>
                        <a:rPr lang="en-US" sz="1400" kern="100" dirty="0" smtClean="0">
                          <a:effectLst/>
                        </a:rPr>
                        <a:t>4</a:t>
                      </a:r>
                      <a:r>
                        <a:rPr lang="en-US" sz="1400" kern="100" dirty="0">
                          <a:effectLst/>
                        </a:rPr>
                        <a:t> </a:t>
                      </a:r>
                      <a:endParaRPr lang="zh-CN" sz="1400" b="1" kern="100" dirty="0">
                        <a:effectLst/>
                        <a:latin typeface="Times New Roman"/>
                        <a:ea typeface="宋体"/>
                      </a:endParaRPr>
                    </a:p>
                  </a:txBody>
                  <a:tcPr marL="68557" marR="68557" marT="0" marB="0"/>
                </a:tc>
                <a:tc>
                  <a:txBody>
                    <a:bodyPr/>
                    <a:lstStyle/>
                    <a:p>
                      <a:pPr algn="ctr">
                        <a:spcAft>
                          <a:spcPts val="0"/>
                        </a:spcAft>
                      </a:pPr>
                      <a:r>
                        <a:rPr lang="en-US" sz="1400" kern="100">
                          <a:effectLst/>
                        </a:rPr>
                        <a:t>Other condition</a:t>
                      </a:r>
                      <a:endParaRPr lang="zh-CN" sz="1400" b="1" kern="100">
                        <a:effectLst/>
                        <a:latin typeface="Times New Roman"/>
                        <a:ea typeface="宋体"/>
                      </a:endParaRPr>
                    </a:p>
                  </a:txBody>
                  <a:tcPr marL="68557" marR="68557" marT="0" marB="0"/>
                </a:tc>
                <a:tc>
                  <a:txBody>
                    <a:bodyPr/>
                    <a:lstStyle/>
                    <a:p>
                      <a:pPr algn="ctr">
                        <a:spcAft>
                          <a:spcPts val="0"/>
                        </a:spcAft>
                      </a:pPr>
                      <a:r>
                        <a:rPr lang="en-US" sz="1400" kern="100">
                          <a:effectLst/>
                        </a:rPr>
                        <a:t> </a:t>
                      </a:r>
                      <a:endParaRPr lang="zh-CN" sz="1400" b="1" kern="100">
                        <a:effectLst/>
                        <a:latin typeface="Times New Roman"/>
                        <a:ea typeface="宋体"/>
                      </a:endParaRPr>
                    </a:p>
                  </a:txBody>
                  <a:tcPr marL="68557" marR="68557" marT="0" marB="0"/>
                </a:tc>
                <a:tc>
                  <a:txBody>
                    <a:bodyPr/>
                    <a:lstStyle/>
                    <a:p>
                      <a:pPr algn="ctr">
                        <a:spcAft>
                          <a:spcPts val="0"/>
                        </a:spcAft>
                      </a:pPr>
                      <a:r>
                        <a:rPr lang="en-US" sz="1400" kern="100">
                          <a:effectLst/>
                        </a:rPr>
                        <a:t> </a:t>
                      </a:r>
                      <a:endParaRPr lang="zh-CN" sz="1400" b="1" kern="100">
                        <a:effectLst/>
                        <a:latin typeface="Times New Roman"/>
                        <a:ea typeface="宋体"/>
                      </a:endParaRPr>
                    </a:p>
                  </a:txBody>
                  <a:tcPr marL="68557" marR="68557" marT="0" marB="0"/>
                </a:tc>
                <a:tc>
                  <a:txBody>
                    <a:bodyPr/>
                    <a:lstStyle/>
                    <a:p>
                      <a:pPr algn="ctr">
                        <a:spcAft>
                          <a:spcPts val="0"/>
                        </a:spcAft>
                      </a:pPr>
                      <a:r>
                        <a:rPr lang="en-US" sz="1400" kern="100" dirty="0">
                          <a:effectLst/>
                        </a:rPr>
                        <a:t>TTC error</a:t>
                      </a:r>
                      <a:endParaRPr lang="zh-CN" sz="1400" b="1" kern="100" dirty="0">
                        <a:effectLst/>
                        <a:latin typeface="Times New Roman"/>
                        <a:ea typeface="宋体"/>
                      </a:endParaRPr>
                    </a:p>
                  </a:txBody>
                  <a:tcPr marL="68557" marR="68557" marT="0" marB="0"/>
                </a:tc>
              </a:tr>
            </a:tbl>
          </a:graphicData>
        </a:graphic>
      </p:graphicFrame>
      <p:graphicFrame>
        <p:nvGraphicFramePr>
          <p:cNvPr id="8" name="对象 5"/>
          <p:cNvGraphicFramePr>
            <a:graphicFrameLocks noChangeAspect="1"/>
          </p:cNvGraphicFramePr>
          <p:nvPr>
            <p:extLst>
              <p:ext uri="{D42A27DB-BD31-4B8C-83A1-F6EECF244321}">
                <p14:modId xmlns:p14="http://schemas.microsoft.com/office/powerpoint/2010/main" val="1460112306"/>
              </p:ext>
            </p:extLst>
          </p:nvPr>
        </p:nvGraphicFramePr>
        <p:xfrm>
          <a:off x="5103813" y="2636838"/>
          <a:ext cx="4040187" cy="2862262"/>
        </p:xfrm>
        <a:graphic>
          <a:graphicData uri="http://schemas.openxmlformats.org/presentationml/2006/ole">
            <mc:AlternateContent xmlns:mc="http://schemas.openxmlformats.org/markup-compatibility/2006">
              <mc:Choice xmlns:v="urn:schemas-microsoft-com:vml" Requires="v">
                <p:oleObj spid="_x0000_s114762" name="Visio" r:id="rId4" imgW="2704624" imgH="1984962" progId="Visio.Drawing.11">
                  <p:embed/>
                </p:oleObj>
              </mc:Choice>
              <mc:Fallback>
                <p:oleObj name="Visio" r:id="rId4" imgW="2704624" imgH="1984962" progId="Visio.Drawing.11">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t="3159"/>
                      <a:stretch>
                        <a:fillRect/>
                      </a:stretch>
                    </p:blipFill>
                    <p:spPr bwMode="auto">
                      <a:xfrm>
                        <a:off x="5103813" y="2636838"/>
                        <a:ext cx="4040187" cy="286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756368419"/>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3528" y="274638"/>
            <a:ext cx="8496944" cy="1082660"/>
          </a:xfrm>
        </p:spPr>
        <p:txBody>
          <a:bodyPr>
            <a:normAutofit/>
          </a:bodyPr>
          <a:lstStyle/>
          <a:p>
            <a:r>
              <a:rPr lang="en-US" altLang="zh-CN" dirty="0"/>
              <a:t>PART 8: Time-tagged data block</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latin typeface="微软雅黑" pitchFamily="34" charset="-122"/>
                <a:ea typeface="微软雅黑" pitchFamily="34" charset="-122"/>
              </a:rPr>
              <a:t> </a:t>
            </a:r>
            <a:fld id="{E1EFCB46-C834-4067-A327-0EA79FD50686}" type="slidenum">
              <a:rPr lang="zh-CN" altLang="en-US" smtClean="0">
                <a:latin typeface="微软雅黑" pitchFamily="34" charset="-122"/>
                <a:ea typeface="微软雅黑" pitchFamily="34" charset="-122"/>
              </a:rPr>
              <a:pPr/>
              <a:t>83</a:t>
            </a:fld>
            <a:r>
              <a:rPr lang="zh-CN" altLang="en-US" smtClean="0">
                <a:latin typeface="微软雅黑" pitchFamily="34" charset="-122"/>
                <a:ea typeface="微软雅黑" pitchFamily="34" charset="-122"/>
              </a:rPr>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457200" y="1089025"/>
            <a:ext cx="8255000" cy="2492990"/>
          </a:xfrm>
          <a:prstGeom prst="rect">
            <a:avLst/>
          </a:prstGeom>
          <a:noFill/>
          <a:ln>
            <a:noFill/>
          </a:ln>
          <a:extLst/>
        </p:spPr>
        <p:txBody>
          <a:bodyPr>
            <a:spAutoFit/>
          </a:bodyPr>
          <a:lstStyle/>
          <a:p>
            <a:pPr algn="just">
              <a:lnSpc>
                <a:spcPct val="150000"/>
              </a:lnSpc>
              <a:defRPr/>
            </a:pPr>
            <a:r>
              <a:rPr lang="en-US" altLang="zh-CN" sz="2400" dirty="0">
                <a:solidFill>
                  <a:srgbClr val="FF0000"/>
                </a:solidFill>
                <a:latin typeface="微软雅黑" pitchFamily="34" charset="-122"/>
                <a:ea typeface="微软雅黑" pitchFamily="34" charset="-122"/>
              </a:rPr>
              <a:t>Time-tagged data block.</a:t>
            </a:r>
          </a:p>
          <a:p>
            <a:pPr indent="457200" algn="just">
              <a:lnSpc>
                <a:spcPct val="125000"/>
              </a:lnSpc>
              <a:defRPr/>
            </a:pPr>
            <a:r>
              <a:rPr lang="en-US" altLang="zh-CN" sz="2400" dirty="0">
                <a:latin typeface="微软雅黑" pitchFamily="34" charset="-122"/>
                <a:ea typeface="微软雅黑" pitchFamily="34" charset="-122"/>
              </a:rPr>
              <a:t>TTD is extension of TTC. Each TTD is composed with </a:t>
            </a:r>
            <a:r>
              <a:rPr lang="en-US" altLang="zh-CN" sz="2400" dirty="0" smtClean="0">
                <a:latin typeface="微软雅黑" pitchFamily="34" charset="-122"/>
                <a:ea typeface="微软雅黑" pitchFamily="34" charset="-122"/>
              </a:rPr>
              <a:t>38 </a:t>
            </a:r>
            <a:r>
              <a:rPr lang="en-US" altLang="zh-CN" sz="2400" dirty="0">
                <a:latin typeface="微软雅黑" pitchFamily="34" charset="-122"/>
                <a:ea typeface="微软雅黑" pitchFamily="34" charset="-122"/>
              </a:rPr>
              <a:t>bytes. The first 4 bytes is UTC time, the next is virtual channel ID and </a:t>
            </a:r>
            <a:r>
              <a:rPr lang="en-US" altLang="zh-CN" sz="2400" dirty="0" smtClean="0">
                <a:latin typeface="微软雅黑" pitchFamily="34" charset="-122"/>
                <a:ea typeface="微软雅黑" pitchFamily="34" charset="-122"/>
              </a:rPr>
              <a:t>Task ID, and the </a:t>
            </a:r>
            <a:r>
              <a:rPr lang="en-US" altLang="zh-CN" sz="2400" dirty="0">
                <a:latin typeface="微软雅黑" pitchFamily="34" charset="-122"/>
                <a:ea typeface="微软雅黑" pitchFamily="34" charset="-122"/>
              </a:rPr>
              <a:t>last </a:t>
            </a:r>
            <a:r>
              <a:rPr lang="en-US" altLang="zh-CN" sz="2400" u="sng" dirty="0" smtClean="0">
                <a:solidFill>
                  <a:srgbClr val="FF0000"/>
                </a:solidFill>
                <a:latin typeface="微软雅黑" pitchFamily="34" charset="-122"/>
                <a:ea typeface="微软雅黑" pitchFamily="34" charset="-122"/>
              </a:rPr>
              <a:t>32bytes </a:t>
            </a:r>
            <a:r>
              <a:rPr lang="en-US" altLang="zh-CN" sz="2400" u="sng" dirty="0">
                <a:latin typeface="微软雅黑" pitchFamily="34" charset="-122"/>
                <a:ea typeface="微软雅黑" pitchFamily="34" charset="-122"/>
              </a:rPr>
              <a:t>is TC data</a:t>
            </a:r>
            <a:r>
              <a:rPr lang="en-US" altLang="zh-CN" sz="2400" dirty="0">
                <a:latin typeface="微软雅黑" pitchFamily="34" charset="-122"/>
                <a:ea typeface="微软雅黑" pitchFamily="34" charset="-122"/>
              </a:rPr>
              <a:t>. (For TTC is 4 bytes indirect TC)</a:t>
            </a:r>
            <a:endParaRPr lang="en-US" altLang="zh-CN" sz="2400" dirty="0">
              <a:solidFill>
                <a:schemeClr val="tx1"/>
              </a:solidFill>
              <a:latin typeface="微软雅黑" pitchFamily="34" charset="-122"/>
              <a:ea typeface="微软雅黑" pitchFamily="34" charset="-122"/>
            </a:endParaRPr>
          </a:p>
        </p:txBody>
      </p:sp>
      <p:grpSp>
        <p:nvGrpSpPr>
          <p:cNvPr id="7" name="组合 16"/>
          <p:cNvGrpSpPr>
            <a:grpSpLocks/>
          </p:cNvGrpSpPr>
          <p:nvPr/>
        </p:nvGrpSpPr>
        <p:grpSpPr bwMode="auto">
          <a:xfrm>
            <a:off x="1687513" y="3356992"/>
            <a:ext cx="5907087" cy="3000375"/>
            <a:chOff x="1655782" y="3020525"/>
            <a:chExt cx="5906900" cy="3000763"/>
          </a:xfrm>
        </p:grpSpPr>
        <p:grpSp>
          <p:nvGrpSpPr>
            <p:cNvPr id="8" name="组合 3"/>
            <p:cNvGrpSpPr>
              <a:grpSpLocks/>
            </p:cNvGrpSpPr>
            <p:nvPr/>
          </p:nvGrpSpPr>
          <p:grpSpPr bwMode="auto">
            <a:xfrm>
              <a:off x="1655782" y="3020525"/>
              <a:ext cx="5906900" cy="3000763"/>
              <a:chOff x="1655782" y="2889014"/>
              <a:chExt cx="5906900" cy="3000763"/>
            </a:xfrm>
          </p:grpSpPr>
          <p:sp>
            <p:nvSpPr>
              <p:cNvPr id="10" name="任意多边形 9"/>
              <p:cNvSpPr/>
              <p:nvPr/>
            </p:nvSpPr>
            <p:spPr>
              <a:xfrm>
                <a:off x="1655782" y="3715824"/>
                <a:ext cx="1699969" cy="1402119"/>
              </a:xfrm>
              <a:custGeom>
                <a:avLst/>
                <a:gdLst>
                  <a:gd name="connsiteX0" fmla="*/ 0 w 1699969"/>
                  <a:gd name="connsiteY0" fmla="*/ 140212 h 1402119"/>
                  <a:gd name="connsiteX1" fmla="*/ 140212 w 1699969"/>
                  <a:gd name="connsiteY1" fmla="*/ 0 h 1402119"/>
                  <a:gd name="connsiteX2" fmla="*/ 1559757 w 1699969"/>
                  <a:gd name="connsiteY2" fmla="*/ 0 h 1402119"/>
                  <a:gd name="connsiteX3" fmla="*/ 1699969 w 1699969"/>
                  <a:gd name="connsiteY3" fmla="*/ 140212 h 1402119"/>
                  <a:gd name="connsiteX4" fmla="*/ 1699969 w 1699969"/>
                  <a:gd name="connsiteY4" fmla="*/ 1261907 h 1402119"/>
                  <a:gd name="connsiteX5" fmla="*/ 1559757 w 1699969"/>
                  <a:gd name="connsiteY5" fmla="*/ 1402119 h 1402119"/>
                  <a:gd name="connsiteX6" fmla="*/ 140212 w 1699969"/>
                  <a:gd name="connsiteY6" fmla="*/ 1402119 h 1402119"/>
                  <a:gd name="connsiteX7" fmla="*/ 0 w 1699969"/>
                  <a:gd name="connsiteY7" fmla="*/ 1261907 h 1402119"/>
                  <a:gd name="connsiteX8" fmla="*/ 0 w 1699969"/>
                  <a:gd name="connsiteY8" fmla="*/ 140212 h 1402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99969" h="1402119">
                    <a:moveTo>
                      <a:pt x="0" y="140212"/>
                    </a:moveTo>
                    <a:cubicBezTo>
                      <a:pt x="0" y="62775"/>
                      <a:pt x="62775" y="0"/>
                      <a:pt x="140212" y="0"/>
                    </a:cubicBezTo>
                    <a:lnTo>
                      <a:pt x="1559757" y="0"/>
                    </a:lnTo>
                    <a:cubicBezTo>
                      <a:pt x="1637194" y="0"/>
                      <a:pt x="1699969" y="62775"/>
                      <a:pt x="1699969" y="140212"/>
                    </a:cubicBezTo>
                    <a:lnTo>
                      <a:pt x="1699969" y="1261907"/>
                    </a:lnTo>
                    <a:cubicBezTo>
                      <a:pt x="1699969" y="1339344"/>
                      <a:pt x="1637194" y="1402119"/>
                      <a:pt x="1559757" y="1402119"/>
                    </a:cubicBezTo>
                    <a:lnTo>
                      <a:pt x="140212" y="1402119"/>
                    </a:lnTo>
                    <a:cubicBezTo>
                      <a:pt x="62775" y="1402119"/>
                      <a:pt x="0" y="1339344"/>
                      <a:pt x="0" y="1261907"/>
                    </a:cubicBezTo>
                    <a:lnTo>
                      <a:pt x="0" y="140212"/>
                    </a:lnTo>
                    <a:close/>
                  </a:path>
                </a:pathLst>
              </a:custGeom>
              <a:scene3d>
                <a:camera prst="orthographicFront"/>
                <a:lightRig rig="threePt" dir="t">
                  <a:rot lat="0" lon="0" rev="7500000"/>
                </a:lightRig>
              </a:scene3d>
              <a:sp3d z="-152400" extrusionH="63500" prstMaterial="dkEdge">
                <a:bevelT w="124450" h="16350" prst="relaxedInset"/>
                <a:contourClr>
                  <a:schemeClr val="bg1"/>
                </a:contourClr>
              </a:sp3d>
            </p:spPr>
            <p:style>
              <a:lnRef idx="1">
                <a:schemeClr val="accent2">
                  <a:shade val="50000"/>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lIns="64652" tIns="64652" rIns="64652" bIns="365106" spcCol="1270"/>
              <a:lstStyle/>
              <a:p>
                <a:pPr marL="171450" lvl="1" indent="-171450" algn="l" defTabSz="755650">
                  <a:lnSpc>
                    <a:spcPct val="90000"/>
                  </a:lnSpc>
                  <a:spcAft>
                    <a:spcPct val="15000"/>
                  </a:spcAft>
                  <a:buFontTx/>
                  <a:buChar char="••"/>
                  <a:defRPr/>
                </a:pPr>
                <a:r>
                  <a:rPr lang="en-US" altLang="zh-CN" sz="1700" dirty="0">
                    <a:latin typeface="微软雅黑" pitchFamily="34" charset="-122"/>
                    <a:ea typeface="微软雅黑" pitchFamily="34" charset="-122"/>
                  </a:rPr>
                  <a:t>Ground Station</a:t>
                </a:r>
                <a:endParaRPr lang="zh-CN" altLang="en-US" sz="1700" dirty="0">
                  <a:latin typeface="微软雅黑" pitchFamily="34" charset="-122"/>
                  <a:ea typeface="微软雅黑" pitchFamily="34" charset="-122"/>
                </a:endParaRPr>
              </a:p>
            </p:txBody>
          </p:sp>
          <p:sp>
            <p:nvSpPr>
              <p:cNvPr id="11" name="形状 10"/>
              <p:cNvSpPr/>
              <p:nvPr/>
            </p:nvSpPr>
            <p:spPr>
              <a:xfrm>
                <a:off x="2631386" y="4122548"/>
                <a:ext cx="1767229" cy="1767229"/>
              </a:xfrm>
              <a:prstGeom prst="leftCircularArrow">
                <a:avLst>
                  <a:gd name="adj1" fmla="val 2550"/>
                  <a:gd name="adj2" fmla="val 309429"/>
                  <a:gd name="adj3" fmla="val 2084940"/>
                  <a:gd name="adj4" fmla="val 9024489"/>
                  <a:gd name="adj5" fmla="val 2975"/>
                </a:avLst>
              </a:prstGeom>
            </p:spPr>
            <p:style>
              <a:lnRef idx="1">
                <a:schemeClr val="accent5"/>
              </a:lnRef>
              <a:fillRef idx="3">
                <a:schemeClr val="accent5"/>
              </a:fillRef>
              <a:effectRef idx="2">
                <a:schemeClr val="accent5"/>
              </a:effectRef>
              <a:fontRef idx="minor">
                <a:schemeClr val="lt1"/>
              </a:fontRef>
            </p:style>
          </p:sp>
          <p:sp>
            <p:nvSpPr>
              <p:cNvPr id="12" name="任意多边形 11"/>
              <p:cNvSpPr/>
              <p:nvPr/>
            </p:nvSpPr>
            <p:spPr>
              <a:xfrm>
                <a:off x="2033553" y="4817489"/>
                <a:ext cx="1511084" cy="600908"/>
              </a:xfrm>
              <a:custGeom>
                <a:avLst/>
                <a:gdLst>
                  <a:gd name="connsiteX0" fmla="*/ 0 w 1511084"/>
                  <a:gd name="connsiteY0" fmla="*/ 60091 h 600908"/>
                  <a:gd name="connsiteX1" fmla="*/ 60091 w 1511084"/>
                  <a:gd name="connsiteY1" fmla="*/ 0 h 600908"/>
                  <a:gd name="connsiteX2" fmla="*/ 1450993 w 1511084"/>
                  <a:gd name="connsiteY2" fmla="*/ 0 h 600908"/>
                  <a:gd name="connsiteX3" fmla="*/ 1511084 w 1511084"/>
                  <a:gd name="connsiteY3" fmla="*/ 60091 h 600908"/>
                  <a:gd name="connsiteX4" fmla="*/ 1511084 w 1511084"/>
                  <a:gd name="connsiteY4" fmla="*/ 540817 h 600908"/>
                  <a:gd name="connsiteX5" fmla="*/ 1450993 w 1511084"/>
                  <a:gd name="connsiteY5" fmla="*/ 600908 h 600908"/>
                  <a:gd name="connsiteX6" fmla="*/ 60091 w 1511084"/>
                  <a:gd name="connsiteY6" fmla="*/ 600908 h 600908"/>
                  <a:gd name="connsiteX7" fmla="*/ 0 w 1511084"/>
                  <a:gd name="connsiteY7" fmla="*/ 540817 h 600908"/>
                  <a:gd name="connsiteX8" fmla="*/ 0 w 1511084"/>
                  <a:gd name="connsiteY8" fmla="*/ 60091 h 600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11084" h="600908">
                    <a:moveTo>
                      <a:pt x="0" y="60091"/>
                    </a:moveTo>
                    <a:cubicBezTo>
                      <a:pt x="0" y="26904"/>
                      <a:pt x="26904" y="0"/>
                      <a:pt x="60091" y="0"/>
                    </a:cubicBezTo>
                    <a:lnTo>
                      <a:pt x="1450993" y="0"/>
                    </a:lnTo>
                    <a:cubicBezTo>
                      <a:pt x="1484180" y="0"/>
                      <a:pt x="1511084" y="26904"/>
                      <a:pt x="1511084" y="60091"/>
                    </a:cubicBezTo>
                    <a:lnTo>
                      <a:pt x="1511084" y="540817"/>
                    </a:lnTo>
                    <a:cubicBezTo>
                      <a:pt x="1511084" y="574004"/>
                      <a:pt x="1484180" y="600908"/>
                      <a:pt x="1450993" y="600908"/>
                    </a:cubicBezTo>
                    <a:lnTo>
                      <a:pt x="60091" y="600908"/>
                    </a:lnTo>
                    <a:cubicBezTo>
                      <a:pt x="26904" y="600908"/>
                      <a:pt x="0" y="574004"/>
                      <a:pt x="0" y="540817"/>
                    </a:cubicBezTo>
                    <a:lnTo>
                      <a:pt x="0" y="60091"/>
                    </a:lnTo>
                    <a:close/>
                  </a:path>
                </a:pathLst>
              </a:custGeom>
            </p:spPr>
            <p:style>
              <a:lnRef idx="0">
                <a:schemeClr val="accent4"/>
              </a:lnRef>
              <a:fillRef idx="3">
                <a:schemeClr val="accent4"/>
              </a:fillRef>
              <a:effectRef idx="3">
                <a:schemeClr val="accent4"/>
              </a:effectRef>
              <a:fontRef idx="minor">
                <a:schemeClr val="lt1"/>
              </a:fontRef>
            </p:style>
            <p:txBody>
              <a:bodyPr lIns="42365" tIns="34110" rIns="42365" bIns="34110" spcCol="1270" anchor="ctr"/>
              <a:lstStyle/>
              <a:p>
                <a:pPr defTabSz="577850">
                  <a:lnSpc>
                    <a:spcPct val="90000"/>
                  </a:lnSpc>
                  <a:spcAft>
                    <a:spcPct val="35000"/>
                  </a:spcAft>
                  <a:defRPr/>
                </a:pPr>
                <a:r>
                  <a:rPr lang="en-US" altLang="zh-CN" sz="1300" dirty="0">
                    <a:latin typeface="微软雅黑" pitchFamily="34" charset="-122"/>
                    <a:ea typeface="微软雅黑" pitchFamily="34" charset="-122"/>
                  </a:rPr>
                  <a:t>Batch of TTDs</a:t>
                </a:r>
                <a:endParaRPr lang="zh-CN" altLang="en-US" sz="1300" dirty="0">
                  <a:latin typeface="微软雅黑" pitchFamily="34" charset="-122"/>
                  <a:ea typeface="微软雅黑" pitchFamily="34" charset="-122"/>
                </a:endParaRPr>
              </a:p>
            </p:txBody>
          </p:sp>
          <p:sp>
            <p:nvSpPr>
              <p:cNvPr id="13" name="任意多边形 12"/>
              <p:cNvSpPr/>
              <p:nvPr/>
            </p:nvSpPr>
            <p:spPr>
              <a:xfrm>
                <a:off x="3759248" y="3715824"/>
                <a:ext cx="1699969" cy="1402119"/>
              </a:xfrm>
              <a:custGeom>
                <a:avLst/>
                <a:gdLst>
                  <a:gd name="connsiteX0" fmla="*/ 0 w 1699969"/>
                  <a:gd name="connsiteY0" fmla="*/ 140212 h 1402119"/>
                  <a:gd name="connsiteX1" fmla="*/ 140212 w 1699969"/>
                  <a:gd name="connsiteY1" fmla="*/ 0 h 1402119"/>
                  <a:gd name="connsiteX2" fmla="*/ 1559757 w 1699969"/>
                  <a:gd name="connsiteY2" fmla="*/ 0 h 1402119"/>
                  <a:gd name="connsiteX3" fmla="*/ 1699969 w 1699969"/>
                  <a:gd name="connsiteY3" fmla="*/ 140212 h 1402119"/>
                  <a:gd name="connsiteX4" fmla="*/ 1699969 w 1699969"/>
                  <a:gd name="connsiteY4" fmla="*/ 1261907 h 1402119"/>
                  <a:gd name="connsiteX5" fmla="*/ 1559757 w 1699969"/>
                  <a:gd name="connsiteY5" fmla="*/ 1402119 h 1402119"/>
                  <a:gd name="connsiteX6" fmla="*/ 140212 w 1699969"/>
                  <a:gd name="connsiteY6" fmla="*/ 1402119 h 1402119"/>
                  <a:gd name="connsiteX7" fmla="*/ 0 w 1699969"/>
                  <a:gd name="connsiteY7" fmla="*/ 1261907 h 1402119"/>
                  <a:gd name="connsiteX8" fmla="*/ 0 w 1699969"/>
                  <a:gd name="connsiteY8" fmla="*/ 140212 h 1402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99969" h="1402119">
                    <a:moveTo>
                      <a:pt x="0" y="140212"/>
                    </a:moveTo>
                    <a:cubicBezTo>
                      <a:pt x="0" y="62775"/>
                      <a:pt x="62775" y="0"/>
                      <a:pt x="140212" y="0"/>
                    </a:cubicBezTo>
                    <a:lnTo>
                      <a:pt x="1559757" y="0"/>
                    </a:lnTo>
                    <a:cubicBezTo>
                      <a:pt x="1637194" y="0"/>
                      <a:pt x="1699969" y="62775"/>
                      <a:pt x="1699969" y="140212"/>
                    </a:cubicBezTo>
                    <a:lnTo>
                      <a:pt x="1699969" y="1261907"/>
                    </a:lnTo>
                    <a:cubicBezTo>
                      <a:pt x="1699969" y="1339344"/>
                      <a:pt x="1637194" y="1402119"/>
                      <a:pt x="1559757" y="1402119"/>
                    </a:cubicBezTo>
                    <a:lnTo>
                      <a:pt x="140212" y="1402119"/>
                    </a:lnTo>
                    <a:cubicBezTo>
                      <a:pt x="62775" y="1402119"/>
                      <a:pt x="0" y="1339344"/>
                      <a:pt x="0" y="1261907"/>
                    </a:cubicBezTo>
                    <a:lnTo>
                      <a:pt x="0" y="140212"/>
                    </a:lnTo>
                    <a:close/>
                  </a:path>
                </a:pathLst>
              </a:custGeom>
              <a:scene3d>
                <a:camera prst="orthographicFront"/>
                <a:lightRig rig="threePt" dir="t">
                  <a:rot lat="0" lon="0" rev="7500000"/>
                </a:lightRig>
              </a:scene3d>
              <a:sp3d z="-152400" extrusionH="63500" prstMaterial="dkEdge">
                <a:bevelT w="124450" h="16350" prst="relaxedInset"/>
                <a:contourClr>
                  <a:schemeClr val="bg1"/>
                </a:contourClr>
              </a:sp3d>
            </p:spPr>
            <p:style>
              <a:lnRef idx="1">
                <a:schemeClr val="accent2">
                  <a:shade val="50000"/>
                  <a:hueOff val="0"/>
                  <a:satOff val="-21080"/>
                  <a:lumOff val="31826"/>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lIns="64652" tIns="365106" rIns="64652" bIns="64652" spcCol="1270"/>
              <a:lstStyle/>
              <a:p>
                <a:pPr marL="171450" lvl="1" indent="-171450" algn="l" defTabSz="755650">
                  <a:lnSpc>
                    <a:spcPct val="90000"/>
                  </a:lnSpc>
                  <a:spcAft>
                    <a:spcPct val="15000"/>
                  </a:spcAft>
                  <a:buFontTx/>
                  <a:buChar char="••"/>
                  <a:defRPr/>
                </a:pPr>
                <a:r>
                  <a:rPr lang="en-US" altLang="zh-CN" sz="1700" dirty="0">
                    <a:latin typeface="微软雅黑" pitchFamily="34" charset="-122"/>
                    <a:ea typeface="微软雅黑" pitchFamily="34" charset="-122"/>
                  </a:rPr>
                  <a:t>OBC</a:t>
                </a:r>
                <a:endParaRPr lang="zh-CN" altLang="en-US" sz="1700" dirty="0">
                  <a:latin typeface="微软雅黑" pitchFamily="34" charset="-122"/>
                  <a:ea typeface="微软雅黑" pitchFamily="34" charset="-122"/>
                </a:endParaRPr>
              </a:p>
            </p:txBody>
          </p:sp>
          <p:sp>
            <p:nvSpPr>
              <p:cNvPr id="14" name="环形箭头 13"/>
              <p:cNvSpPr/>
              <p:nvPr/>
            </p:nvSpPr>
            <p:spPr>
              <a:xfrm>
                <a:off x="4720685" y="2889014"/>
                <a:ext cx="1984448" cy="1984448"/>
              </a:xfrm>
              <a:prstGeom prst="circularArrow">
                <a:avLst>
                  <a:gd name="adj1" fmla="val 2271"/>
                  <a:gd name="adj2" fmla="val 273786"/>
                  <a:gd name="adj3" fmla="val 19550703"/>
                  <a:gd name="adj4" fmla="val 12575511"/>
                  <a:gd name="adj5" fmla="val 2650"/>
                </a:avLst>
              </a:prstGeom>
            </p:spPr>
            <p:style>
              <a:lnRef idx="1">
                <a:schemeClr val="accent4"/>
              </a:lnRef>
              <a:fillRef idx="2">
                <a:schemeClr val="accent4"/>
              </a:fillRef>
              <a:effectRef idx="1">
                <a:schemeClr val="accent4"/>
              </a:effectRef>
              <a:fontRef idx="minor">
                <a:schemeClr val="dk1"/>
              </a:fontRef>
            </p:style>
          </p:sp>
          <p:sp>
            <p:nvSpPr>
              <p:cNvPr id="15" name="任意多边形 14"/>
              <p:cNvSpPr/>
              <p:nvPr/>
            </p:nvSpPr>
            <p:spPr>
              <a:xfrm>
                <a:off x="4137019" y="3415369"/>
                <a:ext cx="1511084" cy="600908"/>
              </a:xfrm>
              <a:custGeom>
                <a:avLst/>
                <a:gdLst>
                  <a:gd name="connsiteX0" fmla="*/ 0 w 1511084"/>
                  <a:gd name="connsiteY0" fmla="*/ 60091 h 600908"/>
                  <a:gd name="connsiteX1" fmla="*/ 60091 w 1511084"/>
                  <a:gd name="connsiteY1" fmla="*/ 0 h 600908"/>
                  <a:gd name="connsiteX2" fmla="*/ 1450993 w 1511084"/>
                  <a:gd name="connsiteY2" fmla="*/ 0 h 600908"/>
                  <a:gd name="connsiteX3" fmla="*/ 1511084 w 1511084"/>
                  <a:gd name="connsiteY3" fmla="*/ 60091 h 600908"/>
                  <a:gd name="connsiteX4" fmla="*/ 1511084 w 1511084"/>
                  <a:gd name="connsiteY4" fmla="*/ 540817 h 600908"/>
                  <a:gd name="connsiteX5" fmla="*/ 1450993 w 1511084"/>
                  <a:gd name="connsiteY5" fmla="*/ 600908 h 600908"/>
                  <a:gd name="connsiteX6" fmla="*/ 60091 w 1511084"/>
                  <a:gd name="connsiteY6" fmla="*/ 600908 h 600908"/>
                  <a:gd name="connsiteX7" fmla="*/ 0 w 1511084"/>
                  <a:gd name="connsiteY7" fmla="*/ 540817 h 600908"/>
                  <a:gd name="connsiteX8" fmla="*/ 0 w 1511084"/>
                  <a:gd name="connsiteY8" fmla="*/ 60091 h 600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11084" h="600908">
                    <a:moveTo>
                      <a:pt x="0" y="60091"/>
                    </a:moveTo>
                    <a:cubicBezTo>
                      <a:pt x="0" y="26904"/>
                      <a:pt x="26904" y="0"/>
                      <a:pt x="60091" y="0"/>
                    </a:cubicBezTo>
                    <a:lnTo>
                      <a:pt x="1450993" y="0"/>
                    </a:lnTo>
                    <a:cubicBezTo>
                      <a:pt x="1484180" y="0"/>
                      <a:pt x="1511084" y="26904"/>
                      <a:pt x="1511084" y="60091"/>
                    </a:cubicBezTo>
                    <a:lnTo>
                      <a:pt x="1511084" y="540817"/>
                    </a:lnTo>
                    <a:cubicBezTo>
                      <a:pt x="1511084" y="574004"/>
                      <a:pt x="1484180" y="600908"/>
                      <a:pt x="1450993" y="600908"/>
                    </a:cubicBezTo>
                    <a:lnTo>
                      <a:pt x="60091" y="600908"/>
                    </a:lnTo>
                    <a:cubicBezTo>
                      <a:pt x="26904" y="600908"/>
                      <a:pt x="0" y="574004"/>
                      <a:pt x="0" y="540817"/>
                    </a:cubicBezTo>
                    <a:lnTo>
                      <a:pt x="0" y="60091"/>
                    </a:lnTo>
                    <a:close/>
                  </a:path>
                </a:pathLst>
              </a:custGeom>
            </p:spPr>
            <p:style>
              <a:lnRef idx="0">
                <a:schemeClr val="accent1"/>
              </a:lnRef>
              <a:fillRef idx="3">
                <a:schemeClr val="accent1"/>
              </a:fillRef>
              <a:effectRef idx="3">
                <a:schemeClr val="accent1"/>
              </a:effectRef>
              <a:fontRef idx="minor">
                <a:schemeClr val="lt1"/>
              </a:fontRef>
            </p:style>
            <p:txBody>
              <a:bodyPr lIns="42365" tIns="34110" rIns="42365" bIns="34110" spcCol="1270" anchor="ctr"/>
              <a:lstStyle/>
              <a:p>
                <a:pPr defTabSz="577850">
                  <a:lnSpc>
                    <a:spcPct val="90000"/>
                  </a:lnSpc>
                  <a:spcAft>
                    <a:spcPct val="35000"/>
                  </a:spcAft>
                  <a:defRPr/>
                </a:pPr>
                <a:r>
                  <a:rPr lang="en-US" altLang="zh-CN" sz="1300" dirty="0">
                    <a:latin typeface="微软雅黑" pitchFamily="34" charset="-122"/>
                    <a:ea typeface="微软雅黑" pitchFamily="34" charset="-122"/>
                  </a:rPr>
                  <a:t>Compare TTD time  to Onboard time</a:t>
                </a:r>
                <a:endParaRPr lang="zh-CN" altLang="en-US" sz="1300" dirty="0">
                  <a:latin typeface="微软雅黑" pitchFamily="34" charset="-122"/>
                  <a:ea typeface="微软雅黑" pitchFamily="34" charset="-122"/>
                </a:endParaRPr>
              </a:p>
            </p:txBody>
          </p:sp>
          <p:sp>
            <p:nvSpPr>
              <p:cNvPr id="16" name="任意多边形 15"/>
              <p:cNvSpPr/>
              <p:nvPr/>
            </p:nvSpPr>
            <p:spPr>
              <a:xfrm>
                <a:off x="5862713" y="3715824"/>
                <a:ext cx="1699969" cy="1402119"/>
              </a:xfrm>
              <a:custGeom>
                <a:avLst/>
                <a:gdLst>
                  <a:gd name="connsiteX0" fmla="*/ 0 w 1699969"/>
                  <a:gd name="connsiteY0" fmla="*/ 140212 h 1402119"/>
                  <a:gd name="connsiteX1" fmla="*/ 140212 w 1699969"/>
                  <a:gd name="connsiteY1" fmla="*/ 0 h 1402119"/>
                  <a:gd name="connsiteX2" fmla="*/ 1559757 w 1699969"/>
                  <a:gd name="connsiteY2" fmla="*/ 0 h 1402119"/>
                  <a:gd name="connsiteX3" fmla="*/ 1699969 w 1699969"/>
                  <a:gd name="connsiteY3" fmla="*/ 140212 h 1402119"/>
                  <a:gd name="connsiteX4" fmla="*/ 1699969 w 1699969"/>
                  <a:gd name="connsiteY4" fmla="*/ 1261907 h 1402119"/>
                  <a:gd name="connsiteX5" fmla="*/ 1559757 w 1699969"/>
                  <a:gd name="connsiteY5" fmla="*/ 1402119 h 1402119"/>
                  <a:gd name="connsiteX6" fmla="*/ 140212 w 1699969"/>
                  <a:gd name="connsiteY6" fmla="*/ 1402119 h 1402119"/>
                  <a:gd name="connsiteX7" fmla="*/ 0 w 1699969"/>
                  <a:gd name="connsiteY7" fmla="*/ 1261907 h 1402119"/>
                  <a:gd name="connsiteX8" fmla="*/ 0 w 1699969"/>
                  <a:gd name="connsiteY8" fmla="*/ 140212 h 1402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99969" h="1402119">
                    <a:moveTo>
                      <a:pt x="0" y="140212"/>
                    </a:moveTo>
                    <a:cubicBezTo>
                      <a:pt x="0" y="62775"/>
                      <a:pt x="62775" y="0"/>
                      <a:pt x="140212" y="0"/>
                    </a:cubicBezTo>
                    <a:lnTo>
                      <a:pt x="1559757" y="0"/>
                    </a:lnTo>
                    <a:cubicBezTo>
                      <a:pt x="1637194" y="0"/>
                      <a:pt x="1699969" y="62775"/>
                      <a:pt x="1699969" y="140212"/>
                    </a:cubicBezTo>
                    <a:lnTo>
                      <a:pt x="1699969" y="1261907"/>
                    </a:lnTo>
                    <a:cubicBezTo>
                      <a:pt x="1699969" y="1339344"/>
                      <a:pt x="1637194" y="1402119"/>
                      <a:pt x="1559757" y="1402119"/>
                    </a:cubicBezTo>
                    <a:lnTo>
                      <a:pt x="140212" y="1402119"/>
                    </a:lnTo>
                    <a:cubicBezTo>
                      <a:pt x="62775" y="1402119"/>
                      <a:pt x="0" y="1339344"/>
                      <a:pt x="0" y="1261907"/>
                    </a:cubicBezTo>
                    <a:lnTo>
                      <a:pt x="0" y="140212"/>
                    </a:lnTo>
                    <a:close/>
                  </a:path>
                </a:pathLst>
              </a:custGeom>
              <a:scene3d>
                <a:camera prst="orthographicFront"/>
                <a:lightRig rig="threePt" dir="t">
                  <a:rot lat="0" lon="0" rev="7500000"/>
                </a:lightRig>
              </a:scene3d>
              <a:sp3d z="-152400" extrusionH="63500" prstMaterial="dkEdge">
                <a:bevelT w="124450" h="16350" prst="relaxedInset"/>
                <a:contourClr>
                  <a:schemeClr val="bg1"/>
                </a:contourClr>
              </a:sp3d>
            </p:spPr>
            <p:style>
              <a:lnRef idx="1">
                <a:schemeClr val="accent2">
                  <a:shade val="50000"/>
                  <a:hueOff val="0"/>
                  <a:satOff val="-21080"/>
                  <a:lumOff val="31826"/>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lIns="64652" tIns="64652" rIns="64652" bIns="365106" spcCol="1270"/>
              <a:lstStyle/>
              <a:p>
                <a:pPr marL="171450" lvl="1" indent="-171450" algn="l" defTabSz="755650">
                  <a:lnSpc>
                    <a:spcPct val="90000"/>
                  </a:lnSpc>
                  <a:spcAft>
                    <a:spcPct val="15000"/>
                  </a:spcAft>
                  <a:buFontTx/>
                  <a:buChar char="••"/>
                  <a:defRPr/>
                </a:pPr>
                <a:r>
                  <a:rPr lang="en-US" altLang="zh-CN" sz="1700" dirty="0">
                    <a:latin typeface="微软雅黑" pitchFamily="34" charset="-122"/>
                    <a:ea typeface="微软雅黑" pitchFamily="34" charset="-122"/>
                  </a:rPr>
                  <a:t>Subcomputer</a:t>
                </a:r>
                <a:endParaRPr lang="zh-CN" altLang="en-US" sz="1700" dirty="0">
                  <a:latin typeface="微软雅黑" pitchFamily="34" charset="-122"/>
                  <a:ea typeface="微软雅黑" pitchFamily="34" charset="-122"/>
                </a:endParaRPr>
              </a:p>
            </p:txBody>
          </p:sp>
        </p:grpSp>
        <p:sp>
          <p:nvSpPr>
            <p:cNvPr id="9" name="任意多边形 8"/>
            <p:cNvSpPr/>
            <p:nvPr/>
          </p:nvSpPr>
          <p:spPr>
            <a:xfrm>
              <a:off x="3816458" y="4837219"/>
              <a:ext cx="1511084" cy="600908"/>
            </a:xfrm>
            <a:custGeom>
              <a:avLst/>
              <a:gdLst>
                <a:gd name="connsiteX0" fmla="*/ 0 w 1511084"/>
                <a:gd name="connsiteY0" fmla="*/ 60091 h 600908"/>
                <a:gd name="connsiteX1" fmla="*/ 60091 w 1511084"/>
                <a:gd name="connsiteY1" fmla="*/ 0 h 600908"/>
                <a:gd name="connsiteX2" fmla="*/ 1450993 w 1511084"/>
                <a:gd name="connsiteY2" fmla="*/ 0 h 600908"/>
                <a:gd name="connsiteX3" fmla="*/ 1511084 w 1511084"/>
                <a:gd name="connsiteY3" fmla="*/ 60091 h 600908"/>
                <a:gd name="connsiteX4" fmla="*/ 1511084 w 1511084"/>
                <a:gd name="connsiteY4" fmla="*/ 540817 h 600908"/>
                <a:gd name="connsiteX5" fmla="*/ 1450993 w 1511084"/>
                <a:gd name="connsiteY5" fmla="*/ 600908 h 600908"/>
                <a:gd name="connsiteX6" fmla="*/ 60091 w 1511084"/>
                <a:gd name="connsiteY6" fmla="*/ 600908 h 600908"/>
                <a:gd name="connsiteX7" fmla="*/ 0 w 1511084"/>
                <a:gd name="connsiteY7" fmla="*/ 540817 h 600908"/>
                <a:gd name="connsiteX8" fmla="*/ 0 w 1511084"/>
                <a:gd name="connsiteY8" fmla="*/ 60091 h 600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11084" h="600908">
                  <a:moveTo>
                    <a:pt x="0" y="60091"/>
                  </a:moveTo>
                  <a:cubicBezTo>
                    <a:pt x="0" y="26904"/>
                    <a:pt x="26904" y="0"/>
                    <a:pt x="60091" y="0"/>
                  </a:cubicBezTo>
                  <a:lnTo>
                    <a:pt x="1450993" y="0"/>
                  </a:lnTo>
                  <a:cubicBezTo>
                    <a:pt x="1484180" y="0"/>
                    <a:pt x="1511084" y="26904"/>
                    <a:pt x="1511084" y="60091"/>
                  </a:cubicBezTo>
                  <a:lnTo>
                    <a:pt x="1511084" y="540817"/>
                  </a:lnTo>
                  <a:cubicBezTo>
                    <a:pt x="1511084" y="574004"/>
                    <a:pt x="1484180" y="600908"/>
                    <a:pt x="1450993" y="600908"/>
                  </a:cubicBezTo>
                  <a:lnTo>
                    <a:pt x="60091" y="600908"/>
                  </a:lnTo>
                  <a:cubicBezTo>
                    <a:pt x="26904" y="600908"/>
                    <a:pt x="0" y="574004"/>
                    <a:pt x="0" y="540817"/>
                  </a:cubicBezTo>
                  <a:lnTo>
                    <a:pt x="0" y="60091"/>
                  </a:lnTo>
                  <a:close/>
                </a:path>
              </a:pathLst>
            </a:custGeom>
          </p:spPr>
          <p:style>
            <a:lnRef idx="0">
              <a:schemeClr val="accent1"/>
            </a:lnRef>
            <a:fillRef idx="3">
              <a:schemeClr val="accent1"/>
            </a:fillRef>
            <a:effectRef idx="3">
              <a:schemeClr val="accent1"/>
            </a:effectRef>
            <a:fontRef idx="minor">
              <a:schemeClr val="lt1"/>
            </a:fontRef>
          </p:style>
          <p:txBody>
            <a:bodyPr lIns="42365" tIns="34110" rIns="42365" bIns="34110" spcCol="1270" anchor="ctr"/>
            <a:lstStyle/>
            <a:p>
              <a:pPr defTabSz="577850">
                <a:lnSpc>
                  <a:spcPct val="90000"/>
                </a:lnSpc>
                <a:spcAft>
                  <a:spcPct val="35000"/>
                </a:spcAft>
                <a:defRPr/>
              </a:pPr>
              <a:r>
                <a:rPr lang="en-US" altLang="zh-CN" sz="1300" dirty="0">
                  <a:latin typeface="微软雅黑" pitchFamily="34" charset="-122"/>
                  <a:ea typeface="微软雅黑" pitchFamily="34" charset="-122"/>
                </a:rPr>
                <a:t>Saved in OBC SRAM</a:t>
              </a:r>
              <a:endParaRPr lang="zh-CN" altLang="en-US" sz="1300" dirty="0">
                <a:latin typeface="微软雅黑" pitchFamily="34" charset="-122"/>
                <a:ea typeface="微软雅黑" pitchFamily="34" charset="-122"/>
              </a:endParaRPr>
            </a:p>
          </p:txBody>
        </p:sp>
      </p:grpSp>
    </p:spTree>
    <p:extLst>
      <p:ext uri="{BB962C8B-B14F-4D97-AF65-F5344CB8AC3E}">
        <p14:creationId xmlns:p14="http://schemas.microsoft.com/office/powerpoint/2010/main" val="756368419"/>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3528" y="274638"/>
            <a:ext cx="8496944" cy="1082660"/>
          </a:xfrm>
        </p:spPr>
        <p:txBody>
          <a:bodyPr>
            <a:normAutofit/>
          </a:bodyPr>
          <a:lstStyle/>
          <a:p>
            <a:r>
              <a:rPr lang="en-US" altLang="zh-CN" dirty="0"/>
              <a:t>PART 8: Time-tagged data block</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latin typeface="微软雅黑" pitchFamily="34" charset="-122"/>
                <a:ea typeface="微软雅黑" pitchFamily="34" charset="-122"/>
              </a:rPr>
              <a:t> </a:t>
            </a:r>
            <a:fld id="{E1EFCB46-C834-4067-A327-0EA79FD50686}" type="slidenum">
              <a:rPr lang="zh-CN" altLang="en-US" smtClean="0">
                <a:latin typeface="微软雅黑" pitchFamily="34" charset="-122"/>
                <a:ea typeface="微软雅黑" pitchFamily="34" charset="-122"/>
              </a:rPr>
              <a:pPr/>
              <a:t>84</a:t>
            </a:fld>
            <a:r>
              <a:rPr lang="zh-CN" altLang="en-US" smtClean="0">
                <a:latin typeface="微软雅黑" pitchFamily="34" charset="-122"/>
                <a:ea typeface="微软雅黑" pitchFamily="34" charset="-122"/>
              </a:rPr>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457200" y="1542851"/>
            <a:ext cx="8255000" cy="2462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50000"/>
              </a:lnSpc>
              <a:spcBef>
                <a:spcPts val="600"/>
              </a:spcBef>
              <a:spcAft>
                <a:spcPts val="600"/>
              </a:spcAft>
            </a:pPr>
            <a:r>
              <a:rPr lang="en-US" altLang="zh-CN" sz="2400" dirty="0">
                <a:solidFill>
                  <a:schemeClr val="tx1"/>
                </a:solidFill>
                <a:latin typeface="微软雅黑" pitchFamily="34" charset="-122"/>
                <a:ea typeface="微软雅黑" pitchFamily="34" charset="-122"/>
              </a:rPr>
              <a:t>GS sends TTD block to satellite when it can be </a:t>
            </a:r>
            <a:r>
              <a:rPr lang="en-US" altLang="zh-CN" sz="2400" dirty="0" smtClean="0">
                <a:solidFill>
                  <a:schemeClr val="tx1"/>
                </a:solidFill>
                <a:latin typeface="微软雅黑" pitchFamily="34" charset="-122"/>
                <a:ea typeface="微软雅黑" pitchFamily="34" charset="-122"/>
              </a:rPr>
              <a:t>tracked, </a:t>
            </a:r>
            <a:r>
              <a:rPr lang="en-US" altLang="zh-CN" sz="2400" dirty="0">
                <a:solidFill>
                  <a:schemeClr val="tx1"/>
                </a:solidFill>
                <a:latin typeface="微软雅黑" pitchFamily="34" charset="-122"/>
                <a:ea typeface="微软雅黑" pitchFamily="34" charset="-122"/>
              </a:rPr>
              <a:t>and then the TTD block is stored in OBC SRAM.</a:t>
            </a:r>
          </a:p>
          <a:p>
            <a:pPr marL="0" lvl="1" algn="just">
              <a:lnSpc>
                <a:spcPct val="150000"/>
              </a:lnSpc>
              <a:spcBef>
                <a:spcPts val="600"/>
              </a:spcBef>
              <a:spcAft>
                <a:spcPts val="600"/>
              </a:spcAft>
            </a:pPr>
            <a:r>
              <a:rPr lang="en-US" altLang="zh-CN" sz="2400" dirty="0">
                <a:solidFill>
                  <a:schemeClr val="tx1"/>
                </a:solidFill>
                <a:latin typeface="微软雅黑" pitchFamily="34" charset="-122"/>
                <a:ea typeface="微软雅黑" pitchFamily="34" charset="-122"/>
              </a:rPr>
              <a:t>When time reach, OBC will send it to </a:t>
            </a:r>
            <a:r>
              <a:rPr lang="en-US" altLang="zh-CN" sz="2400" dirty="0" smtClean="0">
                <a:solidFill>
                  <a:schemeClr val="tx1"/>
                </a:solidFill>
                <a:latin typeface="微软雅黑" pitchFamily="34" charset="-122"/>
                <a:ea typeface="微软雅黑" pitchFamily="34" charset="-122"/>
              </a:rPr>
              <a:t>sub-computer </a:t>
            </a:r>
            <a:r>
              <a:rPr lang="en-US" altLang="zh-CN" sz="2400" dirty="0">
                <a:solidFill>
                  <a:schemeClr val="tx1"/>
                </a:solidFill>
                <a:latin typeface="微软雅黑" pitchFamily="34" charset="-122"/>
                <a:ea typeface="微软雅黑" pitchFamily="34" charset="-122"/>
              </a:rPr>
              <a:t>and then clear it from SRAM.</a:t>
            </a:r>
            <a:endParaRPr lang="zh-CN" altLang="en-US" sz="2400" dirty="0">
              <a:solidFill>
                <a:schemeClr val="tx1"/>
              </a:solidFill>
              <a:latin typeface="微软雅黑" pitchFamily="34" charset="-122"/>
              <a:ea typeface="微软雅黑" pitchFamily="34" charset="-122"/>
            </a:endParaRPr>
          </a:p>
        </p:txBody>
      </p:sp>
    </p:spTree>
    <p:extLst>
      <p:ext uri="{BB962C8B-B14F-4D97-AF65-F5344CB8AC3E}">
        <p14:creationId xmlns:p14="http://schemas.microsoft.com/office/powerpoint/2010/main" val="1138822944"/>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3528" y="274638"/>
            <a:ext cx="8496944" cy="1082660"/>
          </a:xfrm>
        </p:spPr>
        <p:txBody>
          <a:bodyPr>
            <a:normAutofit/>
          </a:bodyPr>
          <a:lstStyle/>
          <a:p>
            <a:r>
              <a:rPr lang="en-US" altLang="zh-CN" dirty="0"/>
              <a:t>PART 8: Time-tagged data block</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latin typeface="微软雅黑" pitchFamily="34" charset="-122"/>
                <a:ea typeface="微软雅黑" pitchFamily="34" charset="-122"/>
              </a:rPr>
              <a:t> </a:t>
            </a:r>
            <a:fld id="{E1EFCB46-C834-4067-A327-0EA79FD50686}" type="slidenum">
              <a:rPr lang="zh-CN" altLang="en-US" smtClean="0">
                <a:latin typeface="微软雅黑" pitchFamily="34" charset="-122"/>
                <a:ea typeface="微软雅黑" pitchFamily="34" charset="-122"/>
              </a:rPr>
              <a:pPr/>
              <a:t>85</a:t>
            </a:fld>
            <a:r>
              <a:rPr lang="zh-CN" altLang="en-US" smtClean="0">
                <a:latin typeface="微软雅黑" pitchFamily="34" charset="-122"/>
                <a:ea typeface="微软雅黑" pitchFamily="34" charset="-122"/>
              </a:rPr>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457200" y="1089025"/>
            <a:ext cx="8255000" cy="5810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50000"/>
              </a:lnSpc>
            </a:pPr>
            <a:r>
              <a:rPr lang="en-US" altLang="zh-CN" sz="2400">
                <a:solidFill>
                  <a:srgbClr val="FF0000"/>
                </a:solidFill>
                <a:latin typeface="微软雅黑" pitchFamily="34" charset="-122"/>
                <a:ea typeface="微软雅黑" pitchFamily="34" charset="-122"/>
              </a:rPr>
              <a:t>TTD data block format.</a:t>
            </a:r>
            <a:endParaRPr lang="en-US" altLang="zh-CN" sz="2400">
              <a:solidFill>
                <a:schemeClr val="tx1"/>
              </a:solidFill>
              <a:latin typeface="微软雅黑" pitchFamily="34" charset="-122"/>
              <a:ea typeface="微软雅黑" pitchFamily="34" charset="-122"/>
            </a:endParaRPr>
          </a:p>
        </p:txBody>
      </p:sp>
      <p:graphicFrame>
        <p:nvGraphicFramePr>
          <p:cNvPr id="7" name="表格 6"/>
          <p:cNvGraphicFramePr>
            <a:graphicFrameLocks noGrp="1"/>
          </p:cNvGraphicFramePr>
          <p:nvPr>
            <p:extLst>
              <p:ext uri="{D42A27DB-BD31-4B8C-83A1-F6EECF244321}">
                <p14:modId xmlns:p14="http://schemas.microsoft.com/office/powerpoint/2010/main" val="1828253006"/>
              </p:ext>
            </p:extLst>
          </p:nvPr>
        </p:nvGraphicFramePr>
        <p:xfrm>
          <a:off x="458366" y="1735138"/>
          <a:ext cx="3898776" cy="4053840"/>
        </p:xfrm>
        <a:graphic>
          <a:graphicData uri="http://schemas.openxmlformats.org/drawingml/2006/table">
            <a:tbl>
              <a:tblPr firstRow="1" firstCol="1" bandRow="1" bandCol="1">
                <a:tableStyleId>{69CF1AB2-1976-4502-BF36-3FF5EA218861}</a:tableStyleId>
              </a:tblPr>
              <a:tblGrid>
                <a:gridCol w="390131"/>
                <a:gridCol w="861327"/>
                <a:gridCol w="2647318"/>
              </a:tblGrid>
              <a:tr h="72168">
                <a:tc>
                  <a:txBody>
                    <a:bodyPr/>
                    <a:lstStyle/>
                    <a:p>
                      <a:pPr algn="ctr">
                        <a:spcAft>
                          <a:spcPts val="0"/>
                        </a:spcAft>
                      </a:pPr>
                      <a:r>
                        <a:rPr lang="x-none" sz="1400" kern="100" cap="all" dirty="0">
                          <a:effectLst/>
                        </a:rPr>
                        <a:t>NO</a:t>
                      </a:r>
                      <a:endParaRPr lang="zh-CN" sz="1400" kern="100" dirty="0">
                        <a:effectLst/>
                        <a:latin typeface="Times New Roman"/>
                        <a:ea typeface="宋体"/>
                      </a:endParaRPr>
                    </a:p>
                  </a:txBody>
                  <a:tcPr marL="30935" marR="30935" marT="0" marB="0" anchor="ctr"/>
                </a:tc>
                <a:tc>
                  <a:txBody>
                    <a:bodyPr/>
                    <a:lstStyle/>
                    <a:p>
                      <a:pPr algn="ctr">
                        <a:spcAft>
                          <a:spcPts val="0"/>
                        </a:spcAft>
                      </a:pPr>
                      <a:r>
                        <a:rPr lang="x-none" sz="1400" kern="100" cap="all">
                          <a:effectLst/>
                        </a:rPr>
                        <a:t>DATA</a:t>
                      </a:r>
                      <a:endParaRPr lang="zh-CN" sz="1400" kern="100">
                        <a:effectLst/>
                        <a:latin typeface="Times New Roman"/>
                        <a:ea typeface="宋体"/>
                      </a:endParaRPr>
                    </a:p>
                  </a:txBody>
                  <a:tcPr marL="30935" marR="30935" marT="0" marB="0" anchor="ctr"/>
                </a:tc>
                <a:tc>
                  <a:txBody>
                    <a:bodyPr/>
                    <a:lstStyle/>
                    <a:p>
                      <a:pPr algn="ctr">
                        <a:spcAft>
                          <a:spcPts val="0"/>
                        </a:spcAft>
                      </a:pPr>
                      <a:r>
                        <a:rPr lang="x-none" sz="1400" kern="100" cap="all">
                          <a:effectLst/>
                        </a:rPr>
                        <a:t>DESCRIPTION</a:t>
                      </a:r>
                      <a:endParaRPr lang="zh-CN" sz="1400" kern="100">
                        <a:effectLst/>
                        <a:latin typeface="Times New Roman"/>
                        <a:ea typeface="宋体"/>
                      </a:endParaRPr>
                    </a:p>
                  </a:txBody>
                  <a:tcPr marL="30935" marR="30935" marT="0" marB="0" anchor="ctr"/>
                </a:tc>
              </a:tr>
              <a:tr h="82478">
                <a:tc>
                  <a:txBody>
                    <a:bodyPr/>
                    <a:lstStyle/>
                    <a:p>
                      <a:pPr algn="ctr">
                        <a:spcAft>
                          <a:spcPts val="0"/>
                        </a:spcAft>
                      </a:pPr>
                      <a:r>
                        <a:rPr lang="en-US" sz="1400" kern="100">
                          <a:effectLst/>
                        </a:rPr>
                        <a:t>0</a:t>
                      </a:r>
                      <a:endParaRPr lang="zh-CN" sz="1400" kern="100">
                        <a:effectLst/>
                        <a:latin typeface="Times New Roman"/>
                        <a:ea typeface="宋体"/>
                      </a:endParaRPr>
                    </a:p>
                  </a:txBody>
                  <a:tcPr marL="30935" marR="30935" marT="0" marB="0" anchor="ctr"/>
                </a:tc>
                <a:tc>
                  <a:txBody>
                    <a:bodyPr/>
                    <a:lstStyle/>
                    <a:p>
                      <a:pPr algn="ctr">
                        <a:spcAft>
                          <a:spcPts val="0"/>
                        </a:spcAft>
                      </a:pPr>
                      <a:r>
                        <a:rPr lang="en-US" sz="1400" kern="100">
                          <a:effectLst/>
                        </a:rPr>
                        <a:t>C0H</a:t>
                      </a:r>
                      <a:endParaRPr lang="zh-CN" sz="1400" kern="100">
                        <a:effectLst/>
                        <a:latin typeface="Times New Roman"/>
                        <a:ea typeface="宋体"/>
                      </a:endParaRPr>
                    </a:p>
                  </a:txBody>
                  <a:tcPr marL="30935" marR="30935" marT="0" marB="0" anchor="ctr"/>
                </a:tc>
                <a:tc>
                  <a:txBody>
                    <a:bodyPr/>
                    <a:lstStyle/>
                    <a:p>
                      <a:pPr algn="ctr">
                        <a:spcAft>
                          <a:spcPts val="0"/>
                        </a:spcAft>
                      </a:pPr>
                      <a:r>
                        <a:rPr lang="en-US" sz="1400" kern="100">
                          <a:effectLst/>
                        </a:rPr>
                        <a:t>IDENTIFICATION</a:t>
                      </a:r>
                      <a:endParaRPr lang="zh-CN" sz="1400" kern="100">
                        <a:effectLst/>
                        <a:latin typeface="Times New Roman"/>
                        <a:ea typeface="宋体"/>
                      </a:endParaRPr>
                    </a:p>
                  </a:txBody>
                  <a:tcPr marL="30935" marR="30935" marT="0" marB="0" anchor="ctr"/>
                </a:tc>
              </a:tr>
              <a:tr h="82478">
                <a:tc>
                  <a:txBody>
                    <a:bodyPr/>
                    <a:lstStyle/>
                    <a:p>
                      <a:pPr algn="ctr">
                        <a:spcAft>
                          <a:spcPts val="0"/>
                        </a:spcAft>
                      </a:pPr>
                      <a:r>
                        <a:rPr lang="en-US" sz="1400" kern="100">
                          <a:effectLst/>
                        </a:rPr>
                        <a:t>1</a:t>
                      </a:r>
                      <a:endParaRPr lang="zh-CN" sz="1400" kern="100">
                        <a:effectLst/>
                        <a:latin typeface="Times New Roman"/>
                        <a:ea typeface="宋体"/>
                      </a:endParaRPr>
                    </a:p>
                  </a:txBody>
                  <a:tcPr marL="30935" marR="30935" marT="0" marB="0" anchor="ctr"/>
                </a:tc>
                <a:tc>
                  <a:txBody>
                    <a:bodyPr/>
                    <a:lstStyle/>
                    <a:p>
                      <a:pPr algn="ctr">
                        <a:spcAft>
                          <a:spcPts val="0"/>
                        </a:spcAft>
                      </a:pPr>
                      <a:r>
                        <a:rPr lang="en-US" sz="1400" kern="100">
                          <a:effectLst/>
                        </a:rPr>
                        <a:t>m</a:t>
                      </a:r>
                      <a:endParaRPr lang="zh-CN" sz="1400" kern="100">
                        <a:effectLst/>
                        <a:latin typeface="Times New Roman"/>
                        <a:ea typeface="宋体"/>
                      </a:endParaRPr>
                    </a:p>
                  </a:txBody>
                  <a:tcPr marL="30935" marR="30935" marT="0" marB="0" anchor="ctr"/>
                </a:tc>
                <a:tc>
                  <a:txBody>
                    <a:bodyPr/>
                    <a:lstStyle/>
                    <a:p>
                      <a:pPr algn="ctr">
                        <a:spcAft>
                          <a:spcPts val="0"/>
                        </a:spcAft>
                      </a:pPr>
                      <a:r>
                        <a:rPr lang="en-US" sz="1400" kern="100" dirty="0">
                          <a:effectLst/>
                        </a:rPr>
                        <a:t>Length </a:t>
                      </a:r>
                      <a:r>
                        <a:rPr lang="en-US" sz="1400" kern="100" dirty="0" smtClean="0">
                          <a:effectLst/>
                        </a:rPr>
                        <a:t>m=38n+2</a:t>
                      </a:r>
                      <a:endParaRPr lang="zh-CN" sz="1400" kern="100" dirty="0">
                        <a:effectLst/>
                        <a:latin typeface="Times New Roman"/>
                        <a:ea typeface="宋体"/>
                      </a:endParaRPr>
                    </a:p>
                  </a:txBody>
                  <a:tcPr marL="30935" marR="30935" marT="0" marB="0" anchor="ctr"/>
                </a:tc>
              </a:tr>
              <a:tr h="82478">
                <a:tc>
                  <a:txBody>
                    <a:bodyPr/>
                    <a:lstStyle/>
                    <a:p>
                      <a:pPr algn="ctr">
                        <a:spcAft>
                          <a:spcPts val="0"/>
                        </a:spcAft>
                      </a:pPr>
                      <a:r>
                        <a:rPr lang="en-US" sz="1400" kern="100">
                          <a:effectLst/>
                        </a:rPr>
                        <a:t>2</a:t>
                      </a:r>
                      <a:endParaRPr lang="zh-CN" sz="1400" kern="100">
                        <a:effectLst/>
                        <a:latin typeface="Times New Roman"/>
                        <a:ea typeface="宋体"/>
                      </a:endParaRPr>
                    </a:p>
                  </a:txBody>
                  <a:tcPr marL="30935" marR="30935" marT="0" marB="0" anchor="ctr"/>
                </a:tc>
                <a:tc>
                  <a:txBody>
                    <a:bodyPr/>
                    <a:lstStyle/>
                    <a:p>
                      <a:pPr algn="ctr">
                        <a:spcAft>
                          <a:spcPts val="0"/>
                        </a:spcAft>
                      </a:pPr>
                      <a:r>
                        <a:rPr lang="en-US" sz="1400" kern="100">
                          <a:effectLst/>
                        </a:rPr>
                        <a:t>00H</a:t>
                      </a:r>
                      <a:endParaRPr lang="zh-CN" sz="1400" kern="100">
                        <a:effectLst/>
                        <a:latin typeface="Times New Roman"/>
                        <a:ea typeface="宋体"/>
                      </a:endParaRPr>
                    </a:p>
                  </a:txBody>
                  <a:tcPr marL="30935" marR="30935" marT="0" marB="0" anchor="ctr"/>
                </a:tc>
                <a:tc>
                  <a:txBody>
                    <a:bodyPr/>
                    <a:lstStyle/>
                    <a:p>
                      <a:pPr algn="ctr">
                        <a:spcAft>
                          <a:spcPts val="0"/>
                        </a:spcAft>
                      </a:pPr>
                      <a:r>
                        <a:rPr lang="en-US" sz="1400" kern="100">
                          <a:effectLst/>
                        </a:rPr>
                        <a:t>reserved</a:t>
                      </a:r>
                      <a:endParaRPr lang="zh-CN" sz="1400" kern="100">
                        <a:effectLst/>
                        <a:latin typeface="Times New Roman"/>
                        <a:ea typeface="宋体"/>
                      </a:endParaRPr>
                    </a:p>
                  </a:txBody>
                  <a:tcPr marL="30935" marR="30935" marT="0" marB="0" anchor="ctr"/>
                </a:tc>
              </a:tr>
              <a:tr h="82478">
                <a:tc>
                  <a:txBody>
                    <a:bodyPr/>
                    <a:lstStyle/>
                    <a:p>
                      <a:pPr algn="ctr">
                        <a:spcAft>
                          <a:spcPts val="0"/>
                        </a:spcAft>
                      </a:pPr>
                      <a:r>
                        <a:rPr lang="en-US" sz="1400" kern="100">
                          <a:effectLst/>
                        </a:rPr>
                        <a:t>3</a:t>
                      </a:r>
                      <a:endParaRPr lang="zh-CN" sz="1400" kern="100">
                        <a:effectLst/>
                        <a:latin typeface="Times New Roman"/>
                        <a:ea typeface="宋体"/>
                      </a:endParaRPr>
                    </a:p>
                  </a:txBody>
                  <a:tcPr marL="30935" marR="30935" marT="0" marB="0" anchor="ctr"/>
                </a:tc>
                <a:tc>
                  <a:txBody>
                    <a:bodyPr/>
                    <a:lstStyle/>
                    <a:p>
                      <a:pPr algn="ctr">
                        <a:spcAft>
                          <a:spcPts val="0"/>
                        </a:spcAft>
                      </a:pPr>
                      <a:r>
                        <a:rPr lang="en-US" sz="1400" kern="100">
                          <a:effectLst/>
                        </a:rPr>
                        <a:t>n</a:t>
                      </a:r>
                      <a:endParaRPr lang="zh-CN" sz="1400" kern="100">
                        <a:effectLst/>
                        <a:latin typeface="Times New Roman"/>
                        <a:ea typeface="宋体"/>
                      </a:endParaRPr>
                    </a:p>
                  </a:txBody>
                  <a:tcPr marL="30935" marR="30935" marT="0" marB="0" anchor="ctr"/>
                </a:tc>
                <a:tc>
                  <a:txBody>
                    <a:bodyPr/>
                    <a:lstStyle/>
                    <a:p>
                      <a:pPr algn="ctr">
                        <a:spcAft>
                          <a:spcPts val="0"/>
                        </a:spcAft>
                      </a:pPr>
                      <a:r>
                        <a:rPr lang="en-US" sz="1400" kern="100" dirty="0">
                          <a:effectLst/>
                        </a:rPr>
                        <a:t>Command counter</a:t>
                      </a:r>
                      <a:endParaRPr lang="zh-CN" sz="1400" kern="100" dirty="0">
                        <a:effectLst/>
                        <a:latin typeface="Times New Roman"/>
                        <a:ea typeface="宋体"/>
                      </a:endParaRPr>
                    </a:p>
                  </a:txBody>
                  <a:tcPr marL="30935" marR="30935" marT="0" marB="0" anchor="ctr"/>
                </a:tc>
              </a:tr>
              <a:tr h="82478">
                <a:tc>
                  <a:txBody>
                    <a:bodyPr/>
                    <a:lstStyle/>
                    <a:p>
                      <a:pPr algn="ctr">
                        <a:spcAft>
                          <a:spcPts val="0"/>
                        </a:spcAft>
                      </a:pPr>
                      <a:r>
                        <a:rPr lang="en-US" sz="1400" kern="100">
                          <a:effectLst/>
                        </a:rPr>
                        <a:t>4</a:t>
                      </a:r>
                      <a:endParaRPr lang="zh-CN" sz="1400" kern="100">
                        <a:effectLst/>
                        <a:latin typeface="Times New Roman"/>
                        <a:ea typeface="宋体"/>
                      </a:endParaRPr>
                    </a:p>
                  </a:txBody>
                  <a:tcPr marL="30935" marR="30935" marT="0" marB="0" anchor="ctr"/>
                </a:tc>
                <a:tc>
                  <a:txBody>
                    <a:bodyPr/>
                    <a:lstStyle/>
                    <a:p>
                      <a:pPr algn="ctr">
                        <a:spcAft>
                          <a:spcPts val="0"/>
                        </a:spcAft>
                      </a:pPr>
                      <a:r>
                        <a:rPr lang="en-US" sz="1400" kern="100">
                          <a:effectLst/>
                        </a:rPr>
                        <a:t>##H</a:t>
                      </a:r>
                      <a:endParaRPr lang="zh-CN" sz="1400" kern="100">
                        <a:effectLst/>
                        <a:latin typeface="Times New Roman"/>
                        <a:ea typeface="宋体"/>
                      </a:endParaRPr>
                    </a:p>
                  </a:txBody>
                  <a:tcPr marL="30935" marR="30935" marT="0" marB="0" anchor="ctr"/>
                </a:tc>
                <a:tc rowSpan="4">
                  <a:txBody>
                    <a:bodyPr/>
                    <a:lstStyle/>
                    <a:p>
                      <a:pPr algn="ctr">
                        <a:spcAft>
                          <a:spcPts val="0"/>
                        </a:spcAft>
                      </a:pPr>
                      <a:r>
                        <a:rPr lang="en-US" sz="1400" kern="100" dirty="0">
                          <a:effectLst/>
                        </a:rPr>
                        <a:t>Data block time 1 (s) </a:t>
                      </a:r>
                      <a:endParaRPr lang="zh-CN" sz="1400" kern="100" dirty="0">
                        <a:effectLst/>
                        <a:latin typeface="Times New Roman"/>
                        <a:ea typeface="宋体"/>
                      </a:endParaRPr>
                    </a:p>
                  </a:txBody>
                  <a:tcPr marL="30935" marR="30935" marT="0" marB="0" anchor="ctr"/>
                </a:tc>
              </a:tr>
              <a:tr h="82478">
                <a:tc>
                  <a:txBody>
                    <a:bodyPr/>
                    <a:lstStyle/>
                    <a:p>
                      <a:pPr algn="ctr">
                        <a:spcAft>
                          <a:spcPts val="0"/>
                        </a:spcAft>
                      </a:pPr>
                      <a:r>
                        <a:rPr lang="en-US" sz="1400" kern="100">
                          <a:effectLst/>
                        </a:rPr>
                        <a:t>5</a:t>
                      </a:r>
                      <a:endParaRPr lang="zh-CN" sz="1400" kern="100">
                        <a:effectLst/>
                        <a:latin typeface="Times New Roman"/>
                        <a:ea typeface="宋体"/>
                      </a:endParaRPr>
                    </a:p>
                  </a:txBody>
                  <a:tcPr marL="30935" marR="30935" marT="0" marB="0" anchor="ctr"/>
                </a:tc>
                <a:tc>
                  <a:txBody>
                    <a:bodyPr/>
                    <a:lstStyle/>
                    <a:p>
                      <a:pPr algn="ctr">
                        <a:spcAft>
                          <a:spcPts val="0"/>
                        </a:spcAft>
                      </a:pPr>
                      <a:r>
                        <a:rPr lang="en-US" sz="1400" kern="100">
                          <a:effectLst/>
                        </a:rPr>
                        <a:t>##H</a:t>
                      </a:r>
                      <a:endParaRPr lang="zh-CN" sz="1400" kern="100">
                        <a:effectLst/>
                        <a:latin typeface="Times New Roman"/>
                        <a:ea typeface="宋体"/>
                      </a:endParaRPr>
                    </a:p>
                  </a:txBody>
                  <a:tcPr marL="30935" marR="30935" marT="0" marB="0" anchor="ctr"/>
                </a:tc>
                <a:tc vMerge="1">
                  <a:txBody>
                    <a:bodyPr/>
                    <a:lstStyle/>
                    <a:p>
                      <a:endParaRPr lang="zh-CN" altLang="en-US"/>
                    </a:p>
                  </a:txBody>
                  <a:tcPr/>
                </a:tc>
              </a:tr>
              <a:tr h="82478">
                <a:tc>
                  <a:txBody>
                    <a:bodyPr/>
                    <a:lstStyle/>
                    <a:p>
                      <a:pPr algn="ctr">
                        <a:spcAft>
                          <a:spcPts val="0"/>
                        </a:spcAft>
                      </a:pPr>
                      <a:r>
                        <a:rPr lang="en-US" sz="1400" kern="100">
                          <a:effectLst/>
                        </a:rPr>
                        <a:t>6</a:t>
                      </a:r>
                      <a:endParaRPr lang="zh-CN" sz="1400" kern="100">
                        <a:effectLst/>
                        <a:latin typeface="Times New Roman"/>
                        <a:ea typeface="宋体"/>
                      </a:endParaRPr>
                    </a:p>
                  </a:txBody>
                  <a:tcPr marL="30935" marR="30935" marT="0" marB="0" anchor="ctr"/>
                </a:tc>
                <a:tc>
                  <a:txBody>
                    <a:bodyPr/>
                    <a:lstStyle/>
                    <a:p>
                      <a:pPr algn="ctr">
                        <a:spcAft>
                          <a:spcPts val="0"/>
                        </a:spcAft>
                      </a:pPr>
                      <a:r>
                        <a:rPr lang="en-US" sz="1400" kern="100">
                          <a:effectLst/>
                        </a:rPr>
                        <a:t>##H</a:t>
                      </a:r>
                      <a:endParaRPr lang="zh-CN" sz="1400" kern="100">
                        <a:effectLst/>
                        <a:latin typeface="Times New Roman"/>
                        <a:ea typeface="宋体"/>
                      </a:endParaRPr>
                    </a:p>
                  </a:txBody>
                  <a:tcPr marL="30935" marR="30935" marT="0" marB="0" anchor="ctr"/>
                </a:tc>
                <a:tc vMerge="1">
                  <a:txBody>
                    <a:bodyPr/>
                    <a:lstStyle/>
                    <a:p>
                      <a:endParaRPr lang="zh-CN" altLang="en-US"/>
                    </a:p>
                  </a:txBody>
                  <a:tcPr/>
                </a:tc>
              </a:tr>
              <a:tr h="82478">
                <a:tc>
                  <a:txBody>
                    <a:bodyPr/>
                    <a:lstStyle/>
                    <a:p>
                      <a:pPr algn="ctr">
                        <a:spcAft>
                          <a:spcPts val="0"/>
                        </a:spcAft>
                      </a:pPr>
                      <a:r>
                        <a:rPr lang="en-US" sz="1400" kern="100">
                          <a:effectLst/>
                        </a:rPr>
                        <a:t>7</a:t>
                      </a:r>
                      <a:endParaRPr lang="zh-CN" sz="1400" kern="100">
                        <a:effectLst/>
                        <a:latin typeface="Times New Roman"/>
                        <a:ea typeface="宋体"/>
                      </a:endParaRPr>
                    </a:p>
                  </a:txBody>
                  <a:tcPr marL="30935" marR="30935" marT="0" marB="0" anchor="ctr"/>
                </a:tc>
                <a:tc>
                  <a:txBody>
                    <a:bodyPr/>
                    <a:lstStyle/>
                    <a:p>
                      <a:pPr algn="ctr">
                        <a:spcAft>
                          <a:spcPts val="0"/>
                        </a:spcAft>
                      </a:pPr>
                      <a:r>
                        <a:rPr lang="en-US" sz="1400" kern="100">
                          <a:effectLst/>
                        </a:rPr>
                        <a:t>##H</a:t>
                      </a:r>
                      <a:endParaRPr lang="zh-CN" sz="1400" kern="100">
                        <a:effectLst/>
                        <a:latin typeface="Times New Roman"/>
                        <a:ea typeface="宋体"/>
                      </a:endParaRPr>
                    </a:p>
                  </a:txBody>
                  <a:tcPr marL="30935" marR="30935" marT="0" marB="0" anchor="ctr"/>
                </a:tc>
                <a:tc vMerge="1">
                  <a:txBody>
                    <a:bodyPr/>
                    <a:lstStyle/>
                    <a:p>
                      <a:endParaRPr lang="zh-CN" altLang="en-US"/>
                    </a:p>
                  </a:txBody>
                  <a:tcPr/>
                </a:tc>
              </a:tr>
              <a:tr h="82478">
                <a:tc>
                  <a:txBody>
                    <a:bodyPr/>
                    <a:lstStyle/>
                    <a:p>
                      <a:pPr algn="ctr">
                        <a:spcAft>
                          <a:spcPts val="0"/>
                        </a:spcAft>
                      </a:pPr>
                      <a:r>
                        <a:rPr lang="en-US" sz="1400" kern="100">
                          <a:effectLst/>
                        </a:rPr>
                        <a:t>8</a:t>
                      </a:r>
                      <a:endParaRPr lang="zh-CN" sz="1400" kern="100">
                        <a:effectLst/>
                        <a:latin typeface="Times New Roman"/>
                        <a:ea typeface="宋体"/>
                      </a:endParaRPr>
                    </a:p>
                  </a:txBody>
                  <a:tcPr marL="30935" marR="30935" marT="0" marB="0" anchor="ctr"/>
                </a:tc>
                <a:tc>
                  <a:txBody>
                    <a:bodyPr/>
                    <a:lstStyle/>
                    <a:p>
                      <a:pPr algn="ctr">
                        <a:spcAft>
                          <a:spcPts val="0"/>
                        </a:spcAft>
                      </a:pPr>
                      <a:r>
                        <a:rPr lang="en-US" sz="1400" kern="100" dirty="0">
                          <a:effectLst/>
                        </a:rPr>
                        <a:t>##H</a:t>
                      </a:r>
                      <a:endParaRPr lang="zh-CN" sz="1400" kern="100" dirty="0">
                        <a:effectLst/>
                        <a:latin typeface="Times New Roman"/>
                        <a:ea typeface="宋体"/>
                      </a:endParaRPr>
                    </a:p>
                  </a:txBody>
                  <a:tcPr marL="30935" marR="30935" marT="0" marB="0" anchor="ctr"/>
                </a:tc>
                <a:tc>
                  <a:txBody>
                    <a:bodyPr/>
                    <a:lstStyle/>
                    <a:p>
                      <a:pPr algn="ctr">
                        <a:spcAft>
                          <a:spcPts val="0"/>
                        </a:spcAft>
                      </a:pPr>
                      <a:r>
                        <a:rPr lang="en-US" sz="1400" kern="100" dirty="0">
                          <a:effectLst/>
                        </a:rPr>
                        <a:t>Data block channel </a:t>
                      </a:r>
                      <a:r>
                        <a:rPr lang="en-US" sz="1400" kern="100" dirty="0" smtClean="0">
                          <a:effectLst/>
                        </a:rPr>
                        <a:t>identification </a:t>
                      </a:r>
                      <a:r>
                        <a:rPr lang="en-US" sz="1400" kern="100" dirty="0">
                          <a:effectLst/>
                        </a:rPr>
                        <a:t>1</a:t>
                      </a:r>
                      <a:endParaRPr lang="zh-CN" sz="1400" kern="100" dirty="0">
                        <a:effectLst/>
                        <a:latin typeface="Times New Roman"/>
                        <a:ea typeface="宋体"/>
                      </a:endParaRPr>
                    </a:p>
                  </a:txBody>
                  <a:tcPr marL="30935" marR="30935" marT="0" marB="0" anchor="ctr"/>
                </a:tc>
              </a:tr>
              <a:tr h="82478">
                <a:tc>
                  <a:txBody>
                    <a:bodyPr/>
                    <a:lstStyle/>
                    <a:p>
                      <a:pPr algn="ctr">
                        <a:spcAft>
                          <a:spcPts val="0"/>
                        </a:spcAft>
                      </a:pPr>
                      <a:r>
                        <a:rPr lang="en-US" sz="1400" kern="100" dirty="0">
                          <a:effectLst/>
                        </a:rPr>
                        <a:t>9</a:t>
                      </a:r>
                      <a:endParaRPr lang="zh-CN" sz="1400" kern="100" dirty="0">
                        <a:effectLst/>
                        <a:latin typeface="Times New Roman"/>
                        <a:ea typeface="宋体"/>
                      </a:endParaRPr>
                    </a:p>
                  </a:txBody>
                  <a:tcPr marL="30935" marR="30935" marT="0" marB="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kern="100" dirty="0" smtClean="0">
                          <a:effectLst/>
                        </a:rPr>
                        <a:t>##H</a:t>
                      </a:r>
                      <a:endParaRPr lang="zh-CN" altLang="zh-CN" sz="1400" kern="100" dirty="0" smtClean="0">
                        <a:effectLst/>
                        <a:latin typeface="Times New Roman"/>
                        <a:ea typeface="+mn-ea"/>
                      </a:endParaRPr>
                    </a:p>
                  </a:txBody>
                  <a:tcPr marL="30935" marR="30935" marT="0" marB="0" anchor="ctr"/>
                </a:tc>
                <a:tc>
                  <a:txBody>
                    <a:bodyPr/>
                    <a:lstStyle/>
                    <a:p>
                      <a:pPr algn="ctr">
                        <a:spcAft>
                          <a:spcPts val="0"/>
                        </a:spcAft>
                      </a:pPr>
                      <a:r>
                        <a:rPr lang="en-US" altLang="zh-CN" sz="1400" kern="100" dirty="0" smtClean="0">
                          <a:effectLst/>
                        </a:rPr>
                        <a:t>Data block Task</a:t>
                      </a:r>
                      <a:r>
                        <a:rPr lang="en-US" altLang="zh-CN" sz="1400" kern="100" baseline="0" dirty="0" smtClean="0">
                          <a:effectLst/>
                        </a:rPr>
                        <a:t> ID</a:t>
                      </a:r>
                      <a:endParaRPr lang="zh-CN" sz="1400" kern="100" dirty="0">
                        <a:effectLst/>
                        <a:latin typeface="Times New Roman"/>
                        <a:ea typeface="宋体"/>
                      </a:endParaRPr>
                    </a:p>
                  </a:txBody>
                  <a:tcPr marL="30935" marR="30935" marT="0" marB="0" anchor="ctr"/>
                </a:tc>
              </a:tr>
              <a:tr h="82478">
                <a:tc>
                  <a:txBody>
                    <a:bodyPr/>
                    <a:lstStyle/>
                    <a:p>
                      <a:pPr algn="ctr">
                        <a:spcAft>
                          <a:spcPts val="0"/>
                        </a:spcAft>
                      </a:pPr>
                      <a:r>
                        <a:rPr lang="en-US" sz="1400" kern="100" dirty="0">
                          <a:effectLst/>
                        </a:rPr>
                        <a:t>10</a:t>
                      </a:r>
                      <a:endParaRPr lang="zh-CN" sz="1400" kern="100" dirty="0">
                        <a:effectLst/>
                        <a:latin typeface="Times New Roman"/>
                        <a:ea typeface="宋体"/>
                      </a:endParaRPr>
                    </a:p>
                  </a:txBody>
                  <a:tcPr marL="30935" marR="30935" marT="0" marB="0" anchor="ctr"/>
                </a:tc>
                <a:tc>
                  <a:txBody>
                    <a:bodyPr/>
                    <a:lstStyle/>
                    <a:p>
                      <a:pPr algn="ctr">
                        <a:spcAft>
                          <a:spcPts val="0"/>
                        </a:spcAft>
                      </a:pPr>
                      <a:r>
                        <a:rPr lang="en-US" sz="1400" kern="100">
                          <a:effectLst/>
                        </a:rPr>
                        <a:t>##H</a:t>
                      </a:r>
                      <a:endParaRPr lang="zh-CN" sz="1400" kern="100">
                        <a:effectLst/>
                        <a:latin typeface="Times New Roman"/>
                        <a:ea typeface="宋体"/>
                      </a:endParaRPr>
                    </a:p>
                  </a:txBody>
                  <a:tcPr marL="30935" marR="30935" marT="0" marB="0" anchor="ctr"/>
                </a:tc>
                <a:tc rowSpan="8">
                  <a:txBody>
                    <a:bodyPr/>
                    <a:lstStyle/>
                    <a:p>
                      <a:pPr algn="ctr">
                        <a:spcAft>
                          <a:spcPts val="0"/>
                        </a:spcAft>
                      </a:pPr>
                      <a:r>
                        <a:rPr lang="en-US" sz="1400" kern="100" dirty="0">
                          <a:effectLst/>
                        </a:rPr>
                        <a:t>Data block code 1</a:t>
                      </a:r>
                      <a:endParaRPr lang="zh-CN" sz="1400" kern="100" dirty="0">
                        <a:effectLst/>
                        <a:latin typeface="Times New Roman"/>
                        <a:ea typeface="宋体"/>
                      </a:endParaRPr>
                    </a:p>
                  </a:txBody>
                  <a:tcPr marL="30935" marR="30935" marT="0" marB="0" anchor="ctr"/>
                </a:tc>
              </a:tr>
              <a:tr h="82478">
                <a:tc>
                  <a:txBody>
                    <a:bodyPr/>
                    <a:lstStyle/>
                    <a:p>
                      <a:pPr algn="ctr">
                        <a:spcAft>
                          <a:spcPts val="0"/>
                        </a:spcAft>
                      </a:pPr>
                      <a:r>
                        <a:rPr lang="en-US" sz="1400" kern="100" dirty="0">
                          <a:effectLst/>
                        </a:rPr>
                        <a:t>11</a:t>
                      </a:r>
                      <a:endParaRPr lang="zh-CN" sz="1400" kern="100" dirty="0">
                        <a:effectLst/>
                        <a:latin typeface="Times New Roman"/>
                        <a:ea typeface="宋体"/>
                      </a:endParaRPr>
                    </a:p>
                  </a:txBody>
                  <a:tcPr marL="30935" marR="30935" marT="0" marB="0" anchor="ctr"/>
                </a:tc>
                <a:tc>
                  <a:txBody>
                    <a:bodyPr/>
                    <a:lstStyle/>
                    <a:p>
                      <a:pPr algn="ctr">
                        <a:spcAft>
                          <a:spcPts val="0"/>
                        </a:spcAft>
                      </a:pPr>
                      <a:r>
                        <a:rPr lang="en-US" sz="1400" kern="100">
                          <a:effectLst/>
                        </a:rPr>
                        <a:t>##H</a:t>
                      </a:r>
                      <a:endParaRPr lang="zh-CN" sz="1400" kern="100">
                        <a:effectLst/>
                        <a:latin typeface="Times New Roman"/>
                        <a:ea typeface="宋体"/>
                      </a:endParaRPr>
                    </a:p>
                  </a:txBody>
                  <a:tcPr marL="30935" marR="30935" marT="0" marB="0" anchor="ctr"/>
                </a:tc>
                <a:tc vMerge="1">
                  <a:txBody>
                    <a:bodyPr/>
                    <a:lstStyle/>
                    <a:p>
                      <a:endParaRPr lang="zh-CN" altLang="en-US"/>
                    </a:p>
                  </a:txBody>
                  <a:tcPr/>
                </a:tc>
              </a:tr>
              <a:tr h="82478">
                <a:tc>
                  <a:txBody>
                    <a:bodyPr/>
                    <a:lstStyle/>
                    <a:p>
                      <a:pPr algn="ctr">
                        <a:spcAft>
                          <a:spcPts val="0"/>
                        </a:spcAft>
                      </a:pPr>
                      <a:r>
                        <a:rPr lang="en-US" sz="1400" kern="100" dirty="0">
                          <a:effectLst/>
                        </a:rPr>
                        <a:t>12</a:t>
                      </a:r>
                      <a:endParaRPr lang="zh-CN" sz="1400" kern="100" dirty="0">
                        <a:effectLst/>
                        <a:latin typeface="Times New Roman"/>
                        <a:ea typeface="宋体"/>
                      </a:endParaRPr>
                    </a:p>
                  </a:txBody>
                  <a:tcPr marL="30935" marR="30935" marT="0" marB="0" anchor="ctr"/>
                </a:tc>
                <a:tc>
                  <a:txBody>
                    <a:bodyPr/>
                    <a:lstStyle/>
                    <a:p>
                      <a:pPr algn="ctr">
                        <a:spcAft>
                          <a:spcPts val="0"/>
                        </a:spcAft>
                      </a:pPr>
                      <a:r>
                        <a:rPr lang="en-US" sz="1400" kern="100">
                          <a:effectLst/>
                        </a:rPr>
                        <a:t>##H</a:t>
                      </a:r>
                      <a:endParaRPr lang="zh-CN" sz="1400" kern="100">
                        <a:effectLst/>
                        <a:latin typeface="Times New Roman"/>
                        <a:ea typeface="宋体"/>
                      </a:endParaRPr>
                    </a:p>
                  </a:txBody>
                  <a:tcPr marL="30935" marR="30935" marT="0" marB="0" anchor="ctr"/>
                </a:tc>
                <a:tc vMerge="1">
                  <a:txBody>
                    <a:bodyPr/>
                    <a:lstStyle/>
                    <a:p>
                      <a:endParaRPr lang="zh-CN" altLang="en-US"/>
                    </a:p>
                  </a:txBody>
                  <a:tcPr/>
                </a:tc>
              </a:tr>
              <a:tr h="82478">
                <a:tc>
                  <a:txBody>
                    <a:bodyPr/>
                    <a:lstStyle/>
                    <a:p>
                      <a:pPr algn="ctr">
                        <a:spcAft>
                          <a:spcPts val="0"/>
                        </a:spcAft>
                      </a:pPr>
                      <a:r>
                        <a:rPr lang="en-US" sz="1400" kern="100" dirty="0">
                          <a:effectLst/>
                        </a:rPr>
                        <a:t>13</a:t>
                      </a:r>
                      <a:endParaRPr lang="zh-CN" sz="1400" kern="100" dirty="0">
                        <a:effectLst/>
                        <a:latin typeface="Times New Roman"/>
                        <a:ea typeface="宋体"/>
                      </a:endParaRPr>
                    </a:p>
                  </a:txBody>
                  <a:tcPr marL="30935" marR="30935" marT="0" marB="0" anchor="ctr"/>
                </a:tc>
                <a:tc>
                  <a:txBody>
                    <a:bodyPr/>
                    <a:lstStyle/>
                    <a:p>
                      <a:pPr algn="ctr">
                        <a:spcAft>
                          <a:spcPts val="0"/>
                        </a:spcAft>
                      </a:pPr>
                      <a:r>
                        <a:rPr lang="en-US" sz="1400" kern="100">
                          <a:effectLst/>
                        </a:rPr>
                        <a:t>##H</a:t>
                      </a:r>
                      <a:endParaRPr lang="zh-CN" sz="1400" kern="100">
                        <a:effectLst/>
                        <a:latin typeface="Times New Roman"/>
                        <a:ea typeface="宋体"/>
                      </a:endParaRPr>
                    </a:p>
                  </a:txBody>
                  <a:tcPr marL="30935" marR="30935" marT="0" marB="0" anchor="ctr"/>
                </a:tc>
                <a:tc vMerge="1">
                  <a:txBody>
                    <a:bodyPr/>
                    <a:lstStyle/>
                    <a:p>
                      <a:endParaRPr lang="zh-CN" altLang="en-US"/>
                    </a:p>
                  </a:txBody>
                  <a:tcPr/>
                </a:tc>
              </a:tr>
              <a:tr h="82478">
                <a:tc>
                  <a:txBody>
                    <a:bodyPr/>
                    <a:lstStyle/>
                    <a:p>
                      <a:pPr algn="ctr">
                        <a:spcAft>
                          <a:spcPts val="0"/>
                        </a:spcAft>
                      </a:pPr>
                      <a:r>
                        <a:rPr lang="en-US" sz="1400" kern="100" dirty="0">
                          <a:effectLst/>
                        </a:rPr>
                        <a:t>14</a:t>
                      </a:r>
                      <a:endParaRPr lang="zh-CN" sz="1400" kern="100" dirty="0">
                        <a:effectLst/>
                        <a:latin typeface="Times New Roman"/>
                        <a:ea typeface="宋体"/>
                      </a:endParaRPr>
                    </a:p>
                  </a:txBody>
                  <a:tcPr marL="30935" marR="30935" marT="0" marB="0" anchor="ctr"/>
                </a:tc>
                <a:tc>
                  <a:txBody>
                    <a:bodyPr/>
                    <a:lstStyle/>
                    <a:p>
                      <a:pPr algn="ctr">
                        <a:spcAft>
                          <a:spcPts val="0"/>
                        </a:spcAft>
                      </a:pPr>
                      <a:r>
                        <a:rPr lang="en-US" sz="1400" kern="100">
                          <a:effectLst/>
                        </a:rPr>
                        <a:t>##H</a:t>
                      </a:r>
                      <a:endParaRPr lang="zh-CN" sz="1400" kern="100">
                        <a:effectLst/>
                        <a:latin typeface="Times New Roman"/>
                        <a:ea typeface="宋体"/>
                      </a:endParaRPr>
                    </a:p>
                  </a:txBody>
                  <a:tcPr marL="30935" marR="30935" marT="0" marB="0" anchor="ctr"/>
                </a:tc>
                <a:tc vMerge="1">
                  <a:txBody>
                    <a:bodyPr/>
                    <a:lstStyle/>
                    <a:p>
                      <a:endParaRPr lang="zh-CN" altLang="en-US"/>
                    </a:p>
                  </a:txBody>
                  <a:tcPr/>
                </a:tc>
              </a:tr>
              <a:tr h="82478">
                <a:tc>
                  <a:txBody>
                    <a:bodyPr/>
                    <a:lstStyle/>
                    <a:p>
                      <a:pPr algn="ctr">
                        <a:spcAft>
                          <a:spcPts val="0"/>
                        </a:spcAft>
                      </a:pPr>
                      <a:r>
                        <a:rPr lang="en-US" sz="1400" kern="100" dirty="0" smtClean="0">
                          <a:effectLst/>
                        </a:rPr>
                        <a:t>…</a:t>
                      </a:r>
                      <a:endParaRPr lang="zh-CN" sz="1400" kern="100" dirty="0">
                        <a:effectLst/>
                        <a:latin typeface="Times New Roman"/>
                        <a:ea typeface="宋体"/>
                      </a:endParaRPr>
                    </a:p>
                  </a:txBody>
                  <a:tcPr marL="30935" marR="30935" marT="0" marB="0" anchor="ctr"/>
                </a:tc>
                <a:tc>
                  <a:txBody>
                    <a:bodyPr/>
                    <a:lstStyle/>
                    <a:p>
                      <a:pPr algn="ctr">
                        <a:spcAft>
                          <a:spcPts val="0"/>
                        </a:spcAft>
                      </a:pPr>
                      <a:r>
                        <a:rPr lang="en-US" sz="1400" kern="100" dirty="0" smtClean="0">
                          <a:effectLst/>
                        </a:rPr>
                        <a:t>…</a:t>
                      </a:r>
                      <a:endParaRPr lang="zh-CN" sz="1400" kern="100" dirty="0">
                        <a:effectLst/>
                        <a:latin typeface="Times New Roman"/>
                        <a:ea typeface="宋体"/>
                      </a:endParaRPr>
                    </a:p>
                  </a:txBody>
                  <a:tcPr marL="30935" marR="30935" marT="0" marB="0" anchor="ctr"/>
                </a:tc>
                <a:tc vMerge="1">
                  <a:txBody>
                    <a:bodyPr/>
                    <a:lstStyle/>
                    <a:p>
                      <a:endParaRPr lang="zh-CN" altLang="en-US"/>
                    </a:p>
                  </a:txBody>
                  <a:tcPr/>
                </a:tc>
              </a:tr>
              <a:tr h="82478">
                <a:tc>
                  <a:txBody>
                    <a:bodyPr/>
                    <a:lstStyle/>
                    <a:p>
                      <a:pPr algn="ctr">
                        <a:spcAft>
                          <a:spcPts val="0"/>
                        </a:spcAft>
                      </a:pPr>
                      <a:r>
                        <a:rPr lang="en-US" sz="1400" kern="100" dirty="0" smtClean="0">
                          <a:effectLst/>
                        </a:rPr>
                        <a:t>40</a:t>
                      </a:r>
                      <a:endParaRPr lang="zh-CN" sz="1400" kern="100" dirty="0">
                        <a:effectLst/>
                        <a:latin typeface="Times New Roman"/>
                        <a:ea typeface="宋体"/>
                      </a:endParaRPr>
                    </a:p>
                  </a:txBody>
                  <a:tcPr marL="30935" marR="30935" marT="0" marB="0" anchor="ctr"/>
                </a:tc>
                <a:tc>
                  <a:txBody>
                    <a:bodyPr/>
                    <a:lstStyle/>
                    <a:p>
                      <a:pPr algn="ctr">
                        <a:spcAft>
                          <a:spcPts val="0"/>
                        </a:spcAft>
                      </a:pPr>
                      <a:r>
                        <a:rPr lang="en-US" sz="1400" kern="100">
                          <a:effectLst/>
                        </a:rPr>
                        <a:t>##H</a:t>
                      </a:r>
                      <a:endParaRPr lang="zh-CN" sz="1400" kern="100">
                        <a:effectLst/>
                        <a:latin typeface="Times New Roman"/>
                        <a:ea typeface="宋体"/>
                      </a:endParaRPr>
                    </a:p>
                  </a:txBody>
                  <a:tcPr marL="30935" marR="30935" marT="0" marB="0" anchor="ctr"/>
                </a:tc>
                <a:tc vMerge="1">
                  <a:txBody>
                    <a:bodyPr/>
                    <a:lstStyle/>
                    <a:p>
                      <a:endParaRPr lang="zh-CN" altLang="en-US"/>
                    </a:p>
                  </a:txBody>
                  <a:tcPr/>
                </a:tc>
              </a:tr>
              <a:tr h="82478">
                <a:tc>
                  <a:txBody>
                    <a:bodyPr/>
                    <a:lstStyle/>
                    <a:p>
                      <a:pPr algn="ctr">
                        <a:spcAft>
                          <a:spcPts val="0"/>
                        </a:spcAft>
                      </a:pPr>
                      <a:r>
                        <a:rPr lang="en-US" sz="1400" kern="100" dirty="0" smtClean="0">
                          <a:effectLst/>
                        </a:rPr>
                        <a:t>41</a:t>
                      </a:r>
                      <a:endParaRPr lang="zh-CN" sz="1400" kern="100" dirty="0">
                        <a:effectLst/>
                        <a:latin typeface="Times New Roman"/>
                        <a:ea typeface="宋体"/>
                      </a:endParaRPr>
                    </a:p>
                  </a:txBody>
                  <a:tcPr marL="30935" marR="30935" marT="0" marB="0" anchor="ctr"/>
                </a:tc>
                <a:tc>
                  <a:txBody>
                    <a:bodyPr/>
                    <a:lstStyle/>
                    <a:p>
                      <a:pPr algn="ctr">
                        <a:spcAft>
                          <a:spcPts val="0"/>
                        </a:spcAft>
                      </a:pPr>
                      <a:r>
                        <a:rPr lang="en-US" sz="1400" kern="100" dirty="0">
                          <a:effectLst/>
                        </a:rPr>
                        <a:t>##H</a:t>
                      </a:r>
                      <a:endParaRPr lang="zh-CN" sz="1400" kern="100" dirty="0">
                        <a:effectLst/>
                        <a:latin typeface="Times New Roman"/>
                        <a:ea typeface="宋体"/>
                      </a:endParaRPr>
                    </a:p>
                  </a:txBody>
                  <a:tcPr marL="30935" marR="30935" marT="0" marB="0" anchor="ctr"/>
                </a:tc>
                <a:tc vMerge="1">
                  <a:txBody>
                    <a:bodyPr/>
                    <a:lstStyle/>
                    <a:p>
                      <a:endParaRPr lang="zh-CN" altLang="en-US"/>
                    </a:p>
                  </a:txBody>
                  <a:tcPr/>
                </a:tc>
              </a:tr>
            </a:tbl>
          </a:graphicData>
        </a:graphic>
      </p:graphicFrame>
      <p:graphicFrame>
        <p:nvGraphicFramePr>
          <p:cNvPr id="8" name="表格 7"/>
          <p:cNvGraphicFramePr>
            <a:graphicFrameLocks noGrp="1"/>
          </p:cNvGraphicFramePr>
          <p:nvPr>
            <p:extLst>
              <p:ext uri="{D42A27DB-BD31-4B8C-83A1-F6EECF244321}">
                <p14:modId xmlns:p14="http://schemas.microsoft.com/office/powerpoint/2010/main" val="3558229971"/>
              </p:ext>
            </p:extLst>
          </p:nvPr>
        </p:nvGraphicFramePr>
        <p:xfrm>
          <a:off x="4572000" y="1340768"/>
          <a:ext cx="4235450" cy="4766700"/>
        </p:xfrm>
        <a:graphic>
          <a:graphicData uri="http://schemas.openxmlformats.org/drawingml/2006/table">
            <a:tbl>
              <a:tblPr firstRow="1" firstCol="1" bandRow="1" bandCol="1">
                <a:tableStyleId>{69CF1AB2-1976-4502-BF36-3FF5EA218861}</a:tableStyleId>
              </a:tblPr>
              <a:tblGrid>
                <a:gridCol w="599322"/>
                <a:gridCol w="760204"/>
                <a:gridCol w="2875924"/>
              </a:tblGrid>
              <a:tr h="227667">
                <a:tc>
                  <a:txBody>
                    <a:bodyPr/>
                    <a:lstStyle/>
                    <a:p>
                      <a:pPr algn="ctr">
                        <a:spcAft>
                          <a:spcPts val="0"/>
                        </a:spcAft>
                      </a:pPr>
                      <a:r>
                        <a:rPr lang="en-US" sz="1400" kern="100" dirty="0">
                          <a:effectLst/>
                        </a:rPr>
                        <a:t> </a:t>
                      </a:r>
                      <a:endParaRPr lang="zh-CN" sz="1400" kern="100" dirty="0">
                        <a:effectLst/>
                        <a:latin typeface="Times New Roman"/>
                        <a:ea typeface="宋体"/>
                      </a:endParaRPr>
                    </a:p>
                  </a:txBody>
                  <a:tcPr marL="30927" marR="30927" marT="0" marB="0" anchor="ctr"/>
                </a:tc>
                <a:tc>
                  <a:txBody>
                    <a:bodyPr/>
                    <a:lstStyle/>
                    <a:p>
                      <a:pPr algn="ctr">
                        <a:spcAft>
                          <a:spcPts val="0"/>
                        </a:spcAft>
                      </a:pPr>
                      <a:r>
                        <a:rPr lang="en-US" sz="1400" kern="100" dirty="0">
                          <a:effectLst/>
                        </a:rPr>
                        <a:t> </a:t>
                      </a:r>
                      <a:endParaRPr lang="zh-CN" sz="1400" kern="100" dirty="0">
                        <a:effectLst/>
                        <a:latin typeface="Times New Roman"/>
                        <a:ea typeface="宋体"/>
                      </a:endParaRPr>
                    </a:p>
                  </a:txBody>
                  <a:tcPr marL="30927" marR="30927" marT="0" marB="0" anchor="ctr"/>
                </a:tc>
                <a:tc>
                  <a:txBody>
                    <a:bodyPr/>
                    <a:lstStyle/>
                    <a:p>
                      <a:pPr algn="ctr">
                        <a:spcAft>
                          <a:spcPts val="0"/>
                        </a:spcAft>
                      </a:pPr>
                      <a:r>
                        <a:rPr lang="en-US" sz="1400" kern="100">
                          <a:effectLst/>
                        </a:rPr>
                        <a:t>…</a:t>
                      </a:r>
                      <a:endParaRPr lang="zh-CN" sz="1400" kern="100">
                        <a:effectLst/>
                        <a:latin typeface="Times New Roman"/>
                        <a:ea typeface="宋体"/>
                      </a:endParaRPr>
                    </a:p>
                  </a:txBody>
                  <a:tcPr marL="30927" marR="30927" marT="0" marB="0" anchor="ctr"/>
                </a:tc>
              </a:tr>
              <a:tr h="227667">
                <a:tc>
                  <a:txBody>
                    <a:bodyPr/>
                    <a:lstStyle/>
                    <a:p>
                      <a:pPr algn="ctr">
                        <a:spcAft>
                          <a:spcPts val="0"/>
                        </a:spcAft>
                      </a:pPr>
                      <a:r>
                        <a:rPr lang="en-US" sz="1400" kern="100">
                          <a:effectLst/>
                        </a:rPr>
                        <a:t> </a:t>
                      </a:r>
                      <a:endParaRPr lang="zh-CN" sz="1400" kern="100">
                        <a:effectLst/>
                        <a:latin typeface="Times New Roman"/>
                        <a:ea typeface="宋体"/>
                      </a:endParaRPr>
                    </a:p>
                  </a:txBody>
                  <a:tcPr marL="30927" marR="30927" marT="0" marB="0" anchor="ctr"/>
                </a:tc>
                <a:tc>
                  <a:txBody>
                    <a:bodyPr/>
                    <a:lstStyle/>
                    <a:p>
                      <a:pPr algn="ctr">
                        <a:spcAft>
                          <a:spcPts val="0"/>
                        </a:spcAft>
                      </a:pPr>
                      <a:r>
                        <a:rPr lang="en-US" sz="1400" kern="100">
                          <a:effectLst/>
                        </a:rPr>
                        <a:t>##H</a:t>
                      </a:r>
                      <a:endParaRPr lang="zh-CN" sz="1400" kern="100">
                        <a:effectLst/>
                        <a:latin typeface="Times New Roman"/>
                        <a:ea typeface="宋体"/>
                      </a:endParaRPr>
                    </a:p>
                  </a:txBody>
                  <a:tcPr marL="30927" marR="30927" marT="0" marB="0" anchor="ctr"/>
                </a:tc>
                <a:tc>
                  <a:txBody>
                    <a:bodyPr/>
                    <a:lstStyle/>
                    <a:p>
                      <a:pPr algn="ctr">
                        <a:spcAft>
                          <a:spcPts val="0"/>
                        </a:spcAft>
                      </a:pPr>
                      <a:r>
                        <a:rPr lang="en-US" sz="1400" kern="100">
                          <a:effectLst/>
                        </a:rPr>
                        <a:t> </a:t>
                      </a:r>
                      <a:endParaRPr lang="zh-CN" sz="1400" kern="100">
                        <a:effectLst/>
                        <a:latin typeface="Times New Roman"/>
                        <a:ea typeface="宋体"/>
                      </a:endParaRPr>
                    </a:p>
                  </a:txBody>
                  <a:tcPr marL="30927" marR="30927" marT="0" marB="0" anchor="ctr"/>
                </a:tc>
              </a:tr>
              <a:tr h="227667">
                <a:tc>
                  <a:txBody>
                    <a:bodyPr/>
                    <a:lstStyle/>
                    <a:p>
                      <a:pPr algn="ctr">
                        <a:spcAft>
                          <a:spcPts val="0"/>
                        </a:spcAft>
                      </a:pPr>
                      <a:r>
                        <a:rPr lang="en-US" sz="1400" kern="100">
                          <a:effectLst/>
                        </a:rPr>
                        <a:t> </a:t>
                      </a:r>
                      <a:endParaRPr lang="zh-CN" sz="1400" kern="100">
                        <a:effectLst/>
                        <a:latin typeface="Times New Roman"/>
                        <a:ea typeface="宋体"/>
                      </a:endParaRPr>
                    </a:p>
                  </a:txBody>
                  <a:tcPr marL="30927" marR="30927" marT="0" marB="0" anchor="ctr"/>
                </a:tc>
                <a:tc>
                  <a:txBody>
                    <a:bodyPr/>
                    <a:lstStyle/>
                    <a:p>
                      <a:pPr algn="ctr">
                        <a:spcAft>
                          <a:spcPts val="0"/>
                        </a:spcAft>
                      </a:pPr>
                      <a:r>
                        <a:rPr lang="en-US" sz="1400" kern="100">
                          <a:effectLst/>
                        </a:rPr>
                        <a:t>##H</a:t>
                      </a:r>
                      <a:endParaRPr lang="zh-CN" sz="1400" kern="100">
                        <a:effectLst/>
                        <a:latin typeface="Times New Roman"/>
                        <a:ea typeface="宋体"/>
                      </a:endParaRPr>
                    </a:p>
                  </a:txBody>
                  <a:tcPr marL="30927" marR="30927" marT="0" marB="0" anchor="ctr"/>
                </a:tc>
                <a:tc rowSpan="4">
                  <a:txBody>
                    <a:bodyPr/>
                    <a:lstStyle/>
                    <a:p>
                      <a:pPr algn="ctr">
                        <a:spcAft>
                          <a:spcPts val="0"/>
                        </a:spcAft>
                      </a:pPr>
                      <a:r>
                        <a:rPr lang="en-US" sz="1400" kern="100" dirty="0">
                          <a:effectLst/>
                        </a:rPr>
                        <a:t>Data block time n (s) </a:t>
                      </a:r>
                      <a:endParaRPr lang="zh-CN" sz="1400" kern="100" dirty="0">
                        <a:effectLst/>
                        <a:latin typeface="Times New Roman"/>
                        <a:ea typeface="宋体"/>
                      </a:endParaRPr>
                    </a:p>
                  </a:txBody>
                  <a:tcPr marL="30927" marR="30927" marT="0" marB="0" anchor="ctr"/>
                </a:tc>
              </a:tr>
              <a:tr h="227667">
                <a:tc>
                  <a:txBody>
                    <a:bodyPr/>
                    <a:lstStyle/>
                    <a:p>
                      <a:pPr algn="ctr">
                        <a:spcAft>
                          <a:spcPts val="0"/>
                        </a:spcAft>
                      </a:pPr>
                      <a:r>
                        <a:rPr lang="en-US" sz="1400" kern="100">
                          <a:effectLst/>
                        </a:rPr>
                        <a:t> </a:t>
                      </a:r>
                      <a:endParaRPr lang="zh-CN" sz="1400" kern="100">
                        <a:effectLst/>
                        <a:latin typeface="Times New Roman"/>
                        <a:ea typeface="宋体"/>
                      </a:endParaRPr>
                    </a:p>
                  </a:txBody>
                  <a:tcPr marL="30927" marR="30927" marT="0" marB="0" anchor="ctr"/>
                </a:tc>
                <a:tc>
                  <a:txBody>
                    <a:bodyPr/>
                    <a:lstStyle/>
                    <a:p>
                      <a:pPr algn="ctr">
                        <a:spcAft>
                          <a:spcPts val="0"/>
                        </a:spcAft>
                      </a:pPr>
                      <a:r>
                        <a:rPr lang="en-US" sz="1400" kern="100" dirty="0">
                          <a:effectLst/>
                        </a:rPr>
                        <a:t>##H</a:t>
                      </a:r>
                      <a:endParaRPr lang="zh-CN" sz="1400" kern="100" dirty="0">
                        <a:effectLst/>
                        <a:latin typeface="Times New Roman"/>
                        <a:ea typeface="宋体"/>
                      </a:endParaRPr>
                    </a:p>
                  </a:txBody>
                  <a:tcPr marL="30927" marR="30927" marT="0" marB="0" anchor="ctr"/>
                </a:tc>
                <a:tc vMerge="1">
                  <a:txBody>
                    <a:bodyPr/>
                    <a:lstStyle/>
                    <a:p>
                      <a:endParaRPr lang="zh-CN" altLang="en-US"/>
                    </a:p>
                  </a:txBody>
                  <a:tcPr/>
                </a:tc>
              </a:tr>
              <a:tr h="227667">
                <a:tc>
                  <a:txBody>
                    <a:bodyPr/>
                    <a:lstStyle/>
                    <a:p>
                      <a:pPr algn="ctr">
                        <a:spcAft>
                          <a:spcPts val="0"/>
                        </a:spcAft>
                      </a:pPr>
                      <a:r>
                        <a:rPr lang="en-US" sz="1400" kern="100">
                          <a:effectLst/>
                        </a:rPr>
                        <a:t> </a:t>
                      </a:r>
                      <a:endParaRPr lang="zh-CN" sz="1400" kern="100">
                        <a:effectLst/>
                        <a:latin typeface="Times New Roman"/>
                        <a:ea typeface="宋体"/>
                      </a:endParaRPr>
                    </a:p>
                  </a:txBody>
                  <a:tcPr marL="30927" marR="30927" marT="0" marB="0" anchor="ctr"/>
                </a:tc>
                <a:tc>
                  <a:txBody>
                    <a:bodyPr/>
                    <a:lstStyle/>
                    <a:p>
                      <a:pPr algn="ctr">
                        <a:spcAft>
                          <a:spcPts val="0"/>
                        </a:spcAft>
                      </a:pPr>
                      <a:r>
                        <a:rPr lang="en-US" sz="1400" kern="100" dirty="0">
                          <a:effectLst/>
                        </a:rPr>
                        <a:t>##H</a:t>
                      </a:r>
                      <a:endParaRPr lang="zh-CN" sz="1400" kern="100" dirty="0">
                        <a:effectLst/>
                        <a:latin typeface="Times New Roman"/>
                        <a:ea typeface="宋体"/>
                      </a:endParaRPr>
                    </a:p>
                  </a:txBody>
                  <a:tcPr marL="30927" marR="30927" marT="0" marB="0" anchor="ctr"/>
                </a:tc>
                <a:tc vMerge="1">
                  <a:txBody>
                    <a:bodyPr/>
                    <a:lstStyle/>
                    <a:p>
                      <a:endParaRPr lang="zh-CN" altLang="en-US"/>
                    </a:p>
                  </a:txBody>
                  <a:tcPr/>
                </a:tc>
              </a:tr>
              <a:tr h="227667">
                <a:tc>
                  <a:txBody>
                    <a:bodyPr/>
                    <a:lstStyle/>
                    <a:p>
                      <a:pPr algn="ctr">
                        <a:spcAft>
                          <a:spcPts val="0"/>
                        </a:spcAft>
                      </a:pPr>
                      <a:r>
                        <a:rPr lang="en-US" sz="1400" kern="100">
                          <a:effectLst/>
                        </a:rPr>
                        <a:t> </a:t>
                      </a:r>
                      <a:endParaRPr lang="zh-CN" sz="1400" kern="100">
                        <a:effectLst/>
                        <a:latin typeface="Times New Roman"/>
                        <a:ea typeface="宋体"/>
                      </a:endParaRPr>
                    </a:p>
                  </a:txBody>
                  <a:tcPr marL="30927" marR="30927" marT="0" marB="0" anchor="ctr"/>
                </a:tc>
                <a:tc>
                  <a:txBody>
                    <a:bodyPr/>
                    <a:lstStyle/>
                    <a:p>
                      <a:pPr algn="ctr">
                        <a:spcAft>
                          <a:spcPts val="0"/>
                        </a:spcAft>
                      </a:pPr>
                      <a:r>
                        <a:rPr lang="en-US" sz="1400" kern="100" dirty="0">
                          <a:effectLst/>
                        </a:rPr>
                        <a:t>##H</a:t>
                      </a:r>
                      <a:endParaRPr lang="zh-CN" sz="1400" kern="100" dirty="0">
                        <a:effectLst/>
                        <a:latin typeface="Times New Roman"/>
                        <a:ea typeface="宋体"/>
                      </a:endParaRPr>
                    </a:p>
                  </a:txBody>
                  <a:tcPr marL="30927" marR="30927" marT="0" marB="0" anchor="ctr"/>
                </a:tc>
                <a:tc vMerge="1">
                  <a:txBody>
                    <a:bodyPr/>
                    <a:lstStyle/>
                    <a:p>
                      <a:endParaRPr lang="zh-CN" altLang="en-US"/>
                    </a:p>
                  </a:txBody>
                  <a:tcPr/>
                </a:tc>
              </a:tr>
              <a:tr h="455334">
                <a:tc>
                  <a:txBody>
                    <a:bodyPr/>
                    <a:lstStyle/>
                    <a:p>
                      <a:pPr algn="ctr">
                        <a:spcAft>
                          <a:spcPts val="0"/>
                        </a:spcAft>
                      </a:pPr>
                      <a:r>
                        <a:rPr lang="en-US" sz="1400" kern="100">
                          <a:effectLst/>
                        </a:rPr>
                        <a:t> </a:t>
                      </a:r>
                      <a:endParaRPr lang="zh-CN" sz="1400" kern="100">
                        <a:effectLst/>
                        <a:latin typeface="Times New Roman"/>
                        <a:ea typeface="宋体"/>
                      </a:endParaRPr>
                    </a:p>
                  </a:txBody>
                  <a:tcPr marL="30927" marR="30927" marT="0" marB="0" anchor="ctr"/>
                </a:tc>
                <a:tc>
                  <a:txBody>
                    <a:bodyPr/>
                    <a:lstStyle/>
                    <a:p>
                      <a:pPr algn="ctr">
                        <a:spcAft>
                          <a:spcPts val="0"/>
                        </a:spcAft>
                      </a:pPr>
                      <a:r>
                        <a:rPr lang="en-US" sz="1400" kern="100">
                          <a:effectLst/>
                        </a:rPr>
                        <a:t>##H</a:t>
                      </a:r>
                      <a:endParaRPr lang="zh-CN" sz="1400" kern="100">
                        <a:effectLst/>
                        <a:latin typeface="Times New Roman"/>
                        <a:ea typeface="宋体"/>
                      </a:endParaRPr>
                    </a:p>
                  </a:txBody>
                  <a:tcPr marL="30927" marR="30927" marT="0" marB="0" anchor="ctr"/>
                </a:tc>
                <a:tc>
                  <a:txBody>
                    <a:bodyPr/>
                    <a:lstStyle/>
                    <a:p>
                      <a:pPr algn="ctr">
                        <a:spcAft>
                          <a:spcPts val="0"/>
                        </a:spcAft>
                      </a:pPr>
                      <a:r>
                        <a:rPr lang="en-US" sz="1400" kern="100">
                          <a:effectLst/>
                        </a:rPr>
                        <a:t>Data block channel identification n</a:t>
                      </a:r>
                      <a:endParaRPr lang="zh-CN" sz="1400" kern="100">
                        <a:effectLst/>
                        <a:latin typeface="Times New Roman"/>
                        <a:ea typeface="宋体"/>
                      </a:endParaRPr>
                    </a:p>
                  </a:txBody>
                  <a:tcPr marL="30927" marR="30927" marT="0" marB="0" anchor="ctr"/>
                </a:tc>
              </a:tr>
              <a:tr h="227667">
                <a:tc>
                  <a:txBody>
                    <a:bodyPr/>
                    <a:lstStyle/>
                    <a:p>
                      <a:pPr algn="ctr">
                        <a:spcAft>
                          <a:spcPts val="0"/>
                        </a:spcAft>
                      </a:pPr>
                      <a:r>
                        <a:rPr lang="en-US" sz="1400" kern="100">
                          <a:effectLst/>
                        </a:rPr>
                        <a:t> </a:t>
                      </a:r>
                      <a:endParaRPr lang="zh-CN" sz="1400" kern="100">
                        <a:effectLst/>
                        <a:latin typeface="Times New Roman"/>
                        <a:ea typeface="宋体"/>
                      </a:endParaRPr>
                    </a:p>
                  </a:txBody>
                  <a:tcPr marL="30927" marR="30927" marT="0" marB="0" anchor="ctr"/>
                </a:tc>
                <a:tc>
                  <a:txBody>
                    <a:bodyPr/>
                    <a:lstStyle/>
                    <a:p>
                      <a:pPr algn="ctr">
                        <a:spcAft>
                          <a:spcPts val="0"/>
                        </a:spcAft>
                      </a:pPr>
                      <a:r>
                        <a:rPr lang="en-US" sz="1400" kern="100">
                          <a:effectLst/>
                        </a:rPr>
                        <a:t>##H</a:t>
                      </a:r>
                      <a:endParaRPr lang="zh-CN" sz="1400" kern="100">
                        <a:effectLst/>
                        <a:latin typeface="Times New Roman"/>
                        <a:ea typeface="宋体"/>
                      </a:endParaRPr>
                    </a:p>
                  </a:txBody>
                  <a:tcPr marL="30927" marR="30927" marT="0" marB="0" anchor="ctr"/>
                </a:tc>
                <a:tc rowSpan="9">
                  <a:txBody>
                    <a:bodyPr/>
                    <a:lstStyle/>
                    <a:p>
                      <a:pPr algn="ctr">
                        <a:spcAft>
                          <a:spcPts val="0"/>
                        </a:spcAft>
                      </a:pPr>
                      <a:r>
                        <a:rPr lang="en-US" sz="1400" kern="100" dirty="0">
                          <a:effectLst/>
                        </a:rPr>
                        <a:t>Data block code n</a:t>
                      </a:r>
                      <a:endParaRPr lang="zh-CN" sz="1400" kern="100" dirty="0">
                        <a:effectLst/>
                        <a:latin typeface="Times New Roman"/>
                        <a:ea typeface="宋体"/>
                      </a:endParaRPr>
                    </a:p>
                  </a:txBody>
                  <a:tcPr marL="30927" marR="30927" marT="0" marB="0" anchor="ctr"/>
                </a:tc>
              </a:tr>
              <a:tr h="227667">
                <a:tc>
                  <a:txBody>
                    <a:bodyPr/>
                    <a:lstStyle/>
                    <a:p>
                      <a:pPr algn="ctr">
                        <a:spcAft>
                          <a:spcPts val="0"/>
                        </a:spcAft>
                      </a:pPr>
                      <a:r>
                        <a:rPr lang="en-US" sz="1400" kern="100">
                          <a:effectLst/>
                        </a:rPr>
                        <a:t> </a:t>
                      </a:r>
                      <a:endParaRPr lang="zh-CN" sz="1400" kern="100">
                        <a:effectLst/>
                        <a:latin typeface="Times New Roman"/>
                        <a:ea typeface="宋体"/>
                      </a:endParaRPr>
                    </a:p>
                  </a:txBody>
                  <a:tcPr marL="30927" marR="30927" marT="0" marB="0" anchor="ctr"/>
                </a:tc>
                <a:tc>
                  <a:txBody>
                    <a:bodyPr/>
                    <a:lstStyle/>
                    <a:p>
                      <a:pPr algn="ctr">
                        <a:spcAft>
                          <a:spcPts val="0"/>
                        </a:spcAft>
                      </a:pPr>
                      <a:r>
                        <a:rPr lang="en-US" sz="1400" kern="100" dirty="0">
                          <a:effectLst/>
                        </a:rPr>
                        <a:t>##H</a:t>
                      </a:r>
                      <a:endParaRPr lang="zh-CN" sz="1400" kern="100" dirty="0">
                        <a:effectLst/>
                        <a:latin typeface="Times New Roman"/>
                        <a:ea typeface="宋体"/>
                      </a:endParaRPr>
                    </a:p>
                  </a:txBody>
                  <a:tcPr marL="30927" marR="30927" marT="0" marB="0" anchor="ctr"/>
                </a:tc>
                <a:tc vMerge="1">
                  <a:txBody>
                    <a:bodyPr/>
                    <a:lstStyle/>
                    <a:p>
                      <a:endParaRPr lang="zh-CN" altLang="en-US"/>
                    </a:p>
                  </a:txBody>
                  <a:tcPr/>
                </a:tc>
              </a:tr>
              <a:tr h="227667">
                <a:tc>
                  <a:txBody>
                    <a:bodyPr/>
                    <a:lstStyle/>
                    <a:p>
                      <a:pPr algn="ctr">
                        <a:spcAft>
                          <a:spcPts val="0"/>
                        </a:spcAft>
                      </a:pPr>
                      <a:r>
                        <a:rPr lang="en-US" sz="1400" kern="100">
                          <a:effectLst/>
                        </a:rPr>
                        <a:t> </a:t>
                      </a:r>
                      <a:endParaRPr lang="zh-CN" sz="1400" kern="100">
                        <a:effectLst/>
                        <a:latin typeface="Times New Roman"/>
                        <a:ea typeface="宋体"/>
                      </a:endParaRPr>
                    </a:p>
                  </a:txBody>
                  <a:tcPr marL="30927" marR="30927" marT="0" marB="0" anchor="ctr"/>
                </a:tc>
                <a:tc>
                  <a:txBody>
                    <a:bodyPr/>
                    <a:lstStyle/>
                    <a:p>
                      <a:pPr algn="ctr">
                        <a:spcAft>
                          <a:spcPts val="0"/>
                        </a:spcAft>
                      </a:pPr>
                      <a:r>
                        <a:rPr lang="en-US" sz="1400" kern="100">
                          <a:effectLst/>
                        </a:rPr>
                        <a:t>##H</a:t>
                      </a:r>
                      <a:endParaRPr lang="zh-CN" sz="1400" kern="100">
                        <a:effectLst/>
                        <a:latin typeface="Times New Roman"/>
                        <a:ea typeface="宋体"/>
                      </a:endParaRPr>
                    </a:p>
                  </a:txBody>
                  <a:tcPr marL="30927" marR="30927" marT="0" marB="0" anchor="ctr"/>
                </a:tc>
                <a:tc vMerge="1">
                  <a:txBody>
                    <a:bodyPr/>
                    <a:lstStyle/>
                    <a:p>
                      <a:endParaRPr lang="zh-CN" altLang="en-US"/>
                    </a:p>
                  </a:txBody>
                  <a:tcPr/>
                </a:tc>
              </a:tr>
              <a:tr h="227667">
                <a:tc>
                  <a:txBody>
                    <a:bodyPr/>
                    <a:lstStyle/>
                    <a:p>
                      <a:pPr algn="ctr">
                        <a:spcAft>
                          <a:spcPts val="0"/>
                        </a:spcAft>
                      </a:pPr>
                      <a:r>
                        <a:rPr lang="en-US" sz="1400" kern="100">
                          <a:effectLst/>
                        </a:rPr>
                        <a:t> </a:t>
                      </a:r>
                      <a:endParaRPr lang="zh-CN" sz="1400" kern="100">
                        <a:effectLst/>
                        <a:latin typeface="Times New Roman"/>
                        <a:ea typeface="宋体"/>
                      </a:endParaRPr>
                    </a:p>
                  </a:txBody>
                  <a:tcPr marL="30927" marR="30927" marT="0" marB="0" anchor="ctr"/>
                </a:tc>
                <a:tc>
                  <a:txBody>
                    <a:bodyPr/>
                    <a:lstStyle/>
                    <a:p>
                      <a:pPr algn="ctr">
                        <a:spcAft>
                          <a:spcPts val="0"/>
                        </a:spcAft>
                      </a:pPr>
                      <a:r>
                        <a:rPr lang="en-US" sz="1400" kern="100" dirty="0">
                          <a:effectLst/>
                        </a:rPr>
                        <a:t>##H</a:t>
                      </a:r>
                      <a:endParaRPr lang="zh-CN" sz="1400" kern="100" dirty="0">
                        <a:effectLst/>
                        <a:latin typeface="Times New Roman"/>
                        <a:ea typeface="宋体"/>
                      </a:endParaRPr>
                    </a:p>
                  </a:txBody>
                  <a:tcPr marL="30927" marR="30927" marT="0" marB="0" anchor="ctr"/>
                </a:tc>
                <a:tc vMerge="1">
                  <a:txBody>
                    <a:bodyPr/>
                    <a:lstStyle/>
                    <a:p>
                      <a:endParaRPr lang="zh-CN" altLang="en-US"/>
                    </a:p>
                  </a:txBody>
                  <a:tcPr/>
                </a:tc>
              </a:tr>
              <a:tr h="227667">
                <a:tc>
                  <a:txBody>
                    <a:bodyPr/>
                    <a:lstStyle/>
                    <a:p>
                      <a:pPr algn="ctr">
                        <a:spcAft>
                          <a:spcPts val="0"/>
                        </a:spcAft>
                      </a:pPr>
                      <a:r>
                        <a:rPr lang="en-US" sz="1400" kern="100">
                          <a:effectLst/>
                        </a:rPr>
                        <a:t> </a:t>
                      </a:r>
                      <a:endParaRPr lang="zh-CN" sz="1400" kern="100">
                        <a:effectLst/>
                        <a:latin typeface="Times New Roman"/>
                        <a:ea typeface="宋体"/>
                      </a:endParaRPr>
                    </a:p>
                  </a:txBody>
                  <a:tcPr marL="30927" marR="30927" marT="0" marB="0" anchor="ctr"/>
                </a:tc>
                <a:tc>
                  <a:txBody>
                    <a:bodyPr/>
                    <a:lstStyle/>
                    <a:p>
                      <a:pPr algn="ctr">
                        <a:spcAft>
                          <a:spcPts val="0"/>
                        </a:spcAft>
                      </a:pPr>
                      <a:r>
                        <a:rPr lang="en-US" sz="1400" kern="100" dirty="0">
                          <a:effectLst/>
                        </a:rPr>
                        <a:t>##H</a:t>
                      </a:r>
                      <a:endParaRPr lang="zh-CN" sz="1400" kern="100" dirty="0">
                        <a:effectLst/>
                        <a:latin typeface="Times New Roman"/>
                        <a:ea typeface="宋体"/>
                      </a:endParaRPr>
                    </a:p>
                  </a:txBody>
                  <a:tcPr marL="30927" marR="30927" marT="0" marB="0" anchor="ctr"/>
                </a:tc>
                <a:tc vMerge="1">
                  <a:txBody>
                    <a:bodyPr/>
                    <a:lstStyle/>
                    <a:p>
                      <a:endParaRPr lang="zh-CN" altLang="en-US"/>
                    </a:p>
                  </a:txBody>
                  <a:tcPr/>
                </a:tc>
              </a:tr>
              <a:tr h="227667">
                <a:tc>
                  <a:txBody>
                    <a:bodyPr/>
                    <a:lstStyle/>
                    <a:p>
                      <a:pPr algn="ctr">
                        <a:spcAft>
                          <a:spcPts val="0"/>
                        </a:spcAft>
                      </a:pPr>
                      <a:r>
                        <a:rPr lang="en-US" sz="1400" kern="100">
                          <a:effectLst/>
                        </a:rPr>
                        <a:t> </a:t>
                      </a:r>
                      <a:endParaRPr lang="zh-CN" sz="1400" kern="100">
                        <a:effectLst/>
                        <a:latin typeface="Times New Roman"/>
                        <a:ea typeface="宋体"/>
                      </a:endParaRPr>
                    </a:p>
                  </a:txBody>
                  <a:tcPr marL="30927" marR="30927" marT="0" marB="0" anchor="ctr"/>
                </a:tc>
                <a:tc>
                  <a:txBody>
                    <a:bodyPr/>
                    <a:lstStyle/>
                    <a:p>
                      <a:pPr algn="ctr">
                        <a:spcAft>
                          <a:spcPts val="0"/>
                        </a:spcAft>
                      </a:pPr>
                      <a:r>
                        <a:rPr lang="en-US" sz="1400" kern="100" dirty="0">
                          <a:effectLst/>
                        </a:rPr>
                        <a:t>##H</a:t>
                      </a:r>
                      <a:endParaRPr lang="zh-CN" sz="1400" kern="100" dirty="0">
                        <a:effectLst/>
                        <a:latin typeface="Times New Roman"/>
                        <a:ea typeface="宋体"/>
                      </a:endParaRPr>
                    </a:p>
                  </a:txBody>
                  <a:tcPr marL="30927" marR="30927" marT="0" marB="0" anchor="ctr"/>
                </a:tc>
                <a:tc vMerge="1">
                  <a:txBody>
                    <a:bodyPr/>
                    <a:lstStyle/>
                    <a:p>
                      <a:endParaRPr lang="zh-CN" altLang="en-US"/>
                    </a:p>
                  </a:txBody>
                  <a:tcPr/>
                </a:tc>
              </a:tr>
              <a:tr h="227667">
                <a:tc>
                  <a:txBody>
                    <a:bodyPr/>
                    <a:lstStyle/>
                    <a:p>
                      <a:pPr algn="ctr">
                        <a:spcAft>
                          <a:spcPts val="0"/>
                        </a:spcAft>
                      </a:pPr>
                      <a:r>
                        <a:rPr lang="en-US" sz="1400" kern="100">
                          <a:effectLst/>
                        </a:rPr>
                        <a:t> </a:t>
                      </a:r>
                      <a:endParaRPr lang="zh-CN" sz="1400" kern="100">
                        <a:effectLst/>
                        <a:latin typeface="Times New Roman"/>
                        <a:ea typeface="宋体"/>
                      </a:endParaRPr>
                    </a:p>
                  </a:txBody>
                  <a:tcPr marL="30927" marR="30927" marT="0" marB="0" anchor="ctr"/>
                </a:tc>
                <a:tc>
                  <a:txBody>
                    <a:bodyPr/>
                    <a:lstStyle/>
                    <a:p>
                      <a:pPr algn="ctr">
                        <a:spcAft>
                          <a:spcPts val="0"/>
                        </a:spcAft>
                      </a:pPr>
                      <a:r>
                        <a:rPr lang="en-US" sz="1400" kern="100" dirty="0" smtClean="0">
                          <a:effectLst/>
                        </a:rPr>
                        <a:t>…</a:t>
                      </a:r>
                      <a:endParaRPr lang="zh-CN" sz="1400" kern="100" dirty="0">
                        <a:effectLst/>
                        <a:latin typeface="Times New Roman"/>
                        <a:ea typeface="宋体"/>
                      </a:endParaRPr>
                    </a:p>
                  </a:txBody>
                  <a:tcPr marL="30927" marR="30927" marT="0" marB="0" anchor="ctr"/>
                </a:tc>
                <a:tc vMerge="1">
                  <a:txBody>
                    <a:bodyPr/>
                    <a:lstStyle/>
                    <a:p>
                      <a:endParaRPr lang="zh-CN" altLang="en-US"/>
                    </a:p>
                  </a:txBody>
                  <a:tcPr/>
                </a:tc>
              </a:tr>
              <a:tr h="227667">
                <a:tc>
                  <a:txBody>
                    <a:bodyPr/>
                    <a:lstStyle/>
                    <a:p>
                      <a:pPr algn="ctr">
                        <a:spcAft>
                          <a:spcPts val="0"/>
                        </a:spcAft>
                      </a:pPr>
                      <a:r>
                        <a:rPr lang="en-US" sz="1400" kern="100">
                          <a:effectLst/>
                        </a:rPr>
                        <a:t>m</a:t>
                      </a:r>
                      <a:endParaRPr lang="zh-CN" sz="1400" kern="100">
                        <a:effectLst/>
                        <a:latin typeface="Times New Roman"/>
                        <a:ea typeface="宋体"/>
                      </a:endParaRPr>
                    </a:p>
                  </a:txBody>
                  <a:tcPr marL="30927" marR="30927" marT="0" marB="0" anchor="ctr"/>
                </a:tc>
                <a:tc>
                  <a:txBody>
                    <a:bodyPr/>
                    <a:lstStyle/>
                    <a:p>
                      <a:pPr algn="ctr">
                        <a:spcAft>
                          <a:spcPts val="0"/>
                        </a:spcAft>
                      </a:pPr>
                      <a:r>
                        <a:rPr lang="en-US" sz="1400" kern="100" dirty="0">
                          <a:effectLst/>
                        </a:rPr>
                        <a:t>##H</a:t>
                      </a:r>
                      <a:endParaRPr lang="zh-CN" sz="1400" kern="100" dirty="0">
                        <a:effectLst/>
                        <a:latin typeface="Times New Roman"/>
                        <a:ea typeface="宋体"/>
                      </a:endParaRPr>
                    </a:p>
                  </a:txBody>
                  <a:tcPr marL="30927" marR="30927" marT="0" marB="0" anchor="ctr"/>
                </a:tc>
                <a:tc vMerge="1">
                  <a:txBody>
                    <a:bodyPr/>
                    <a:lstStyle/>
                    <a:p>
                      <a:endParaRPr lang="zh-CN" altLang="en-US"/>
                    </a:p>
                  </a:txBody>
                  <a:tcPr/>
                </a:tc>
              </a:tr>
              <a:tr h="227667">
                <a:tc>
                  <a:txBody>
                    <a:bodyPr/>
                    <a:lstStyle/>
                    <a:p>
                      <a:pPr algn="ctr">
                        <a:spcAft>
                          <a:spcPts val="0"/>
                        </a:spcAft>
                      </a:pPr>
                      <a:r>
                        <a:rPr lang="en-US" sz="1400" kern="100">
                          <a:effectLst/>
                        </a:rPr>
                        <a:t>m+1</a:t>
                      </a:r>
                      <a:endParaRPr lang="zh-CN" sz="1400" kern="100">
                        <a:effectLst/>
                        <a:latin typeface="Times New Roman"/>
                        <a:ea typeface="宋体"/>
                      </a:endParaRPr>
                    </a:p>
                  </a:txBody>
                  <a:tcPr marL="30927" marR="30927" marT="0" marB="0" anchor="ctr"/>
                </a:tc>
                <a:tc>
                  <a:txBody>
                    <a:bodyPr/>
                    <a:lstStyle/>
                    <a:p>
                      <a:pPr algn="ctr">
                        <a:spcAft>
                          <a:spcPts val="0"/>
                        </a:spcAft>
                      </a:pPr>
                      <a:r>
                        <a:rPr lang="en-US" sz="1400" kern="100" dirty="0">
                          <a:effectLst/>
                        </a:rPr>
                        <a:t>##H</a:t>
                      </a:r>
                      <a:endParaRPr lang="zh-CN" sz="1400" kern="100" dirty="0">
                        <a:effectLst/>
                        <a:latin typeface="Times New Roman"/>
                        <a:ea typeface="宋体"/>
                      </a:endParaRPr>
                    </a:p>
                  </a:txBody>
                  <a:tcPr marL="30927" marR="30927" marT="0" marB="0" anchor="ctr"/>
                </a:tc>
                <a:tc vMerge="1">
                  <a:txBody>
                    <a:bodyPr/>
                    <a:lstStyle/>
                    <a:p>
                      <a:endParaRPr lang="zh-CN" altLang="en-US"/>
                    </a:p>
                  </a:txBody>
                  <a:tcPr/>
                </a:tc>
              </a:tr>
              <a:tr h="227667">
                <a:tc>
                  <a:txBody>
                    <a:bodyPr/>
                    <a:lstStyle/>
                    <a:p>
                      <a:pPr algn="ctr">
                        <a:spcAft>
                          <a:spcPts val="0"/>
                        </a:spcAft>
                      </a:pPr>
                      <a:r>
                        <a:rPr lang="en-US" sz="1400" kern="100">
                          <a:effectLst/>
                        </a:rPr>
                        <a:t> </a:t>
                      </a:r>
                      <a:endParaRPr lang="zh-CN" sz="1400" kern="100">
                        <a:effectLst/>
                        <a:latin typeface="Times New Roman"/>
                        <a:ea typeface="宋体"/>
                      </a:endParaRPr>
                    </a:p>
                  </a:txBody>
                  <a:tcPr marL="30927" marR="30927" marT="0" marB="0" anchor="ctr"/>
                </a:tc>
                <a:tc>
                  <a:txBody>
                    <a:bodyPr/>
                    <a:lstStyle/>
                    <a:p>
                      <a:pPr algn="ctr">
                        <a:spcAft>
                          <a:spcPts val="0"/>
                        </a:spcAft>
                      </a:pPr>
                      <a:r>
                        <a:rPr lang="en-US" sz="1400" kern="100">
                          <a:effectLst/>
                        </a:rPr>
                        <a:t>AAH</a:t>
                      </a:r>
                      <a:endParaRPr lang="zh-CN" sz="1400" kern="100">
                        <a:effectLst/>
                        <a:latin typeface="Times New Roman"/>
                        <a:ea typeface="宋体"/>
                      </a:endParaRPr>
                    </a:p>
                  </a:txBody>
                  <a:tcPr marL="30927" marR="30927" marT="0" marB="0" anchor="ctr"/>
                </a:tc>
                <a:tc rowSpan="4">
                  <a:txBody>
                    <a:bodyPr/>
                    <a:lstStyle/>
                    <a:p>
                      <a:pPr algn="ctr">
                        <a:spcAft>
                          <a:spcPts val="0"/>
                        </a:spcAft>
                      </a:pPr>
                      <a:r>
                        <a:rPr lang="en-US" sz="1400" kern="100" dirty="0">
                          <a:effectLst/>
                        </a:rPr>
                        <a:t>reserved</a:t>
                      </a:r>
                      <a:endParaRPr lang="zh-CN" sz="1400" kern="100" dirty="0">
                        <a:effectLst/>
                        <a:latin typeface="Times New Roman"/>
                        <a:ea typeface="宋体"/>
                      </a:endParaRPr>
                    </a:p>
                  </a:txBody>
                  <a:tcPr marL="30927" marR="30927" marT="0" marB="0" anchor="ctr"/>
                </a:tc>
              </a:tr>
              <a:tr h="227667">
                <a:tc>
                  <a:txBody>
                    <a:bodyPr/>
                    <a:lstStyle/>
                    <a:p>
                      <a:pPr algn="ctr">
                        <a:spcAft>
                          <a:spcPts val="0"/>
                        </a:spcAft>
                      </a:pPr>
                      <a:r>
                        <a:rPr lang="en-US" sz="1400" kern="100">
                          <a:effectLst/>
                        </a:rPr>
                        <a:t> </a:t>
                      </a:r>
                      <a:endParaRPr lang="zh-CN" sz="1400" kern="100">
                        <a:effectLst/>
                        <a:latin typeface="Times New Roman"/>
                        <a:ea typeface="宋体"/>
                      </a:endParaRPr>
                    </a:p>
                  </a:txBody>
                  <a:tcPr marL="30927" marR="30927" marT="0" marB="0" anchor="ctr"/>
                </a:tc>
                <a:tc>
                  <a:txBody>
                    <a:bodyPr/>
                    <a:lstStyle/>
                    <a:p>
                      <a:pPr algn="ctr">
                        <a:spcAft>
                          <a:spcPts val="0"/>
                        </a:spcAft>
                      </a:pPr>
                      <a:r>
                        <a:rPr lang="en-US" sz="1400" kern="100" dirty="0">
                          <a:effectLst/>
                        </a:rPr>
                        <a:t>…</a:t>
                      </a:r>
                      <a:endParaRPr lang="zh-CN" sz="1400" kern="100" dirty="0">
                        <a:effectLst/>
                        <a:latin typeface="Times New Roman"/>
                        <a:ea typeface="宋体"/>
                      </a:endParaRPr>
                    </a:p>
                  </a:txBody>
                  <a:tcPr marL="30927" marR="30927" marT="0" marB="0" anchor="ctr"/>
                </a:tc>
                <a:tc vMerge="1">
                  <a:txBody>
                    <a:bodyPr/>
                    <a:lstStyle/>
                    <a:p>
                      <a:endParaRPr lang="zh-CN" altLang="en-US"/>
                    </a:p>
                  </a:txBody>
                  <a:tcPr/>
                </a:tc>
              </a:tr>
              <a:tr h="227667">
                <a:tc>
                  <a:txBody>
                    <a:bodyPr/>
                    <a:lstStyle/>
                    <a:p>
                      <a:pPr algn="ctr">
                        <a:spcAft>
                          <a:spcPts val="0"/>
                        </a:spcAft>
                      </a:pPr>
                      <a:r>
                        <a:rPr lang="en-US" sz="1400" kern="100">
                          <a:effectLst/>
                        </a:rPr>
                        <a:t> </a:t>
                      </a:r>
                      <a:endParaRPr lang="zh-CN" sz="1400" kern="100">
                        <a:effectLst/>
                        <a:latin typeface="Times New Roman"/>
                        <a:ea typeface="宋体"/>
                      </a:endParaRPr>
                    </a:p>
                  </a:txBody>
                  <a:tcPr marL="30927" marR="30927" marT="0" marB="0" anchor="ctr"/>
                </a:tc>
                <a:tc>
                  <a:txBody>
                    <a:bodyPr/>
                    <a:lstStyle/>
                    <a:p>
                      <a:pPr algn="ctr">
                        <a:spcAft>
                          <a:spcPts val="0"/>
                        </a:spcAft>
                      </a:pPr>
                      <a:r>
                        <a:rPr lang="en-US" sz="1400" kern="100" dirty="0">
                          <a:effectLst/>
                        </a:rPr>
                        <a:t>AAH</a:t>
                      </a:r>
                      <a:endParaRPr lang="zh-CN" sz="1400" kern="100" dirty="0">
                        <a:effectLst/>
                        <a:latin typeface="Times New Roman"/>
                        <a:ea typeface="宋体"/>
                      </a:endParaRPr>
                    </a:p>
                  </a:txBody>
                  <a:tcPr marL="30927" marR="30927" marT="0" marB="0" anchor="ctr"/>
                </a:tc>
                <a:tc vMerge="1">
                  <a:txBody>
                    <a:bodyPr/>
                    <a:lstStyle/>
                    <a:p>
                      <a:endParaRPr lang="zh-CN" altLang="en-US"/>
                    </a:p>
                  </a:txBody>
                  <a:tcPr/>
                </a:tc>
              </a:tr>
              <a:tr h="199184">
                <a:tc>
                  <a:txBody>
                    <a:bodyPr/>
                    <a:lstStyle/>
                    <a:p>
                      <a:pPr algn="ctr">
                        <a:spcAft>
                          <a:spcPts val="0"/>
                        </a:spcAft>
                      </a:pPr>
                      <a:r>
                        <a:rPr lang="en-US" sz="1400" kern="100">
                          <a:effectLst/>
                        </a:rPr>
                        <a:t>L-1</a:t>
                      </a:r>
                      <a:endParaRPr lang="zh-CN" sz="1400" kern="100">
                        <a:effectLst/>
                        <a:latin typeface="Times New Roman"/>
                        <a:ea typeface="宋体"/>
                      </a:endParaRPr>
                    </a:p>
                  </a:txBody>
                  <a:tcPr marL="30927" marR="30927" marT="0" marB="0" anchor="ctr"/>
                </a:tc>
                <a:tc>
                  <a:txBody>
                    <a:bodyPr/>
                    <a:lstStyle/>
                    <a:p>
                      <a:pPr algn="ctr">
                        <a:spcAft>
                          <a:spcPts val="0"/>
                        </a:spcAft>
                      </a:pPr>
                      <a:r>
                        <a:rPr lang="en-US" sz="1400" kern="100" dirty="0">
                          <a:effectLst/>
                        </a:rPr>
                        <a:t>AAH</a:t>
                      </a:r>
                      <a:endParaRPr lang="zh-CN" sz="1400" kern="100" dirty="0">
                        <a:effectLst/>
                        <a:latin typeface="Times New Roman"/>
                        <a:ea typeface="宋体"/>
                      </a:endParaRPr>
                    </a:p>
                  </a:txBody>
                  <a:tcPr marL="30927" marR="30927" marT="0" marB="0" anchor="ctr"/>
                </a:tc>
                <a:tc vMerge="1">
                  <a:txBody>
                    <a:bodyPr/>
                    <a:lstStyle/>
                    <a:p>
                      <a:endParaRPr lang="zh-CN" altLang="en-US"/>
                    </a:p>
                  </a:txBody>
                  <a:tcPr/>
                </a:tc>
              </a:tr>
            </a:tbl>
          </a:graphicData>
        </a:graphic>
      </p:graphicFrame>
    </p:spTree>
    <p:extLst>
      <p:ext uri="{BB962C8B-B14F-4D97-AF65-F5344CB8AC3E}">
        <p14:creationId xmlns:p14="http://schemas.microsoft.com/office/powerpoint/2010/main" val="280035727"/>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3528" y="274638"/>
            <a:ext cx="8496944" cy="1082660"/>
          </a:xfrm>
        </p:spPr>
        <p:txBody>
          <a:bodyPr>
            <a:normAutofit/>
          </a:bodyPr>
          <a:lstStyle/>
          <a:p>
            <a:r>
              <a:rPr lang="en-US" altLang="zh-CN" dirty="0"/>
              <a:t>PART 8: Time-tagged data block</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latin typeface="微软雅黑" pitchFamily="34" charset="-122"/>
                <a:ea typeface="微软雅黑" pitchFamily="34" charset="-122"/>
              </a:rPr>
              <a:t> </a:t>
            </a:r>
            <a:fld id="{E1EFCB46-C834-4067-A327-0EA79FD50686}" type="slidenum">
              <a:rPr lang="zh-CN" altLang="en-US" smtClean="0">
                <a:latin typeface="微软雅黑" pitchFamily="34" charset="-122"/>
                <a:ea typeface="微软雅黑" pitchFamily="34" charset="-122"/>
              </a:rPr>
              <a:pPr/>
              <a:t>86</a:t>
            </a:fld>
            <a:r>
              <a:rPr lang="zh-CN" altLang="en-US" smtClean="0">
                <a:latin typeface="微软雅黑" pitchFamily="34" charset="-122"/>
                <a:ea typeface="微软雅黑" pitchFamily="34" charset="-122"/>
              </a:rPr>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457200" y="1089025"/>
            <a:ext cx="8255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50000"/>
              </a:lnSpc>
            </a:pPr>
            <a:r>
              <a:rPr lang="en-US" altLang="zh-CN" sz="2400" dirty="0">
                <a:solidFill>
                  <a:srgbClr val="FF0000"/>
                </a:solidFill>
                <a:latin typeface="微软雅黑" pitchFamily="34" charset="-122"/>
                <a:ea typeface="微软雅黑" pitchFamily="34" charset="-122"/>
              </a:rPr>
              <a:t>TTD data block insert rule.</a:t>
            </a:r>
            <a:endParaRPr lang="en-US" altLang="zh-CN" sz="2400" dirty="0">
              <a:solidFill>
                <a:schemeClr val="tx1"/>
              </a:solidFill>
              <a:latin typeface="微软雅黑" pitchFamily="34" charset="-122"/>
              <a:ea typeface="微软雅黑" pitchFamily="34" charset="-122"/>
            </a:endParaRPr>
          </a:p>
        </p:txBody>
      </p:sp>
      <p:graphicFrame>
        <p:nvGraphicFramePr>
          <p:cNvPr id="7" name="表格 6"/>
          <p:cNvGraphicFramePr>
            <a:graphicFrameLocks noGrp="1"/>
          </p:cNvGraphicFramePr>
          <p:nvPr>
            <p:extLst>
              <p:ext uri="{D42A27DB-BD31-4B8C-83A1-F6EECF244321}">
                <p14:modId xmlns:p14="http://schemas.microsoft.com/office/powerpoint/2010/main" val="2992492664"/>
              </p:ext>
            </p:extLst>
          </p:nvPr>
        </p:nvGraphicFramePr>
        <p:xfrm>
          <a:off x="539552" y="1881188"/>
          <a:ext cx="4391025" cy="4352926"/>
        </p:xfrm>
        <a:graphic>
          <a:graphicData uri="http://schemas.openxmlformats.org/drawingml/2006/table">
            <a:tbl>
              <a:tblPr>
                <a:tableStyleId>{69CF1AB2-1976-4502-BF36-3FF5EA218861}</a:tableStyleId>
              </a:tblPr>
              <a:tblGrid>
                <a:gridCol w="367751"/>
                <a:gridCol w="980670"/>
                <a:gridCol w="415186"/>
                <a:gridCol w="1178403"/>
                <a:gridCol w="1449015"/>
              </a:tblGrid>
              <a:tr h="640080">
                <a:tc>
                  <a:txBody>
                    <a:bodyPr/>
                    <a:lstStyle/>
                    <a:p>
                      <a:pPr algn="ctr">
                        <a:spcAft>
                          <a:spcPts val="0"/>
                        </a:spcAft>
                      </a:pPr>
                      <a:r>
                        <a:rPr lang="en-US" sz="1400" kern="100" dirty="0" smtClean="0">
                          <a:effectLst/>
                        </a:rPr>
                        <a:t>No</a:t>
                      </a:r>
                      <a:endParaRPr lang="zh-CN" sz="1400" b="1" kern="100" dirty="0">
                        <a:effectLst/>
                        <a:latin typeface="Times New Roman"/>
                        <a:ea typeface="宋体"/>
                      </a:endParaRPr>
                    </a:p>
                  </a:txBody>
                  <a:tcPr marL="68557" marR="68557" marT="0" marB="0"/>
                </a:tc>
                <a:tc>
                  <a:txBody>
                    <a:bodyPr/>
                    <a:lstStyle/>
                    <a:p>
                      <a:pPr algn="ctr">
                        <a:spcAft>
                          <a:spcPts val="0"/>
                        </a:spcAft>
                      </a:pPr>
                      <a:r>
                        <a:rPr lang="en-US" sz="1400" kern="100" dirty="0">
                          <a:effectLst/>
                        </a:rPr>
                        <a:t>New </a:t>
                      </a:r>
                      <a:r>
                        <a:rPr lang="en-US" sz="1400" kern="100" dirty="0" smtClean="0">
                          <a:effectLst/>
                        </a:rPr>
                        <a:t>TTD </a:t>
                      </a:r>
                      <a:r>
                        <a:rPr lang="en-US" sz="1400" kern="100" dirty="0">
                          <a:effectLst/>
                        </a:rPr>
                        <a:t>Data block</a:t>
                      </a:r>
                      <a:endParaRPr lang="zh-CN" sz="1400" b="1" kern="100" dirty="0">
                        <a:effectLst/>
                        <a:latin typeface="Times New Roman"/>
                        <a:ea typeface="宋体"/>
                      </a:endParaRPr>
                    </a:p>
                  </a:txBody>
                  <a:tcPr marL="68557" marR="68557" marT="0" marB="0"/>
                </a:tc>
                <a:tc>
                  <a:txBody>
                    <a:bodyPr/>
                    <a:lstStyle/>
                    <a:p>
                      <a:pPr algn="ctr">
                        <a:spcAft>
                          <a:spcPts val="0"/>
                        </a:spcAft>
                      </a:pPr>
                      <a:r>
                        <a:rPr lang="en-US" sz="1400" kern="100">
                          <a:effectLst/>
                        </a:rPr>
                        <a:t> </a:t>
                      </a:r>
                      <a:endParaRPr lang="zh-CN" sz="1400" b="1" kern="100">
                        <a:effectLst/>
                        <a:latin typeface="Times New Roman"/>
                        <a:ea typeface="宋体"/>
                      </a:endParaRPr>
                    </a:p>
                  </a:txBody>
                  <a:tcPr marL="68557" marR="68557" marT="0" marB="0"/>
                </a:tc>
                <a:tc>
                  <a:txBody>
                    <a:bodyPr/>
                    <a:lstStyle/>
                    <a:p>
                      <a:pPr algn="ctr">
                        <a:spcAft>
                          <a:spcPts val="0"/>
                        </a:spcAft>
                      </a:pPr>
                      <a:r>
                        <a:rPr lang="en-US" sz="1400" kern="100" dirty="0" smtClean="0">
                          <a:effectLst/>
                        </a:rPr>
                        <a:t>TTD </a:t>
                      </a:r>
                      <a:r>
                        <a:rPr lang="en-US" sz="1400" kern="100" dirty="0">
                          <a:effectLst/>
                        </a:rPr>
                        <a:t>in buffer</a:t>
                      </a:r>
                      <a:endParaRPr lang="zh-CN" sz="1400" b="1" kern="100" dirty="0">
                        <a:effectLst/>
                        <a:latin typeface="Times New Roman"/>
                        <a:ea typeface="宋体"/>
                      </a:endParaRPr>
                    </a:p>
                  </a:txBody>
                  <a:tcPr marL="68557" marR="68557" marT="0" marB="0"/>
                </a:tc>
                <a:tc>
                  <a:txBody>
                    <a:bodyPr/>
                    <a:lstStyle/>
                    <a:p>
                      <a:pPr algn="ctr">
                        <a:spcAft>
                          <a:spcPts val="0"/>
                        </a:spcAft>
                      </a:pPr>
                      <a:r>
                        <a:rPr lang="en-US" sz="1400" kern="100">
                          <a:effectLst/>
                        </a:rPr>
                        <a:t>Executing status</a:t>
                      </a:r>
                      <a:endParaRPr lang="zh-CN" sz="1400" b="1" kern="100">
                        <a:effectLst/>
                        <a:latin typeface="Times New Roman"/>
                        <a:ea typeface="宋体"/>
                      </a:endParaRPr>
                    </a:p>
                  </a:txBody>
                  <a:tcPr marL="68557" marR="68557" marT="0" marB="0"/>
                </a:tc>
              </a:tr>
              <a:tr h="962681">
                <a:tc>
                  <a:txBody>
                    <a:bodyPr/>
                    <a:lstStyle/>
                    <a:p>
                      <a:pPr marL="0" lvl="0" indent="0" algn="ctr">
                        <a:spcAft>
                          <a:spcPts val="0"/>
                        </a:spcAft>
                        <a:buFont typeface="+mj-lt"/>
                        <a:buNone/>
                      </a:pPr>
                      <a:r>
                        <a:rPr lang="en-US" sz="1400" kern="100" dirty="0" smtClean="0">
                          <a:effectLst/>
                        </a:rPr>
                        <a:t>1</a:t>
                      </a:r>
                      <a:r>
                        <a:rPr lang="en-US" sz="1400" kern="100" dirty="0">
                          <a:effectLst/>
                        </a:rPr>
                        <a:t> </a:t>
                      </a:r>
                      <a:endParaRPr lang="zh-CN" sz="1400" b="1" kern="100" dirty="0">
                        <a:effectLst/>
                        <a:latin typeface="Times New Roman"/>
                        <a:ea typeface="宋体"/>
                      </a:endParaRPr>
                    </a:p>
                  </a:txBody>
                  <a:tcPr marL="68557" marR="68557" marT="0" marB="0"/>
                </a:tc>
                <a:tc>
                  <a:txBody>
                    <a:bodyPr/>
                    <a:lstStyle/>
                    <a:p>
                      <a:pPr algn="ctr">
                        <a:spcAft>
                          <a:spcPts val="0"/>
                        </a:spcAft>
                      </a:pPr>
                      <a:r>
                        <a:rPr lang="en-US" sz="1400" kern="100" dirty="0">
                          <a:effectLst/>
                        </a:rPr>
                        <a:t>Max time</a:t>
                      </a:r>
                      <a:endParaRPr lang="zh-CN" sz="1400" b="1" kern="100" dirty="0">
                        <a:effectLst/>
                        <a:latin typeface="Times New Roman"/>
                        <a:ea typeface="宋体"/>
                      </a:endParaRPr>
                    </a:p>
                  </a:txBody>
                  <a:tcPr marL="68557" marR="68557" marT="0" marB="0"/>
                </a:tc>
                <a:tc>
                  <a:txBody>
                    <a:bodyPr/>
                    <a:lstStyle/>
                    <a:p>
                      <a:pPr algn="ctr">
                        <a:spcAft>
                          <a:spcPts val="0"/>
                        </a:spcAft>
                      </a:pPr>
                      <a:r>
                        <a:rPr lang="en-US" sz="1400" kern="100" dirty="0">
                          <a:effectLst/>
                        </a:rPr>
                        <a:t>&lt; </a:t>
                      </a:r>
                      <a:endParaRPr lang="zh-CN" sz="1400" b="1" kern="100" dirty="0">
                        <a:effectLst/>
                        <a:latin typeface="Times New Roman"/>
                        <a:ea typeface="宋体"/>
                      </a:endParaRPr>
                    </a:p>
                  </a:txBody>
                  <a:tcPr marL="68557" marR="68557" marT="0" marB="0"/>
                </a:tc>
                <a:tc>
                  <a:txBody>
                    <a:bodyPr/>
                    <a:lstStyle/>
                    <a:p>
                      <a:pPr algn="ctr">
                        <a:spcAft>
                          <a:spcPts val="0"/>
                        </a:spcAft>
                      </a:pPr>
                      <a:r>
                        <a:rPr lang="en-US" sz="1400" kern="100">
                          <a:effectLst/>
                        </a:rPr>
                        <a:t>Min time</a:t>
                      </a:r>
                      <a:endParaRPr lang="zh-CN" sz="1400" b="1" kern="100">
                        <a:effectLst/>
                        <a:latin typeface="Times New Roman"/>
                        <a:ea typeface="宋体"/>
                      </a:endParaRPr>
                    </a:p>
                  </a:txBody>
                  <a:tcPr marL="68557" marR="68557" marT="0" marB="0"/>
                </a:tc>
                <a:tc>
                  <a:txBody>
                    <a:bodyPr/>
                    <a:lstStyle/>
                    <a:p>
                      <a:pPr algn="ctr">
                        <a:spcAft>
                          <a:spcPts val="0"/>
                        </a:spcAft>
                      </a:pPr>
                      <a:r>
                        <a:rPr lang="en-US" sz="1400" kern="100" dirty="0">
                          <a:effectLst/>
                        </a:rPr>
                        <a:t>New </a:t>
                      </a:r>
                      <a:r>
                        <a:rPr lang="en-US" sz="1400" kern="100" dirty="0" smtClean="0">
                          <a:effectLst/>
                        </a:rPr>
                        <a:t>TTD </a:t>
                      </a:r>
                      <a:r>
                        <a:rPr lang="en-US" sz="1400" kern="100" dirty="0">
                          <a:effectLst/>
                        </a:rPr>
                        <a:t>block insert in front of Min time command</a:t>
                      </a:r>
                      <a:endParaRPr lang="zh-CN" sz="1400" b="1" kern="100" dirty="0">
                        <a:effectLst/>
                        <a:latin typeface="Times New Roman"/>
                        <a:ea typeface="宋体"/>
                      </a:endParaRPr>
                    </a:p>
                  </a:txBody>
                  <a:tcPr marL="68557" marR="68557" marT="0" marB="0"/>
                </a:tc>
              </a:tr>
              <a:tr h="988665">
                <a:tc>
                  <a:txBody>
                    <a:bodyPr/>
                    <a:lstStyle/>
                    <a:p>
                      <a:pPr marL="0" lvl="0" indent="0" algn="ctr">
                        <a:spcAft>
                          <a:spcPts val="0"/>
                        </a:spcAft>
                        <a:buFont typeface="+mj-lt"/>
                        <a:buNone/>
                      </a:pPr>
                      <a:r>
                        <a:rPr lang="en-US" sz="1400" kern="100" dirty="0" smtClean="0">
                          <a:effectLst/>
                        </a:rPr>
                        <a:t>2</a:t>
                      </a:r>
                      <a:r>
                        <a:rPr lang="en-US" sz="1400" kern="100" dirty="0">
                          <a:effectLst/>
                        </a:rPr>
                        <a:t> </a:t>
                      </a:r>
                      <a:endParaRPr lang="zh-CN" sz="1400" b="1" kern="100" dirty="0">
                        <a:effectLst/>
                        <a:latin typeface="Times New Roman"/>
                        <a:ea typeface="宋体"/>
                      </a:endParaRPr>
                    </a:p>
                  </a:txBody>
                  <a:tcPr marL="68557" marR="68557" marT="0" marB="0"/>
                </a:tc>
                <a:tc>
                  <a:txBody>
                    <a:bodyPr/>
                    <a:lstStyle/>
                    <a:p>
                      <a:pPr algn="ctr">
                        <a:spcAft>
                          <a:spcPts val="0"/>
                        </a:spcAft>
                      </a:pPr>
                      <a:r>
                        <a:rPr lang="en-US" sz="1400" kern="100">
                          <a:effectLst/>
                        </a:rPr>
                        <a:t>Min time</a:t>
                      </a:r>
                      <a:endParaRPr lang="zh-CN" sz="1400" b="1" kern="100">
                        <a:effectLst/>
                        <a:latin typeface="Times New Roman"/>
                        <a:ea typeface="宋体"/>
                      </a:endParaRPr>
                    </a:p>
                  </a:txBody>
                  <a:tcPr marL="68557" marR="68557" marT="0" marB="0"/>
                </a:tc>
                <a:tc>
                  <a:txBody>
                    <a:bodyPr/>
                    <a:lstStyle/>
                    <a:p>
                      <a:pPr algn="ctr">
                        <a:spcAft>
                          <a:spcPts val="0"/>
                        </a:spcAft>
                      </a:pPr>
                      <a:r>
                        <a:rPr lang="en-US" sz="1400" kern="100">
                          <a:effectLst/>
                        </a:rPr>
                        <a:t>&gt; </a:t>
                      </a:r>
                      <a:endParaRPr lang="zh-CN" sz="1400" b="1" kern="100">
                        <a:effectLst/>
                        <a:latin typeface="Times New Roman"/>
                        <a:ea typeface="宋体"/>
                      </a:endParaRPr>
                    </a:p>
                  </a:txBody>
                  <a:tcPr marL="68557" marR="68557" marT="0" marB="0"/>
                </a:tc>
                <a:tc>
                  <a:txBody>
                    <a:bodyPr/>
                    <a:lstStyle/>
                    <a:p>
                      <a:pPr algn="ctr">
                        <a:spcAft>
                          <a:spcPts val="0"/>
                        </a:spcAft>
                      </a:pPr>
                      <a:r>
                        <a:rPr lang="en-US" sz="1400" kern="100">
                          <a:effectLst/>
                        </a:rPr>
                        <a:t>Max time</a:t>
                      </a:r>
                      <a:endParaRPr lang="zh-CN" sz="1400" b="1" kern="100">
                        <a:effectLst/>
                        <a:latin typeface="Times New Roman"/>
                        <a:ea typeface="宋体"/>
                      </a:endParaRPr>
                    </a:p>
                  </a:txBody>
                  <a:tcPr marL="68557" marR="68557" marT="0" marB="0"/>
                </a:tc>
                <a:tc>
                  <a:txBody>
                    <a:bodyPr/>
                    <a:lstStyle/>
                    <a:p>
                      <a:pPr algn="ctr">
                        <a:spcAft>
                          <a:spcPts val="0"/>
                        </a:spcAft>
                      </a:pPr>
                      <a:r>
                        <a:rPr lang="en-US" sz="1400" kern="100" dirty="0">
                          <a:effectLst/>
                        </a:rPr>
                        <a:t>New </a:t>
                      </a:r>
                      <a:r>
                        <a:rPr lang="en-US" sz="1400" kern="100" dirty="0" smtClean="0">
                          <a:effectLst/>
                        </a:rPr>
                        <a:t>TTD </a:t>
                      </a:r>
                      <a:r>
                        <a:rPr lang="en-US" sz="1400" kern="100" dirty="0">
                          <a:effectLst/>
                        </a:rPr>
                        <a:t>block insert in behind of Max time command</a:t>
                      </a:r>
                      <a:endParaRPr lang="zh-CN" sz="1400" b="1" kern="100" dirty="0">
                        <a:effectLst/>
                        <a:latin typeface="Times New Roman"/>
                        <a:ea typeface="宋体"/>
                      </a:endParaRPr>
                    </a:p>
                  </a:txBody>
                  <a:tcPr marL="68557" marR="68557" marT="0" marB="0"/>
                </a:tc>
              </a:tr>
              <a:tr h="481340">
                <a:tc rowSpan="2">
                  <a:txBody>
                    <a:bodyPr/>
                    <a:lstStyle/>
                    <a:p>
                      <a:pPr marL="0" lvl="0" indent="0" algn="ctr">
                        <a:spcAft>
                          <a:spcPts val="0"/>
                        </a:spcAft>
                        <a:buFont typeface="+mj-lt"/>
                        <a:buNone/>
                      </a:pPr>
                      <a:r>
                        <a:rPr lang="en-US" altLang="zh-CN" sz="1400" kern="100" dirty="0" smtClean="0">
                          <a:effectLst/>
                        </a:rPr>
                        <a:t>3</a:t>
                      </a:r>
                      <a:endParaRPr lang="zh-CN" sz="1400" b="1" kern="100" dirty="0">
                        <a:effectLst/>
                        <a:latin typeface="Times New Roman"/>
                        <a:ea typeface="宋体"/>
                      </a:endParaRPr>
                    </a:p>
                  </a:txBody>
                  <a:tcPr marL="68557" marR="68557" marT="0" marB="0"/>
                </a:tc>
                <a:tc>
                  <a:txBody>
                    <a:bodyPr/>
                    <a:lstStyle/>
                    <a:p>
                      <a:pPr algn="ctr">
                        <a:spcAft>
                          <a:spcPts val="0"/>
                        </a:spcAft>
                      </a:pPr>
                      <a:r>
                        <a:rPr lang="en-US" sz="1400" kern="100">
                          <a:effectLst/>
                        </a:rPr>
                        <a:t>Min time</a:t>
                      </a:r>
                      <a:endParaRPr lang="zh-CN" sz="1400" b="1" kern="100">
                        <a:effectLst/>
                        <a:latin typeface="Times New Roman"/>
                        <a:ea typeface="宋体"/>
                      </a:endParaRPr>
                    </a:p>
                  </a:txBody>
                  <a:tcPr marL="68557" marR="68557" marT="0" marB="0"/>
                </a:tc>
                <a:tc>
                  <a:txBody>
                    <a:bodyPr/>
                    <a:lstStyle/>
                    <a:p>
                      <a:pPr algn="ctr">
                        <a:spcAft>
                          <a:spcPts val="0"/>
                        </a:spcAft>
                      </a:pPr>
                      <a:r>
                        <a:rPr lang="en-US" sz="1400" kern="100">
                          <a:effectLst/>
                        </a:rPr>
                        <a:t>&gt; </a:t>
                      </a:r>
                      <a:endParaRPr lang="zh-CN" sz="1400" b="1" kern="100">
                        <a:effectLst/>
                        <a:latin typeface="Times New Roman"/>
                        <a:ea typeface="宋体"/>
                      </a:endParaRPr>
                    </a:p>
                  </a:txBody>
                  <a:tcPr marL="68557" marR="68557" marT="0" marB="0"/>
                </a:tc>
                <a:tc>
                  <a:txBody>
                    <a:bodyPr/>
                    <a:lstStyle/>
                    <a:p>
                      <a:pPr algn="ctr">
                        <a:spcAft>
                          <a:spcPts val="0"/>
                        </a:spcAft>
                      </a:pPr>
                      <a:r>
                        <a:rPr lang="en-US" sz="1400" kern="100" dirty="0" smtClean="0">
                          <a:effectLst/>
                        </a:rPr>
                        <a:t>Command </a:t>
                      </a:r>
                      <a:r>
                        <a:rPr lang="en-US" sz="1400" kern="100" dirty="0">
                          <a:effectLst/>
                        </a:rPr>
                        <a:t>n time</a:t>
                      </a:r>
                      <a:endParaRPr lang="zh-CN" sz="1400" b="1" kern="100" dirty="0">
                        <a:effectLst/>
                        <a:latin typeface="Times New Roman"/>
                        <a:ea typeface="宋体"/>
                      </a:endParaRPr>
                    </a:p>
                  </a:txBody>
                  <a:tcPr marL="68557" marR="68557" marT="0" marB="0"/>
                </a:tc>
                <a:tc rowSpan="2">
                  <a:txBody>
                    <a:bodyPr/>
                    <a:lstStyle/>
                    <a:p>
                      <a:pPr algn="ctr">
                        <a:spcAft>
                          <a:spcPts val="0"/>
                        </a:spcAft>
                      </a:pPr>
                      <a:r>
                        <a:rPr lang="en-US" sz="1400" kern="100" dirty="0">
                          <a:effectLst/>
                        </a:rPr>
                        <a:t>New  </a:t>
                      </a:r>
                      <a:r>
                        <a:rPr lang="en-US" sz="1400" kern="100" dirty="0" smtClean="0">
                          <a:effectLst/>
                        </a:rPr>
                        <a:t>TTD </a:t>
                      </a:r>
                      <a:r>
                        <a:rPr lang="en-US" sz="1400" kern="100" dirty="0">
                          <a:effectLst/>
                        </a:rPr>
                        <a:t>block insert between command n and command n+1</a:t>
                      </a:r>
                      <a:endParaRPr lang="zh-CN" sz="1400" b="1" kern="100" dirty="0">
                        <a:effectLst/>
                        <a:latin typeface="Times New Roman"/>
                        <a:ea typeface="宋体"/>
                      </a:endParaRPr>
                    </a:p>
                  </a:txBody>
                  <a:tcPr marL="68557" marR="68557" marT="0" marB="0"/>
                </a:tc>
              </a:tr>
              <a:tr h="798820">
                <a:tc vMerge="1">
                  <a:txBody>
                    <a:bodyPr/>
                    <a:lstStyle/>
                    <a:p>
                      <a:endParaRPr lang="zh-CN" altLang="en-US"/>
                    </a:p>
                  </a:txBody>
                  <a:tcPr/>
                </a:tc>
                <a:tc>
                  <a:txBody>
                    <a:bodyPr/>
                    <a:lstStyle/>
                    <a:p>
                      <a:pPr algn="ctr">
                        <a:spcAft>
                          <a:spcPts val="0"/>
                        </a:spcAft>
                      </a:pPr>
                      <a:r>
                        <a:rPr lang="en-US" sz="1400" kern="100">
                          <a:effectLst/>
                        </a:rPr>
                        <a:t>Max time</a:t>
                      </a:r>
                      <a:endParaRPr lang="zh-CN" sz="1400" b="1" kern="100">
                        <a:effectLst/>
                        <a:latin typeface="Times New Roman"/>
                        <a:ea typeface="宋体"/>
                      </a:endParaRPr>
                    </a:p>
                  </a:txBody>
                  <a:tcPr marL="68557" marR="68557" marT="0" marB="0"/>
                </a:tc>
                <a:tc>
                  <a:txBody>
                    <a:bodyPr/>
                    <a:lstStyle/>
                    <a:p>
                      <a:pPr algn="ctr">
                        <a:spcAft>
                          <a:spcPts val="0"/>
                        </a:spcAft>
                      </a:pPr>
                      <a:r>
                        <a:rPr lang="en-US" sz="1400" kern="100">
                          <a:effectLst/>
                        </a:rPr>
                        <a:t>&lt; </a:t>
                      </a:r>
                      <a:endParaRPr lang="zh-CN" sz="1400" b="1" kern="100">
                        <a:effectLst/>
                        <a:latin typeface="Times New Roman"/>
                        <a:ea typeface="宋体"/>
                      </a:endParaRPr>
                    </a:p>
                  </a:txBody>
                  <a:tcPr marL="68557" marR="68557" marT="0" marB="0"/>
                </a:tc>
                <a:tc>
                  <a:txBody>
                    <a:bodyPr/>
                    <a:lstStyle/>
                    <a:p>
                      <a:pPr algn="ctr">
                        <a:spcAft>
                          <a:spcPts val="0"/>
                        </a:spcAft>
                      </a:pPr>
                      <a:r>
                        <a:rPr lang="en-US" sz="1400" kern="100" dirty="0" smtClean="0">
                          <a:effectLst/>
                        </a:rPr>
                        <a:t>Command </a:t>
                      </a:r>
                      <a:r>
                        <a:rPr lang="en-US" sz="1400" kern="100" dirty="0">
                          <a:effectLst/>
                        </a:rPr>
                        <a:t>n+1 time</a:t>
                      </a:r>
                      <a:endParaRPr lang="zh-CN" sz="1400" b="1" kern="100" dirty="0">
                        <a:effectLst/>
                        <a:latin typeface="Times New Roman"/>
                        <a:ea typeface="宋体"/>
                      </a:endParaRPr>
                    </a:p>
                  </a:txBody>
                  <a:tcPr marL="68557" marR="68557" marT="0" marB="0"/>
                </a:tc>
                <a:tc vMerge="1">
                  <a:txBody>
                    <a:bodyPr/>
                    <a:lstStyle/>
                    <a:p>
                      <a:endParaRPr lang="zh-CN" altLang="en-US"/>
                    </a:p>
                  </a:txBody>
                  <a:tcPr/>
                </a:tc>
              </a:tr>
              <a:tr h="481340">
                <a:tc>
                  <a:txBody>
                    <a:bodyPr/>
                    <a:lstStyle/>
                    <a:p>
                      <a:pPr marL="0" lvl="0" indent="0" algn="ctr">
                        <a:spcAft>
                          <a:spcPts val="0"/>
                        </a:spcAft>
                        <a:buFont typeface="+mj-lt"/>
                        <a:buNone/>
                      </a:pPr>
                      <a:r>
                        <a:rPr lang="en-US" sz="1400" kern="100" dirty="0" smtClean="0">
                          <a:effectLst/>
                        </a:rPr>
                        <a:t>4</a:t>
                      </a:r>
                      <a:r>
                        <a:rPr lang="en-US" sz="1400" kern="100" dirty="0">
                          <a:effectLst/>
                        </a:rPr>
                        <a:t> </a:t>
                      </a:r>
                      <a:endParaRPr lang="zh-CN" sz="1400" b="1" kern="100" dirty="0">
                        <a:effectLst/>
                        <a:latin typeface="Times New Roman"/>
                        <a:ea typeface="宋体"/>
                      </a:endParaRPr>
                    </a:p>
                  </a:txBody>
                  <a:tcPr marL="68557" marR="68557" marT="0" marB="0"/>
                </a:tc>
                <a:tc>
                  <a:txBody>
                    <a:bodyPr/>
                    <a:lstStyle/>
                    <a:p>
                      <a:pPr algn="ctr">
                        <a:spcAft>
                          <a:spcPts val="0"/>
                        </a:spcAft>
                      </a:pPr>
                      <a:r>
                        <a:rPr lang="en-US" sz="1400" kern="100">
                          <a:effectLst/>
                        </a:rPr>
                        <a:t>Other condition</a:t>
                      </a:r>
                      <a:endParaRPr lang="zh-CN" sz="1400" b="1" kern="100">
                        <a:effectLst/>
                        <a:latin typeface="Times New Roman"/>
                        <a:ea typeface="宋体"/>
                      </a:endParaRPr>
                    </a:p>
                  </a:txBody>
                  <a:tcPr marL="68557" marR="68557" marT="0" marB="0"/>
                </a:tc>
                <a:tc>
                  <a:txBody>
                    <a:bodyPr/>
                    <a:lstStyle/>
                    <a:p>
                      <a:pPr algn="ctr">
                        <a:spcAft>
                          <a:spcPts val="0"/>
                        </a:spcAft>
                      </a:pPr>
                      <a:r>
                        <a:rPr lang="en-US" sz="1400" kern="100">
                          <a:effectLst/>
                        </a:rPr>
                        <a:t> </a:t>
                      </a:r>
                      <a:endParaRPr lang="zh-CN" sz="1400" b="1" kern="100">
                        <a:effectLst/>
                        <a:latin typeface="Times New Roman"/>
                        <a:ea typeface="宋体"/>
                      </a:endParaRPr>
                    </a:p>
                  </a:txBody>
                  <a:tcPr marL="68557" marR="68557" marT="0" marB="0"/>
                </a:tc>
                <a:tc>
                  <a:txBody>
                    <a:bodyPr/>
                    <a:lstStyle/>
                    <a:p>
                      <a:pPr algn="ctr">
                        <a:spcAft>
                          <a:spcPts val="0"/>
                        </a:spcAft>
                      </a:pPr>
                      <a:r>
                        <a:rPr lang="en-US" sz="1400" kern="100">
                          <a:effectLst/>
                        </a:rPr>
                        <a:t> </a:t>
                      </a:r>
                      <a:endParaRPr lang="zh-CN" sz="1400" b="1" kern="100">
                        <a:effectLst/>
                        <a:latin typeface="Times New Roman"/>
                        <a:ea typeface="宋体"/>
                      </a:endParaRPr>
                    </a:p>
                  </a:txBody>
                  <a:tcPr marL="68557" marR="68557" marT="0" marB="0"/>
                </a:tc>
                <a:tc>
                  <a:txBody>
                    <a:bodyPr/>
                    <a:lstStyle/>
                    <a:p>
                      <a:pPr algn="ctr">
                        <a:spcAft>
                          <a:spcPts val="0"/>
                        </a:spcAft>
                      </a:pPr>
                      <a:r>
                        <a:rPr lang="en-US" sz="1400" kern="100" dirty="0" smtClean="0">
                          <a:effectLst/>
                        </a:rPr>
                        <a:t>TTD </a:t>
                      </a:r>
                      <a:r>
                        <a:rPr lang="en-US" sz="1400" kern="100" dirty="0">
                          <a:effectLst/>
                        </a:rPr>
                        <a:t>error</a:t>
                      </a:r>
                      <a:endParaRPr lang="zh-CN" sz="1400" b="1" kern="100" dirty="0">
                        <a:effectLst/>
                        <a:latin typeface="Times New Roman"/>
                        <a:ea typeface="宋体"/>
                      </a:endParaRPr>
                    </a:p>
                  </a:txBody>
                  <a:tcPr marL="68557" marR="68557" marT="0" marB="0"/>
                </a:tc>
              </a:tr>
            </a:tbl>
          </a:graphicData>
        </a:graphic>
      </p:graphicFrame>
      <p:graphicFrame>
        <p:nvGraphicFramePr>
          <p:cNvPr id="8" name="对象 5"/>
          <p:cNvGraphicFramePr>
            <a:graphicFrameLocks noChangeAspect="1"/>
          </p:cNvGraphicFramePr>
          <p:nvPr>
            <p:extLst>
              <p:ext uri="{D42A27DB-BD31-4B8C-83A1-F6EECF244321}">
                <p14:modId xmlns:p14="http://schemas.microsoft.com/office/powerpoint/2010/main" val="3717318009"/>
              </p:ext>
            </p:extLst>
          </p:nvPr>
        </p:nvGraphicFramePr>
        <p:xfrm>
          <a:off x="5004048" y="2636838"/>
          <a:ext cx="4040187" cy="2862262"/>
        </p:xfrm>
        <a:graphic>
          <a:graphicData uri="http://schemas.openxmlformats.org/presentationml/2006/ole">
            <mc:AlternateContent xmlns:mc="http://schemas.openxmlformats.org/markup-compatibility/2006">
              <mc:Choice xmlns:v="urn:schemas-microsoft-com:vml" Requires="v">
                <p:oleObj spid="_x0000_s115785" name="Visio" r:id="rId4" imgW="2704624" imgH="1984962" progId="Visio.Drawing.11">
                  <p:embed/>
                </p:oleObj>
              </mc:Choice>
              <mc:Fallback>
                <p:oleObj name="Visio" r:id="rId4" imgW="2704624" imgH="1984962" progId="Visio.Drawing.11">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t="3159"/>
                      <a:stretch>
                        <a:fillRect/>
                      </a:stretch>
                    </p:blipFill>
                    <p:spPr bwMode="auto">
                      <a:xfrm>
                        <a:off x="5004048" y="2636838"/>
                        <a:ext cx="4040187" cy="286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085765993"/>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latin typeface="微软雅黑" pitchFamily="34" charset="-122"/>
                <a:ea typeface="微软雅黑" pitchFamily="34" charset="-122"/>
              </a:rPr>
              <a:t> </a:t>
            </a:r>
            <a:fld id="{E1EFCB46-C834-4067-A327-0EA79FD50686}" type="slidenum">
              <a:rPr lang="zh-CN" altLang="en-US" smtClean="0">
                <a:latin typeface="微软雅黑" pitchFamily="34" charset="-122"/>
                <a:ea typeface="微软雅黑" pitchFamily="34" charset="-122"/>
              </a:rPr>
              <a:pPr/>
              <a:t>87</a:t>
            </a:fld>
            <a:r>
              <a:rPr lang="zh-CN" altLang="en-US" smtClean="0">
                <a:latin typeface="微软雅黑" pitchFamily="34" charset="-122"/>
                <a:ea typeface="微软雅黑" pitchFamily="34" charset="-122"/>
              </a:rPr>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457200" y="1282972"/>
            <a:ext cx="8255000" cy="4910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50000"/>
              </a:lnSpc>
              <a:spcBef>
                <a:spcPts val="600"/>
              </a:spcBef>
              <a:spcAft>
                <a:spcPts val="600"/>
              </a:spcAft>
            </a:pPr>
            <a:r>
              <a:rPr lang="en-US" altLang="zh-CN" sz="2200" dirty="0">
                <a:solidFill>
                  <a:schemeClr val="tx1"/>
                </a:solidFill>
                <a:latin typeface="微软雅黑" pitchFamily="34" charset="-122"/>
                <a:ea typeface="微软雅黑" pitchFamily="34" charset="-122"/>
              </a:rPr>
              <a:t>For the TC sequence used to power on and power off payload devices is always the same in a work mode, </a:t>
            </a:r>
            <a:r>
              <a:rPr lang="en-US" altLang="zh-CN" sz="2200" dirty="0" smtClean="0">
                <a:solidFill>
                  <a:schemeClr val="tx1"/>
                </a:solidFill>
                <a:latin typeface="微软雅黑" pitchFamily="34" charset="-122"/>
                <a:ea typeface="微软雅黑" pitchFamily="34" charset="-122"/>
              </a:rPr>
              <a:t>ETRSS-1 </a:t>
            </a:r>
            <a:r>
              <a:rPr lang="en-US" altLang="zh-CN" sz="2200" dirty="0">
                <a:solidFill>
                  <a:schemeClr val="tx1"/>
                </a:solidFill>
                <a:latin typeface="微软雅黑" pitchFamily="34" charset="-122"/>
                <a:ea typeface="微软雅黑" pitchFamily="34" charset="-122"/>
              </a:rPr>
              <a:t>uses RTTC to store the TC sequences of woks modes usually used in orbit. </a:t>
            </a:r>
          </a:p>
          <a:p>
            <a:pPr algn="just">
              <a:lnSpc>
                <a:spcPct val="150000"/>
              </a:lnSpc>
              <a:spcBef>
                <a:spcPts val="600"/>
              </a:spcBef>
              <a:spcAft>
                <a:spcPts val="600"/>
              </a:spcAft>
            </a:pPr>
            <a:r>
              <a:rPr lang="en-US" altLang="zh-CN" sz="2200" dirty="0">
                <a:solidFill>
                  <a:schemeClr val="tx1"/>
                </a:solidFill>
                <a:latin typeface="微软雅黑" pitchFamily="34" charset="-122"/>
                <a:ea typeface="微软雅黑" pitchFamily="34" charset="-122"/>
              </a:rPr>
              <a:t>There are 32 groups of RTTC in </a:t>
            </a:r>
            <a:r>
              <a:rPr lang="en-US" altLang="zh-CN" sz="2200" dirty="0" smtClean="0">
                <a:solidFill>
                  <a:schemeClr val="tx1"/>
                </a:solidFill>
                <a:latin typeface="微软雅黑" pitchFamily="34" charset="-122"/>
                <a:ea typeface="微软雅黑" pitchFamily="34" charset="-122"/>
              </a:rPr>
              <a:t>ETRSS-1</a:t>
            </a:r>
            <a:r>
              <a:rPr lang="en-US" altLang="zh-CN" sz="2200" dirty="0">
                <a:solidFill>
                  <a:schemeClr val="tx1"/>
                </a:solidFill>
                <a:latin typeface="微软雅黑" pitchFamily="34" charset="-122"/>
                <a:ea typeface="微软雅黑" pitchFamily="34" charset="-122"/>
              </a:rPr>
              <a:t>, each group can store no more than 38 TCs.</a:t>
            </a:r>
          </a:p>
          <a:p>
            <a:pPr algn="just">
              <a:lnSpc>
                <a:spcPct val="150000"/>
              </a:lnSpc>
              <a:spcBef>
                <a:spcPts val="600"/>
              </a:spcBef>
              <a:spcAft>
                <a:spcPts val="600"/>
              </a:spcAft>
            </a:pPr>
            <a:r>
              <a:rPr lang="en-US" altLang="zh-CN" sz="2200" dirty="0">
                <a:solidFill>
                  <a:schemeClr val="tx1"/>
                </a:solidFill>
                <a:latin typeface="微软雅黑" pitchFamily="34" charset="-122"/>
                <a:ea typeface="微软雅黑" pitchFamily="34" charset="-122"/>
              </a:rPr>
              <a:t>RTTC can be start by a TTC, and will not be cleared when executed, which will greatly reduce the TTC blocks to be sent by GS.</a:t>
            </a:r>
          </a:p>
        </p:txBody>
      </p:sp>
      <p:sp>
        <p:nvSpPr>
          <p:cNvPr id="7" name="标题 1"/>
          <p:cNvSpPr txBox="1">
            <a:spLocks/>
          </p:cNvSpPr>
          <p:nvPr/>
        </p:nvSpPr>
        <p:spPr>
          <a:xfrm>
            <a:off x="-828600" y="116632"/>
            <a:ext cx="11089232" cy="108266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000" b="1" kern="1200">
                <a:solidFill>
                  <a:schemeClr val="bg1"/>
                </a:solidFill>
                <a:latin typeface="微软雅黑" pitchFamily="34" charset="-122"/>
                <a:ea typeface="微软雅黑" pitchFamily="34" charset="-122"/>
                <a:cs typeface="+mj-cs"/>
              </a:defRPr>
            </a:lvl1pPr>
          </a:lstStyle>
          <a:p>
            <a:r>
              <a:rPr lang="en-US" altLang="zh-CN" sz="3000" smtClean="0"/>
              <a:t>PART 9: Relative time-tagged telecommand</a:t>
            </a:r>
            <a:endParaRPr lang="en-US" altLang="zh-CN" sz="3000" dirty="0"/>
          </a:p>
        </p:txBody>
      </p:sp>
    </p:spTree>
    <p:extLst>
      <p:ext uri="{BB962C8B-B14F-4D97-AF65-F5344CB8AC3E}">
        <p14:creationId xmlns:p14="http://schemas.microsoft.com/office/powerpoint/2010/main" val="2085765993"/>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latin typeface="微软雅黑" pitchFamily="34" charset="-122"/>
                <a:ea typeface="微软雅黑" pitchFamily="34" charset="-122"/>
              </a:rPr>
              <a:t> </a:t>
            </a:r>
            <a:fld id="{E1EFCB46-C834-4067-A327-0EA79FD50686}" type="slidenum">
              <a:rPr lang="zh-CN" altLang="en-US" smtClean="0">
                <a:latin typeface="微软雅黑" pitchFamily="34" charset="-122"/>
                <a:ea typeface="微软雅黑" pitchFamily="34" charset="-122"/>
              </a:rPr>
              <a:pPr/>
              <a:t>88</a:t>
            </a:fld>
            <a:r>
              <a:rPr lang="zh-CN" altLang="en-US" smtClean="0">
                <a:latin typeface="微软雅黑" pitchFamily="34" charset="-122"/>
                <a:ea typeface="微软雅黑" pitchFamily="34" charset="-122"/>
              </a:rPr>
              <a:t> </a:t>
            </a:r>
            <a:endParaRPr lang="zh-CN" altLang="en-US" dirty="0">
              <a:latin typeface="微软雅黑" pitchFamily="34" charset="-122"/>
              <a:ea typeface="微软雅黑" pitchFamily="34" charset="-122"/>
            </a:endParaRPr>
          </a:p>
        </p:txBody>
      </p:sp>
      <p:sp>
        <p:nvSpPr>
          <p:cNvPr id="17" name="矩形 1"/>
          <p:cNvSpPr>
            <a:spLocks noChangeArrowheads="1"/>
          </p:cNvSpPr>
          <p:nvPr/>
        </p:nvSpPr>
        <p:spPr bwMode="auto">
          <a:xfrm>
            <a:off x="457200" y="1089025"/>
            <a:ext cx="8255000" cy="2032000"/>
          </a:xfrm>
          <a:prstGeom prst="rect">
            <a:avLst/>
          </a:prstGeom>
          <a:noFill/>
          <a:ln>
            <a:noFill/>
          </a:ln>
          <a:extLst/>
        </p:spPr>
        <p:txBody>
          <a:bodyPr>
            <a:spAutoFit/>
          </a:bodyPr>
          <a:lstStyle/>
          <a:p>
            <a:pPr marL="0" marR="0" lvl="0" indent="0" algn="just" defTabSz="914400" eaLnBrk="1" fontAlgn="auto" latinLnBrk="0" hangingPunct="1">
              <a:lnSpc>
                <a:spcPct val="150000"/>
              </a:lnSpc>
              <a:spcBef>
                <a:spcPts val="0"/>
              </a:spcBef>
              <a:spcAft>
                <a:spcPts val="0"/>
              </a:spcAft>
              <a:buClrTx/>
              <a:buSzTx/>
              <a:buFontTx/>
              <a:buNone/>
              <a:tabLst/>
              <a:defRPr/>
            </a:pPr>
            <a:r>
              <a:rPr kumimoji="0" lang="en-US" altLang="zh-CN" sz="2400" b="0" i="0" u="none" strike="noStrike" kern="0" cap="none" spc="0" normalizeH="0" baseline="0" noProof="0" dirty="0">
                <a:ln>
                  <a:noFill/>
                </a:ln>
                <a:solidFill>
                  <a:srgbClr val="FF0000"/>
                </a:solidFill>
                <a:effectLst/>
                <a:uLnTx/>
                <a:uFillTx/>
                <a:latin typeface="微软雅黑" pitchFamily="34" charset="-122"/>
                <a:ea typeface="微软雅黑" pitchFamily="34" charset="-122"/>
              </a:rPr>
              <a:t>Relative time-tagged telecommand.</a:t>
            </a:r>
          </a:p>
          <a:p>
            <a:pPr marL="0" marR="0" lvl="0" indent="457200" algn="just" defTabSz="914400" eaLnBrk="1" fontAlgn="auto" latinLnBrk="0" hangingPunct="1">
              <a:lnSpc>
                <a:spcPct val="125000"/>
              </a:lnSpc>
              <a:spcBef>
                <a:spcPts val="0"/>
              </a:spcBef>
              <a:spcAft>
                <a:spcPts val="0"/>
              </a:spcAft>
              <a:buClrTx/>
              <a:buSzTx/>
              <a:buFontTx/>
              <a:buNone/>
              <a:tabLst/>
              <a:defRPr/>
            </a:pPr>
            <a:r>
              <a:rPr kumimoji="0" lang="en-US" altLang="zh-CN" sz="2400" b="0" i="0" u="none" strike="noStrike" kern="0" cap="none" spc="0" normalizeH="0" baseline="0" noProof="0" dirty="0">
                <a:ln>
                  <a:noFill/>
                </a:ln>
                <a:solidFill>
                  <a:sysClr val="windowText" lastClr="000000"/>
                </a:solidFill>
                <a:effectLst/>
                <a:uLnTx/>
                <a:uFillTx/>
                <a:latin typeface="微软雅黑" pitchFamily="34" charset="-122"/>
                <a:ea typeface="微软雅黑" pitchFamily="34" charset="-122"/>
              </a:rPr>
              <a:t>Each RTTC is composed with 6 bytes. The first 2 bytes is the time relative to start time, and the last 4 bytes is TC code (Indirect TC CODE). </a:t>
            </a:r>
            <a:endParaRPr kumimoji="0" lang="en-US" altLang="zh-CN" sz="2400" b="0" i="0" u="none" strike="noStrike" kern="0" cap="none" spc="0" normalizeH="0" baseline="0" noProof="0" dirty="0">
              <a:ln>
                <a:noFill/>
              </a:ln>
              <a:solidFill>
                <a:srgbClr val="000000"/>
              </a:solidFill>
              <a:effectLst/>
              <a:uLnTx/>
              <a:uFillTx/>
              <a:latin typeface="微软雅黑" pitchFamily="34" charset="-122"/>
              <a:ea typeface="微软雅黑" pitchFamily="34" charset="-122"/>
            </a:endParaRPr>
          </a:p>
        </p:txBody>
      </p:sp>
      <p:grpSp>
        <p:nvGrpSpPr>
          <p:cNvPr id="18" name="组合 16"/>
          <p:cNvGrpSpPr>
            <a:grpSpLocks/>
          </p:cNvGrpSpPr>
          <p:nvPr/>
        </p:nvGrpSpPr>
        <p:grpSpPr bwMode="auto">
          <a:xfrm>
            <a:off x="1655763" y="3021013"/>
            <a:ext cx="5907087" cy="3000375"/>
            <a:chOff x="1655782" y="3020525"/>
            <a:chExt cx="5906900" cy="3000763"/>
          </a:xfrm>
        </p:grpSpPr>
        <p:grpSp>
          <p:nvGrpSpPr>
            <p:cNvPr id="19" name="组合 3"/>
            <p:cNvGrpSpPr>
              <a:grpSpLocks/>
            </p:cNvGrpSpPr>
            <p:nvPr/>
          </p:nvGrpSpPr>
          <p:grpSpPr bwMode="auto">
            <a:xfrm>
              <a:off x="1655782" y="3020525"/>
              <a:ext cx="5906900" cy="3000763"/>
              <a:chOff x="1655782" y="2889014"/>
              <a:chExt cx="5906900" cy="3000763"/>
            </a:xfrm>
          </p:grpSpPr>
          <p:sp>
            <p:nvSpPr>
              <p:cNvPr id="21" name="任意多边形 20"/>
              <p:cNvSpPr/>
              <p:nvPr/>
            </p:nvSpPr>
            <p:spPr>
              <a:xfrm>
                <a:off x="1655782" y="3715824"/>
                <a:ext cx="1699969" cy="1402119"/>
              </a:xfrm>
              <a:custGeom>
                <a:avLst/>
                <a:gdLst>
                  <a:gd name="connsiteX0" fmla="*/ 0 w 1699969"/>
                  <a:gd name="connsiteY0" fmla="*/ 140212 h 1402119"/>
                  <a:gd name="connsiteX1" fmla="*/ 140212 w 1699969"/>
                  <a:gd name="connsiteY1" fmla="*/ 0 h 1402119"/>
                  <a:gd name="connsiteX2" fmla="*/ 1559757 w 1699969"/>
                  <a:gd name="connsiteY2" fmla="*/ 0 h 1402119"/>
                  <a:gd name="connsiteX3" fmla="*/ 1699969 w 1699969"/>
                  <a:gd name="connsiteY3" fmla="*/ 140212 h 1402119"/>
                  <a:gd name="connsiteX4" fmla="*/ 1699969 w 1699969"/>
                  <a:gd name="connsiteY4" fmla="*/ 1261907 h 1402119"/>
                  <a:gd name="connsiteX5" fmla="*/ 1559757 w 1699969"/>
                  <a:gd name="connsiteY5" fmla="*/ 1402119 h 1402119"/>
                  <a:gd name="connsiteX6" fmla="*/ 140212 w 1699969"/>
                  <a:gd name="connsiteY6" fmla="*/ 1402119 h 1402119"/>
                  <a:gd name="connsiteX7" fmla="*/ 0 w 1699969"/>
                  <a:gd name="connsiteY7" fmla="*/ 1261907 h 1402119"/>
                  <a:gd name="connsiteX8" fmla="*/ 0 w 1699969"/>
                  <a:gd name="connsiteY8" fmla="*/ 140212 h 1402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99969" h="1402119">
                    <a:moveTo>
                      <a:pt x="0" y="140212"/>
                    </a:moveTo>
                    <a:cubicBezTo>
                      <a:pt x="0" y="62775"/>
                      <a:pt x="62775" y="0"/>
                      <a:pt x="140212" y="0"/>
                    </a:cubicBezTo>
                    <a:lnTo>
                      <a:pt x="1559757" y="0"/>
                    </a:lnTo>
                    <a:cubicBezTo>
                      <a:pt x="1637194" y="0"/>
                      <a:pt x="1699969" y="62775"/>
                      <a:pt x="1699969" y="140212"/>
                    </a:cubicBezTo>
                    <a:lnTo>
                      <a:pt x="1699969" y="1261907"/>
                    </a:lnTo>
                    <a:cubicBezTo>
                      <a:pt x="1699969" y="1339344"/>
                      <a:pt x="1637194" y="1402119"/>
                      <a:pt x="1559757" y="1402119"/>
                    </a:cubicBezTo>
                    <a:lnTo>
                      <a:pt x="140212" y="1402119"/>
                    </a:lnTo>
                    <a:cubicBezTo>
                      <a:pt x="62775" y="1402119"/>
                      <a:pt x="0" y="1339344"/>
                      <a:pt x="0" y="1261907"/>
                    </a:cubicBezTo>
                    <a:lnTo>
                      <a:pt x="0" y="140212"/>
                    </a:lnTo>
                    <a:close/>
                  </a:path>
                </a:pathLst>
              </a:custGeom>
              <a:solidFill>
                <a:srgbClr val="FFFFFF">
                  <a:alpha val="90000"/>
                  <a:hueOff val="0"/>
                  <a:satOff val="0"/>
                  <a:lumOff val="0"/>
                  <a:alphaOff val="0"/>
                </a:srgbClr>
              </a:solidFill>
              <a:ln w="9525" cap="flat" cmpd="sng" algn="ctr">
                <a:solidFill>
                  <a:srgbClr val="333399">
                    <a:shade val="50000"/>
                    <a:hueOff val="0"/>
                    <a:satOff val="0"/>
                    <a:lumOff val="0"/>
                    <a:alphaOff val="0"/>
                    <a:shade val="95000"/>
                    <a:satMod val="105000"/>
                  </a:srgbClr>
                </a:solidFill>
                <a:prstDash val="solid"/>
              </a:ln>
              <a:effectLst/>
              <a:scene3d>
                <a:camera prst="orthographicFront"/>
                <a:lightRig rig="threePt" dir="t">
                  <a:rot lat="0" lon="0" rev="7500000"/>
                </a:lightRig>
              </a:scene3d>
              <a:sp3d z="-152400" extrusionH="63500" prstMaterial="dkEdge">
                <a:bevelT w="124450" h="16350" prst="relaxedInset"/>
                <a:contourClr>
                  <a:srgbClr val="FFFFFF"/>
                </a:contourClr>
              </a:sp3d>
            </p:spPr>
            <p:txBody>
              <a:bodyPr lIns="64652" tIns="64652" rIns="64652" bIns="365106" spcCol="1270"/>
              <a:lstStyle/>
              <a:p>
                <a:pPr marL="171450" marR="0" lvl="1" indent="-171450" algn="l" defTabSz="755650" eaLnBrk="1" fontAlgn="auto" latinLnBrk="0" hangingPunct="1">
                  <a:lnSpc>
                    <a:spcPct val="90000"/>
                  </a:lnSpc>
                  <a:spcBef>
                    <a:spcPts val="0"/>
                  </a:spcBef>
                  <a:spcAft>
                    <a:spcPct val="15000"/>
                  </a:spcAft>
                  <a:buClrTx/>
                  <a:buSzTx/>
                  <a:buFontTx/>
                  <a:buChar char="••"/>
                  <a:tabLst/>
                  <a:defRPr/>
                </a:pPr>
                <a:r>
                  <a:rPr kumimoji="0" lang="en-US" altLang="zh-CN" sz="1700" b="0" i="0" u="none" strike="noStrike" kern="0" cap="none" spc="0" normalizeH="0" baseline="0" noProof="0" dirty="0">
                    <a:ln>
                      <a:noFill/>
                    </a:ln>
                    <a:solidFill>
                      <a:srgbClr val="000000">
                        <a:hueOff val="0"/>
                        <a:satOff val="0"/>
                        <a:lumOff val="0"/>
                        <a:alphaOff val="0"/>
                      </a:srgbClr>
                    </a:solidFill>
                    <a:effectLst/>
                    <a:uLnTx/>
                    <a:uFillTx/>
                    <a:latin typeface="微软雅黑" pitchFamily="34" charset="-122"/>
                    <a:ea typeface="微软雅黑" pitchFamily="34" charset="-122"/>
                  </a:rPr>
                  <a:t>Ground Station</a:t>
                </a:r>
                <a:endParaRPr kumimoji="0" lang="zh-CN" altLang="en-US" sz="1700" b="0" i="0" u="none" strike="noStrike" kern="0" cap="none" spc="0" normalizeH="0" baseline="0" noProof="0" dirty="0">
                  <a:ln>
                    <a:noFill/>
                  </a:ln>
                  <a:solidFill>
                    <a:srgbClr val="000000">
                      <a:hueOff val="0"/>
                      <a:satOff val="0"/>
                      <a:lumOff val="0"/>
                      <a:alphaOff val="0"/>
                    </a:srgbClr>
                  </a:solidFill>
                  <a:effectLst/>
                  <a:uLnTx/>
                  <a:uFillTx/>
                  <a:latin typeface="微软雅黑" pitchFamily="34" charset="-122"/>
                  <a:ea typeface="微软雅黑" pitchFamily="34" charset="-122"/>
                </a:endParaRPr>
              </a:p>
            </p:txBody>
          </p:sp>
          <p:sp>
            <p:nvSpPr>
              <p:cNvPr id="22" name="形状 21"/>
              <p:cNvSpPr/>
              <p:nvPr/>
            </p:nvSpPr>
            <p:spPr>
              <a:xfrm>
                <a:off x="2631386" y="4122548"/>
                <a:ext cx="1767229" cy="1767229"/>
              </a:xfrm>
              <a:prstGeom prst="leftCircularArrow">
                <a:avLst>
                  <a:gd name="adj1" fmla="val 2550"/>
                  <a:gd name="adj2" fmla="val 309429"/>
                  <a:gd name="adj3" fmla="val 2084940"/>
                  <a:gd name="adj4" fmla="val 9024489"/>
                  <a:gd name="adj5" fmla="val 2975"/>
                </a:avLst>
              </a:prstGeom>
              <a:solidFill>
                <a:srgbClr val="333399">
                  <a:shade val="90000"/>
                  <a:hueOff val="0"/>
                  <a:satOff val="0"/>
                  <a:lumOff val="0"/>
                  <a:alphaOff val="0"/>
                </a:srgb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rgbClr val="FFFFFF"/>
                </a:contourClr>
              </a:sp3d>
            </p:spPr>
          </p:sp>
          <p:sp>
            <p:nvSpPr>
              <p:cNvPr id="23" name="任意多边形 22"/>
              <p:cNvSpPr/>
              <p:nvPr/>
            </p:nvSpPr>
            <p:spPr>
              <a:xfrm>
                <a:off x="2033553" y="4817489"/>
                <a:ext cx="1511084" cy="600908"/>
              </a:xfrm>
              <a:custGeom>
                <a:avLst/>
                <a:gdLst>
                  <a:gd name="connsiteX0" fmla="*/ 0 w 1511084"/>
                  <a:gd name="connsiteY0" fmla="*/ 60091 h 600908"/>
                  <a:gd name="connsiteX1" fmla="*/ 60091 w 1511084"/>
                  <a:gd name="connsiteY1" fmla="*/ 0 h 600908"/>
                  <a:gd name="connsiteX2" fmla="*/ 1450993 w 1511084"/>
                  <a:gd name="connsiteY2" fmla="*/ 0 h 600908"/>
                  <a:gd name="connsiteX3" fmla="*/ 1511084 w 1511084"/>
                  <a:gd name="connsiteY3" fmla="*/ 60091 h 600908"/>
                  <a:gd name="connsiteX4" fmla="*/ 1511084 w 1511084"/>
                  <a:gd name="connsiteY4" fmla="*/ 540817 h 600908"/>
                  <a:gd name="connsiteX5" fmla="*/ 1450993 w 1511084"/>
                  <a:gd name="connsiteY5" fmla="*/ 600908 h 600908"/>
                  <a:gd name="connsiteX6" fmla="*/ 60091 w 1511084"/>
                  <a:gd name="connsiteY6" fmla="*/ 600908 h 600908"/>
                  <a:gd name="connsiteX7" fmla="*/ 0 w 1511084"/>
                  <a:gd name="connsiteY7" fmla="*/ 540817 h 600908"/>
                  <a:gd name="connsiteX8" fmla="*/ 0 w 1511084"/>
                  <a:gd name="connsiteY8" fmla="*/ 60091 h 600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11084" h="600908">
                    <a:moveTo>
                      <a:pt x="0" y="60091"/>
                    </a:moveTo>
                    <a:cubicBezTo>
                      <a:pt x="0" y="26904"/>
                      <a:pt x="26904" y="0"/>
                      <a:pt x="60091" y="0"/>
                    </a:cubicBezTo>
                    <a:lnTo>
                      <a:pt x="1450993" y="0"/>
                    </a:lnTo>
                    <a:cubicBezTo>
                      <a:pt x="1484180" y="0"/>
                      <a:pt x="1511084" y="26904"/>
                      <a:pt x="1511084" y="60091"/>
                    </a:cubicBezTo>
                    <a:lnTo>
                      <a:pt x="1511084" y="540817"/>
                    </a:lnTo>
                    <a:cubicBezTo>
                      <a:pt x="1511084" y="574004"/>
                      <a:pt x="1484180" y="600908"/>
                      <a:pt x="1450993" y="600908"/>
                    </a:cubicBezTo>
                    <a:lnTo>
                      <a:pt x="60091" y="600908"/>
                    </a:lnTo>
                    <a:cubicBezTo>
                      <a:pt x="26904" y="600908"/>
                      <a:pt x="0" y="574004"/>
                      <a:pt x="0" y="540817"/>
                    </a:cubicBezTo>
                    <a:lnTo>
                      <a:pt x="0" y="60091"/>
                    </a:lnTo>
                    <a:close/>
                  </a:path>
                </a:pathLst>
              </a:custGeom>
              <a:gradFill rotWithShape="1">
                <a:gsLst>
                  <a:gs pos="0">
                    <a:srgbClr val="333399">
                      <a:shade val="50000"/>
                      <a:hueOff val="0"/>
                      <a:satOff val="0"/>
                      <a:lumOff val="0"/>
                      <a:alphaOff val="0"/>
                      <a:shade val="51000"/>
                      <a:satMod val="130000"/>
                    </a:srgbClr>
                  </a:gs>
                  <a:gs pos="80000">
                    <a:srgbClr val="333399">
                      <a:shade val="50000"/>
                      <a:hueOff val="0"/>
                      <a:satOff val="0"/>
                      <a:lumOff val="0"/>
                      <a:alphaOff val="0"/>
                      <a:shade val="93000"/>
                      <a:satMod val="130000"/>
                    </a:srgbClr>
                  </a:gs>
                  <a:gs pos="100000">
                    <a:srgbClr val="333399">
                      <a:shade val="50000"/>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p:spPr>
            <p:txBody>
              <a:bodyPr lIns="42365" tIns="34110" rIns="42365" bIns="34110" spcCol="1270" anchor="ctr"/>
              <a:lstStyle/>
              <a:p>
                <a:pPr marL="0" marR="0" lvl="0" indent="0" defTabSz="577850" eaLnBrk="1" fontAlgn="auto" latinLnBrk="0" hangingPunct="1">
                  <a:lnSpc>
                    <a:spcPct val="90000"/>
                  </a:lnSpc>
                  <a:spcBef>
                    <a:spcPts val="0"/>
                  </a:spcBef>
                  <a:spcAft>
                    <a:spcPct val="35000"/>
                  </a:spcAft>
                  <a:buClrTx/>
                  <a:buSzTx/>
                  <a:buFontTx/>
                  <a:buNone/>
                  <a:tabLst/>
                  <a:defRPr/>
                </a:pPr>
                <a:r>
                  <a:rPr kumimoji="0" lang="en-US" altLang="zh-CN" sz="1300" b="0" i="0" u="none" strike="noStrike" kern="0" cap="none" spc="0" normalizeH="0" baseline="0" noProof="0" dirty="0">
                    <a:ln>
                      <a:noFill/>
                    </a:ln>
                    <a:solidFill>
                      <a:srgbClr val="FFFFFF"/>
                    </a:solidFill>
                    <a:effectLst/>
                    <a:uLnTx/>
                    <a:uFillTx/>
                    <a:latin typeface="微软雅黑" pitchFamily="34" charset="-122"/>
                    <a:ea typeface="微软雅黑" pitchFamily="34" charset="-122"/>
                  </a:rPr>
                  <a:t>A group RTTTC</a:t>
                </a:r>
                <a:endParaRPr kumimoji="0" lang="zh-CN" altLang="en-US" sz="1300" b="0" i="0" u="none" strike="noStrike" kern="0" cap="none" spc="0" normalizeH="0" baseline="0" noProof="0" dirty="0">
                  <a:ln>
                    <a:noFill/>
                  </a:ln>
                  <a:solidFill>
                    <a:srgbClr val="FFFFFF"/>
                  </a:solidFill>
                  <a:effectLst/>
                  <a:uLnTx/>
                  <a:uFillTx/>
                  <a:latin typeface="微软雅黑" pitchFamily="34" charset="-122"/>
                  <a:ea typeface="微软雅黑" pitchFamily="34" charset="-122"/>
                </a:endParaRPr>
              </a:p>
            </p:txBody>
          </p:sp>
          <p:sp>
            <p:nvSpPr>
              <p:cNvPr id="24" name="任意多边形 23"/>
              <p:cNvSpPr/>
              <p:nvPr/>
            </p:nvSpPr>
            <p:spPr>
              <a:xfrm>
                <a:off x="3759248" y="3715824"/>
                <a:ext cx="1699969" cy="1402119"/>
              </a:xfrm>
              <a:custGeom>
                <a:avLst/>
                <a:gdLst>
                  <a:gd name="connsiteX0" fmla="*/ 0 w 1699969"/>
                  <a:gd name="connsiteY0" fmla="*/ 140212 h 1402119"/>
                  <a:gd name="connsiteX1" fmla="*/ 140212 w 1699969"/>
                  <a:gd name="connsiteY1" fmla="*/ 0 h 1402119"/>
                  <a:gd name="connsiteX2" fmla="*/ 1559757 w 1699969"/>
                  <a:gd name="connsiteY2" fmla="*/ 0 h 1402119"/>
                  <a:gd name="connsiteX3" fmla="*/ 1699969 w 1699969"/>
                  <a:gd name="connsiteY3" fmla="*/ 140212 h 1402119"/>
                  <a:gd name="connsiteX4" fmla="*/ 1699969 w 1699969"/>
                  <a:gd name="connsiteY4" fmla="*/ 1261907 h 1402119"/>
                  <a:gd name="connsiteX5" fmla="*/ 1559757 w 1699969"/>
                  <a:gd name="connsiteY5" fmla="*/ 1402119 h 1402119"/>
                  <a:gd name="connsiteX6" fmla="*/ 140212 w 1699969"/>
                  <a:gd name="connsiteY6" fmla="*/ 1402119 h 1402119"/>
                  <a:gd name="connsiteX7" fmla="*/ 0 w 1699969"/>
                  <a:gd name="connsiteY7" fmla="*/ 1261907 h 1402119"/>
                  <a:gd name="connsiteX8" fmla="*/ 0 w 1699969"/>
                  <a:gd name="connsiteY8" fmla="*/ 140212 h 1402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99969" h="1402119">
                    <a:moveTo>
                      <a:pt x="0" y="140212"/>
                    </a:moveTo>
                    <a:cubicBezTo>
                      <a:pt x="0" y="62775"/>
                      <a:pt x="62775" y="0"/>
                      <a:pt x="140212" y="0"/>
                    </a:cubicBezTo>
                    <a:lnTo>
                      <a:pt x="1559757" y="0"/>
                    </a:lnTo>
                    <a:cubicBezTo>
                      <a:pt x="1637194" y="0"/>
                      <a:pt x="1699969" y="62775"/>
                      <a:pt x="1699969" y="140212"/>
                    </a:cubicBezTo>
                    <a:lnTo>
                      <a:pt x="1699969" y="1261907"/>
                    </a:lnTo>
                    <a:cubicBezTo>
                      <a:pt x="1699969" y="1339344"/>
                      <a:pt x="1637194" y="1402119"/>
                      <a:pt x="1559757" y="1402119"/>
                    </a:cubicBezTo>
                    <a:lnTo>
                      <a:pt x="140212" y="1402119"/>
                    </a:lnTo>
                    <a:cubicBezTo>
                      <a:pt x="62775" y="1402119"/>
                      <a:pt x="0" y="1339344"/>
                      <a:pt x="0" y="1261907"/>
                    </a:cubicBezTo>
                    <a:lnTo>
                      <a:pt x="0" y="140212"/>
                    </a:lnTo>
                    <a:close/>
                  </a:path>
                </a:pathLst>
              </a:custGeom>
              <a:solidFill>
                <a:srgbClr val="FFFFFF">
                  <a:alpha val="90000"/>
                  <a:hueOff val="0"/>
                  <a:satOff val="0"/>
                  <a:lumOff val="0"/>
                  <a:alphaOff val="0"/>
                </a:srgbClr>
              </a:solidFill>
              <a:ln w="9525" cap="flat" cmpd="sng" algn="ctr">
                <a:solidFill>
                  <a:srgbClr val="333399">
                    <a:shade val="50000"/>
                    <a:hueOff val="0"/>
                    <a:satOff val="-21080"/>
                    <a:lumOff val="31826"/>
                    <a:alphaOff val="0"/>
                    <a:shade val="95000"/>
                    <a:satMod val="105000"/>
                  </a:srgbClr>
                </a:solidFill>
                <a:prstDash val="solid"/>
              </a:ln>
              <a:effectLst/>
              <a:scene3d>
                <a:camera prst="orthographicFront"/>
                <a:lightRig rig="threePt" dir="t">
                  <a:rot lat="0" lon="0" rev="7500000"/>
                </a:lightRig>
              </a:scene3d>
              <a:sp3d z="-152400" extrusionH="63500" prstMaterial="dkEdge">
                <a:bevelT w="124450" h="16350" prst="relaxedInset"/>
                <a:contourClr>
                  <a:srgbClr val="FFFFFF"/>
                </a:contourClr>
              </a:sp3d>
            </p:spPr>
            <p:txBody>
              <a:bodyPr lIns="64652" tIns="365106" rIns="64652" bIns="64652" spcCol="1270"/>
              <a:lstStyle/>
              <a:p>
                <a:pPr marL="171450" marR="0" lvl="1" indent="-171450" algn="l" defTabSz="755650" eaLnBrk="1" fontAlgn="auto" latinLnBrk="0" hangingPunct="1">
                  <a:lnSpc>
                    <a:spcPct val="90000"/>
                  </a:lnSpc>
                  <a:spcBef>
                    <a:spcPts val="0"/>
                  </a:spcBef>
                  <a:spcAft>
                    <a:spcPct val="15000"/>
                  </a:spcAft>
                  <a:buClrTx/>
                  <a:buSzTx/>
                  <a:buFontTx/>
                  <a:buChar char="••"/>
                  <a:tabLst/>
                  <a:defRPr/>
                </a:pPr>
                <a:r>
                  <a:rPr kumimoji="0" lang="en-US" altLang="zh-CN" sz="1700" b="0" i="0" u="none" strike="noStrike" kern="0" cap="none" spc="0" normalizeH="0" baseline="0" noProof="0" dirty="0">
                    <a:ln>
                      <a:noFill/>
                    </a:ln>
                    <a:solidFill>
                      <a:srgbClr val="000000">
                        <a:hueOff val="0"/>
                        <a:satOff val="0"/>
                        <a:lumOff val="0"/>
                        <a:alphaOff val="0"/>
                      </a:srgbClr>
                    </a:solidFill>
                    <a:effectLst/>
                    <a:uLnTx/>
                    <a:uFillTx/>
                    <a:latin typeface="微软雅黑" pitchFamily="34" charset="-122"/>
                    <a:ea typeface="微软雅黑" pitchFamily="34" charset="-122"/>
                  </a:rPr>
                  <a:t>OBC</a:t>
                </a:r>
                <a:endParaRPr kumimoji="0" lang="zh-CN" altLang="en-US" sz="1700" b="0" i="0" u="none" strike="noStrike" kern="0" cap="none" spc="0" normalizeH="0" baseline="0" noProof="0" dirty="0">
                  <a:ln>
                    <a:noFill/>
                  </a:ln>
                  <a:solidFill>
                    <a:srgbClr val="000000">
                      <a:hueOff val="0"/>
                      <a:satOff val="0"/>
                      <a:lumOff val="0"/>
                      <a:alphaOff val="0"/>
                    </a:srgbClr>
                  </a:solidFill>
                  <a:effectLst/>
                  <a:uLnTx/>
                  <a:uFillTx/>
                  <a:latin typeface="微软雅黑" pitchFamily="34" charset="-122"/>
                  <a:ea typeface="微软雅黑" pitchFamily="34" charset="-122"/>
                </a:endParaRPr>
              </a:p>
            </p:txBody>
          </p:sp>
          <p:sp>
            <p:nvSpPr>
              <p:cNvPr id="25" name="环形箭头 24"/>
              <p:cNvSpPr/>
              <p:nvPr/>
            </p:nvSpPr>
            <p:spPr>
              <a:xfrm>
                <a:off x="4720685" y="2889014"/>
                <a:ext cx="1984448" cy="1984448"/>
              </a:xfrm>
              <a:prstGeom prst="circularArrow">
                <a:avLst>
                  <a:gd name="adj1" fmla="val 2271"/>
                  <a:gd name="adj2" fmla="val 273786"/>
                  <a:gd name="adj3" fmla="val 19550703"/>
                  <a:gd name="adj4" fmla="val 12575511"/>
                  <a:gd name="adj5" fmla="val 2650"/>
                </a:avLst>
              </a:prstGeom>
              <a:solidFill>
                <a:srgbClr val="333399">
                  <a:shade val="90000"/>
                  <a:hueOff val="0"/>
                  <a:satOff val="-29999"/>
                  <a:lumOff val="40856"/>
                  <a:alphaOff val="0"/>
                </a:srgb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rgbClr val="FFFFFF"/>
                </a:contourClr>
              </a:sp3d>
            </p:spPr>
          </p:sp>
          <p:sp>
            <p:nvSpPr>
              <p:cNvPr id="26" name="任意多边形 25"/>
              <p:cNvSpPr/>
              <p:nvPr/>
            </p:nvSpPr>
            <p:spPr>
              <a:xfrm>
                <a:off x="4137019" y="3261485"/>
                <a:ext cx="1511084" cy="754792"/>
              </a:xfrm>
              <a:custGeom>
                <a:avLst/>
                <a:gdLst>
                  <a:gd name="connsiteX0" fmla="*/ 0 w 1511084"/>
                  <a:gd name="connsiteY0" fmla="*/ 60091 h 600908"/>
                  <a:gd name="connsiteX1" fmla="*/ 60091 w 1511084"/>
                  <a:gd name="connsiteY1" fmla="*/ 0 h 600908"/>
                  <a:gd name="connsiteX2" fmla="*/ 1450993 w 1511084"/>
                  <a:gd name="connsiteY2" fmla="*/ 0 h 600908"/>
                  <a:gd name="connsiteX3" fmla="*/ 1511084 w 1511084"/>
                  <a:gd name="connsiteY3" fmla="*/ 60091 h 600908"/>
                  <a:gd name="connsiteX4" fmla="*/ 1511084 w 1511084"/>
                  <a:gd name="connsiteY4" fmla="*/ 540817 h 600908"/>
                  <a:gd name="connsiteX5" fmla="*/ 1450993 w 1511084"/>
                  <a:gd name="connsiteY5" fmla="*/ 600908 h 600908"/>
                  <a:gd name="connsiteX6" fmla="*/ 60091 w 1511084"/>
                  <a:gd name="connsiteY6" fmla="*/ 600908 h 600908"/>
                  <a:gd name="connsiteX7" fmla="*/ 0 w 1511084"/>
                  <a:gd name="connsiteY7" fmla="*/ 540817 h 600908"/>
                  <a:gd name="connsiteX8" fmla="*/ 0 w 1511084"/>
                  <a:gd name="connsiteY8" fmla="*/ 60091 h 600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11084" h="600908">
                    <a:moveTo>
                      <a:pt x="0" y="60091"/>
                    </a:moveTo>
                    <a:cubicBezTo>
                      <a:pt x="0" y="26904"/>
                      <a:pt x="26904" y="0"/>
                      <a:pt x="60091" y="0"/>
                    </a:cubicBezTo>
                    <a:lnTo>
                      <a:pt x="1450993" y="0"/>
                    </a:lnTo>
                    <a:cubicBezTo>
                      <a:pt x="1484180" y="0"/>
                      <a:pt x="1511084" y="26904"/>
                      <a:pt x="1511084" y="60091"/>
                    </a:cubicBezTo>
                    <a:lnTo>
                      <a:pt x="1511084" y="540817"/>
                    </a:lnTo>
                    <a:cubicBezTo>
                      <a:pt x="1511084" y="574004"/>
                      <a:pt x="1484180" y="600908"/>
                      <a:pt x="1450993" y="600908"/>
                    </a:cubicBezTo>
                    <a:lnTo>
                      <a:pt x="60091" y="600908"/>
                    </a:lnTo>
                    <a:cubicBezTo>
                      <a:pt x="26904" y="600908"/>
                      <a:pt x="0" y="574004"/>
                      <a:pt x="0" y="540817"/>
                    </a:cubicBezTo>
                    <a:lnTo>
                      <a:pt x="0" y="60091"/>
                    </a:lnTo>
                    <a:close/>
                  </a:path>
                </a:pathLst>
              </a:custGeom>
              <a:gradFill rotWithShape="1">
                <a:gsLst>
                  <a:gs pos="0">
                    <a:srgbClr val="333399">
                      <a:shade val="50000"/>
                      <a:hueOff val="0"/>
                      <a:satOff val="-21688"/>
                      <a:lumOff val="35185"/>
                      <a:alphaOff val="0"/>
                      <a:shade val="51000"/>
                      <a:satMod val="130000"/>
                    </a:srgbClr>
                  </a:gs>
                  <a:gs pos="80000">
                    <a:srgbClr val="333399">
                      <a:shade val="50000"/>
                      <a:hueOff val="0"/>
                      <a:satOff val="-21688"/>
                      <a:lumOff val="35185"/>
                      <a:alphaOff val="0"/>
                      <a:shade val="93000"/>
                      <a:satMod val="130000"/>
                    </a:srgbClr>
                  </a:gs>
                  <a:gs pos="100000">
                    <a:srgbClr val="333399">
                      <a:shade val="50000"/>
                      <a:hueOff val="0"/>
                      <a:satOff val="-21688"/>
                      <a:lumOff val="35185"/>
                      <a:alphaOff val="0"/>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p:spPr>
            <p:txBody>
              <a:bodyPr lIns="42365" tIns="34110" rIns="42365" bIns="34110" spcCol="1270" anchor="ctr"/>
              <a:lstStyle/>
              <a:p>
                <a:pPr marL="0" marR="0" lvl="0" indent="0" defTabSz="577850" eaLnBrk="1" fontAlgn="auto" latinLnBrk="0" hangingPunct="1">
                  <a:lnSpc>
                    <a:spcPct val="90000"/>
                  </a:lnSpc>
                  <a:spcBef>
                    <a:spcPts val="0"/>
                  </a:spcBef>
                  <a:spcAft>
                    <a:spcPct val="35000"/>
                  </a:spcAft>
                  <a:buClrTx/>
                  <a:buSzTx/>
                  <a:buFontTx/>
                  <a:buNone/>
                  <a:tabLst/>
                  <a:defRPr/>
                </a:pPr>
                <a:r>
                  <a:rPr kumimoji="0" lang="en-US" altLang="zh-CN" sz="1300" b="0" i="0" u="none" strike="noStrike" kern="0" cap="none" spc="0" normalizeH="0" baseline="0" noProof="0" dirty="0">
                    <a:ln>
                      <a:noFill/>
                    </a:ln>
                    <a:solidFill>
                      <a:srgbClr val="FFFFFF"/>
                    </a:solidFill>
                    <a:effectLst/>
                    <a:uLnTx/>
                    <a:uFillTx/>
                    <a:latin typeface="微软雅黑" pitchFamily="34" charset="-122"/>
                    <a:ea typeface="微软雅黑" pitchFamily="34" charset="-122"/>
                  </a:rPr>
                  <a:t>Compare RTTC time  with  relative counter to start time</a:t>
                </a:r>
                <a:endParaRPr kumimoji="0" lang="zh-CN" altLang="en-US" sz="1300" b="0" i="0" u="none" strike="noStrike" kern="0" cap="none" spc="0" normalizeH="0" baseline="0" noProof="0" dirty="0">
                  <a:ln>
                    <a:noFill/>
                  </a:ln>
                  <a:solidFill>
                    <a:srgbClr val="FFFFFF"/>
                  </a:solidFill>
                  <a:effectLst/>
                  <a:uLnTx/>
                  <a:uFillTx/>
                  <a:latin typeface="微软雅黑" pitchFamily="34" charset="-122"/>
                  <a:ea typeface="微软雅黑" pitchFamily="34" charset="-122"/>
                </a:endParaRPr>
              </a:p>
            </p:txBody>
          </p:sp>
          <p:sp>
            <p:nvSpPr>
              <p:cNvPr id="27" name="任意多边形 26"/>
              <p:cNvSpPr/>
              <p:nvPr/>
            </p:nvSpPr>
            <p:spPr>
              <a:xfrm>
                <a:off x="5862713" y="3715824"/>
                <a:ext cx="1699969" cy="1402119"/>
              </a:xfrm>
              <a:custGeom>
                <a:avLst/>
                <a:gdLst>
                  <a:gd name="connsiteX0" fmla="*/ 0 w 1699969"/>
                  <a:gd name="connsiteY0" fmla="*/ 140212 h 1402119"/>
                  <a:gd name="connsiteX1" fmla="*/ 140212 w 1699969"/>
                  <a:gd name="connsiteY1" fmla="*/ 0 h 1402119"/>
                  <a:gd name="connsiteX2" fmla="*/ 1559757 w 1699969"/>
                  <a:gd name="connsiteY2" fmla="*/ 0 h 1402119"/>
                  <a:gd name="connsiteX3" fmla="*/ 1699969 w 1699969"/>
                  <a:gd name="connsiteY3" fmla="*/ 140212 h 1402119"/>
                  <a:gd name="connsiteX4" fmla="*/ 1699969 w 1699969"/>
                  <a:gd name="connsiteY4" fmla="*/ 1261907 h 1402119"/>
                  <a:gd name="connsiteX5" fmla="*/ 1559757 w 1699969"/>
                  <a:gd name="connsiteY5" fmla="*/ 1402119 h 1402119"/>
                  <a:gd name="connsiteX6" fmla="*/ 140212 w 1699969"/>
                  <a:gd name="connsiteY6" fmla="*/ 1402119 h 1402119"/>
                  <a:gd name="connsiteX7" fmla="*/ 0 w 1699969"/>
                  <a:gd name="connsiteY7" fmla="*/ 1261907 h 1402119"/>
                  <a:gd name="connsiteX8" fmla="*/ 0 w 1699969"/>
                  <a:gd name="connsiteY8" fmla="*/ 140212 h 1402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99969" h="1402119">
                    <a:moveTo>
                      <a:pt x="0" y="140212"/>
                    </a:moveTo>
                    <a:cubicBezTo>
                      <a:pt x="0" y="62775"/>
                      <a:pt x="62775" y="0"/>
                      <a:pt x="140212" y="0"/>
                    </a:cubicBezTo>
                    <a:lnTo>
                      <a:pt x="1559757" y="0"/>
                    </a:lnTo>
                    <a:cubicBezTo>
                      <a:pt x="1637194" y="0"/>
                      <a:pt x="1699969" y="62775"/>
                      <a:pt x="1699969" y="140212"/>
                    </a:cubicBezTo>
                    <a:lnTo>
                      <a:pt x="1699969" y="1261907"/>
                    </a:lnTo>
                    <a:cubicBezTo>
                      <a:pt x="1699969" y="1339344"/>
                      <a:pt x="1637194" y="1402119"/>
                      <a:pt x="1559757" y="1402119"/>
                    </a:cubicBezTo>
                    <a:lnTo>
                      <a:pt x="140212" y="1402119"/>
                    </a:lnTo>
                    <a:cubicBezTo>
                      <a:pt x="62775" y="1402119"/>
                      <a:pt x="0" y="1339344"/>
                      <a:pt x="0" y="1261907"/>
                    </a:cubicBezTo>
                    <a:lnTo>
                      <a:pt x="0" y="140212"/>
                    </a:lnTo>
                    <a:close/>
                  </a:path>
                </a:pathLst>
              </a:custGeom>
              <a:solidFill>
                <a:srgbClr val="FFFFFF">
                  <a:alpha val="90000"/>
                  <a:hueOff val="0"/>
                  <a:satOff val="0"/>
                  <a:lumOff val="0"/>
                  <a:alphaOff val="0"/>
                </a:srgbClr>
              </a:solidFill>
              <a:ln w="9525" cap="flat" cmpd="sng" algn="ctr">
                <a:solidFill>
                  <a:srgbClr val="333399">
                    <a:shade val="50000"/>
                    <a:hueOff val="0"/>
                    <a:satOff val="-21080"/>
                    <a:lumOff val="31826"/>
                    <a:alphaOff val="0"/>
                    <a:shade val="95000"/>
                    <a:satMod val="105000"/>
                  </a:srgbClr>
                </a:solidFill>
                <a:prstDash val="solid"/>
              </a:ln>
              <a:effectLst/>
              <a:scene3d>
                <a:camera prst="orthographicFront"/>
                <a:lightRig rig="threePt" dir="t">
                  <a:rot lat="0" lon="0" rev="7500000"/>
                </a:lightRig>
              </a:scene3d>
              <a:sp3d z="-152400" extrusionH="63500" prstMaterial="dkEdge">
                <a:bevelT w="124450" h="16350" prst="relaxedInset"/>
                <a:contourClr>
                  <a:srgbClr val="FFFFFF"/>
                </a:contourClr>
              </a:sp3d>
            </p:spPr>
            <p:txBody>
              <a:bodyPr lIns="64652" tIns="64652" rIns="64652" bIns="365106" spcCol="1270"/>
              <a:lstStyle/>
              <a:p>
                <a:pPr marL="171450" marR="0" lvl="1" indent="-171450" algn="l" defTabSz="755650" eaLnBrk="1" fontAlgn="auto" latinLnBrk="0" hangingPunct="1">
                  <a:lnSpc>
                    <a:spcPct val="90000"/>
                  </a:lnSpc>
                  <a:spcBef>
                    <a:spcPts val="0"/>
                  </a:spcBef>
                  <a:spcAft>
                    <a:spcPct val="15000"/>
                  </a:spcAft>
                  <a:buClrTx/>
                  <a:buSzTx/>
                  <a:buFontTx/>
                  <a:buChar char="••"/>
                  <a:tabLst/>
                  <a:defRPr/>
                </a:pPr>
                <a:r>
                  <a:rPr kumimoji="0" lang="en-US" altLang="zh-CN" sz="1700" b="0" i="0" u="none" strike="noStrike" kern="0" cap="none" spc="0" normalizeH="0" baseline="0" noProof="0" dirty="0">
                    <a:ln>
                      <a:noFill/>
                    </a:ln>
                    <a:solidFill>
                      <a:srgbClr val="000000">
                        <a:hueOff val="0"/>
                        <a:satOff val="0"/>
                        <a:lumOff val="0"/>
                        <a:alphaOff val="0"/>
                      </a:srgbClr>
                    </a:solidFill>
                    <a:effectLst/>
                    <a:uLnTx/>
                    <a:uFillTx/>
                    <a:latin typeface="微软雅黑" pitchFamily="34" charset="-122"/>
                    <a:ea typeface="微软雅黑" pitchFamily="34" charset="-122"/>
                  </a:rPr>
                  <a:t>Subcomputer</a:t>
                </a:r>
                <a:endParaRPr kumimoji="0" lang="zh-CN" altLang="en-US" sz="1700" b="0" i="0" u="none" strike="noStrike" kern="0" cap="none" spc="0" normalizeH="0" baseline="0" noProof="0" dirty="0">
                  <a:ln>
                    <a:noFill/>
                  </a:ln>
                  <a:solidFill>
                    <a:srgbClr val="000000">
                      <a:hueOff val="0"/>
                      <a:satOff val="0"/>
                      <a:lumOff val="0"/>
                      <a:alphaOff val="0"/>
                    </a:srgbClr>
                  </a:solidFill>
                  <a:effectLst/>
                  <a:uLnTx/>
                  <a:uFillTx/>
                  <a:latin typeface="微软雅黑" pitchFamily="34" charset="-122"/>
                  <a:ea typeface="微软雅黑" pitchFamily="34" charset="-122"/>
                </a:endParaRPr>
              </a:p>
            </p:txBody>
          </p:sp>
        </p:grpSp>
        <p:sp>
          <p:nvSpPr>
            <p:cNvPr id="20" name="任意多边形 19"/>
            <p:cNvSpPr/>
            <p:nvPr/>
          </p:nvSpPr>
          <p:spPr>
            <a:xfrm>
              <a:off x="3816458" y="4837219"/>
              <a:ext cx="1511084" cy="600908"/>
            </a:xfrm>
            <a:custGeom>
              <a:avLst/>
              <a:gdLst>
                <a:gd name="connsiteX0" fmla="*/ 0 w 1511084"/>
                <a:gd name="connsiteY0" fmla="*/ 60091 h 600908"/>
                <a:gd name="connsiteX1" fmla="*/ 60091 w 1511084"/>
                <a:gd name="connsiteY1" fmla="*/ 0 h 600908"/>
                <a:gd name="connsiteX2" fmla="*/ 1450993 w 1511084"/>
                <a:gd name="connsiteY2" fmla="*/ 0 h 600908"/>
                <a:gd name="connsiteX3" fmla="*/ 1511084 w 1511084"/>
                <a:gd name="connsiteY3" fmla="*/ 60091 h 600908"/>
                <a:gd name="connsiteX4" fmla="*/ 1511084 w 1511084"/>
                <a:gd name="connsiteY4" fmla="*/ 540817 h 600908"/>
                <a:gd name="connsiteX5" fmla="*/ 1450993 w 1511084"/>
                <a:gd name="connsiteY5" fmla="*/ 600908 h 600908"/>
                <a:gd name="connsiteX6" fmla="*/ 60091 w 1511084"/>
                <a:gd name="connsiteY6" fmla="*/ 600908 h 600908"/>
                <a:gd name="connsiteX7" fmla="*/ 0 w 1511084"/>
                <a:gd name="connsiteY7" fmla="*/ 540817 h 600908"/>
                <a:gd name="connsiteX8" fmla="*/ 0 w 1511084"/>
                <a:gd name="connsiteY8" fmla="*/ 60091 h 600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11084" h="600908">
                  <a:moveTo>
                    <a:pt x="0" y="60091"/>
                  </a:moveTo>
                  <a:cubicBezTo>
                    <a:pt x="0" y="26904"/>
                    <a:pt x="26904" y="0"/>
                    <a:pt x="60091" y="0"/>
                  </a:cubicBezTo>
                  <a:lnTo>
                    <a:pt x="1450993" y="0"/>
                  </a:lnTo>
                  <a:cubicBezTo>
                    <a:pt x="1484180" y="0"/>
                    <a:pt x="1511084" y="26904"/>
                    <a:pt x="1511084" y="60091"/>
                  </a:cubicBezTo>
                  <a:lnTo>
                    <a:pt x="1511084" y="540817"/>
                  </a:lnTo>
                  <a:cubicBezTo>
                    <a:pt x="1511084" y="574004"/>
                    <a:pt x="1484180" y="600908"/>
                    <a:pt x="1450993" y="600908"/>
                  </a:cubicBezTo>
                  <a:lnTo>
                    <a:pt x="60091" y="600908"/>
                  </a:lnTo>
                  <a:cubicBezTo>
                    <a:pt x="26904" y="600908"/>
                    <a:pt x="0" y="574004"/>
                    <a:pt x="0" y="540817"/>
                  </a:cubicBezTo>
                  <a:lnTo>
                    <a:pt x="0" y="60091"/>
                  </a:lnTo>
                  <a:close/>
                </a:path>
              </a:pathLst>
            </a:custGeom>
            <a:gradFill rotWithShape="1">
              <a:gsLst>
                <a:gs pos="0">
                  <a:srgbClr val="333399">
                    <a:shade val="50000"/>
                    <a:hueOff val="0"/>
                    <a:satOff val="-21688"/>
                    <a:lumOff val="35185"/>
                    <a:alphaOff val="0"/>
                    <a:shade val="51000"/>
                    <a:satMod val="130000"/>
                  </a:srgbClr>
                </a:gs>
                <a:gs pos="80000">
                  <a:srgbClr val="333399">
                    <a:shade val="50000"/>
                    <a:hueOff val="0"/>
                    <a:satOff val="-21688"/>
                    <a:lumOff val="35185"/>
                    <a:alphaOff val="0"/>
                    <a:shade val="93000"/>
                    <a:satMod val="130000"/>
                  </a:srgbClr>
                </a:gs>
                <a:gs pos="100000">
                  <a:srgbClr val="333399">
                    <a:shade val="50000"/>
                    <a:hueOff val="0"/>
                    <a:satOff val="-21688"/>
                    <a:lumOff val="35185"/>
                    <a:alphaOff val="0"/>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p:spPr>
          <p:txBody>
            <a:bodyPr lIns="42365" tIns="34110" rIns="42365" bIns="34110" spcCol="1270" anchor="ctr"/>
            <a:lstStyle/>
            <a:p>
              <a:pPr marL="0" marR="0" lvl="0" indent="0" defTabSz="577850" eaLnBrk="1" fontAlgn="auto" latinLnBrk="0" hangingPunct="1">
                <a:lnSpc>
                  <a:spcPct val="90000"/>
                </a:lnSpc>
                <a:spcBef>
                  <a:spcPts val="0"/>
                </a:spcBef>
                <a:spcAft>
                  <a:spcPct val="35000"/>
                </a:spcAft>
                <a:buClrTx/>
                <a:buSzTx/>
                <a:buFontTx/>
                <a:buNone/>
                <a:tabLst/>
                <a:defRPr/>
              </a:pPr>
              <a:r>
                <a:rPr kumimoji="0" lang="en-US" altLang="zh-CN" sz="1300" b="0" i="0" u="none" strike="noStrike" kern="0" cap="none" spc="0" normalizeH="0" baseline="0" noProof="0" dirty="0">
                  <a:ln>
                    <a:noFill/>
                  </a:ln>
                  <a:solidFill>
                    <a:srgbClr val="FFFFFF"/>
                  </a:solidFill>
                  <a:effectLst/>
                  <a:uLnTx/>
                  <a:uFillTx/>
                  <a:latin typeface="微软雅黑" pitchFamily="34" charset="-122"/>
                  <a:ea typeface="微软雅黑" pitchFamily="34" charset="-122"/>
                </a:rPr>
                <a:t>Saved in OBC EEPROM</a:t>
              </a:r>
              <a:endParaRPr kumimoji="0" lang="zh-CN" altLang="en-US" sz="1300" b="0" i="0" u="none" strike="noStrike" kern="0" cap="none" spc="0" normalizeH="0" baseline="0" noProof="0" dirty="0">
                <a:ln>
                  <a:noFill/>
                </a:ln>
                <a:solidFill>
                  <a:srgbClr val="FFFFFF"/>
                </a:solidFill>
                <a:effectLst/>
                <a:uLnTx/>
                <a:uFillTx/>
                <a:latin typeface="微软雅黑" pitchFamily="34" charset="-122"/>
                <a:ea typeface="微软雅黑" pitchFamily="34" charset="-122"/>
              </a:endParaRPr>
            </a:p>
          </p:txBody>
        </p:sp>
      </p:grpSp>
      <p:sp>
        <p:nvSpPr>
          <p:cNvPr id="28" name="标题 1"/>
          <p:cNvSpPr>
            <a:spLocks noGrp="1"/>
          </p:cNvSpPr>
          <p:nvPr>
            <p:ph type="title"/>
          </p:nvPr>
        </p:nvSpPr>
        <p:spPr>
          <a:xfrm>
            <a:off x="-828600" y="116632"/>
            <a:ext cx="11089232" cy="1082660"/>
          </a:xfrm>
        </p:spPr>
        <p:txBody>
          <a:bodyPr>
            <a:normAutofit/>
          </a:bodyPr>
          <a:lstStyle/>
          <a:p>
            <a:r>
              <a:rPr lang="en-US" altLang="zh-CN" sz="3000" dirty="0"/>
              <a:t>PART 9: Relative time-tagged </a:t>
            </a:r>
            <a:r>
              <a:rPr lang="en-US" altLang="zh-CN" sz="3000" dirty="0" err="1"/>
              <a:t>telecommand</a:t>
            </a:r>
            <a:endParaRPr lang="en-US" altLang="zh-CN" sz="3000" dirty="0"/>
          </a:p>
        </p:txBody>
      </p:sp>
    </p:spTree>
    <p:extLst>
      <p:ext uri="{BB962C8B-B14F-4D97-AF65-F5344CB8AC3E}">
        <p14:creationId xmlns:p14="http://schemas.microsoft.com/office/powerpoint/2010/main" val="2085765993"/>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latin typeface="微软雅黑" pitchFamily="34" charset="-122"/>
                <a:ea typeface="微软雅黑" pitchFamily="34" charset="-122"/>
              </a:rPr>
              <a:t> </a:t>
            </a:r>
            <a:fld id="{E1EFCB46-C834-4067-A327-0EA79FD50686}" type="slidenum">
              <a:rPr lang="zh-CN" altLang="en-US" smtClean="0">
                <a:latin typeface="微软雅黑" pitchFamily="34" charset="-122"/>
                <a:ea typeface="微软雅黑" pitchFamily="34" charset="-122"/>
              </a:rPr>
              <a:pPr/>
              <a:t>89</a:t>
            </a:fld>
            <a:r>
              <a:rPr lang="zh-CN" altLang="en-US" smtClean="0">
                <a:latin typeface="微软雅黑" pitchFamily="34" charset="-122"/>
                <a:ea typeface="微软雅黑" pitchFamily="34" charset="-122"/>
              </a:rPr>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457200" y="1173971"/>
            <a:ext cx="8255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50000"/>
              </a:lnSpc>
            </a:pPr>
            <a:r>
              <a:rPr lang="en-US" altLang="zh-CN" sz="2400" dirty="0">
                <a:latin typeface="微软雅黑" pitchFamily="34" charset="-122"/>
                <a:ea typeface="微软雅黑" pitchFamily="34" charset="-122"/>
              </a:rPr>
              <a:t>TTTC and RTTTC comparison</a:t>
            </a:r>
          </a:p>
        </p:txBody>
      </p:sp>
      <p:graphicFrame>
        <p:nvGraphicFramePr>
          <p:cNvPr id="7" name="表格 6"/>
          <p:cNvGraphicFramePr>
            <a:graphicFrameLocks noGrp="1"/>
          </p:cNvGraphicFramePr>
          <p:nvPr>
            <p:extLst>
              <p:ext uri="{D42A27DB-BD31-4B8C-83A1-F6EECF244321}">
                <p14:modId xmlns:p14="http://schemas.microsoft.com/office/powerpoint/2010/main" val="877913088"/>
              </p:ext>
            </p:extLst>
          </p:nvPr>
        </p:nvGraphicFramePr>
        <p:xfrm>
          <a:off x="900113" y="1858184"/>
          <a:ext cx="7596187" cy="3515032"/>
        </p:xfrm>
        <a:graphic>
          <a:graphicData uri="http://schemas.openxmlformats.org/drawingml/2006/table">
            <a:tbl>
              <a:tblPr firstRow="1" bandRow="1">
                <a:tableStyleId>{5C22544A-7EE6-4342-B048-85BDC9FD1C3A}</a:tableStyleId>
              </a:tblPr>
              <a:tblGrid>
                <a:gridCol w="641308"/>
                <a:gridCol w="3716505"/>
                <a:gridCol w="3238374"/>
              </a:tblGrid>
              <a:tr h="406564">
                <a:tc>
                  <a:txBody>
                    <a:bodyPr/>
                    <a:lstStyle/>
                    <a:p>
                      <a:r>
                        <a:rPr lang="en-US" altLang="zh-CN" sz="2000" dirty="0" smtClean="0"/>
                        <a:t>NO</a:t>
                      </a:r>
                      <a:endParaRPr lang="zh-CN" altLang="en-US" sz="2000" dirty="0"/>
                    </a:p>
                  </a:txBody>
                  <a:tcPr marL="91432" marR="91432" marT="45689" marB="45689"/>
                </a:tc>
                <a:tc>
                  <a:txBody>
                    <a:bodyPr/>
                    <a:lstStyle/>
                    <a:p>
                      <a:r>
                        <a:rPr lang="en-US" altLang="zh-CN" sz="2000" dirty="0" smtClean="0"/>
                        <a:t>TTC</a:t>
                      </a:r>
                      <a:endParaRPr lang="zh-CN" altLang="en-US" sz="2000" dirty="0"/>
                    </a:p>
                  </a:txBody>
                  <a:tcPr marL="91432" marR="91432" marT="45689" marB="45689"/>
                </a:tc>
                <a:tc>
                  <a:txBody>
                    <a:bodyPr/>
                    <a:lstStyle/>
                    <a:p>
                      <a:r>
                        <a:rPr lang="en-US" altLang="zh-CN" sz="2000" dirty="0" smtClean="0"/>
                        <a:t>RTTC</a:t>
                      </a:r>
                      <a:endParaRPr lang="zh-CN" altLang="en-US" sz="2000" dirty="0"/>
                    </a:p>
                  </a:txBody>
                  <a:tcPr marL="91432" marR="91432" marT="45689" marB="45689"/>
                </a:tc>
              </a:tr>
              <a:tr h="396117">
                <a:tc>
                  <a:txBody>
                    <a:bodyPr/>
                    <a:lstStyle/>
                    <a:p>
                      <a:r>
                        <a:rPr lang="en-US" altLang="zh-CN" sz="2000" dirty="0" smtClean="0"/>
                        <a:t>1</a:t>
                      </a:r>
                      <a:endParaRPr lang="zh-CN" altLang="en-US" sz="2000" dirty="0"/>
                    </a:p>
                  </a:txBody>
                  <a:tcPr marL="91432" marR="91432" marT="45689" marB="45689"/>
                </a:tc>
                <a:tc>
                  <a:txBody>
                    <a:bodyPr/>
                    <a:lstStyle/>
                    <a:p>
                      <a:r>
                        <a:rPr lang="en-US" altLang="zh-CN" sz="2000" dirty="0" smtClean="0"/>
                        <a:t>Be clear after</a:t>
                      </a:r>
                      <a:r>
                        <a:rPr lang="en-US" altLang="zh-CN" sz="2000" baseline="0" dirty="0" smtClean="0"/>
                        <a:t> execution</a:t>
                      </a:r>
                      <a:endParaRPr lang="zh-CN" altLang="en-US" sz="2000" dirty="0"/>
                    </a:p>
                  </a:txBody>
                  <a:tcPr marL="91432" marR="91432" marT="45689" marB="45689"/>
                </a:tc>
                <a:tc>
                  <a:txBody>
                    <a:bodyPr/>
                    <a:lstStyle/>
                    <a:p>
                      <a:r>
                        <a:rPr lang="en-US" altLang="zh-CN" sz="2000" dirty="0" smtClean="0"/>
                        <a:t>Not clear after execution</a:t>
                      </a:r>
                    </a:p>
                  </a:txBody>
                  <a:tcPr marL="91432" marR="91432" marT="45689" marB="45689"/>
                </a:tc>
              </a:tr>
              <a:tr h="700856">
                <a:tc>
                  <a:txBody>
                    <a:bodyPr/>
                    <a:lstStyle/>
                    <a:p>
                      <a:r>
                        <a:rPr lang="en-US" altLang="zh-CN" sz="2000" dirty="0" smtClean="0"/>
                        <a:t>2</a:t>
                      </a:r>
                      <a:endParaRPr lang="zh-CN" altLang="en-US" sz="2000" dirty="0"/>
                    </a:p>
                  </a:txBody>
                  <a:tcPr marL="91432" marR="91432" marT="45689" marB="45689"/>
                </a:tc>
                <a:tc>
                  <a:txBody>
                    <a:bodyPr/>
                    <a:lstStyle/>
                    <a:p>
                      <a:r>
                        <a:rPr lang="en-US" altLang="zh-CN" sz="2000" dirty="0" smtClean="0"/>
                        <a:t>Support 1000 TTC saved in OBC at most.</a:t>
                      </a:r>
                      <a:endParaRPr lang="zh-CN" altLang="en-US" sz="2000" dirty="0"/>
                    </a:p>
                  </a:txBody>
                  <a:tcPr marL="91432" marR="91432" marT="45689" marB="45689"/>
                </a:tc>
                <a:tc>
                  <a:txBody>
                    <a:bodyPr/>
                    <a:lstStyle/>
                    <a:p>
                      <a:r>
                        <a:rPr lang="en-US" altLang="zh-CN" sz="2000" dirty="0" smtClean="0"/>
                        <a:t>Max</a:t>
                      </a:r>
                      <a:r>
                        <a:rPr lang="en-US" altLang="zh-CN" sz="2000" baseline="0" dirty="0" smtClean="0"/>
                        <a:t> 32 groups, and each group can store 38 TCs</a:t>
                      </a:r>
                      <a:endParaRPr lang="zh-CN" altLang="en-US" sz="2000" dirty="0"/>
                    </a:p>
                  </a:txBody>
                  <a:tcPr marL="91432" marR="91432" marT="45689" marB="45689"/>
                </a:tc>
              </a:tr>
              <a:tr h="700856">
                <a:tc>
                  <a:txBody>
                    <a:bodyPr/>
                    <a:lstStyle/>
                    <a:p>
                      <a:r>
                        <a:rPr lang="en-US" altLang="zh-CN" sz="2000" dirty="0" smtClean="0"/>
                        <a:t>3</a:t>
                      </a:r>
                      <a:endParaRPr lang="zh-CN" altLang="en-US" sz="2000" dirty="0"/>
                    </a:p>
                  </a:txBody>
                  <a:tcPr marL="91432" marR="91432" marT="45689" marB="45689"/>
                </a:tc>
                <a:tc>
                  <a:txBody>
                    <a:bodyPr/>
                    <a:lstStyle/>
                    <a:p>
                      <a:r>
                        <a:rPr lang="en-US" altLang="zh-CN" sz="2000" dirty="0" smtClean="0"/>
                        <a:t>Compared</a:t>
                      </a:r>
                      <a:r>
                        <a:rPr lang="en-US" altLang="zh-CN" sz="2000" baseline="0" dirty="0" smtClean="0"/>
                        <a:t> to absolute UTC time</a:t>
                      </a:r>
                      <a:endParaRPr lang="zh-CN" altLang="en-US" sz="2000" dirty="0"/>
                    </a:p>
                  </a:txBody>
                  <a:tcPr marL="91432" marR="91432" marT="45689" marB="45689"/>
                </a:tc>
                <a:tc>
                  <a:txBody>
                    <a:bodyPr/>
                    <a:lstStyle/>
                    <a:p>
                      <a:r>
                        <a:rPr lang="en-US" altLang="zh-CN" sz="2000" dirty="0" smtClean="0"/>
                        <a:t>Compared to relative the time of start RTTC</a:t>
                      </a:r>
                      <a:r>
                        <a:rPr lang="en-US" altLang="zh-CN" sz="2000" baseline="0" dirty="0" smtClean="0"/>
                        <a:t> group </a:t>
                      </a:r>
                      <a:endParaRPr lang="zh-CN" altLang="en-US" sz="2000" dirty="0"/>
                    </a:p>
                  </a:txBody>
                  <a:tcPr marL="91432" marR="91432" marT="45689" marB="45689"/>
                </a:tc>
              </a:tr>
              <a:tr h="1310334">
                <a:tc>
                  <a:txBody>
                    <a:bodyPr/>
                    <a:lstStyle/>
                    <a:p>
                      <a:r>
                        <a:rPr lang="en-US" altLang="zh-CN" sz="2000" dirty="0" smtClean="0"/>
                        <a:t>4</a:t>
                      </a:r>
                      <a:endParaRPr lang="zh-CN" altLang="en-US" sz="2000" dirty="0"/>
                    </a:p>
                  </a:txBody>
                  <a:tcPr marL="91432" marR="91432" marT="45689" marB="45689"/>
                </a:tc>
                <a:tc>
                  <a:txBody>
                    <a:bodyPr/>
                    <a:lstStyle/>
                    <a:p>
                      <a:r>
                        <a:rPr lang="en-US" altLang="zh-CN" sz="2000" dirty="0" smtClean="0"/>
                        <a:t>Cooperated</a:t>
                      </a:r>
                      <a:r>
                        <a:rPr lang="en-US" altLang="zh-CN" sz="2000" baseline="0" dirty="0" smtClean="0"/>
                        <a:t> with RTTC  used for mission operation</a:t>
                      </a:r>
                      <a:endParaRPr lang="zh-CN" altLang="en-US" sz="2000" dirty="0"/>
                    </a:p>
                  </a:txBody>
                  <a:tcPr marL="91432" marR="91432" marT="45689" marB="45689"/>
                </a:tc>
                <a:tc>
                  <a:txBody>
                    <a:bodyPr/>
                    <a:lstStyle/>
                    <a:p>
                      <a:r>
                        <a:rPr lang="en-US" altLang="zh-CN" sz="2000" dirty="0" smtClean="0"/>
                        <a:t>General used fixed command sequence ,like payload power</a:t>
                      </a:r>
                      <a:r>
                        <a:rPr lang="en-US" altLang="zh-CN" sz="2000" baseline="0" dirty="0" smtClean="0"/>
                        <a:t> on /power off sequence</a:t>
                      </a:r>
                      <a:endParaRPr lang="zh-CN" altLang="en-US" sz="2000" dirty="0"/>
                    </a:p>
                  </a:txBody>
                  <a:tcPr marL="91432" marR="91432" marT="45689" marB="45689"/>
                </a:tc>
              </a:tr>
            </a:tbl>
          </a:graphicData>
        </a:graphic>
      </p:graphicFrame>
      <p:sp>
        <p:nvSpPr>
          <p:cNvPr id="8" name="标题 1"/>
          <p:cNvSpPr>
            <a:spLocks noGrp="1"/>
          </p:cNvSpPr>
          <p:nvPr>
            <p:ph type="title"/>
          </p:nvPr>
        </p:nvSpPr>
        <p:spPr>
          <a:xfrm>
            <a:off x="-828600" y="116632"/>
            <a:ext cx="11089232" cy="1082660"/>
          </a:xfrm>
        </p:spPr>
        <p:txBody>
          <a:bodyPr>
            <a:normAutofit/>
          </a:bodyPr>
          <a:lstStyle/>
          <a:p>
            <a:r>
              <a:rPr lang="en-US" altLang="zh-CN" sz="3000" dirty="0"/>
              <a:t>PART 9: Relative time-tagged </a:t>
            </a:r>
            <a:r>
              <a:rPr lang="en-US" altLang="zh-CN" sz="3000" dirty="0" err="1"/>
              <a:t>telecommand</a:t>
            </a:r>
            <a:endParaRPr lang="en-US" altLang="zh-CN" sz="3000" dirty="0"/>
          </a:p>
        </p:txBody>
      </p:sp>
    </p:spTree>
    <p:extLst>
      <p:ext uri="{BB962C8B-B14F-4D97-AF65-F5344CB8AC3E}">
        <p14:creationId xmlns:p14="http://schemas.microsoft.com/office/powerpoint/2010/main" val="2085765993"/>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latin typeface="微软雅黑" pitchFamily="34" charset="-122"/>
                <a:ea typeface="微软雅黑" pitchFamily="34" charset="-122"/>
              </a:rPr>
              <a:t> </a:t>
            </a:r>
            <a:fld id="{E1EFCB46-C834-4067-A327-0EA79FD50686}" type="slidenum">
              <a:rPr lang="zh-CN" altLang="en-US" smtClean="0">
                <a:latin typeface="微软雅黑" pitchFamily="34" charset="-122"/>
                <a:ea typeface="微软雅黑" pitchFamily="34" charset="-122"/>
              </a:rPr>
              <a:pPr/>
              <a:t>90</a:t>
            </a:fld>
            <a:r>
              <a:rPr lang="zh-CN" altLang="en-US" smtClean="0">
                <a:latin typeface="微软雅黑" pitchFamily="34" charset="-122"/>
                <a:ea typeface="微软雅黑" pitchFamily="34" charset="-122"/>
              </a:rPr>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457200" y="1241447"/>
            <a:ext cx="8255000" cy="2358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457200" algn="just">
              <a:lnSpc>
                <a:spcPct val="125000"/>
              </a:lnSpc>
            </a:pPr>
            <a:r>
              <a:rPr lang="en-US" altLang="zh-CN" sz="2400" dirty="0">
                <a:latin typeface="微软雅黑" pitchFamily="34" charset="-122"/>
                <a:ea typeface="微软雅黑" pitchFamily="34" charset="-122"/>
              </a:rPr>
              <a:t>Each group of RTTCs can be divided into 2 segments with ID 1 and 2. </a:t>
            </a:r>
            <a:r>
              <a:rPr lang="en-US" altLang="zh-CN" sz="2400" dirty="0" smtClean="0">
                <a:latin typeface="微软雅黑" pitchFamily="34" charset="-122"/>
                <a:ea typeface="微软雅黑" pitchFamily="34" charset="-122"/>
              </a:rPr>
              <a:t>Generally </a:t>
            </a:r>
            <a:r>
              <a:rPr lang="en-US" altLang="zh-CN" sz="2400" dirty="0">
                <a:latin typeface="微软雅黑" pitchFamily="34" charset="-122"/>
                <a:ea typeface="微软雅黑" pitchFamily="34" charset="-122"/>
              </a:rPr>
              <a:t>segments 1 used for payload power on and segments 2 used for power off. And the time between segments 1 and segments 2 can be controlled by the TC of start RTTTC.</a:t>
            </a:r>
            <a:endParaRPr lang="en-US" altLang="zh-CN" sz="2400" dirty="0">
              <a:solidFill>
                <a:schemeClr val="tx1"/>
              </a:solidFill>
              <a:latin typeface="微软雅黑" pitchFamily="34" charset="-122"/>
              <a:ea typeface="微软雅黑" pitchFamily="34" charset="-122"/>
            </a:endParaRPr>
          </a:p>
        </p:txBody>
      </p:sp>
      <p:graphicFrame>
        <p:nvGraphicFramePr>
          <p:cNvPr id="7" name="表格 6"/>
          <p:cNvGraphicFramePr>
            <a:graphicFrameLocks noGrp="1"/>
          </p:cNvGraphicFramePr>
          <p:nvPr>
            <p:extLst>
              <p:ext uri="{D42A27DB-BD31-4B8C-83A1-F6EECF244321}">
                <p14:modId xmlns:p14="http://schemas.microsoft.com/office/powerpoint/2010/main" val="524990349"/>
              </p:ext>
            </p:extLst>
          </p:nvPr>
        </p:nvGraphicFramePr>
        <p:xfrm>
          <a:off x="5795963" y="3641747"/>
          <a:ext cx="2376487" cy="2595565"/>
        </p:xfrm>
        <a:graphic>
          <a:graphicData uri="http://schemas.openxmlformats.org/drawingml/2006/table">
            <a:tbl>
              <a:tblPr firstRow="1" bandRow="1">
                <a:tableStyleId>{BC89EF96-8CEA-46FF-86C4-4CE0E7609802}</a:tableStyleId>
              </a:tblPr>
              <a:tblGrid>
                <a:gridCol w="2376487"/>
              </a:tblGrid>
              <a:tr h="370795">
                <a:tc>
                  <a:txBody>
                    <a:bodyPr/>
                    <a:lstStyle/>
                    <a:p>
                      <a:r>
                        <a:rPr lang="en-US" altLang="zh-CN" sz="1800" dirty="0" smtClean="0"/>
                        <a:t>Segment 1</a:t>
                      </a:r>
                      <a:endParaRPr lang="zh-CN" altLang="en-US" sz="1800" b="1" dirty="0"/>
                    </a:p>
                  </a:txBody>
                  <a:tcPr marL="91449" marR="91449" marT="45714" marB="45714"/>
                </a:tc>
              </a:tr>
              <a:tr h="370795">
                <a:tc>
                  <a:txBody>
                    <a:bodyPr/>
                    <a:lstStyle/>
                    <a:p>
                      <a:r>
                        <a:rPr lang="en-US" altLang="zh-CN" sz="1800" dirty="0" smtClean="0"/>
                        <a:t>Segment 1</a:t>
                      </a:r>
                      <a:endParaRPr lang="zh-CN" altLang="en-US" sz="1800" b="1" dirty="0"/>
                    </a:p>
                  </a:txBody>
                  <a:tcPr marL="91449" marR="91449" marT="45714" marB="45714"/>
                </a:tc>
              </a:tr>
              <a:tr h="370795">
                <a:tc>
                  <a:txBody>
                    <a:bodyPr/>
                    <a:lstStyle/>
                    <a:p>
                      <a:r>
                        <a:rPr lang="en-US" altLang="zh-CN" sz="1800" dirty="0" smtClean="0"/>
                        <a:t>Segment 1</a:t>
                      </a:r>
                      <a:endParaRPr lang="zh-CN" altLang="en-US" sz="1800" b="1" dirty="0"/>
                    </a:p>
                  </a:txBody>
                  <a:tcPr marL="91449" marR="91449" marT="45714" marB="45714"/>
                </a:tc>
              </a:tr>
              <a:tr h="370795">
                <a:tc>
                  <a:txBody>
                    <a:bodyPr/>
                    <a:lstStyle/>
                    <a:p>
                      <a:r>
                        <a:rPr lang="zh-CN" altLang="en-US" sz="1800" dirty="0" smtClean="0"/>
                        <a:t>△</a:t>
                      </a:r>
                      <a:r>
                        <a:rPr lang="en-US" altLang="zh-CN" sz="1800" dirty="0" smtClean="0"/>
                        <a:t>t</a:t>
                      </a:r>
                      <a:endParaRPr lang="zh-CN" altLang="en-US" sz="1800" b="1" dirty="0"/>
                    </a:p>
                  </a:txBody>
                  <a:tcPr marL="91449" marR="91449" marT="45714" marB="45714"/>
                </a:tc>
              </a:tr>
              <a:tr h="37079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800" dirty="0" smtClean="0"/>
                        <a:t>Segment 2</a:t>
                      </a:r>
                      <a:endParaRPr lang="zh-CN" altLang="en-US" sz="1800" b="1" dirty="0"/>
                    </a:p>
                  </a:txBody>
                  <a:tcPr marL="91449" marR="91449" marT="45714" marB="45714"/>
                </a:tc>
              </a:tr>
              <a:tr h="37079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800" dirty="0" smtClean="0"/>
                        <a:t>Segment 2</a:t>
                      </a:r>
                      <a:endParaRPr lang="zh-CN" altLang="en-US" sz="1800" b="1" dirty="0"/>
                    </a:p>
                  </a:txBody>
                  <a:tcPr marL="91449" marR="91449" marT="45714" marB="45714"/>
                </a:tc>
              </a:tr>
              <a:tr h="37079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800" dirty="0" smtClean="0"/>
                        <a:t>Segment 2</a:t>
                      </a:r>
                      <a:endParaRPr lang="zh-CN" altLang="en-US" sz="1800" b="1" dirty="0"/>
                    </a:p>
                  </a:txBody>
                  <a:tcPr marL="91449" marR="91449" marT="45714" marB="45714"/>
                </a:tc>
              </a:tr>
            </a:tbl>
          </a:graphicData>
        </a:graphic>
      </p:graphicFrame>
      <p:sp>
        <p:nvSpPr>
          <p:cNvPr id="8" name="标题 1"/>
          <p:cNvSpPr>
            <a:spLocks noGrp="1"/>
          </p:cNvSpPr>
          <p:nvPr>
            <p:ph type="title"/>
          </p:nvPr>
        </p:nvSpPr>
        <p:spPr>
          <a:xfrm>
            <a:off x="-828600" y="116632"/>
            <a:ext cx="11089232" cy="1082660"/>
          </a:xfrm>
        </p:spPr>
        <p:txBody>
          <a:bodyPr>
            <a:normAutofit/>
          </a:bodyPr>
          <a:lstStyle/>
          <a:p>
            <a:r>
              <a:rPr lang="en-US" altLang="zh-CN" sz="3000" dirty="0"/>
              <a:t>PART 9: Relative time-tagged </a:t>
            </a:r>
            <a:r>
              <a:rPr lang="en-US" altLang="zh-CN" sz="3000" dirty="0" err="1"/>
              <a:t>telecommand</a:t>
            </a:r>
            <a:endParaRPr lang="en-US" altLang="zh-CN" sz="3000" dirty="0"/>
          </a:p>
        </p:txBody>
      </p:sp>
    </p:spTree>
    <p:extLst>
      <p:ext uri="{BB962C8B-B14F-4D97-AF65-F5344CB8AC3E}">
        <p14:creationId xmlns:p14="http://schemas.microsoft.com/office/powerpoint/2010/main" val="2085765993"/>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8600" y="116632"/>
            <a:ext cx="11089232" cy="1082660"/>
          </a:xfrm>
        </p:spPr>
        <p:txBody>
          <a:bodyPr>
            <a:normAutofit/>
          </a:bodyPr>
          <a:lstStyle/>
          <a:p>
            <a:r>
              <a:rPr lang="en-US" altLang="zh-CN" sz="3000" dirty="0"/>
              <a:t>PART 9: Relative time-tagged </a:t>
            </a:r>
            <a:r>
              <a:rPr lang="en-US" altLang="zh-CN" sz="3000" dirty="0" err="1"/>
              <a:t>telecommand</a:t>
            </a:r>
            <a:endParaRPr lang="en-US" altLang="zh-CN" sz="3000" dirty="0"/>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latin typeface="微软雅黑" pitchFamily="34" charset="-122"/>
                <a:ea typeface="微软雅黑" pitchFamily="34" charset="-122"/>
              </a:rPr>
              <a:t> </a:t>
            </a:r>
            <a:fld id="{E1EFCB46-C834-4067-A327-0EA79FD50686}" type="slidenum">
              <a:rPr lang="zh-CN" altLang="en-US" smtClean="0">
                <a:latin typeface="微软雅黑" pitchFamily="34" charset="-122"/>
                <a:ea typeface="微软雅黑" pitchFamily="34" charset="-122"/>
              </a:rPr>
              <a:pPr/>
              <a:t>91</a:t>
            </a:fld>
            <a:r>
              <a:rPr lang="zh-CN" altLang="en-US" smtClean="0">
                <a:latin typeface="微软雅黑" pitchFamily="34" charset="-122"/>
                <a:ea typeface="微软雅黑" pitchFamily="34" charset="-122"/>
              </a:rPr>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457200" y="1219546"/>
            <a:ext cx="8255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50000"/>
              </a:lnSpc>
            </a:pPr>
            <a:r>
              <a:rPr lang="en-US" altLang="zh-CN" sz="2400" dirty="0" smtClean="0">
                <a:latin typeface="微软雅黑" pitchFamily="34" charset="-122"/>
                <a:ea typeface="微软雅黑" pitchFamily="34" charset="-122"/>
              </a:rPr>
              <a:t>RTTC </a:t>
            </a:r>
            <a:r>
              <a:rPr lang="en-US" altLang="zh-CN" sz="2400" dirty="0">
                <a:latin typeface="微软雅黑" pitchFamily="34" charset="-122"/>
                <a:ea typeface="微软雅黑" pitchFamily="34" charset="-122"/>
              </a:rPr>
              <a:t>data block format.</a:t>
            </a:r>
          </a:p>
        </p:txBody>
      </p:sp>
      <p:graphicFrame>
        <p:nvGraphicFramePr>
          <p:cNvPr id="7" name="表格 6"/>
          <p:cNvGraphicFramePr>
            <a:graphicFrameLocks noGrp="1"/>
          </p:cNvGraphicFramePr>
          <p:nvPr>
            <p:extLst>
              <p:ext uri="{D42A27DB-BD31-4B8C-83A1-F6EECF244321}">
                <p14:modId xmlns:p14="http://schemas.microsoft.com/office/powerpoint/2010/main" val="3808345624"/>
              </p:ext>
            </p:extLst>
          </p:nvPr>
        </p:nvGraphicFramePr>
        <p:xfrm>
          <a:off x="2082800" y="1975196"/>
          <a:ext cx="4978400" cy="3902076"/>
        </p:xfrm>
        <a:graphic>
          <a:graphicData uri="http://schemas.openxmlformats.org/drawingml/2006/table">
            <a:tbl>
              <a:tblPr firstRow="1" firstCol="1" bandRow="1" bandCol="1">
                <a:tableStyleId>{69CF1AB2-1976-4502-BF36-3FF5EA218861}</a:tableStyleId>
              </a:tblPr>
              <a:tblGrid>
                <a:gridCol w="730350"/>
                <a:gridCol w="573944"/>
                <a:gridCol w="1010074"/>
                <a:gridCol w="2664032"/>
              </a:tblGrid>
              <a:tr h="487759">
                <a:tc>
                  <a:txBody>
                    <a:bodyPr/>
                    <a:lstStyle/>
                    <a:p>
                      <a:pPr algn="ctr">
                        <a:spcAft>
                          <a:spcPts val="0"/>
                        </a:spcAft>
                      </a:pPr>
                      <a:r>
                        <a:rPr lang="x-none" sz="1600" kern="100" cap="all" dirty="0">
                          <a:effectLst/>
                        </a:rPr>
                        <a:t>NO</a:t>
                      </a:r>
                      <a:endParaRPr lang="zh-CN" sz="1600" b="1" kern="100" dirty="0">
                        <a:effectLst/>
                        <a:latin typeface="Times New Roman"/>
                        <a:ea typeface="宋体"/>
                      </a:endParaRPr>
                    </a:p>
                  </a:txBody>
                  <a:tcPr marL="68573" marR="68573" marT="0" marB="0" anchor="ctr"/>
                </a:tc>
                <a:tc>
                  <a:txBody>
                    <a:bodyPr/>
                    <a:lstStyle/>
                    <a:p>
                      <a:pPr algn="ctr">
                        <a:spcAft>
                          <a:spcPts val="0"/>
                        </a:spcAft>
                      </a:pPr>
                      <a:r>
                        <a:rPr lang="x-none" sz="1600" kern="100" cap="all">
                          <a:effectLst/>
                        </a:rPr>
                        <a:t>DATA</a:t>
                      </a:r>
                      <a:endParaRPr lang="zh-CN" sz="1600" b="1" kern="100">
                        <a:effectLst/>
                        <a:latin typeface="Times New Roman"/>
                        <a:ea typeface="宋体"/>
                      </a:endParaRPr>
                    </a:p>
                  </a:txBody>
                  <a:tcPr marL="68573" marR="68573" marT="0" marB="0" anchor="ctr"/>
                </a:tc>
                <a:tc>
                  <a:txBody>
                    <a:bodyPr/>
                    <a:lstStyle/>
                    <a:p>
                      <a:pPr algn="just">
                        <a:spcAft>
                          <a:spcPts val="0"/>
                        </a:spcAft>
                      </a:pPr>
                      <a:r>
                        <a:rPr lang="en-US" sz="1600" kern="100" cap="all">
                          <a:effectLst/>
                        </a:rPr>
                        <a:t>LENGTH</a:t>
                      </a:r>
                      <a:endParaRPr lang="zh-CN" sz="1600" b="1" kern="100">
                        <a:effectLst/>
                        <a:latin typeface="Times New Roman"/>
                        <a:ea typeface="宋体"/>
                      </a:endParaRPr>
                    </a:p>
                  </a:txBody>
                  <a:tcPr marL="68573" marR="68573" marT="0" marB="0"/>
                </a:tc>
                <a:tc>
                  <a:txBody>
                    <a:bodyPr/>
                    <a:lstStyle/>
                    <a:p>
                      <a:pPr algn="just">
                        <a:spcAft>
                          <a:spcPts val="0"/>
                        </a:spcAft>
                      </a:pPr>
                      <a:r>
                        <a:rPr lang="en-US" sz="1600" kern="100" cap="all" dirty="0">
                          <a:effectLst/>
                        </a:rPr>
                        <a:t>DESCRIPTION</a:t>
                      </a:r>
                      <a:endParaRPr lang="zh-CN" sz="1600" b="1" kern="100" dirty="0">
                        <a:effectLst/>
                        <a:latin typeface="Times New Roman"/>
                        <a:ea typeface="宋体"/>
                      </a:endParaRPr>
                    </a:p>
                  </a:txBody>
                  <a:tcPr marL="68573" marR="68573" marT="0" marB="0"/>
                </a:tc>
              </a:tr>
              <a:tr h="243880">
                <a:tc>
                  <a:txBody>
                    <a:bodyPr/>
                    <a:lstStyle/>
                    <a:p>
                      <a:pPr marL="280670" algn="just">
                        <a:spcAft>
                          <a:spcPts val="0"/>
                        </a:spcAft>
                      </a:pPr>
                      <a:r>
                        <a:rPr lang="en-US" sz="1600" kern="100">
                          <a:effectLst/>
                        </a:rPr>
                        <a:t>0</a:t>
                      </a:r>
                      <a:endParaRPr lang="zh-CN" sz="1600" b="1" kern="100">
                        <a:effectLst/>
                        <a:latin typeface="Times New Roman"/>
                        <a:ea typeface="宋体"/>
                      </a:endParaRPr>
                    </a:p>
                  </a:txBody>
                  <a:tcPr marL="68573" marR="68573" marT="0" marB="0" anchor="ctr"/>
                </a:tc>
                <a:tc>
                  <a:txBody>
                    <a:bodyPr/>
                    <a:lstStyle/>
                    <a:p>
                      <a:pPr algn="ctr">
                        <a:spcAft>
                          <a:spcPts val="0"/>
                        </a:spcAft>
                      </a:pPr>
                      <a:r>
                        <a:rPr lang="en-US" sz="1600" kern="100" dirty="0">
                          <a:effectLst/>
                        </a:rPr>
                        <a:t>A0H</a:t>
                      </a:r>
                      <a:endParaRPr lang="zh-CN" sz="1600" b="1" kern="100" dirty="0">
                        <a:effectLst/>
                        <a:latin typeface="Times New Roman"/>
                        <a:ea typeface="宋体"/>
                      </a:endParaRPr>
                    </a:p>
                  </a:txBody>
                  <a:tcPr marL="68573" marR="68573" marT="0" marB="0" anchor="ctr"/>
                </a:tc>
                <a:tc>
                  <a:txBody>
                    <a:bodyPr/>
                    <a:lstStyle/>
                    <a:p>
                      <a:pPr algn="just">
                        <a:spcAft>
                          <a:spcPts val="0"/>
                        </a:spcAft>
                      </a:pPr>
                      <a:r>
                        <a:rPr lang="en-US" sz="1600" kern="100">
                          <a:effectLst/>
                        </a:rPr>
                        <a:t>1</a:t>
                      </a:r>
                      <a:endParaRPr lang="zh-CN" sz="1600" b="1" kern="100">
                        <a:effectLst/>
                        <a:latin typeface="Times New Roman"/>
                        <a:ea typeface="宋体"/>
                      </a:endParaRPr>
                    </a:p>
                  </a:txBody>
                  <a:tcPr marL="68573" marR="68573" marT="0" marB="0" anchor="ctr"/>
                </a:tc>
                <a:tc>
                  <a:txBody>
                    <a:bodyPr/>
                    <a:lstStyle/>
                    <a:p>
                      <a:pPr algn="just">
                        <a:spcAft>
                          <a:spcPts val="0"/>
                        </a:spcAft>
                      </a:pPr>
                      <a:r>
                        <a:rPr lang="en-US" sz="1600" kern="100">
                          <a:effectLst/>
                        </a:rPr>
                        <a:t>IDENTIFICATION</a:t>
                      </a:r>
                      <a:endParaRPr lang="zh-CN" sz="1600" b="1" kern="100">
                        <a:effectLst/>
                        <a:latin typeface="Times New Roman"/>
                        <a:ea typeface="宋体"/>
                      </a:endParaRPr>
                    </a:p>
                  </a:txBody>
                  <a:tcPr marL="68573" marR="68573" marT="0" marB="0" anchor="ctr"/>
                </a:tc>
              </a:tr>
              <a:tr h="243880">
                <a:tc>
                  <a:txBody>
                    <a:bodyPr/>
                    <a:lstStyle/>
                    <a:p>
                      <a:pPr marL="280670" algn="just">
                        <a:spcAft>
                          <a:spcPts val="0"/>
                        </a:spcAft>
                      </a:pPr>
                      <a:r>
                        <a:rPr lang="en-US" sz="1600" kern="100">
                          <a:effectLst/>
                        </a:rPr>
                        <a:t>1</a:t>
                      </a:r>
                      <a:endParaRPr lang="zh-CN" sz="1600" b="1" kern="100">
                        <a:effectLst/>
                        <a:latin typeface="Times New Roman"/>
                        <a:ea typeface="宋体"/>
                      </a:endParaRPr>
                    </a:p>
                  </a:txBody>
                  <a:tcPr marL="68573" marR="68573" marT="0" marB="0" anchor="ctr"/>
                </a:tc>
                <a:tc>
                  <a:txBody>
                    <a:bodyPr/>
                    <a:lstStyle/>
                    <a:p>
                      <a:pPr algn="ctr">
                        <a:spcAft>
                          <a:spcPts val="0"/>
                        </a:spcAft>
                      </a:pPr>
                      <a:r>
                        <a:rPr lang="en-US" sz="1600" kern="100" dirty="0">
                          <a:effectLst/>
                        </a:rPr>
                        <a:t>##H</a:t>
                      </a:r>
                      <a:endParaRPr lang="zh-CN" sz="1600" b="1" kern="100" dirty="0">
                        <a:effectLst/>
                        <a:latin typeface="Times New Roman"/>
                        <a:ea typeface="宋体"/>
                      </a:endParaRPr>
                    </a:p>
                  </a:txBody>
                  <a:tcPr marL="68573" marR="68573" marT="0" marB="0" anchor="ctr"/>
                </a:tc>
                <a:tc>
                  <a:txBody>
                    <a:bodyPr/>
                    <a:lstStyle/>
                    <a:p>
                      <a:pPr algn="just">
                        <a:spcAft>
                          <a:spcPts val="0"/>
                        </a:spcAft>
                      </a:pPr>
                      <a:r>
                        <a:rPr lang="en-US" sz="1600" kern="100">
                          <a:effectLst/>
                        </a:rPr>
                        <a:t>1</a:t>
                      </a:r>
                      <a:endParaRPr lang="zh-CN" sz="1600" b="1" kern="100">
                        <a:effectLst/>
                        <a:latin typeface="Times New Roman"/>
                        <a:ea typeface="宋体"/>
                      </a:endParaRPr>
                    </a:p>
                  </a:txBody>
                  <a:tcPr marL="68573" marR="68573" marT="0" marB="0" anchor="ctr"/>
                </a:tc>
                <a:tc>
                  <a:txBody>
                    <a:bodyPr/>
                    <a:lstStyle/>
                    <a:p>
                      <a:pPr algn="just">
                        <a:spcAft>
                          <a:spcPts val="0"/>
                        </a:spcAft>
                      </a:pPr>
                      <a:r>
                        <a:rPr lang="en-US" sz="1600" kern="100">
                          <a:effectLst/>
                        </a:rPr>
                        <a:t>group number</a:t>
                      </a:r>
                      <a:endParaRPr lang="zh-CN" sz="1600" b="1" kern="100">
                        <a:effectLst/>
                        <a:latin typeface="Times New Roman"/>
                        <a:ea typeface="宋体"/>
                      </a:endParaRPr>
                    </a:p>
                  </a:txBody>
                  <a:tcPr marL="68573" marR="68573" marT="0" marB="0" anchor="ctr"/>
                </a:tc>
              </a:tr>
              <a:tr h="243880">
                <a:tc>
                  <a:txBody>
                    <a:bodyPr/>
                    <a:lstStyle/>
                    <a:p>
                      <a:pPr marL="280670" algn="just">
                        <a:spcAft>
                          <a:spcPts val="0"/>
                        </a:spcAft>
                      </a:pPr>
                      <a:r>
                        <a:rPr lang="en-US" sz="1600" kern="100">
                          <a:effectLst/>
                        </a:rPr>
                        <a:t>2</a:t>
                      </a:r>
                      <a:endParaRPr lang="zh-CN" sz="1600" b="1" kern="100">
                        <a:effectLst/>
                        <a:latin typeface="Times New Roman"/>
                        <a:ea typeface="宋体"/>
                      </a:endParaRPr>
                    </a:p>
                  </a:txBody>
                  <a:tcPr marL="68573" marR="68573" marT="0" marB="0" anchor="ctr"/>
                </a:tc>
                <a:tc>
                  <a:txBody>
                    <a:bodyPr/>
                    <a:lstStyle/>
                    <a:p>
                      <a:pPr algn="ctr">
                        <a:spcAft>
                          <a:spcPts val="0"/>
                        </a:spcAft>
                      </a:pPr>
                      <a:r>
                        <a:rPr lang="en-US" sz="1600" kern="100">
                          <a:effectLst/>
                        </a:rPr>
                        <a:t>##H</a:t>
                      </a:r>
                      <a:endParaRPr lang="zh-CN" sz="1600" b="1" kern="100">
                        <a:effectLst/>
                        <a:latin typeface="Times New Roman"/>
                        <a:ea typeface="宋体"/>
                      </a:endParaRPr>
                    </a:p>
                  </a:txBody>
                  <a:tcPr marL="68573" marR="68573" marT="0" marB="0" anchor="ctr"/>
                </a:tc>
                <a:tc>
                  <a:txBody>
                    <a:bodyPr/>
                    <a:lstStyle/>
                    <a:p>
                      <a:pPr algn="just">
                        <a:spcAft>
                          <a:spcPts val="0"/>
                        </a:spcAft>
                      </a:pPr>
                      <a:r>
                        <a:rPr lang="en-US" sz="1600" kern="100" dirty="0">
                          <a:effectLst/>
                        </a:rPr>
                        <a:t>1</a:t>
                      </a:r>
                      <a:endParaRPr lang="zh-CN" sz="1600" b="1" kern="100" dirty="0">
                        <a:effectLst/>
                        <a:latin typeface="Times New Roman"/>
                        <a:ea typeface="宋体"/>
                      </a:endParaRPr>
                    </a:p>
                  </a:txBody>
                  <a:tcPr marL="68573" marR="68573" marT="0" marB="0" anchor="ctr"/>
                </a:tc>
                <a:tc>
                  <a:txBody>
                    <a:bodyPr/>
                    <a:lstStyle/>
                    <a:p>
                      <a:pPr algn="just">
                        <a:spcAft>
                          <a:spcPts val="0"/>
                        </a:spcAft>
                      </a:pPr>
                      <a:r>
                        <a:rPr lang="en-US" sz="1600" kern="100" dirty="0">
                          <a:effectLst/>
                        </a:rPr>
                        <a:t>Command counter</a:t>
                      </a:r>
                      <a:endParaRPr lang="zh-CN" sz="1600" b="1" kern="100" dirty="0">
                        <a:effectLst/>
                        <a:latin typeface="Times New Roman"/>
                        <a:ea typeface="宋体"/>
                      </a:endParaRPr>
                    </a:p>
                  </a:txBody>
                  <a:tcPr marL="68573" marR="68573" marT="0" marB="0" anchor="ctr"/>
                </a:tc>
              </a:tr>
              <a:tr h="243880">
                <a:tc>
                  <a:txBody>
                    <a:bodyPr/>
                    <a:lstStyle/>
                    <a:p>
                      <a:pPr marL="280670" algn="just">
                        <a:spcAft>
                          <a:spcPts val="0"/>
                        </a:spcAft>
                      </a:pPr>
                      <a:r>
                        <a:rPr lang="en-US" sz="1600" kern="100">
                          <a:effectLst/>
                        </a:rPr>
                        <a:t>3</a:t>
                      </a:r>
                      <a:endParaRPr lang="zh-CN" sz="1600" b="1" kern="100">
                        <a:effectLst/>
                        <a:latin typeface="Times New Roman"/>
                        <a:ea typeface="宋体"/>
                      </a:endParaRPr>
                    </a:p>
                  </a:txBody>
                  <a:tcPr marL="68573" marR="68573" marT="0" marB="0" anchor="ctr"/>
                </a:tc>
                <a:tc>
                  <a:txBody>
                    <a:bodyPr/>
                    <a:lstStyle/>
                    <a:p>
                      <a:pPr algn="ctr">
                        <a:spcAft>
                          <a:spcPts val="0"/>
                        </a:spcAft>
                      </a:pPr>
                      <a:r>
                        <a:rPr lang="en-US" sz="1600" kern="100" dirty="0">
                          <a:effectLst/>
                        </a:rPr>
                        <a:t>##H</a:t>
                      </a:r>
                      <a:endParaRPr lang="zh-CN" sz="1600" b="1" kern="100" dirty="0">
                        <a:effectLst/>
                        <a:latin typeface="Times New Roman"/>
                        <a:ea typeface="宋体"/>
                      </a:endParaRPr>
                    </a:p>
                  </a:txBody>
                  <a:tcPr marL="68573" marR="68573" marT="0" marB="0" anchor="ctr"/>
                </a:tc>
                <a:tc>
                  <a:txBody>
                    <a:bodyPr/>
                    <a:lstStyle/>
                    <a:p>
                      <a:pPr algn="just">
                        <a:spcAft>
                          <a:spcPts val="0"/>
                        </a:spcAft>
                      </a:pPr>
                      <a:r>
                        <a:rPr lang="en-US" sz="1600" kern="100" dirty="0">
                          <a:effectLst/>
                        </a:rPr>
                        <a:t>8</a:t>
                      </a:r>
                      <a:endParaRPr lang="zh-CN" sz="1600" b="1" kern="100" dirty="0">
                        <a:effectLst/>
                        <a:latin typeface="Times New Roman"/>
                        <a:ea typeface="宋体"/>
                      </a:endParaRPr>
                    </a:p>
                  </a:txBody>
                  <a:tcPr marL="68573" marR="68573" marT="0" marB="0" anchor="ctr"/>
                </a:tc>
                <a:tc>
                  <a:txBody>
                    <a:bodyPr/>
                    <a:lstStyle/>
                    <a:p>
                      <a:pPr algn="just">
                        <a:spcAft>
                          <a:spcPts val="0"/>
                        </a:spcAft>
                      </a:pPr>
                      <a:r>
                        <a:rPr lang="en-US" sz="1600" kern="100">
                          <a:effectLst/>
                        </a:rPr>
                        <a:t>reserved</a:t>
                      </a:r>
                      <a:endParaRPr lang="zh-CN" sz="1600" b="1" kern="100">
                        <a:effectLst/>
                        <a:latin typeface="Times New Roman"/>
                        <a:ea typeface="宋体"/>
                      </a:endParaRPr>
                    </a:p>
                  </a:txBody>
                  <a:tcPr marL="68573" marR="68573" marT="0" marB="0" anchor="ctr"/>
                </a:tc>
              </a:tr>
              <a:tr h="487759">
                <a:tc>
                  <a:txBody>
                    <a:bodyPr/>
                    <a:lstStyle/>
                    <a:p>
                      <a:pPr marL="280670" algn="just">
                        <a:spcAft>
                          <a:spcPts val="0"/>
                        </a:spcAft>
                      </a:pPr>
                      <a:r>
                        <a:rPr lang="en-US" sz="1600" kern="100">
                          <a:effectLst/>
                        </a:rPr>
                        <a:t>4</a:t>
                      </a:r>
                      <a:endParaRPr lang="zh-CN" sz="1600" b="1" kern="100">
                        <a:effectLst/>
                        <a:latin typeface="Times New Roman"/>
                        <a:ea typeface="宋体"/>
                      </a:endParaRPr>
                    </a:p>
                  </a:txBody>
                  <a:tcPr marL="68573" marR="68573" marT="0" marB="0" anchor="ctr"/>
                </a:tc>
                <a:tc>
                  <a:txBody>
                    <a:bodyPr/>
                    <a:lstStyle/>
                    <a:p>
                      <a:pPr algn="ctr">
                        <a:spcAft>
                          <a:spcPts val="0"/>
                        </a:spcAft>
                      </a:pPr>
                      <a:r>
                        <a:rPr lang="en-US" sz="1600" kern="100">
                          <a:effectLst/>
                        </a:rPr>
                        <a:t>##H</a:t>
                      </a:r>
                      <a:endParaRPr lang="zh-CN" sz="1600" b="1" kern="100">
                        <a:effectLst/>
                        <a:latin typeface="Times New Roman"/>
                        <a:ea typeface="宋体"/>
                      </a:endParaRPr>
                    </a:p>
                  </a:txBody>
                  <a:tcPr marL="68573" marR="68573" marT="0" marB="0" anchor="ctr"/>
                </a:tc>
                <a:tc>
                  <a:txBody>
                    <a:bodyPr/>
                    <a:lstStyle/>
                    <a:p>
                      <a:pPr algn="just">
                        <a:spcAft>
                          <a:spcPts val="0"/>
                        </a:spcAft>
                      </a:pPr>
                      <a:r>
                        <a:rPr lang="en-US" sz="1600" kern="100" dirty="0">
                          <a:effectLst/>
                        </a:rPr>
                        <a:t>2</a:t>
                      </a:r>
                      <a:endParaRPr lang="zh-CN" sz="1600" b="1" kern="100" dirty="0">
                        <a:effectLst/>
                        <a:latin typeface="Times New Roman"/>
                        <a:ea typeface="宋体"/>
                      </a:endParaRPr>
                    </a:p>
                  </a:txBody>
                  <a:tcPr marL="68573" marR="68573" marT="0" marB="0" anchor="ctr"/>
                </a:tc>
                <a:tc>
                  <a:txBody>
                    <a:bodyPr/>
                    <a:lstStyle/>
                    <a:p>
                      <a:pPr algn="just">
                        <a:spcAft>
                          <a:spcPts val="0"/>
                        </a:spcAft>
                      </a:pPr>
                      <a:r>
                        <a:rPr lang="en-US" sz="1600" kern="100">
                          <a:effectLst/>
                        </a:rPr>
                        <a:t>High 4bit, segment id</a:t>
                      </a:r>
                      <a:endParaRPr lang="zh-CN" sz="1600" kern="100">
                        <a:effectLst/>
                      </a:endParaRPr>
                    </a:p>
                    <a:p>
                      <a:pPr algn="just">
                        <a:spcAft>
                          <a:spcPts val="0"/>
                        </a:spcAft>
                      </a:pPr>
                      <a:r>
                        <a:rPr lang="en-US" sz="1600" kern="100">
                          <a:effectLst/>
                        </a:rPr>
                        <a:t>Low 12bit, TC ∆time </a:t>
                      </a:r>
                      <a:endParaRPr lang="zh-CN" sz="1600" b="1" kern="100">
                        <a:effectLst/>
                        <a:latin typeface="Times New Roman"/>
                        <a:ea typeface="宋体"/>
                      </a:endParaRPr>
                    </a:p>
                  </a:txBody>
                  <a:tcPr marL="68573" marR="68573" marT="0" marB="0" anchor="ctr"/>
                </a:tc>
              </a:tr>
              <a:tr h="243880">
                <a:tc>
                  <a:txBody>
                    <a:bodyPr/>
                    <a:lstStyle/>
                    <a:p>
                      <a:pPr marL="280670" algn="just">
                        <a:spcAft>
                          <a:spcPts val="0"/>
                        </a:spcAft>
                      </a:pPr>
                      <a:r>
                        <a:rPr lang="en-US" sz="1600" kern="100">
                          <a:effectLst/>
                        </a:rPr>
                        <a:t> </a:t>
                      </a:r>
                      <a:endParaRPr lang="zh-CN" sz="1600" b="1" kern="100">
                        <a:effectLst/>
                        <a:latin typeface="Times New Roman"/>
                        <a:ea typeface="宋体"/>
                      </a:endParaRPr>
                    </a:p>
                  </a:txBody>
                  <a:tcPr marL="68573" marR="68573" marT="0" marB="0" anchor="ctr"/>
                </a:tc>
                <a:tc>
                  <a:txBody>
                    <a:bodyPr/>
                    <a:lstStyle/>
                    <a:p>
                      <a:pPr algn="ctr">
                        <a:spcAft>
                          <a:spcPts val="0"/>
                        </a:spcAft>
                      </a:pPr>
                      <a:r>
                        <a:rPr lang="en-US" sz="1600" kern="100">
                          <a:effectLst/>
                        </a:rPr>
                        <a:t>##H</a:t>
                      </a:r>
                      <a:endParaRPr lang="zh-CN" sz="1600" b="1" kern="100">
                        <a:effectLst/>
                        <a:latin typeface="Times New Roman"/>
                        <a:ea typeface="宋体"/>
                      </a:endParaRPr>
                    </a:p>
                  </a:txBody>
                  <a:tcPr marL="68573" marR="68573" marT="0" marB="0" anchor="ctr"/>
                </a:tc>
                <a:tc>
                  <a:txBody>
                    <a:bodyPr/>
                    <a:lstStyle/>
                    <a:p>
                      <a:pPr algn="just">
                        <a:spcAft>
                          <a:spcPts val="0"/>
                        </a:spcAft>
                      </a:pPr>
                      <a:r>
                        <a:rPr lang="en-US" sz="1600" kern="100">
                          <a:effectLst/>
                        </a:rPr>
                        <a:t>4</a:t>
                      </a:r>
                      <a:endParaRPr lang="zh-CN" sz="1600" b="1" kern="100">
                        <a:effectLst/>
                        <a:latin typeface="Times New Roman"/>
                        <a:ea typeface="宋体"/>
                      </a:endParaRPr>
                    </a:p>
                  </a:txBody>
                  <a:tcPr marL="68573" marR="68573" marT="0" marB="0" anchor="ctr"/>
                </a:tc>
                <a:tc>
                  <a:txBody>
                    <a:bodyPr/>
                    <a:lstStyle/>
                    <a:p>
                      <a:pPr algn="just">
                        <a:spcAft>
                          <a:spcPts val="0"/>
                        </a:spcAft>
                      </a:pPr>
                      <a:r>
                        <a:rPr lang="en-US" sz="1600" kern="100" dirty="0">
                          <a:effectLst/>
                        </a:rPr>
                        <a:t>TC code 1</a:t>
                      </a:r>
                      <a:endParaRPr lang="zh-CN" sz="1600" b="1" kern="100" dirty="0">
                        <a:effectLst/>
                        <a:latin typeface="Times New Roman"/>
                        <a:ea typeface="宋体"/>
                      </a:endParaRPr>
                    </a:p>
                  </a:txBody>
                  <a:tcPr marL="68573" marR="68573" marT="0" marB="0" anchor="ctr"/>
                </a:tc>
              </a:tr>
              <a:tr h="487759">
                <a:tc>
                  <a:txBody>
                    <a:bodyPr/>
                    <a:lstStyle/>
                    <a:p>
                      <a:pPr marL="280670" algn="just">
                        <a:spcAft>
                          <a:spcPts val="0"/>
                        </a:spcAft>
                      </a:pPr>
                      <a:r>
                        <a:rPr lang="en-US" sz="1600" kern="100">
                          <a:effectLst/>
                        </a:rPr>
                        <a:t> </a:t>
                      </a:r>
                      <a:endParaRPr lang="zh-CN" sz="1600" b="1" kern="100">
                        <a:effectLst/>
                        <a:latin typeface="Times New Roman"/>
                        <a:ea typeface="宋体"/>
                      </a:endParaRPr>
                    </a:p>
                  </a:txBody>
                  <a:tcPr marL="68573" marR="68573" marT="0" marB="0" anchor="ctr"/>
                </a:tc>
                <a:tc>
                  <a:txBody>
                    <a:bodyPr/>
                    <a:lstStyle/>
                    <a:p>
                      <a:pPr algn="ctr">
                        <a:spcAft>
                          <a:spcPts val="0"/>
                        </a:spcAft>
                      </a:pPr>
                      <a:r>
                        <a:rPr lang="en-US" sz="1600" kern="100">
                          <a:effectLst/>
                        </a:rPr>
                        <a:t>##H</a:t>
                      </a:r>
                      <a:endParaRPr lang="zh-CN" sz="1600" b="1" kern="100">
                        <a:effectLst/>
                        <a:latin typeface="Times New Roman"/>
                        <a:ea typeface="宋体"/>
                      </a:endParaRPr>
                    </a:p>
                  </a:txBody>
                  <a:tcPr marL="68573" marR="68573" marT="0" marB="0" anchor="ctr"/>
                </a:tc>
                <a:tc>
                  <a:txBody>
                    <a:bodyPr/>
                    <a:lstStyle/>
                    <a:p>
                      <a:pPr algn="just">
                        <a:spcAft>
                          <a:spcPts val="0"/>
                        </a:spcAft>
                      </a:pPr>
                      <a:r>
                        <a:rPr lang="en-US" sz="1600" kern="100" dirty="0">
                          <a:effectLst/>
                        </a:rPr>
                        <a:t>2</a:t>
                      </a:r>
                      <a:endParaRPr lang="zh-CN" sz="1600" b="1" kern="100" dirty="0">
                        <a:effectLst/>
                        <a:latin typeface="Times New Roman"/>
                        <a:ea typeface="宋体"/>
                      </a:endParaRPr>
                    </a:p>
                  </a:txBody>
                  <a:tcPr marL="68573" marR="68573" marT="0" marB="0" anchor="ctr"/>
                </a:tc>
                <a:tc>
                  <a:txBody>
                    <a:bodyPr/>
                    <a:lstStyle/>
                    <a:p>
                      <a:pPr algn="just">
                        <a:spcAft>
                          <a:spcPts val="0"/>
                        </a:spcAft>
                      </a:pPr>
                      <a:r>
                        <a:rPr lang="en-US" sz="1600" kern="100" dirty="0">
                          <a:effectLst/>
                        </a:rPr>
                        <a:t>High 4bit, segment id</a:t>
                      </a:r>
                      <a:endParaRPr lang="zh-CN" sz="1600" kern="100" dirty="0">
                        <a:effectLst/>
                      </a:endParaRPr>
                    </a:p>
                    <a:p>
                      <a:pPr algn="just">
                        <a:spcAft>
                          <a:spcPts val="0"/>
                        </a:spcAft>
                      </a:pPr>
                      <a:r>
                        <a:rPr lang="en-US" sz="1600" kern="100" dirty="0">
                          <a:effectLst/>
                        </a:rPr>
                        <a:t>Low 12bit, TC ∆time </a:t>
                      </a:r>
                      <a:endParaRPr lang="zh-CN" sz="1600" b="1" kern="100" dirty="0">
                        <a:effectLst/>
                        <a:latin typeface="Times New Roman"/>
                        <a:ea typeface="宋体"/>
                      </a:endParaRPr>
                    </a:p>
                  </a:txBody>
                  <a:tcPr marL="68573" marR="68573" marT="0" marB="0" anchor="ctr"/>
                </a:tc>
              </a:tr>
              <a:tr h="243880">
                <a:tc>
                  <a:txBody>
                    <a:bodyPr/>
                    <a:lstStyle/>
                    <a:p>
                      <a:pPr marL="280670" algn="just">
                        <a:spcAft>
                          <a:spcPts val="0"/>
                        </a:spcAft>
                      </a:pPr>
                      <a:r>
                        <a:rPr lang="en-US" sz="1600" kern="100">
                          <a:effectLst/>
                        </a:rPr>
                        <a:t> </a:t>
                      </a:r>
                      <a:endParaRPr lang="zh-CN" sz="1600" b="1" kern="100">
                        <a:effectLst/>
                        <a:latin typeface="Times New Roman"/>
                        <a:ea typeface="宋体"/>
                      </a:endParaRPr>
                    </a:p>
                  </a:txBody>
                  <a:tcPr marL="68573" marR="68573" marT="0" marB="0" anchor="ctr"/>
                </a:tc>
                <a:tc>
                  <a:txBody>
                    <a:bodyPr/>
                    <a:lstStyle/>
                    <a:p>
                      <a:pPr algn="ctr">
                        <a:spcAft>
                          <a:spcPts val="0"/>
                        </a:spcAft>
                      </a:pPr>
                      <a:r>
                        <a:rPr lang="en-US" sz="1600" kern="100">
                          <a:effectLst/>
                        </a:rPr>
                        <a:t>##H</a:t>
                      </a:r>
                      <a:endParaRPr lang="zh-CN" sz="1600" b="1" kern="100">
                        <a:effectLst/>
                        <a:latin typeface="Times New Roman"/>
                        <a:ea typeface="宋体"/>
                      </a:endParaRPr>
                    </a:p>
                  </a:txBody>
                  <a:tcPr marL="68573" marR="68573" marT="0" marB="0" anchor="ctr"/>
                </a:tc>
                <a:tc>
                  <a:txBody>
                    <a:bodyPr/>
                    <a:lstStyle/>
                    <a:p>
                      <a:pPr algn="just">
                        <a:spcAft>
                          <a:spcPts val="0"/>
                        </a:spcAft>
                      </a:pPr>
                      <a:r>
                        <a:rPr lang="en-US" sz="1600" kern="100">
                          <a:effectLst/>
                        </a:rPr>
                        <a:t>4</a:t>
                      </a:r>
                      <a:endParaRPr lang="zh-CN" sz="1600" b="1" kern="100">
                        <a:effectLst/>
                        <a:latin typeface="Times New Roman"/>
                        <a:ea typeface="宋体"/>
                      </a:endParaRPr>
                    </a:p>
                  </a:txBody>
                  <a:tcPr marL="68573" marR="68573" marT="0" marB="0" anchor="ctr"/>
                </a:tc>
                <a:tc>
                  <a:txBody>
                    <a:bodyPr/>
                    <a:lstStyle/>
                    <a:p>
                      <a:pPr algn="just">
                        <a:spcAft>
                          <a:spcPts val="0"/>
                        </a:spcAft>
                      </a:pPr>
                      <a:r>
                        <a:rPr lang="en-US" sz="1600" kern="100" dirty="0">
                          <a:effectLst/>
                        </a:rPr>
                        <a:t>TC code 2</a:t>
                      </a:r>
                      <a:endParaRPr lang="zh-CN" sz="1600" b="1" kern="100" dirty="0">
                        <a:effectLst/>
                        <a:latin typeface="Times New Roman"/>
                        <a:ea typeface="宋体"/>
                      </a:endParaRPr>
                    </a:p>
                  </a:txBody>
                  <a:tcPr marL="68573" marR="68573" marT="0" marB="0" anchor="ctr"/>
                </a:tc>
              </a:tr>
              <a:tr h="243880">
                <a:tc>
                  <a:txBody>
                    <a:bodyPr/>
                    <a:lstStyle/>
                    <a:p>
                      <a:pPr marL="254635" algn="just">
                        <a:spcAft>
                          <a:spcPts val="0"/>
                        </a:spcAft>
                      </a:pPr>
                      <a:r>
                        <a:rPr lang="en-US" sz="1600" kern="100">
                          <a:effectLst/>
                        </a:rPr>
                        <a:t>…</a:t>
                      </a:r>
                      <a:endParaRPr lang="zh-CN" sz="1600" b="1" kern="100">
                        <a:effectLst/>
                        <a:latin typeface="Times New Roman"/>
                        <a:ea typeface="宋体"/>
                      </a:endParaRPr>
                    </a:p>
                  </a:txBody>
                  <a:tcPr marL="68573" marR="68573" marT="0" marB="0" anchor="ctr"/>
                </a:tc>
                <a:tc>
                  <a:txBody>
                    <a:bodyPr/>
                    <a:lstStyle/>
                    <a:p>
                      <a:pPr algn="ctr">
                        <a:spcAft>
                          <a:spcPts val="0"/>
                        </a:spcAft>
                      </a:pPr>
                      <a:r>
                        <a:rPr lang="en-US" sz="1600" kern="100">
                          <a:effectLst/>
                        </a:rPr>
                        <a:t>…</a:t>
                      </a:r>
                      <a:endParaRPr lang="zh-CN" sz="1600" b="1" kern="100">
                        <a:effectLst/>
                        <a:latin typeface="Times New Roman"/>
                        <a:ea typeface="宋体"/>
                      </a:endParaRPr>
                    </a:p>
                  </a:txBody>
                  <a:tcPr marL="68573" marR="68573" marT="0" marB="0" anchor="ctr"/>
                </a:tc>
                <a:tc>
                  <a:txBody>
                    <a:bodyPr/>
                    <a:lstStyle/>
                    <a:p>
                      <a:pPr algn="just">
                        <a:spcAft>
                          <a:spcPts val="0"/>
                        </a:spcAft>
                      </a:pPr>
                      <a:r>
                        <a:rPr lang="en-US" sz="1600" kern="100">
                          <a:effectLst/>
                        </a:rPr>
                        <a:t>…</a:t>
                      </a:r>
                      <a:endParaRPr lang="zh-CN" sz="1600" b="1" kern="100">
                        <a:effectLst/>
                        <a:latin typeface="Times New Roman"/>
                        <a:ea typeface="宋体"/>
                      </a:endParaRPr>
                    </a:p>
                  </a:txBody>
                  <a:tcPr marL="68573" marR="68573" marT="0" marB="0" anchor="ctr"/>
                </a:tc>
                <a:tc>
                  <a:txBody>
                    <a:bodyPr/>
                    <a:lstStyle/>
                    <a:p>
                      <a:pPr algn="just">
                        <a:spcAft>
                          <a:spcPts val="0"/>
                        </a:spcAft>
                      </a:pPr>
                      <a:r>
                        <a:rPr lang="en-US" sz="1600" kern="100" dirty="0">
                          <a:effectLst/>
                        </a:rPr>
                        <a:t>…</a:t>
                      </a:r>
                      <a:endParaRPr lang="zh-CN" sz="1600" b="1" kern="100" dirty="0">
                        <a:effectLst/>
                        <a:latin typeface="Times New Roman"/>
                        <a:ea typeface="宋体"/>
                      </a:endParaRPr>
                    </a:p>
                  </a:txBody>
                  <a:tcPr marL="68573" marR="68573" marT="0" marB="0" anchor="ctr"/>
                </a:tc>
              </a:tr>
              <a:tr h="487759">
                <a:tc>
                  <a:txBody>
                    <a:bodyPr/>
                    <a:lstStyle/>
                    <a:p>
                      <a:pPr marL="254635" algn="just">
                        <a:spcAft>
                          <a:spcPts val="0"/>
                        </a:spcAft>
                      </a:pPr>
                      <a:r>
                        <a:rPr lang="en-US" sz="1600" kern="100">
                          <a:effectLst/>
                        </a:rPr>
                        <a:t> </a:t>
                      </a:r>
                      <a:endParaRPr lang="zh-CN" sz="1600" b="1" kern="100">
                        <a:effectLst/>
                        <a:latin typeface="Times New Roman"/>
                        <a:ea typeface="宋体"/>
                      </a:endParaRPr>
                    </a:p>
                  </a:txBody>
                  <a:tcPr marL="68573" marR="68573" marT="0" marB="0" anchor="ctr"/>
                </a:tc>
                <a:tc>
                  <a:txBody>
                    <a:bodyPr/>
                    <a:lstStyle/>
                    <a:p>
                      <a:pPr algn="ctr">
                        <a:spcAft>
                          <a:spcPts val="0"/>
                        </a:spcAft>
                      </a:pPr>
                      <a:r>
                        <a:rPr lang="en-US" sz="1600" kern="100">
                          <a:effectLst/>
                        </a:rPr>
                        <a:t>##H</a:t>
                      </a:r>
                      <a:endParaRPr lang="zh-CN" sz="1600" b="1" kern="100">
                        <a:effectLst/>
                        <a:latin typeface="Times New Roman"/>
                        <a:ea typeface="宋体"/>
                      </a:endParaRPr>
                    </a:p>
                  </a:txBody>
                  <a:tcPr marL="68573" marR="68573" marT="0" marB="0" anchor="ctr"/>
                </a:tc>
                <a:tc>
                  <a:txBody>
                    <a:bodyPr/>
                    <a:lstStyle/>
                    <a:p>
                      <a:pPr algn="just">
                        <a:spcAft>
                          <a:spcPts val="0"/>
                        </a:spcAft>
                      </a:pPr>
                      <a:r>
                        <a:rPr lang="en-US" sz="1600" kern="100">
                          <a:effectLst/>
                        </a:rPr>
                        <a:t>2</a:t>
                      </a:r>
                      <a:endParaRPr lang="zh-CN" sz="1600" b="1" kern="100">
                        <a:effectLst/>
                        <a:latin typeface="Times New Roman"/>
                        <a:ea typeface="宋体"/>
                      </a:endParaRPr>
                    </a:p>
                  </a:txBody>
                  <a:tcPr marL="68573" marR="68573" marT="0" marB="0" anchor="ctr"/>
                </a:tc>
                <a:tc>
                  <a:txBody>
                    <a:bodyPr/>
                    <a:lstStyle/>
                    <a:p>
                      <a:pPr algn="just">
                        <a:spcAft>
                          <a:spcPts val="0"/>
                        </a:spcAft>
                      </a:pPr>
                      <a:r>
                        <a:rPr lang="en-US" sz="1600" kern="100" dirty="0">
                          <a:effectLst/>
                        </a:rPr>
                        <a:t>High 4bit,  segment id</a:t>
                      </a:r>
                      <a:endParaRPr lang="zh-CN" sz="1600" kern="100" dirty="0">
                        <a:effectLst/>
                      </a:endParaRPr>
                    </a:p>
                    <a:p>
                      <a:pPr algn="just">
                        <a:spcAft>
                          <a:spcPts val="0"/>
                        </a:spcAft>
                      </a:pPr>
                      <a:r>
                        <a:rPr lang="en-US" sz="1600" kern="100" dirty="0">
                          <a:effectLst/>
                        </a:rPr>
                        <a:t>Low 12bit, TC ∆time </a:t>
                      </a:r>
                      <a:endParaRPr lang="zh-CN" sz="1600" b="1" kern="100" dirty="0">
                        <a:effectLst/>
                        <a:latin typeface="Times New Roman"/>
                        <a:ea typeface="宋体"/>
                      </a:endParaRPr>
                    </a:p>
                  </a:txBody>
                  <a:tcPr marL="68573" marR="68573" marT="0" marB="0" anchor="ctr"/>
                </a:tc>
              </a:tr>
              <a:tr h="243880">
                <a:tc>
                  <a:txBody>
                    <a:bodyPr/>
                    <a:lstStyle/>
                    <a:p>
                      <a:pPr marL="254635" algn="just">
                        <a:spcAft>
                          <a:spcPts val="0"/>
                        </a:spcAft>
                      </a:pPr>
                      <a:r>
                        <a:rPr lang="en-US" sz="1600" kern="100" dirty="0">
                          <a:effectLst/>
                        </a:rPr>
                        <a:t>L-1</a:t>
                      </a:r>
                      <a:endParaRPr lang="zh-CN" sz="1600" b="1" kern="100" dirty="0">
                        <a:effectLst/>
                        <a:latin typeface="Times New Roman"/>
                        <a:ea typeface="宋体"/>
                      </a:endParaRPr>
                    </a:p>
                  </a:txBody>
                  <a:tcPr marL="68573" marR="68573" marT="0" marB="0" anchor="ctr"/>
                </a:tc>
                <a:tc>
                  <a:txBody>
                    <a:bodyPr/>
                    <a:lstStyle/>
                    <a:p>
                      <a:pPr algn="ctr">
                        <a:spcAft>
                          <a:spcPts val="0"/>
                        </a:spcAft>
                      </a:pPr>
                      <a:r>
                        <a:rPr lang="en-US" sz="1600" kern="100">
                          <a:effectLst/>
                        </a:rPr>
                        <a:t>##H</a:t>
                      </a:r>
                      <a:endParaRPr lang="zh-CN" sz="1600" b="1" kern="100">
                        <a:effectLst/>
                        <a:latin typeface="Times New Roman"/>
                        <a:ea typeface="宋体"/>
                      </a:endParaRPr>
                    </a:p>
                  </a:txBody>
                  <a:tcPr marL="68573" marR="68573" marT="0" marB="0" anchor="ctr"/>
                </a:tc>
                <a:tc>
                  <a:txBody>
                    <a:bodyPr/>
                    <a:lstStyle/>
                    <a:p>
                      <a:pPr algn="just">
                        <a:spcAft>
                          <a:spcPts val="0"/>
                        </a:spcAft>
                      </a:pPr>
                      <a:r>
                        <a:rPr lang="en-US" sz="1600" kern="100">
                          <a:effectLst/>
                        </a:rPr>
                        <a:t>4</a:t>
                      </a:r>
                      <a:endParaRPr lang="zh-CN" sz="1600" b="1" kern="100">
                        <a:effectLst/>
                        <a:latin typeface="Times New Roman"/>
                        <a:ea typeface="宋体"/>
                      </a:endParaRPr>
                    </a:p>
                  </a:txBody>
                  <a:tcPr marL="68573" marR="68573" marT="0" marB="0" anchor="ctr"/>
                </a:tc>
                <a:tc>
                  <a:txBody>
                    <a:bodyPr/>
                    <a:lstStyle/>
                    <a:p>
                      <a:pPr algn="just">
                        <a:spcAft>
                          <a:spcPts val="0"/>
                        </a:spcAft>
                      </a:pPr>
                      <a:r>
                        <a:rPr lang="en-US" sz="1600" kern="100" dirty="0">
                          <a:effectLst/>
                        </a:rPr>
                        <a:t>TC code n</a:t>
                      </a:r>
                      <a:endParaRPr lang="zh-CN" sz="1600" b="1" kern="100" dirty="0">
                        <a:effectLst/>
                        <a:latin typeface="Times New Roman"/>
                        <a:ea typeface="宋体"/>
                      </a:endParaRPr>
                    </a:p>
                  </a:txBody>
                  <a:tcPr marL="68573" marR="68573" marT="0" marB="0" anchor="ctr"/>
                </a:tc>
              </a:tr>
            </a:tbl>
          </a:graphicData>
        </a:graphic>
      </p:graphicFrame>
    </p:spTree>
    <p:extLst>
      <p:ext uri="{BB962C8B-B14F-4D97-AF65-F5344CB8AC3E}">
        <p14:creationId xmlns:p14="http://schemas.microsoft.com/office/powerpoint/2010/main" val="2085765993"/>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3528" y="274638"/>
            <a:ext cx="8496944" cy="1082660"/>
          </a:xfrm>
        </p:spPr>
        <p:txBody>
          <a:bodyPr>
            <a:normAutofit/>
          </a:bodyPr>
          <a:lstStyle/>
          <a:p>
            <a:r>
              <a:rPr lang="en-US" altLang="zh-CN" dirty="0"/>
              <a:t>PART 10: Safe Mode </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latin typeface="微软雅黑" pitchFamily="34" charset="-122"/>
                <a:ea typeface="微软雅黑" pitchFamily="34" charset="-122"/>
              </a:rPr>
              <a:t> </a:t>
            </a:r>
            <a:fld id="{E1EFCB46-C834-4067-A327-0EA79FD50686}" type="slidenum">
              <a:rPr lang="zh-CN" altLang="en-US" smtClean="0">
                <a:latin typeface="微软雅黑" pitchFamily="34" charset="-122"/>
                <a:ea typeface="微软雅黑" pitchFamily="34" charset="-122"/>
              </a:rPr>
              <a:pPr/>
              <a:t>92</a:t>
            </a:fld>
            <a:r>
              <a:rPr lang="zh-CN" altLang="en-US" smtClean="0">
                <a:latin typeface="微软雅黑" pitchFamily="34" charset="-122"/>
                <a:ea typeface="微软雅黑" pitchFamily="34" charset="-122"/>
              </a:rPr>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457200" y="1489050"/>
            <a:ext cx="8255000"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457200" algn="just">
              <a:lnSpc>
                <a:spcPct val="125000"/>
              </a:lnSpc>
            </a:pPr>
            <a:r>
              <a:rPr lang="en-US" altLang="zh-CN" sz="2400" dirty="0">
                <a:solidFill>
                  <a:schemeClr val="tx1"/>
                </a:solidFill>
                <a:latin typeface="微软雅黑" pitchFamily="34" charset="-122"/>
                <a:ea typeface="微软雅黑" pitchFamily="34" charset="-122"/>
              </a:rPr>
              <a:t>OBDH subsystem monitors the required parameters and manages the safe mode of the satellite. OBDH is mainly responsible for system level FDIR to make sure the safety of satellite system.</a:t>
            </a:r>
            <a:endParaRPr lang="zh-CN" altLang="zh-CN" sz="2400" dirty="0">
              <a:solidFill>
                <a:schemeClr val="tx1"/>
              </a:solidFill>
              <a:latin typeface="微软雅黑" pitchFamily="34" charset="-122"/>
              <a:ea typeface="微软雅黑" pitchFamily="34" charset="-122"/>
            </a:endParaRPr>
          </a:p>
          <a:p>
            <a:pPr indent="457200" algn="just">
              <a:lnSpc>
                <a:spcPct val="125000"/>
              </a:lnSpc>
            </a:pPr>
            <a:r>
              <a:rPr lang="en-US" altLang="zh-CN" sz="2400" dirty="0">
                <a:solidFill>
                  <a:schemeClr val="tx1"/>
                </a:solidFill>
                <a:latin typeface="微软雅黑" pitchFamily="34" charset="-122"/>
                <a:ea typeface="微软雅黑" pitchFamily="34" charset="-122"/>
              </a:rPr>
              <a:t>The TMs monitored by OBDH directly or indirectly include battery voltage, battery temperature, the mode of AOCS, status of BAPTA and the communication status of some units. </a:t>
            </a:r>
            <a:endParaRPr lang="zh-CN" altLang="zh-CN" sz="2400" dirty="0">
              <a:solidFill>
                <a:schemeClr val="tx1"/>
              </a:solidFill>
              <a:latin typeface="微软雅黑" pitchFamily="34" charset="-122"/>
              <a:ea typeface="微软雅黑" pitchFamily="34" charset="-122"/>
            </a:endParaRPr>
          </a:p>
        </p:txBody>
      </p:sp>
    </p:spTree>
    <p:extLst>
      <p:ext uri="{BB962C8B-B14F-4D97-AF65-F5344CB8AC3E}">
        <p14:creationId xmlns:p14="http://schemas.microsoft.com/office/powerpoint/2010/main" val="2085765993"/>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3528" y="274638"/>
            <a:ext cx="8496944" cy="1082660"/>
          </a:xfrm>
        </p:spPr>
        <p:txBody>
          <a:bodyPr>
            <a:normAutofit/>
          </a:bodyPr>
          <a:lstStyle/>
          <a:p>
            <a:r>
              <a:rPr lang="en-US" altLang="zh-CN" dirty="0"/>
              <a:t>PART 10: Safe Mode </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latin typeface="微软雅黑" pitchFamily="34" charset="-122"/>
                <a:ea typeface="微软雅黑" pitchFamily="34" charset="-122"/>
              </a:rPr>
              <a:t> </a:t>
            </a:r>
            <a:fld id="{E1EFCB46-C834-4067-A327-0EA79FD50686}" type="slidenum">
              <a:rPr lang="zh-CN" altLang="en-US" smtClean="0">
                <a:latin typeface="微软雅黑" pitchFamily="34" charset="-122"/>
                <a:ea typeface="微软雅黑" pitchFamily="34" charset="-122"/>
              </a:rPr>
              <a:pPr/>
              <a:t>93</a:t>
            </a:fld>
            <a:r>
              <a:rPr lang="zh-CN" altLang="en-US" smtClean="0">
                <a:latin typeface="微软雅黑" pitchFamily="34" charset="-122"/>
                <a:ea typeface="微软雅黑" pitchFamily="34" charset="-122"/>
              </a:rPr>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457200" y="1433190"/>
            <a:ext cx="8255000" cy="235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457200" algn="just">
              <a:lnSpc>
                <a:spcPct val="125000"/>
              </a:lnSpc>
            </a:pPr>
            <a:r>
              <a:rPr lang="en-US" altLang="zh-CN" sz="2400" dirty="0">
                <a:solidFill>
                  <a:schemeClr val="tx1"/>
                </a:solidFill>
                <a:latin typeface="微软雅黑" pitchFamily="34" charset="-122"/>
                <a:ea typeface="微软雅黑" pitchFamily="34" charset="-122"/>
              </a:rPr>
              <a:t>OBDH monitors the critical TMs (such as the status of power supply system and AOCS). When the critical TMs become abnormal, OBDH sends safe command sequence, such as turning off the payload, making sure the satellite energy is preserved safely.</a:t>
            </a:r>
            <a:endParaRPr lang="zh-CN" altLang="zh-CN" sz="2400" dirty="0">
              <a:solidFill>
                <a:schemeClr val="tx1"/>
              </a:solidFill>
              <a:latin typeface="微软雅黑" pitchFamily="34" charset="-122"/>
              <a:ea typeface="微软雅黑" pitchFamily="34" charset="-122"/>
            </a:endParaRPr>
          </a:p>
        </p:txBody>
      </p:sp>
    </p:spTree>
    <p:extLst>
      <p:ext uri="{BB962C8B-B14F-4D97-AF65-F5344CB8AC3E}">
        <p14:creationId xmlns:p14="http://schemas.microsoft.com/office/powerpoint/2010/main" val="2085765993"/>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3528" y="274638"/>
            <a:ext cx="8496944" cy="1082660"/>
          </a:xfrm>
        </p:spPr>
        <p:txBody>
          <a:bodyPr>
            <a:normAutofit/>
          </a:bodyPr>
          <a:lstStyle/>
          <a:p>
            <a:r>
              <a:rPr lang="en-US" altLang="zh-CN" dirty="0"/>
              <a:t>PART 11: Thermal Control </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latin typeface="微软雅黑" pitchFamily="34" charset="-122"/>
                <a:ea typeface="微软雅黑" pitchFamily="34" charset="-122"/>
              </a:rPr>
              <a:t> </a:t>
            </a:r>
            <a:fld id="{E1EFCB46-C834-4067-A327-0EA79FD50686}" type="slidenum">
              <a:rPr lang="zh-CN" altLang="en-US" smtClean="0">
                <a:latin typeface="微软雅黑" pitchFamily="34" charset="-122"/>
                <a:ea typeface="微软雅黑" pitchFamily="34" charset="-122"/>
              </a:rPr>
              <a:pPr/>
              <a:t>94</a:t>
            </a:fld>
            <a:r>
              <a:rPr lang="zh-CN" altLang="en-US" smtClean="0">
                <a:latin typeface="微软雅黑" pitchFamily="34" charset="-122"/>
                <a:ea typeface="微软雅黑" pitchFamily="34" charset="-122"/>
              </a:rPr>
              <a:t> </a:t>
            </a:r>
            <a:endParaRPr lang="zh-CN" altLang="en-US" dirty="0">
              <a:latin typeface="微软雅黑" pitchFamily="34" charset="-122"/>
              <a:ea typeface="微软雅黑" pitchFamily="34" charset="-122"/>
            </a:endParaRPr>
          </a:p>
        </p:txBody>
      </p:sp>
      <p:sp>
        <p:nvSpPr>
          <p:cNvPr id="6" name="TextBox 5"/>
          <p:cNvSpPr txBox="1">
            <a:spLocks noChangeArrowheads="1"/>
          </p:cNvSpPr>
          <p:nvPr/>
        </p:nvSpPr>
        <p:spPr bwMode="auto">
          <a:xfrm>
            <a:off x="503238" y="1665288"/>
            <a:ext cx="8158162" cy="3007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954" tIns="41477" rIns="82954" bIns="41477">
            <a:spAutoFit/>
          </a:bodyPr>
          <a:lstStyle>
            <a:lvl1pPr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algn="l" eaLnBrk="1" hangingPunct="1">
              <a:lnSpc>
                <a:spcPct val="150000"/>
              </a:lnSpc>
              <a:spcBef>
                <a:spcPts val="600"/>
              </a:spcBef>
              <a:spcAft>
                <a:spcPts val="600"/>
              </a:spcAft>
            </a:pPr>
            <a:r>
              <a:rPr lang="en-US" altLang="zh-CN" b="0" dirty="0">
                <a:solidFill>
                  <a:schemeClr val="tx1"/>
                </a:solidFill>
                <a:latin typeface="微软雅黑" pitchFamily="34" charset="-122"/>
                <a:ea typeface="微软雅黑" pitchFamily="34" charset="-122"/>
              </a:rPr>
              <a:t> OBDH provides </a:t>
            </a:r>
            <a:r>
              <a:rPr lang="en-US" altLang="zh-CN" b="0" dirty="0" smtClean="0">
                <a:solidFill>
                  <a:schemeClr val="tx1"/>
                </a:solidFill>
                <a:latin typeface="微软雅黑" pitchFamily="34" charset="-122"/>
                <a:ea typeface="微软雅黑" pitchFamily="34" charset="-122"/>
              </a:rPr>
              <a:t>32Channels </a:t>
            </a:r>
            <a:r>
              <a:rPr lang="en-US" altLang="zh-CN" b="0" dirty="0">
                <a:solidFill>
                  <a:schemeClr val="tx1"/>
                </a:solidFill>
                <a:latin typeface="微软雅黑" pitchFamily="34" charset="-122"/>
                <a:ea typeface="微软雅黑" pitchFamily="34" charset="-122"/>
              </a:rPr>
              <a:t>of temperature </a:t>
            </a:r>
            <a:r>
              <a:rPr lang="en-US" altLang="zh-CN" b="0" dirty="0" smtClean="0">
                <a:solidFill>
                  <a:schemeClr val="tx1"/>
                </a:solidFill>
                <a:latin typeface="微软雅黑" pitchFamily="34" charset="-122"/>
                <a:ea typeface="微软雅黑" pitchFamily="34" charset="-122"/>
              </a:rPr>
              <a:t> and analog data measure </a:t>
            </a:r>
            <a:r>
              <a:rPr lang="en-US" altLang="zh-CN" b="0" dirty="0">
                <a:solidFill>
                  <a:schemeClr val="tx1"/>
                </a:solidFill>
                <a:latin typeface="微软雅黑" pitchFamily="34" charset="-122"/>
                <a:ea typeface="微软雅黑" pitchFamily="34" charset="-122"/>
              </a:rPr>
              <a:t>and </a:t>
            </a:r>
            <a:r>
              <a:rPr lang="en-US" altLang="zh-CN" b="0" dirty="0" smtClean="0">
                <a:solidFill>
                  <a:schemeClr val="tx1"/>
                </a:solidFill>
                <a:latin typeface="微软雅黑" pitchFamily="34" charset="-122"/>
                <a:ea typeface="微软雅黑" pitchFamily="34" charset="-122"/>
              </a:rPr>
              <a:t>24 </a:t>
            </a:r>
            <a:r>
              <a:rPr lang="en-US" altLang="zh-CN" b="0" dirty="0">
                <a:solidFill>
                  <a:schemeClr val="tx1"/>
                </a:solidFill>
                <a:latin typeface="微软雅黑" pitchFamily="34" charset="-122"/>
                <a:ea typeface="微软雅黑" pitchFamily="34" charset="-122"/>
              </a:rPr>
              <a:t>Channels of heaters. </a:t>
            </a:r>
          </a:p>
          <a:p>
            <a:pPr algn="l" eaLnBrk="1" hangingPunct="1">
              <a:lnSpc>
                <a:spcPct val="150000"/>
              </a:lnSpc>
              <a:spcBef>
                <a:spcPts val="600"/>
              </a:spcBef>
              <a:spcAft>
                <a:spcPts val="600"/>
              </a:spcAft>
            </a:pPr>
            <a:r>
              <a:rPr lang="en-US" altLang="zh-CN" b="0" dirty="0" smtClean="0">
                <a:solidFill>
                  <a:schemeClr val="tx1"/>
                </a:solidFill>
                <a:latin typeface="微软雅黑" pitchFamily="34" charset="-122"/>
                <a:ea typeface="微软雅黑" pitchFamily="34" charset="-122"/>
              </a:rPr>
              <a:t>Active </a:t>
            </a:r>
            <a:r>
              <a:rPr lang="en-US" altLang="zh-CN" b="0" dirty="0">
                <a:solidFill>
                  <a:schemeClr val="tx1"/>
                </a:solidFill>
                <a:latin typeface="微软雅黑" pitchFamily="34" charset="-122"/>
                <a:ea typeface="微软雅黑" pitchFamily="34" charset="-122"/>
              </a:rPr>
              <a:t>thermal control is used in </a:t>
            </a:r>
            <a:r>
              <a:rPr lang="en-US" altLang="zh-CN" b="0" dirty="0" smtClean="0">
                <a:solidFill>
                  <a:schemeClr val="tx1"/>
                </a:solidFill>
                <a:latin typeface="微软雅黑" pitchFamily="34" charset="-122"/>
                <a:ea typeface="微软雅黑" pitchFamily="34" charset="-122"/>
              </a:rPr>
              <a:t>TCU </a:t>
            </a:r>
            <a:r>
              <a:rPr lang="en-US" altLang="zh-CN" b="0" dirty="0">
                <a:solidFill>
                  <a:schemeClr val="tx1"/>
                </a:solidFill>
                <a:latin typeface="微软雅黑" pitchFamily="34" charset="-122"/>
                <a:ea typeface="微软雅黑" pitchFamily="34" charset="-122"/>
              </a:rPr>
              <a:t>software. The heaters are activated or </a:t>
            </a:r>
            <a:r>
              <a:rPr lang="en-GB" altLang="zh-CN" b="0" dirty="0">
                <a:solidFill>
                  <a:schemeClr val="tx1"/>
                </a:solidFill>
                <a:latin typeface="微软雅黑" pitchFamily="34" charset="-122"/>
                <a:ea typeface="微软雅黑" pitchFamily="34" charset="-122"/>
              </a:rPr>
              <a:t>de-activated </a:t>
            </a:r>
            <a:r>
              <a:rPr lang="en-US" altLang="zh-CN" b="0" dirty="0">
                <a:solidFill>
                  <a:schemeClr val="tx1"/>
                </a:solidFill>
                <a:latin typeface="微软雅黑" pitchFamily="34" charset="-122"/>
                <a:ea typeface="微软雅黑" pitchFamily="34" charset="-122"/>
              </a:rPr>
              <a:t>by the software based on a threshold temperatures. The threshold values can be modified by ground </a:t>
            </a:r>
            <a:r>
              <a:rPr lang="en-US" altLang="zh-CN" b="0" dirty="0" err="1">
                <a:solidFill>
                  <a:schemeClr val="tx1"/>
                </a:solidFill>
                <a:latin typeface="微软雅黑" pitchFamily="34" charset="-122"/>
                <a:ea typeface="微软雅黑" pitchFamily="34" charset="-122"/>
              </a:rPr>
              <a:t>telecommand</a:t>
            </a:r>
            <a:r>
              <a:rPr lang="en-US" altLang="zh-CN" b="0" dirty="0">
                <a:solidFill>
                  <a:schemeClr val="tx1"/>
                </a:solidFill>
                <a:latin typeface="微软雅黑" pitchFamily="34" charset="-122"/>
                <a:ea typeface="微软雅黑" pitchFamily="34" charset="-122"/>
              </a:rPr>
              <a:t>.</a:t>
            </a:r>
          </a:p>
        </p:txBody>
      </p:sp>
    </p:spTree>
    <p:extLst>
      <p:ext uri="{BB962C8B-B14F-4D97-AF65-F5344CB8AC3E}">
        <p14:creationId xmlns:p14="http://schemas.microsoft.com/office/powerpoint/2010/main" val="2085765993"/>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PART 11: Thermal Control </a:t>
            </a:r>
            <a:endParaRPr lang="zh-CN" altLang="en-US" dirty="0"/>
          </a:p>
        </p:txBody>
      </p:sp>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95</a:t>
            </a:fld>
            <a:r>
              <a:rPr lang="zh-CN" altLang="en-US" smtClean="0"/>
              <a:t> </a:t>
            </a:r>
            <a:endParaRPr lang="zh-CN" altLang="en-US" dirty="0">
              <a:latin typeface="微软雅黑" pitchFamily="34" charset="-122"/>
              <a:ea typeface="微软雅黑" pitchFamily="34" charset="-122"/>
            </a:endParaRPr>
          </a:p>
        </p:txBody>
      </p:sp>
      <p:pic>
        <p:nvPicPr>
          <p:cNvPr id="12083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96380" y="1988840"/>
            <a:ext cx="855340" cy="3043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8" name="对象 7"/>
          <p:cNvGraphicFramePr>
            <a:graphicFrameLocks noChangeAspect="1"/>
          </p:cNvGraphicFramePr>
          <p:nvPr>
            <p:extLst>
              <p:ext uri="{D42A27DB-BD31-4B8C-83A1-F6EECF244321}">
                <p14:modId xmlns:p14="http://schemas.microsoft.com/office/powerpoint/2010/main" val="2045684593"/>
              </p:ext>
            </p:extLst>
          </p:nvPr>
        </p:nvGraphicFramePr>
        <p:xfrm>
          <a:off x="3275856" y="2015133"/>
          <a:ext cx="1607815" cy="2749241"/>
        </p:xfrm>
        <a:graphic>
          <a:graphicData uri="http://schemas.openxmlformats.org/presentationml/2006/ole">
            <mc:AlternateContent xmlns:mc="http://schemas.openxmlformats.org/markup-compatibility/2006">
              <mc:Choice xmlns:v="urn:schemas-microsoft-com:vml" Requires="v">
                <p:oleObj spid="_x0000_s120858" name="Visio" r:id="rId5" imgW="1247299" imgH="2131695" progId="Visio.Drawing.11">
                  <p:embed/>
                </p:oleObj>
              </mc:Choice>
              <mc:Fallback>
                <p:oleObj name="Visio" r:id="rId5" imgW="1247299" imgH="2131695" progId="Visio.Drawing.11">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75856" y="2015133"/>
                        <a:ext cx="1607815" cy="2749241"/>
                      </a:xfrm>
                      <a:prstGeom prst="rect">
                        <a:avLst/>
                      </a:prstGeom>
                      <a:noFill/>
                    </p:spPr>
                  </p:pic>
                </p:oleObj>
              </mc:Fallback>
            </mc:AlternateContent>
          </a:graphicData>
        </a:graphic>
      </p:graphicFrame>
      <p:sp>
        <p:nvSpPr>
          <p:cNvPr id="9" name="TextBox 8"/>
          <p:cNvSpPr txBox="1"/>
          <p:nvPr/>
        </p:nvSpPr>
        <p:spPr>
          <a:xfrm>
            <a:off x="899592" y="5301208"/>
            <a:ext cx="1656184" cy="646331"/>
          </a:xfrm>
          <a:prstGeom prst="rect">
            <a:avLst/>
          </a:prstGeom>
          <a:noFill/>
        </p:spPr>
        <p:txBody>
          <a:bodyPr wrap="square" rtlCol="0">
            <a:spAutoFit/>
          </a:bodyPr>
          <a:lstStyle/>
          <a:p>
            <a:r>
              <a:rPr lang="en-US" altLang="zh-CN" dirty="0" smtClean="0"/>
              <a:t>1-Wire Thermal Resister</a:t>
            </a:r>
            <a:endParaRPr lang="zh-CN" altLang="en-US" dirty="0"/>
          </a:p>
        </p:txBody>
      </p:sp>
      <p:sp>
        <p:nvSpPr>
          <p:cNvPr id="11" name="TextBox 10"/>
          <p:cNvSpPr txBox="1"/>
          <p:nvPr/>
        </p:nvSpPr>
        <p:spPr>
          <a:xfrm>
            <a:off x="3275856" y="5306516"/>
            <a:ext cx="1872208" cy="369332"/>
          </a:xfrm>
          <a:prstGeom prst="rect">
            <a:avLst/>
          </a:prstGeom>
          <a:noFill/>
        </p:spPr>
        <p:txBody>
          <a:bodyPr wrap="square" rtlCol="0">
            <a:spAutoFit/>
          </a:bodyPr>
          <a:lstStyle/>
          <a:p>
            <a:r>
              <a:rPr lang="en-US" altLang="zh-CN" dirty="0"/>
              <a:t>Thermal Resister</a:t>
            </a:r>
            <a:endParaRPr lang="zh-CN" altLang="en-US" dirty="0"/>
          </a:p>
        </p:txBody>
      </p:sp>
      <p:sp>
        <p:nvSpPr>
          <p:cNvPr id="10" name="Rectangle 7"/>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2" name="对象 11"/>
          <p:cNvGraphicFramePr>
            <a:graphicFrameLocks noChangeAspect="1"/>
          </p:cNvGraphicFramePr>
          <p:nvPr>
            <p:extLst>
              <p:ext uri="{D42A27DB-BD31-4B8C-83A1-F6EECF244321}">
                <p14:modId xmlns:p14="http://schemas.microsoft.com/office/powerpoint/2010/main" val="1718442111"/>
              </p:ext>
            </p:extLst>
          </p:nvPr>
        </p:nvGraphicFramePr>
        <p:xfrm>
          <a:off x="5652120" y="2132856"/>
          <a:ext cx="2448272" cy="2428367"/>
        </p:xfrm>
        <a:graphic>
          <a:graphicData uri="http://schemas.openxmlformats.org/presentationml/2006/ole">
            <mc:AlternateContent xmlns:mc="http://schemas.openxmlformats.org/markup-compatibility/2006">
              <mc:Choice xmlns:v="urn:schemas-microsoft-com:vml" Requires="v">
                <p:oleObj spid="_x0000_s120859" name="Visio" r:id="rId7" imgW="1173480" imgH="1158240" progId="Visio.Drawing.11">
                  <p:embed/>
                </p:oleObj>
              </mc:Choice>
              <mc:Fallback>
                <p:oleObj name="Visio" r:id="rId7" imgW="1173480" imgH="1158240" progId="Visio.Drawing.11">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652120" y="2132856"/>
                        <a:ext cx="2448272" cy="2428367"/>
                      </a:xfrm>
                      <a:prstGeom prst="rect">
                        <a:avLst/>
                      </a:prstGeom>
                      <a:noFill/>
                    </p:spPr>
                  </p:pic>
                </p:oleObj>
              </mc:Fallback>
            </mc:AlternateContent>
          </a:graphicData>
        </a:graphic>
      </p:graphicFrame>
      <p:sp>
        <p:nvSpPr>
          <p:cNvPr id="14" name="TextBox 13"/>
          <p:cNvSpPr txBox="1"/>
          <p:nvPr/>
        </p:nvSpPr>
        <p:spPr>
          <a:xfrm>
            <a:off x="6516216" y="5289648"/>
            <a:ext cx="1224136" cy="369332"/>
          </a:xfrm>
          <a:prstGeom prst="rect">
            <a:avLst/>
          </a:prstGeom>
          <a:noFill/>
        </p:spPr>
        <p:txBody>
          <a:bodyPr wrap="square" rtlCol="0">
            <a:spAutoFit/>
          </a:bodyPr>
          <a:lstStyle/>
          <a:p>
            <a:r>
              <a:rPr lang="en-US" altLang="zh-CN" dirty="0" smtClean="0"/>
              <a:t>heater</a:t>
            </a:r>
            <a:endParaRPr lang="zh-CN" altLang="en-US" dirty="0"/>
          </a:p>
        </p:txBody>
      </p:sp>
    </p:spTree>
    <p:extLst>
      <p:ext uri="{BB962C8B-B14F-4D97-AF65-F5344CB8AC3E}">
        <p14:creationId xmlns:p14="http://schemas.microsoft.com/office/powerpoint/2010/main" val="2971422272"/>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3528" y="274638"/>
            <a:ext cx="8496944" cy="1082660"/>
          </a:xfrm>
        </p:spPr>
        <p:txBody>
          <a:bodyPr>
            <a:normAutofit/>
          </a:bodyPr>
          <a:lstStyle/>
          <a:p>
            <a:r>
              <a:rPr lang="en-US" altLang="zh-CN" dirty="0"/>
              <a:t>PART 11: Thermal Control </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latin typeface="微软雅黑" pitchFamily="34" charset="-122"/>
                <a:ea typeface="微软雅黑" pitchFamily="34" charset="-122"/>
              </a:rPr>
              <a:t> </a:t>
            </a:r>
            <a:fld id="{E1EFCB46-C834-4067-A327-0EA79FD50686}" type="slidenum">
              <a:rPr lang="zh-CN" altLang="en-US" smtClean="0">
                <a:latin typeface="微软雅黑" pitchFamily="34" charset="-122"/>
                <a:ea typeface="微软雅黑" pitchFamily="34" charset="-122"/>
              </a:rPr>
              <a:pPr/>
              <a:t>96</a:t>
            </a:fld>
            <a:r>
              <a:rPr lang="zh-CN" altLang="en-US" smtClean="0">
                <a:latin typeface="微软雅黑" pitchFamily="34" charset="-122"/>
                <a:ea typeface="微软雅黑" pitchFamily="34" charset="-122"/>
              </a:rPr>
              <a:t> </a:t>
            </a:r>
            <a:endParaRPr lang="zh-CN" altLang="en-US" dirty="0">
              <a:latin typeface="微软雅黑" pitchFamily="34" charset="-122"/>
              <a:ea typeface="微软雅黑" pitchFamily="34" charset="-122"/>
            </a:endParaRPr>
          </a:p>
        </p:txBody>
      </p:sp>
      <p:sp>
        <p:nvSpPr>
          <p:cNvPr id="6" name="TextBox 5"/>
          <p:cNvSpPr txBox="1">
            <a:spLocks noChangeArrowheads="1"/>
          </p:cNvSpPr>
          <p:nvPr/>
        </p:nvSpPr>
        <p:spPr bwMode="auto">
          <a:xfrm>
            <a:off x="503238" y="1584498"/>
            <a:ext cx="8158162" cy="3069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954" tIns="41477" rIns="82954" bIns="41477">
            <a:spAutoFit/>
          </a:bodyPr>
          <a:lstStyle>
            <a:lvl1pPr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marL="457200" indent="-457200" algn="l" eaLnBrk="1" hangingPunct="1">
              <a:buFont typeface="Wingdings" pitchFamily="2" charset="2"/>
              <a:buChar char="l"/>
            </a:pPr>
            <a:r>
              <a:rPr lang="en-US" altLang="zh-CN" sz="2800" b="0" dirty="0">
                <a:solidFill>
                  <a:schemeClr val="tx1"/>
                </a:solidFill>
                <a:latin typeface="微软雅黑" pitchFamily="34" charset="-122"/>
                <a:ea typeface="微软雅黑" pitchFamily="34" charset="-122"/>
              </a:rPr>
              <a:t>Open-Loop </a:t>
            </a:r>
          </a:p>
          <a:p>
            <a:pPr algn="l" eaLnBrk="1" hangingPunct="1"/>
            <a:r>
              <a:rPr lang="en-US" altLang="zh-CN" b="0" dirty="0">
                <a:solidFill>
                  <a:schemeClr val="tx1"/>
                </a:solidFill>
                <a:latin typeface="微软雅黑" pitchFamily="34" charset="-122"/>
                <a:ea typeface="微软雅黑" pitchFamily="34" charset="-122"/>
              </a:rPr>
              <a:t>Indirect TC uploaded from ground control heater to on or off.</a:t>
            </a:r>
          </a:p>
          <a:p>
            <a:pPr algn="l" eaLnBrk="1" hangingPunct="1"/>
            <a:endParaRPr lang="en-US" altLang="zh-CN" sz="2800" b="0" dirty="0">
              <a:solidFill>
                <a:schemeClr val="tx1"/>
              </a:solidFill>
              <a:latin typeface="微软雅黑" pitchFamily="34" charset="-122"/>
              <a:ea typeface="微软雅黑" pitchFamily="34" charset="-122"/>
            </a:endParaRPr>
          </a:p>
          <a:p>
            <a:pPr marL="457200" indent="-457200" eaLnBrk="1" hangingPunct="1">
              <a:buFont typeface="Wingdings" pitchFamily="2" charset="2"/>
              <a:buChar char="l"/>
            </a:pPr>
            <a:r>
              <a:rPr lang="en-US" altLang="zh-CN" sz="2800" b="0" dirty="0">
                <a:solidFill>
                  <a:schemeClr val="tx1"/>
                </a:solidFill>
                <a:latin typeface="微软雅黑" pitchFamily="34" charset="-122"/>
                <a:ea typeface="微软雅黑" pitchFamily="34" charset="-122"/>
              </a:rPr>
              <a:t>Closed-Loop</a:t>
            </a:r>
          </a:p>
          <a:p>
            <a:pPr algn="l" eaLnBrk="1" hangingPunct="1">
              <a:lnSpc>
                <a:spcPct val="150000"/>
              </a:lnSpc>
            </a:pPr>
            <a:r>
              <a:rPr lang="en-US" altLang="zh-CN" b="0" dirty="0">
                <a:solidFill>
                  <a:schemeClr val="tx1"/>
                </a:solidFill>
                <a:latin typeface="微软雅黑" pitchFamily="34" charset="-122"/>
                <a:ea typeface="微软雅黑" pitchFamily="34" charset="-122"/>
              </a:rPr>
              <a:t>If the temperature is below temperature for opening the heater, then the heater is switched on.  If the temperature is upper temperature for closing the heater, then the heater is switched off.</a:t>
            </a:r>
          </a:p>
        </p:txBody>
      </p:sp>
    </p:spTree>
    <p:extLst>
      <p:ext uri="{BB962C8B-B14F-4D97-AF65-F5344CB8AC3E}">
        <p14:creationId xmlns:p14="http://schemas.microsoft.com/office/powerpoint/2010/main" val="2085765993"/>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a:spLocks noGrp="1"/>
          </p:cNvSpPr>
          <p:nvPr>
            <p:ph type="title"/>
          </p:nvPr>
        </p:nvSpPr>
        <p:spPr>
          <a:xfrm>
            <a:off x="323528" y="274638"/>
            <a:ext cx="8496944" cy="1082660"/>
          </a:xfrm>
        </p:spPr>
        <p:txBody>
          <a:bodyPr>
            <a:normAutofit/>
          </a:bodyPr>
          <a:lstStyle/>
          <a:p>
            <a:r>
              <a:rPr lang="en-US" altLang="zh-CN" dirty="0"/>
              <a:t>PART 11: Thermal Control </a:t>
            </a:r>
          </a:p>
        </p:txBody>
      </p:sp>
      <p:sp>
        <p:nvSpPr>
          <p:cNvPr id="7" name="页脚占位符 3"/>
          <p:cNvSpPr>
            <a:spLocks noGrp="1"/>
          </p:cNvSpPr>
          <p:nvPr>
            <p:ph type="ftr" sz="quarter" idx="11"/>
          </p:nvPr>
        </p:nvSpPr>
        <p:spPr>
          <a:xfrm>
            <a:off x="971600" y="6359525"/>
            <a:ext cx="6480720" cy="363558"/>
          </a:xfrm>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8" name="灯片编号占位符 4"/>
          <p:cNvSpPr>
            <a:spLocks noGrp="1"/>
          </p:cNvSpPr>
          <p:nvPr>
            <p:ph type="sldNum" sz="quarter" idx="12"/>
          </p:nvPr>
        </p:nvSpPr>
        <p:spPr>
          <a:xfrm>
            <a:off x="7884368" y="6356350"/>
            <a:ext cx="802432" cy="365125"/>
          </a:xfrm>
        </p:spPr>
        <p:txBody>
          <a:bodyPr/>
          <a:lstStyle/>
          <a:p>
            <a:r>
              <a:rPr lang="en-US" altLang="zh-CN" smtClean="0">
                <a:latin typeface="微软雅黑" pitchFamily="34" charset="-122"/>
                <a:ea typeface="微软雅黑" pitchFamily="34" charset="-122"/>
              </a:rPr>
              <a:t>PAGE</a:t>
            </a:r>
            <a:r>
              <a:rPr lang="zh-CN" altLang="en-US" smtClean="0">
                <a:latin typeface="微软雅黑" pitchFamily="34" charset="-122"/>
                <a:ea typeface="微软雅黑" pitchFamily="34" charset="-122"/>
              </a:rPr>
              <a:t> </a:t>
            </a:r>
            <a:fld id="{E1EFCB46-C834-4067-A327-0EA79FD50686}" type="slidenum">
              <a:rPr lang="zh-CN" altLang="en-US" smtClean="0">
                <a:latin typeface="微软雅黑" pitchFamily="34" charset="-122"/>
                <a:ea typeface="微软雅黑" pitchFamily="34" charset="-122"/>
              </a:rPr>
              <a:pPr/>
              <a:t>97</a:t>
            </a:fld>
            <a:r>
              <a:rPr lang="zh-CN" altLang="en-US" smtClean="0">
                <a:latin typeface="微软雅黑" pitchFamily="34" charset="-122"/>
                <a:ea typeface="微软雅黑" pitchFamily="34" charset="-122"/>
              </a:rPr>
              <a:t> </a:t>
            </a:r>
            <a:endParaRPr lang="zh-CN" altLang="en-US" dirty="0">
              <a:latin typeface="微软雅黑" pitchFamily="34" charset="-122"/>
              <a:ea typeface="微软雅黑" pitchFamily="34" charset="-122"/>
            </a:endParaRPr>
          </a:p>
        </p:txBody>
      </p:sp>
      <p:sp>
        <p:nvSpPr>
          <p:cNvPr id="9" name="TextBox 8"/>
          <p:cNvSpPr txBox="1">
            <a:spLocks noChangeArrowheads="1"/>
          </p:cNvSpPr>
          <p:nvPr/>
        </p:nvSpPr>
        <p:spPr bwMode="auto">
          <a:xfrm>
            <a:off x="503238" y="1584498"/>
            <a:ext cx="8158162" cy="25459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954" tIns="41477" rIns="82954" bIns="41477">
            <a:spAutoFit/>
          </a:bodyPr>
          <a:lstStyle>
            <a:lvl1pPr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marL="457200" indent="-457200" algn="l" eaLnBrk="1" hangingPunct="1">
              <a:buFont typeface="Wingdings" pitchFamily="2" charset="2"/>
              <a:buChar char="l"/>
            </a:pPr>
            <a:r>
              <a:rPr lang="en-US" altLang="zh-CN" sz="2800" b="0" dirty="0" smtClean="0">
                <a:solidFill>
                  <a:schemeClr val="tx1"/>
                </a:solidFill>
                <a:latin typeface="微软雅黑" pitchFamily="34" charset="-122"/>
                <a:ea typeface="微软雅黑" pitchFamily="34" charset="-122"/>
              </a:rPr>
              <a:t>Open-Loop</a:t>
            </a:r>
          </a:p>
          <a:p>
            <a:pPr lvl="1" indent="0" eaLnBrk="1" hangingPunct="1"/>
            <a:endParaRPr lang="en-US" altLang="zh-CN" sz="2800" b="0" dirty="0" smtClean="0">
              <a:solidFill>
                <a:schemeClr val="tx1"/>
              </a:solidFill>
              <a:latin typeface="微软雅黑" pitchFamily="34" charset="-122"/>
              <a:ea typeface="微软雅黑" pitchFamily="34" charset="-122"/>
            </a:endParaRPr>
          </a:p>
          <a:p>
            <a:pPr lvl="1" indent="0" eaLnBrk="1" hangingPunct="1"/>
            <a:r>
              <a:rPr lang="en-US" altLang="zh-CN" sz="2800" b="0" dirty="0" smtClean="0">
                <a:solidFill>
                  <a:schemeClr val="tx1"/>
                </a:solidFill>
                <a:latin typeface="微软雅黑" pitchFamily="34" charset="-122"/>
                <a:ea typeface="微软雅黑" pitchFamily="34" charset="-122"/>
              </a:rPr>
              <a:t>Output is controlled by input, input is controlled by the GS.</a:t>
            </a:r>
          </a:p>
          <a:p>
            <a:pPr lvl="1" eaLnBrk="1" hangingPunct="1">
              <a:buFont typeface="Wingdings" pitchFamily="2" charset="2"/>
              <a:buChar char="Ø"/>
            </a:pPr>
            <a:endParaRPr lang="en-US" altLang="zh-CN" sz="2800" b="0" dirty="0" smtClean="0">
              <a:solidFill>
                <a:schemeClr val="tx1"/>
              </a:solidFill>
              <a:latin typeface="微软雅黑" pitchFamily="34" charset="-122"/>
              <a:ea typeface="微软雅黑" pitchFamily="34" charset="-122"/>
            </a:endParaRPr>
          </a:p>
          <a:p>
            <a:pPr algn="l" eaLnBrk="1" hangingPunct="1"/>
            <a:endParaRPr lang="en-US" altLang="zh-CN" b="0" dirty="0">
              <a:solidFill>
                <a:schemeClr val="tx1"/>
              </a:solidFill>
              <a:latin typeface="微软雅黑" pitchFamily="34" charset="-122"/>
              <a:ea typeface="微软雅黑" pitchFamily="34" charset="-122"/>
            </a:endParaRPr>
          </a:p>
        </p:txBody>
      </p:sp>
      <p:sp>
        <p:nvSpPr>
          <p:cNvPr id="10"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1" name="对象 10"/>
          <p:cNvGraphicFramePr>
            <a:graphicFrameLocks noChangeAspect="1"/>
          </p:cNvGraphicFramePr>
          <p:nvPr>
            <p:extLst>
              <p:ext uri="{D42A27DB-BD31-4B8C-83A1-F6EECF244321}">
                <p14:modId xmlns:p14="http://schemas.microsoft.com/office/powerpoint/2010/main" val="1776540652"/>
              </p:ext>
            </p:extLst>
          </p:nvPr>
        </p:nvGraphicFramePr>
        <p:xfrm>
          <a:off x="2483768" y="3861048"/>
          <a:ext cx="2943225" cy="1104900"/>
        </p:xfrm>
        <a:graphic>
          <a:graphicData uri="http://schemas.openxmlformats.org/presentationml/2006/ole">
            <mc:AlternateContent xmlns:mc="http://schemas.openxmlformats.org/markup-compatibility/2006">
              <mc:Choice xmlns:v="urn:schemas-microsoft-com:vml" Requires="v">
                <p:oleObj spid="_x0000_s121865" name="Visio" r:id="rId4" imgW="986790" imgH="370999" progId="Visio.Drawing.11">
                  <p:embed/>
                </p:oleObj>
              </mc:Choice>
              <mc:Fallback>
                <p:oleObj name="Visio" r:id="rId4" imgW="986790" imgH="370999" progId="Visio.Drawing.11">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83768" y="3861048"/>
                        <a:ext cx="2943225" cy="1104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409643689"/>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a:spLocks noGrp="1"/>
          </p:cNvSpPr>
          <p:nvPr>
            <p:ph type="title"/>
          </p:nvPr>
        </p:nvSpPr>
        <p:spPr>
          <a:xfrm>
            <a:off x="323528" y="274638"/>
            <a:ext cx="8496944" cy="1082660"/>
          </a:xfrm>
        </p:spPr>
        <p:txBody>
          <a:bodyPr>
            <a:normAutofit/>
          </a:bodyPr>
          <a:lstStyle/>
          <a:p>
            <a:r>
              <a:rPr lang="en-US" altLang="zh-CN" dirty="0"/>
              <a:t>PART 11: Thermal Control </a:t>
            </a:r>
          </a:p>
        </p:txBody>
      </p:sp>
      <p:sp>
        <p:nvSpPr>
          <p:cNvPr id="7" name="页脚占位符 3"/>
          <p:cNvSpPr>
            <a:spLocks noGrp="1"/>
          </p:cNvSpPr>
          <p:nvPr>
            <p:ph type="ftr" sz="quarter" idx="11"/>
          </p:nvPr>
        </p:nvSpPr>
        <p:spPr>
          <a:xfrm>
            <a:off x="971600" y="6359525"/>
            <a:ext cx="6480720" cy="363558"/>
          </a:xfrm>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8" name="灯片编号占位符 4"/>
          <p:cNvSpPr>
            <a:spLocks noGrp="1"/>
          </p:cNvSpPr>
          <p:nvPr>
            <p:ph type="sldNum" sz="quarter" idx="12"/>
          </p:nvPr>
        </p:nvSpPr>
        <p:spPr>
          <a:xfrm>
            <a:off x="7884368" y="6356350"/>
            <a:ext cx="802432" cy="365125"/>
          </a:xfrm>
        </p:spPr>
        <p:txBody>
          <a:bodyPr/>
          <a:lstStyle/>
          <a:p>
            <a:r>
              <a:rPr lang="en-US" altLang="zh-CN" smtClean="0">
                <a:latin typeface="微软雅黑" pitchFamily="34" charset="-122"/>
                <a:ea typeface="微软雅黑" pitchFamily="34" charset="-122"/>
              </a:rPr>
              <a:t>PAGE</a:t>
            </a:r>
            <a:r>
              <a:rPr lang="zh-CN" altLang="en-US" smtClean="0">
                <a:latin typeface="微软雅黑" pitchFamily="34" charset="-122"/>
                <a:ea typeface="微软雅黑" pitchFamily="34" charset="-122"/>
              </a:rPr>
              <a:t> </a:t>
            </a:r>
            <a:fld id="{E1EFCB46-C834-4067-A327-0EA79FD50686}" type="slidenum">
              <a:rPr lang="zh-CN" altLang="en-US" smtClean="0">
                <a:latin typeface="微软雅黑" pitchFamily="34" charset="-122"/>
                <a:ea typeface="微软雅黑" pitchFamily="34" charset="-122"/>
              </a:rPr>
              <a:pPr/>
              <a:t>98</a:t>
            </a:fld>
            <a:r>
              <a:rPr lang="zh-CN" altLang="en-US" smtClean="0">
                <a:latin typeface="微软雅黑" pitchFamily="34" charset="-122"/>
                <a:ea typeface="微软雅黑" pitchFamily="34" charset="-122"/>
              </a:rPr>
              <a:t> </a:t>
            </a:r>
            <a:endParaRPr lang="zh-CN" altLang="en-US" dirty="0">
              <a:latin typeface="微软雅黑" pitchFamily="34" charset="-122"/>
              <a:ea typeface="微软雅黑" pitchFamily="34" charset="-122"/>
            </a:endParaRPr>
          </a:p>
        </p:txBody>
      </p:sp>
      <p:sp>
        <p:nvSpPr>
          <p:cNvPr id="9" name="TextBox 8"/>
          <p:cNvSpPr txBox="1">
            <a:spLocks noChangeArrowheads="1"/>
          </p:cNvSpPr>
          <p:nvPr/>
        </p:nvSpPr>
        <p:spPr bwMode="auto">
          <a:xfrm>
            <a:off x="503238" y="1584498"/>
            <a:ext cx="8158162" cy="21150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954" tIns="41477" rIns="82954" bIns="41477">
            <a:spAutoFit/>
          </a:bodyPr>
          <a:lstStyle>
            <a:lvl1pPr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marL="457200" indent="-457200" algn="l" eaLnBrk="1" hangingPunct="1">
              <a:buFont typeface="Wingdings" pitchFamily="2" charset="2"/>
              <a:buChar char="l"/>
            </a:pPr>
            <a:r>
              <a:rPr lang="en-US" altLang="zh-CN" sz="2800" b="0" dirty="0" smtClean="0">
                <a:solidFill>
                  <a:schemeClr val="tx1"/>
                </a:solidFill>
                <a:latin typeface="微软雅黑" pitchFamily="34" charset="-122"/>
                <a:ea typeface="微软雅黑" pitchFamily="34" charset="-122"/>
              </a:rPr>
              <a:t>Closed-Loop</a:t>
            </a:r>
          </a:p>
          <a:p>
            <a:pPr lvl="1" indent="0" eaLnBrk="1" hangingPunct="1"/>
            <a:endParaRPr lang="en-US" altLang="zh-CN" sz="2800" b="0" dirty="0" smtClean="0">
              <a:solidFill>
                <a:schemeClr val="tx1"/>
              </a:solidFill>
              <a:latin typeface="微软雅黑" pitchFamily="34" charset="-122"/>
              <a:ea typeface="微软雅黑" pitchFamily="34" charset="-122"/>
            </a:endParaRPr>
          </a:p>
          <a:p>
            <a:pPr lvl="1" indent="0" eaLnBrk="1" hangingPunct="1"/>
            <a:r>
              <a:rPr lang="en-US" altLang="zh-CN" sz="2800" b="0" dirty="0" smtClean="0">
                <a:solidFill>
                  <a:schemeClr val="tx1"/>
                </a:solidFill>
                <a:latin typeface="微软雅黑" pitchFamily="34" charset="-122"/>
                <a:ea typeface="微软雅黑" pitchFamily="34" charset="-122"/>
              </a:rPr>
              <a:t>TCU collects thermal resister as the feedback </a:t>
            </a:r>
            <a:r>
              <a:rPr lang="en-US" altLang="zh-CN" sz="2800" b="0" dirty="0">
                <a:solidFill>
                  <a:schemeClr val="tx1"/>
                </a:solidFill>
                <a:latin typeface="微软雅黑" pitchFamily="34" charset="-122"/>
                <a:ea typeface="微软雅黑" pitchFamily="34" charset="-122"/>
              </a:rPr>
              <a:t>of temperature control loop</a:t>
            </a:r>
            <a:endParaRPr lang="en-US" altLang="zh-CN" sz="2800" b="0" dirty="0" smtClean="0">
              <a:solidFill>
                <a:schemeClr val="tx1"/>
              </a:solidFill>
              <a:latin typeface="微软雅黑" pitchFamily="34" charset="-122"/>
              <a:ea typeface="微软雅黑" pitchFamily="34" charset="-122"/>
            </a:endParaRPr>
          </a:p>
          <a:p>
            <a:pPr algn="l" eaLnBrk="1" hangingPunct="1"/>
            <a:endParaRPr lang="en-US" altLang="zh-CN" b="0" dirty="0">
              <a:solidFill>
                <a:schemeClr val="tx1"/>
              </a:solidFill>
              <a:latin typeface="微软雅黑" pitchFamily="34" charset="-122"/>
              <a:ea typeface="微软雅黑" pitchFamily="34" charset="-122"/>
            </a:endParaRPr>
          </a:p>
        </p:txBody>
      </p:sp>
      <p:sp>
        <p:nvSpPr>
          <p:cNvPr id="10"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5" name="对象 14"/>
          <p:cNvGraphicFramePr>
            <a:graphicFrameLocks noChangeAspect="1"/>
          </p:cNvGraphicFramePr>
          <p:nvPr>
            <p:extLst>
              <p:ext uri="{D42A27DB-BD31-4B8C-83A1-F6EECF244321}">
                <p14:modId xmlns:p14="http://schemas.microsoft.com/office/powerpoint/2010/main" val="746717162"/>
              </p:ext>
            </p:extLst>
          </p:nvPr>
        </p:nvGraphicFramePr>
        <p:xfrm>
          <a:off x="2112832" y="3861048"/>
          <a:ext cx="4918336" cy="2088232"/>
        </p:xfrm>
        <a:graphic>
          <a:graphicData uri="http://schemas.openxmlformats.org/presentationml/2006/ole">
            <mc:AlternateContent xmlns:mc="http://schemas.openxmlformats.org/markup-compatibility/2006">
              <mc:Choice xmlns:v="urn:schemas-microsoft-com:vml" Requires="v">
                <p:oleObj spid="_x0000_s122891" name="Visio" r:id="rId4" imgW="1139666" imgH="488156" progId="Visio.Drawing.11">
                  <p:embed/>
                </p:oleObj>
              </mc:Choice>
              <mc:Fallback>
                <p:oleObj name="Visio" r:id="rId4" imgW="1139666" imgH="488156" progId="Visio.Drawing.11">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12832" y="3861048"/>
                        <a:ext cx="4918336" cy="2088232"/>
                      </a:xfrm>
                      <a:prstGeom prst="rect">
                        <a:avLst/>
                      </a:prstGeom>
                      <a:noFill/>
                    </p:spPr>
                  </p:pic>
                </p:oleObj>
              </mc:Fallback>
            </mc:AlternateContent>
          </a:graphicData>
        </a:graphic>
      </p:graphicFrame>
    </p:spTree>
    <p:extLst>
      <p:ext uri="{BB962C8B-B14F-4D97-AF65-F5344CB8AC3E}">
        <p14:creationId xmlns:p14="http://schemas.microsoft.com/office/powerpoint/2010/main" val="1536519627"/>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3528" y="274638"/>
            <a:ext cx="8496944" cy="1082660"/>
          </a:xfrm>
        </p:spPr>
        <p:txBody>
          <a:bodyPr>
            <a:normAutofit/>
          </a:bodyPr>
          <a:lstStyle/>
          <a:p>
            <a:r>
              <a:rPr lang="en-US" altLang="zh-CN" dirty="0"/>
              <a:t>OBDH Summary</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99</a:t>
            </a:fld>
            <a:r>
              <a:rPr lang="zh-CN" altLang="en-US" smtClean="0"/>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457200" y="1255290"/>
            <a:ext cx="8229600" cy="4708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457200" algn="just">
              <a:lnSpc>
                <a:spcPct val="125000"/>
              </a:lnSpc>
            </a:pPr>
            <a:r>
              <a:rPr lang="en-US" altLang="zh-CN" sz="2400" dirty="0">
                <a:solidFill>
                  <a:schemeClr val="tx1"/>
                </a:solidFill>
                <a:latin typeface="微软雅黑" pitchFamily="34" charset="-122"/>
                <a:ea typeface="微软雅黑" pitchFamily="34" charset="-122"/>
              </a:rPr>
              <a:t>OBDH is responsible for onboard data management. Its functions are to distribute </a:t>
            </a:r>
            <a:r>
              <a:rPr lang="en-US" altLang="zh-CN" sz="2400" dirty="0" err="1">
                <a:solidFill>
                  <a:schemeClr val="tx1"/>
                </a:solidFill>
                <a:latin typeface="微软雅黑" pitchFamily="34" charset="-122"/>
                <a:ea typeface="微软雅黑" pitchFamily="34" charset="-122"/>
              </a:rPr>
              <a:t>telecommand</a:t>
            </a:r>
            <a:r>
              <a:rPr lang="en-US" altLang="zh-CN" sz="2400" dirty="0">
                <a:solidFill>
                  <a:schemeClr val="tx1"/>
                </a:solidFill>
                <a:latin typeface="微软雅黑" pitchFamily="34" charset="-122"/>
                <a:ea typeface="微软雅黑" pitchFamily="34" charset="-122"/>
              </a:rPr>
              <a:t> received from ground to all subsystems, collect telemetry from all subsystems, platform on-board timing reference generation and distribution</a:t>
            </a:r>
            <a:r>
              <a:rPr lang="zh-CN" altLang="en-US" sz="2400" dirty="0">
                <a:solidFill>
                  <a:schemeClr val="tx1"/>
                </a:solidFill>
                <a:latin typeface="微软雅黑" pitchFamily="34" charset="-122"/>
                <a:ea typeface="微软雅黑" pitchFamily="34" charset="-122"/>
              </a:rPr>
              <a:t>，</a:t>
            </a:r>
            <a:r>
              <a:rPr lang="en-US" altLang="zh-CN" sz="2400" dirty="0">
                <a:solidFill>
                  <a:schemeClr val="tx1"/>
                </a:solidFill>
                <a:latin typeface="微软雅黑" pitchFamily="34" charset="-122"/>
                <a:ea typeface="微软雅黑" pitchFamily="34" charset="-122"/>
              </a:rPr>
              <a:t>thermal control, AOCS important data storage, It transmits command and data, collects telemetry and distributes mission management via CAN bus.</a:t>
            </a:r>
          </a:p>
          <a:p>
            <a:pPr indent="457200" algn="just">
              <a:lnSpc>
                <a:spcPct val="125000"/>
              </a:lnSpc>
            </a:pPr>
            <a:r>
              <a:rPr lang="en-US" altLang="zh-CN" sz="2400" dirty="0">
                <a:solidFill>
                  <a:schemeClr val="tx1"/>
                </a:solidFill>
                <a:latin typeface="微软雅黑" pitchFamily="34" charset="-122"/>
                <a:ea typeface="微软雅黑" pitchFamily="34" charset="-122"/>
              </a:rPr>
              <a:t>OBDH subsystem includes onboard computer (</a:t>
            </a:r>
            <a:r>
              <a:rPr lang="en-US" altLang="zh-CN" sz="2400" dirty="0" smtClean="0">
                <a:solidFill>
                  <a:schemeClr val="tx1"/>
                </a:solidFill>
                <a:latin typeface="微软雅黑" pitchFamily="34" charset="-122"/>
                <a:ea typeface="微软雅黑" pitchFamily="34" charset="-122"/>
              </a:rPr>
              <a:t>OBC) and </a:t>
            </a:r>
            <a:r>
              <a:rPr lang="en-US" altLang="zh-CN" sz="2400" dirty="0">
                <a:solidFill>
                  <a:schemeClr val="tx1"/>
                </a:solidFill>
                <a:latin typeface="微软雅黑" pitchFamily="34" charset="-122"/>
                <a:ea typeface="微软雅黑" pitchFamily="34" charset="-122"/>
              </a:rPr>
              <a:t>thermal control unit (TCU).</a:t>
            </a:r>
          </a:p>
        </p:txBody>
      </p:sp>
    </p:spTree>
    <p:extLst>
      <p:ext uri="{BB962C8B-B14F-4D97-AF65-F5344CB8AC3E}">
        <p14:creationId xmlns:p14="http://schemas.microsoft.com/office/powerpoint/2010/main" val="2085765993"/>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latin typeface="微软雅黑" pitchFamily="34" charset="-122"/>
                <a:ea typeface="微软雅黑" pitchFamily="34" charset="-122"/>
              </a:rPr>
              <a:t> </a:t>
            </a:r>
            <a:fld id="{E1EFCB46-C834-4067-A327-0EA79FD50686}" type="slidenum">
              <a:rPr lang="zh-CN" altLang="en-US" smtClean="0">
                <a:latin typeface="微软雅黑" pitchFamily="34" charset="-122"/>
                <a:ea typeface="微软雅黑" pitchFamily="34" charset="-122"/>
              </a:rPr>
              <a:pPr/>
              <a:t>100</a:t>
            </a:fld>
            <a:r>
              <a:rPr lang="zh-CN" altLang="en-US" smtClean="0">
                <a:latin typeface="微软雅黑" pitchFamily="34" charset="-122"/>
                <a:ea typeface="微软雅黑" pitchFamily="34" charset="-122"/>
              </a:rPr>
              <a:t> </a:t>
            </a:r>
            <a:endParaRPr lang="zh-CN" altLang="en-US" dirty="0">
              <a:latin typeface="微软雅黑" pitchFamily="34" charset="-122"/>
              <a:ea typeface="微软雅黑" pitchFamily="34" charset="-122"/>
            </a:endParaRPr>
          </a:p>
        </p:txBody>
      </p:sp>
      <p:sp>
        <p:nvSpPr>
          <p:cNvPr id="8" name="标题 1"/>
          <p:cNvSpPr>
            <a:spLocks noGrp="1"/>
          </p:cNvSpPr>
          <p:nvPr>
            <p:ph type="title"/>
          </p:nvPr>
        </p:nvSpPr>
        <p:spPr>
          <a:xfrm>
            <a:off x="323528" y="274638"/>
            <a:ext cx="8496944" cy="1082660"/>
          </a:xfrm>
        </p:spPr>
        <p:txBody>
          <a:bodyPr>
            <a:normAutofit/>
          </a:bodyPr>
          <a:lstStyle/>
          <a:p>
            <a:r>
              <a:rPr lang="en-US" altLang="zh-CN" dirty="0"/>
              <a:t>Content Summary</a:t>
            </a:r>
          </a:p>
        </p:txBody>
      </p:sp>
      <p:sp>
        <p:nvSpPr>
          <p:cNvPr id="11" name="内容占位符 2"/>
          <p:cNvSpPr>
            <a:spLocks noGrp="1"/>
          </p:cNvSpPr>
          <p:nvPr>
            <p:ph idx="1"/>
          </p:nvPr>
        </p:nvSpPr>
        <p:spPr>
          <a:xfrm>
            <a:off x="457200" y="1357298"/>
            <a:ext cx="8229600" cy="4768865"/>
          </a:xfrm>
        </p:spPr>
        <p:txBody>
          <a:bodyPr>
            <a:normAutofit fontScale="70000" lnSpcReduction="20000"/>
          </a:bodyPr>
          <a:lstStyle/>
          <a:p>
            <a:pPr marL="514350" lvl="1" indent="-514350">
              <a:buClr>
                <a:srgbClr val="0070C0"/>
              </a:buClr>
              <a:buFont typeface="Wingdings" panose="05000000000000000000" pitchFamily="2" charset="2"/>
              <a:buChar char="l"/>
            </a:pPr>
            <a:r>
              <a:rPr lang="en-US" altLang="zh-CN" sz="3000" dirty="0" smtClean="0"/>
              <a:t>OBDH </a:t>
            </a:r>
            <a:r>
              <a:rPr lang="en-US" altLang="zh-CN" sz="3000" dirty="0"/>
              <a:t>Specification</a:t>
            </a:r>
          </a:p>
          <a:p>
            <a:pPr marL="514350" lvl="1" indent="-514350">
              <a:buClr>
                <a:srgbClr val="0070C0"/>
              </a:buClr>
              <a:buFont typeface="Wingdings" panose="05000000000000000000" pitchFamily="2" charset="2"/>
              <a:buChar char="l"/>
            </a:pPr>
            <a:r>
              <a:rPr lang="en-US" altLang="zh-CN" sz="3000" dirty="0"/>
              <a:t>OBDH Composition</a:t>
            </a:r>
          </a:p>
          <a:p>
            <a:pPr marL="514350" lvl="1" indent="-514350">
              <a:buClr>
                <a:srgbClr val="0070C0"/>
              </a:buClr>
              <a:buFont typeface="Wingdings" panose="05000000000000000000" pitchFamily="2" charset="2"/>
              <a:buChar char="l"/>
            </a:pPr>
            <a:r>
              <a:rPr lang="en-US" altLang="zh-CN" sz="3000" dirty="0" err="1"/>
              <a:t>Telecommand</a:t>
            </a:r>
            <a:r>
              <a:rPr lang="en-US" altLang="zh-CN" sz="3000" dirty="0"/>
              <a:t> Management</a:t>
            </a:r>
          </a:p>
          <a:p>
            <a:pPr marL="514350" lvl="1" indent="-514350">
              <a:buClr>
                <a:srgbClr val="0070C0"/>
              </a:buClr>
              <a:buFont typeface="Wingdings" panose="05000000000000000000" pitchFamily="2" charset="2"/>
              <a:buChar char="l"/>
            </a:pPr>
            <a:r>
              <a:rPr lang="en-US" altLang="zh-CN" sz="3000" dirty="0"/>
              <a:t>Telemetry Management</a:t>
            </a:r>
          </a:p>
          <a:p>
            <a:pPr marL="514350" lvl="1" indent="-514350">
              <a:buClr>
                <a:srgbClr val="0070C0"/>
              </a:buClr>
              <a:buFont typeface="Wingdings" panose="05000000000000000000" pitchFamily="2" charset="2"/>
              <a:buChar char="l"/>
            </a:pPr>
            <a:r>
              <a:rPr lang="en-US" altLang="zh-CN" sz="3000" dirty="0"/>
              <a:t>Communication on-board</a:t>
            </a:r>
          </a:p>
          <a:p>
            <a:pPr marL="514350" lvl="1" indent="-514350">
              <a:buClr>
                <a:srgbClr val="0070C0"/>
              </a:buClr>
              <a:buFont typeface="Wingdings" panose="05000000000000000000" pitchFamily="2" charset="2"/>
              <a:buChar char="l"/>
            </a:pPr>
            <a:r>
              <a:rPr lang="en-US" altLang="zh-CN" sz="3000" dirty="0"/>
              <a:t>Time Management</a:t>
            </a:r>
          </a:p>
          <a:p>
            <a:pPr marL="514350" lvl="1" indent="-514350">
              <a:buClr>
                <a:srgbClr val="0070C0"/>
              </a:buClr>
              <a:buFont typeface="Wingdings" panose="05000000000000000000" pitchFamily="2" charset="2"/>
              <a:buChar char="l"/>
            </a:pPr>
            <a:r>
              <a:rPr lang="en-US" altLang="zh-CN" sz="3000" dirty="0"/>
              <a:t>Time-tagged </a:t>
            </a:r>
            <a:r>
              <a:rPr lang="en-US" altLang="zh-CN" sz="3000" dirty="0" smtClean="0"/>
              <a:t>Command</a:t>
            </a:r>
          </a:p>
          <a:p>
            <a:pPr marL="514350" lvl="1" indent="-514350">
              <a:buClr>
                <a:srgbClr val="0070C0"/>
              </a:buClr>
              <a:buFont typeface="Wingdings" panose="05000000000000000000" pitchFamily="2" charset="2"/>
              <a:buChar char="l"/>
            </a:pPr>
            <a:r>
              <a:rPr lang="en-US" altLang="en-US" sz="3000" dirty="0"/>
              <a:t>Time-tagged data block</a:t>
            </a:r>
            <a:endParaRPr lang="zh-CN" altLang="en-US" sz="3000" dirty="0"/>
          </a:p>
          <a:p>
            <a:pPr marL="514350" lvl="1" indent="-514350">
              <a:buClr>
                <a:srgbClr val="0070C0"/>
              </a:buClr>
              <a:buFont typeface="Wingdings" panose="05000000000000000000" pitchFamily="2" charset="2"/>
              <a:buChar char="l"/>
            </a:pPr>
            <a:r>
              <a:rPr lang="en-US" altLang="en-US" sz="3000" dirty="0"/>
              <a:t>Relative time-tagged </a:t>
            </a:r>
            <a:r>
              <a:rPr lang="en-US" altLang="en-US" sz="3000" dirty="0" err="1"/>
              <a:t>telecommand</a:t>
            </a:r>
            <a:endParaRPr lang="zh-CN" altLang="en-US" sz="3000" dirty="0"/>
          </a:p>
          <a:p>
            <a:pPr marL="514350" lvl="1" indent="-514350">
              <a:buClr>
                <a:srgbClr val="0070C0"/>
              </a:buClr>
              <a:buFont typeface="Wingdings" panose="05000000000000000000" pitchFamily="2" charset="2"/>
              <a:buChar char="l"/>
            </a:pPr>
            <a:r>
              <a:rPr lang="en-US" altLang="zh-CN" sz="3000" dirty="0"/>
              <a:t>Safe Mode</a:t>
            </a:r>
            <a:endParaRPr lang="zh-CN" altLang="en-US" sz="3000" dirty="0"/>
          </a:p>
          <a:p>
            <a:pPr marL="514350" lvl="1" indent="-514350">
              <a:buClr>
                <a:srgbClr val="0070C0"/>
              </a:buClr>
              <a:buFont typeface="Wingdings" panose="05000000000000000000" pitchFamily="2" charset="2"/>
              <a:buChar char="l"/>
            </a:pPr>
            <a:r>
              <a:rPr lang="en-US" altLang="zh-CN" sz="3000" dirty="0"/>
              <a:t>Thermal </a:t>
            </a:r>
            <a:r>
              <a:rPr lang="en-US" altLang="zh-CN" sz="3000" dirty="0" smtClean="0"/>
              <a:t>Control </a:t>
            </a:r>
            <a:endParaRPr lang="zh-CN" altLang="en-US" sz="3000" dirty="0"/>
          </a:p>
          <a:p>
            <a:pPr marL="514350" lvl="1" indent="-514350">
              <a:buClr>
                <a:srgbClr val="0070C0"/>
              </a:buClr>
              <a:buFont typeface="Wingdings" panose="05000000000000000000" pitchFamily="2" charset="2"/>
              <a:buChar char="l"/>
            </a:pPr>
            <a:endParaRPr lang="en-US" altLang="zh-CN" dirty="0"/>
          </a:p>
        </p:txBody>
      </p:sp>
    </p:spTree>
    <p:extLst>
      <p:ext uri="{BB962C8B-B14F-4D97-AF65-F5344CB8AC3E}">
        <p14:creationId xmlns:p14="http://schemas.microsoft.com/office/powerpoint/2010/main" val="2341688394"/>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101</a:t>
            </a:fld>
            <a:r>
              <a:rPr lang="zh-CN" altLang="en-US" smtClean="0"/>
              <a:t> </a:t>
            </a:r>
            <a:endParaRPr lang="zh-CN" altLang="en-US" dirty="0">
              <a:latin typeface="微软雅黑" pitchFamily="34" charset="-122"/>
              <a:ea typeface="微软雅黑" pitchFamily="34" charset="-122"/>
            </a:endParaRPr>
          </a:p>
        </p:txBody>
      </p:sp>
      <p:sp>
        <p:nvSpPr>
          <p:cNvPr id="8" name="矩形 7"/>
          <p:cNvSpPr/>
          <p:nvPr/>
        </p:nvSpPr>
        <p:spPr>
          <a:xfrm>
            <a:off x="3470731" y="3500438"/>
            <a:ext cx="2172839" cy="923330"/>
          </a:xfrm>
          <a:prstGeom prst="rect">
            <a:avLst/>
          </a:prstGeom>
          <a:noFill/>
        </p:spPr>
        <p:txBody>
          <a:bodyPr wrap="none" lIns="91440" tIns="45720" rIns="91440" bIns="45720">
            <a:spAutoFit/>
            <a:scene3d>
              <a:camera prst="isometricOffAxis1Right"/>
              <a:lightRig rig="threePt" dir="t"/>
            </a:scene3d>
          </a:bodyPr>
          <a:lstStyle/>
          <a:p>
            <a:pPr algn="ctr"/>
            <a:r>
              <a:rPr lang="en-US" altLang="zh-CN" sz="5400" b="1" cap="all" spc="0"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Q &amp; A?</a:t>
            </a:r>
            <a:endParaRPr lang="zh-CN" altLang="en-US" sz="5400" b="1" cap="all" spc="0"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endParaRPr>
          </a:p>
        </p:txBody>
      </p:sp>
      <p:sp>
        <p:nvSpPr>
          <p:cNvPr id="10" name="矩形 9"/>
          <p:cNvSpPr/>
          <p:nvPr/>
        </p:nvSpPr>
        <p:spPr>
          <a:xfrm>
            <a:off x="1052823" y="2571744"/>
            <a:ext cx="6805325" cy="707886"/>
          </a:xfrm>
          <a:prstGeom prst="rect">
            <a:avLst/>
          </a:prstGeom>
          <a:noFill/>
        </p:spPr>
        <p:txBody>
          <a:bodyPr wrap="none" lIns="91440" tIns="45720" rIns="91440" bIns="45720">
            <a:spAutoFit/>
          </a:bodyPr>
          <a:lstStyle/>
          <a:p>
            <a:pPr algn="ctr"/>
            <a:r>
              <a:rPr lang="en-US" altLang="zh-CN" sz="4000" b="1" cap="all" spc="0"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THANKs FOR Your ATTENTION</a:t>
            </a:r>
            <a:endParaRPr lang="zh-CN" altLang="en-US" sz="4000" b="1" cap="all" spc="0"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endParaRPr>
          </a:p>
        </p:txBody>
      </p:sp>
    </p:spTree>
    <p:extLst>
      <p:ext uri="{BB962C8B-B14F-4D97-AF65-F5344CB8AC3E}">
        <p14:creationId xmlns:p14="http://schemas.microsoft.com/office/powerpoint/2010/main" val="290840477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Poly-red">
  <a:themeElements>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自定义设计方案">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9525" cap="flat" cmpd="sng" algn="ctr">
          <a:solidFill>
            <a:schemeClr val="folHlink"/>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altLang="en-US" sz="2000" b="1" i="0" u="none" strike="noStrike" cap="none" normalizeH="0" baseline="0" smtClean="0">
            <a:ln>
              <a:noFill/>
            </a:ln>
            <a:solidFill>
              <a:srgbClr val="575F6D"/>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bg1"/>
        </a:solidFill>
        <a:ln w="9525" cap="flat" cmpd="sng" algn="ctr">
          <a:solidFill>
            <a:schemeClr val="folHlink"/>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altLang="en-US" sz="2000" b="1" i="0" u="none" strike="noStrike" cap="none" normalizeH="0" baseline="0" smtClean="0">
            <a:ln>
              <a:noFill/>
            </a:ln>
            <a:solidFill>
              <a:srgbClr val="575F6D"/>
            </a:solidFill>
            <a:effectLst/>
            <a:latin typeface="Arial" charset="0"/>
            <a:ea typeface="宋体" pitchFamily="2" charset="-122"/>
          </a:defRPr>
        </a:defPPr>
      </a:lstStyle>
    </a:lnDef>
  </a:objectDefaults>
  <a:extraClrSchemeLst>
    <a:extraClrScheme>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3107</TotalTime>
  <Words>9381</Words>
  <Application>Microsoft Office PowerPoint</Application>
  <PresentationFormat>全屏显示(4:3)</PresentationFormat>
  <Paragraphs>1472</Paragraphs>
  <Slides>101</Slides>
  <Notes>101</Notes>
  <HiddenSlides>0</HiddenSlides>
  <MMClips>0</MMClips>
  <ScaleCrop>false</ScaleCrop>
  <HeadingPairs>
    <vt:vector size="6" baseType="variant">
      <vt:variant>
        <vt:lpstr>主题</vt:lpstr>
      </vt:variant>
      <vt:variant>
        <vt:i4>2</vt:i4>
      </vt:variant>
      <vt:variant>
        <vt:lpstr>嵌入 OLE 服务器</vt:lpstr>
      </vt:variant>
      <vt:variant>
        <vt:i4>1</vt:i4>
      </vt:variant>
      <vt:variant>
        <vt:lpstr>幻灯片标题</vt:lpstr>
      </vt:variant>
      <vt:variant>
        <vt:i4>101</vt:i4>
      </vt:variant>
    </vt:vector>
  </HeadingPairs>
  <TitlesOfParts>
    <vt:vector size="104" baseType="lpstr">
      <vt:lpstr>Office 主题</vt:lpstr>
      <vt:lpstr>Poly-red</vt:lpstr>
      <vt:lpstr>Visio</vt:lpstr>
      <vt:lpstr>On Board Data Handling Subsystem Design </vt:lpstr>
      <vt:lpstr>Outline</vt:lpstr>
      <vt:lpstr>Objectives</vt:lpstr>
      <vt:lpstr>Acronym list</vt:lpstr>
      <vt:lpstr>PART 1: OBDH Specification</vt:lpstr>
      <vt:lpstr>PART 1: OBDH Specification </vt:lpstr>
      <vt:lpstr>PART 1: OBDH Specification </vt:lpstr>
      <vt:lpstr>PART 1: OBDH Specification </vt:lpstr>
      <vt:lpstr>PART 1: OBDH Specification </vt:lpstr>
      <vt:lpstr>PART 1: OBDH Specification </vt:lpstr>
      <vt:lpstr>PART 1: OBDH Specification</vt:lpstr>
      <vt:lpstr>PART 1: OBDH Specification </vt:lpstr>
      <vt:lpstr>PART 1: OBDH Specification </vt:lpstr>
      <vt:lpstr>PART 2: OBDH Composition </vt:lpstr>
      <vt:lpstr>PART 2: OBDH Composition </vt:lpstr>
      <vt:lpstr>PART 2: OBDH Composition </vt:lpstr>
      <vt:lpstr>PART 2: OBDH Composition-OBC </vt:lpstr>
      <vt:lpstr>PART 2: OBDH Composition-OBC </vt:lpstr>
      <vt:lpstr>PART 2: OBDH Composition-OBC </vt:lpstr>
      <vt:lpstr>PART 2: OBDH Composition-OBC </vt:lpstr>
      <vt:lpstr>PART 2: OBDH Composition-OBC </vt:lpstr>
      <vt:lpstr>PART 2: OBDH Composition-OBC </vt:lpstr>
      <vt:lpstr>PART 2: OBDH Composition-OBC </vt:lpstr>
      <vt:lpstr>PART 2: OBDH Composition-OBC </vt:lpstr>
      <vt:lpstr>PART 2: OBDH Composition-OBC </vt:lpstr>
      <vt:lpstr>PART 3: Telecommand Management</vt:lpstr>
      <vt:lpstr>PART 3: Telecommand Management</vt:lpstr>
      <vt:lpstr>PART 3: Telecommand Management</vt:lpstr>
      <vt:lpstr>PART 3: Telecommand Management</vt:lpstr>
      <vt:lpstr>PART 3: Telecommand Management</vt:lpstr>
      <vt:lpstr>PART 3: Telecommand Management</vt:lpstr>
      <vt:lpstr>PART 3: Telecommand Management</vt:lpstr>
      <vt:lpstr>PART 3: Telecommand Management</vt:lpstr>
      <vt:lpstr>PART 4: Telemetry Management</vt:lpstr>
      <vt:lpstr>PART 4: Telemetry Management</vt:lpstr>
      <vt:lpstr>PART 4: Telemetry Management</vt:lpstr>
      <vt:lpstr>PART 4: Telemetry Management</vt:lpstr>
      <vt:lpstr>PART 4: Telemetry Management</vt:lpstr>
      <vt:lpstr>PART 4: Telemetry Management</vt:lpstr>
      <vt:lpstr>PART 4: Telemetry Management</vt:lpstr>
      <vt:lpstr>Documents by CCSDS Area:</vt:lpstr>
      <vt:lpstr>Space Link Services Area</vt:lpstr>
      <vt:lpstr>TM SPACE DATA LINK PROTOCOL</vt:lpstr>
      <vt:lpstr>TM SPACE DATA LINK PROTOCOL</vt:lpstr>
      <vt:lpstr>TM SPACE DATA LINK PROTOCOL</vt:lpstr>
      <vt:lpstr>TM SPACE DATA LINK PROTOCOL</vt:lpstr>
      <vt:lpstr>TM SPACE DATA LINK PROTOCOL</vt:lpstr>
      <vt:lpstr>TM Space Data Link Protocol-Service</vt:lpstr>
      <vt:lpstr>TM SPACE DATA LINK PROTOCOL</vt:lpstr>
      <vt:lpstr>PART 4: Telemetry Management</vt:lpstr>
      <vt:lpstr>PART 4: Telemetry Management</vt:lpstr>
      <vt:lpstr>PART 4: Telemetry Management</vt:lpstr>
      <vt:lpstr>PART 4: Telemetry Management</vt:lpstr>
      <vt:lpstr>PART 5: Communication on-board</vt:lpstr>
      <vt:lpstr>PART 5: Communication on-board</vt:lpstr>
      <vt:lpstr>PART 5: Communication on-board</vt:lpstr>
      <vt:lpstr>PART 5: Communication on-board</vt:lpstr>
      <vt:lpstr>PART 5: Communication on-board</vt:lpstr>
      <vt:lpstr>PART 5: Communication on-board</vt:lpstr>
      <vt:lpstr>PART 5: Communication on-board</vt:lpstr>
      <vt:lpstr>PART 5: Communication on-board</vt:lpstr>
      <vt:lpstr>PART 5: Communication on-board</vt:lpstr>
      <vt:lpstr>PART 5: Communication on-board</vt:lpstr>
      <vt:lpstr>PART 5: Communication on-board</vt:lpstr>
      <vt:lpstr>PART 6: Time Management</vt:lpstr>
      <vt:lpstr>PART 6: Time Management</vt:lpstr>
      <vt:lpstr>PART 6: Time Management</vt:lpstr>
      <vt:lpstr>PART 6: Time Management</vt:lpstr>
      <vt:lpstr>PART 6: Time Management</vt:lpstr>
      <vt:lpstr>PART 6: Time Management</vt:lpstr>
      <vt:lpstr>PART 6: Time Management</vt:lpstr>
      <vt:lpstr>PART 6: Time Management</vt:lpstr>
      <vt:lpstr>PART 6: Time Management</vt:lpstr>
      <vt:lpstr>PART 6: Time Management</vt:lpstr>
      <vt:lpstr>PART 6: Time Management</vt:lpstr>
      <vt:lpstr>PART 6: Time Management</vt:lpstr>
      <vt:lpstr>PART 6: Time Management</vt:lpstr>
      <vt:lpstr>PART 6: Time Management</vt:lpstr>
      <vt:lpstr>PART 7: Time-tagged Command</vt:lpstr>
      <vt:lpstr>PART 7: Time-tagged Command</vt:lpstr>
      <vt:lpstr>PART 7: Time-tagged Command</vt:lpstr>
      <vt:lpstr>PART 7: Time-tagged Command</vt:lpstr>
      <vt:lpstr>PART 8: Time-tagged data block</vt:lpstr>
      <vt:lpstr>PART 8: Time-tagged data block</vt:lpstr>
      <vt:lpstr>PART 8: Time-tagged data block</vt:lpstr>
      <vt:lpstr>PART 8: Time-tagged data block</vt:lpstr>
      <vt:lpstr>PowerPoint 演示文稿</vt:lpstr>
      <vt:lpstr>PART 9: Relative time-tagged telecommand</vt:lpstr>
      <vt:lpstr>PART 9: Relative time-tagged telecommand</vt:lpstr>
      <vt:lpstr>PART 9: Relative time-tagged telecommand</vt:lpstr>
      <vt:lpstr>PART 9: Relative time-tagged telecommand</vt:lpstr>
      <vt:lpstr>PART 10: Safe Mode </vt:lpstr>
      <vt:lpstr>PART 10: Safe Mode </vt:lpstr>
      <vt:lpstr>PART 11: Thermal Control </vt:lpstr>
      <vt:lpstr>PART 11: Thermal Control </vt:lpstr>
      <vt:lpstr>PART 11: Thermal Control </vt:lpstr>
      <vt:lpstr>PART 11: Thermal Control </vt:lpstr>
      <vt:lpstr>PART 11: Thermal Control </vt:lpstr>
      <vt:lpstr>OBDH Summary</vt:lpstr>
      <vt:lpstr>Content Summary</vt:lpstr>
      <vt:lpstr>PowerPoint 演示文稿</vt:lpstr>
    </vt:vector>
  </TitlesOfParts>
  <Company>dfh</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李宁</dc:creator>
  <cp:lastModifiedBy>侯天宝</cp:lastModifiedBy>
  <cp:revision>239</cp:revision>
  <cp:lastPrinted>2019-02-21T09:47:36Z</cp:lastPrinted>
  <dcterms:created xsi:type="dcterms:W3CDTF">2013-04-18T01:59:38Z</dcterms:created>
  <dcterms:modified xsi:type="dcterms:W3CDTF">2019-02-21T09:48:37Z</dcterms:modified>
</cp:coreProperties>
</file>